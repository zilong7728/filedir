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394" r:id="rId2"/>
    <p:sldId id="395" r:id="rId3"/>
    <p:sldId id="396" r:id="rId4"/>
    <p:sldId id="400" r:id="rId5"/>
    <p:sldId id="397" r:id="rId6"/>
    <p:sldId id="402" r:id="rId7"/>
    <p:sldId id="398" r:id="rId8"/>
    <p:sldId id="403" r:id="rId9"/>
    <p:sldId id="404" r:id="rId10"/>
    <p:sldId id="405" r:id="rId11"/>
    <p:sldId id="401" r:id="rId12"/>
    <p:sldId id="406" r:id="rId13"/>
    <p:sldId id="399" r:id="rId14"/>
    <p:sldId id="411" r:id="rId15"/>
    <p:sldId id="412" r:id="rId16"/>
    <p:sldId id="417" r:id="rId17"/>
    <p:sldId id="418" r:id="rId18"/>
    <p:sldId id="419" r:id="rId19"/>
    <p:sldId id="413" r:id="rId20"/>
    <p:sldId id="420" r:id="rId21"/>
    <p:sldId id="414" r:id="rId22"/>
    <p:sldId id="421" r:id="rId23"/>
    <p:sldId id="415" r:id="rId24"/>
    <p:sldId id="422" r:id="rId25"/>
    <p:sldId id="423" r:id="rId26"/>
    <p:sldId id="424" r:id="rId27"/>
    <p:sldId id="408" r:id="rId28"/>
    <p:sldId id="416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0" userDrawn="1">
          <p15:clr>
            <a:srgbClr val="A4A3A4"/>
          </p15:clr>
        </p15:guide>
        <p15:guide id="2" pos="1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C71508"/>
    <a:srgbClr val="7030A0"/>
    <a:srgbClr val="ED7F34"/>
    <a:srgbClr val="EEC5B4"/>
    <a:srgbClr val="1DF10D"/>
    <a:srgbClr val="5B9BD5"/>
    <a:srgbClr val="7FAED9"/>
    <a:srgbClr val="548235"/>
    <a:srgbClr val="110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1" autoAdjust="0"/>
    <p:restoredTop sz="91129" autoAdjust="0"/>
  </p:normalViewPr>
  <p:slideViewPr>
    <p:cSldViewPr snapToGrid="0">
      <p:cViewPr varScale="1">
        <p:scale>
          <a:sx n="104" d="100"/>
          <a:sy n="104" d="100"/>
        </p:scale>
        <p:origin x="924" y="102"/>
      </p:cViewPr>
      <p:guideLst>
        <p:guide orient="horz" pos="1230"/>
        <p:guide pos="1912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65AE0-690F-4E1E-A814-50BF005BB22A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32911-2138-4BB8-8059-3830608EDD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3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820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144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542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802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32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6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3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33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76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0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1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4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79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7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0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137E7-C718-4E91-A476-3082A6A9DA68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4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磁珠的阻抗频率曲线</a:t>
            </a:r>
            <a:endParaRPr lang="zh-CN" altLang="en-US" sz="28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图片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768" y="1172233"/>
            <a:ext cx="7640465" cy="451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/>
        </p:nvSpPr>
        <p:spPr>
          <a:xfrm>
            <a:off x="5007429" y="2148114"/>
            <a:ext cx="435428" cy="50800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5225143" y="2882007"/>
            <a:ext cx="435428" cy="50800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6480629" y="4152007"/>
            <a:ext cx="435428" cy="50800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083697" y="2489676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你们仨关系好不？</a:t>
            </a:r>
          </a:p>
        </p:txBody>
      </p:sp>
      <p:cxnSp>
        <p:nvCxnSpPr>
          <p:cNvPr id="10" name="直接连接符 9"/>
          <p:cNvCxnSpPr>
            <a:stCxn id="5" idx="6"/>
          </p:cNvCxnSpPr>
          <p:nvPr/>
        </p:nvCxnSpPr>
        <p:spPr>
          <a:xfrm>
            <a:off x="5442857" y="2402114"/>
            <a:ext cx="2640840" cy="263668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6898383" y="2974424"/>
            <a:ext cx="1193392" cy="1155861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endCxn id="6" idx="1"/>
          </p:cNvCxnSpPr>
          <p:nvPr/>
        </p:nvCxnSpPr>
        <p:spPr>
          <a:xfrm flipV="1">
            <a:off x="5668649" y="2812842"/>
            <a:ext cx="2415048" cy="323165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2187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80"/>
    </mc:Choice>
    <mc:Fallback xmlns="">
      <p:transition spd="slow" advTm="108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7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8" grpId="0" animBg="1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磁珠的阻抗频率曲线</a:t>
            </a:r>
            <a:endParaRPr lang="zh-CN" altLang="en-US" sz="28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275768" y="1172233"/>
            <a:ext cx="9685914" cy="4513535"/>
            <a:chOff x="2275768" y="1172233"/>
            <a:chExt cx="9685914" cy="4513535"/>
          </a:xfrm>
        </p:grpSpPr>
        <p:pic>
          <p:nvPicPr>
            <p:cNvPr id="3" name="Picture 2" descr="图片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5768" y="1172233"/>
              <a:ext cx="7640465" cy="45135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椭圆 3"/>
            <p:cNvSpPr/>
            <p:nvPr/>
          </p:nvSpPr>
          <p:spPr>
            <a:xfrm>
              <a:off x="5007429" y="2148114"/>
              <a:ext cx="435428" cy="50800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椭圆 4"/>
            <p:cNvSpPr/>
            <p:nvPr/>
          </p:nvSpPr>
          <p:spPr>
            <a:xfrm>
              <a:off x="5225143" y="2882007"/>
              <a:ext cx="435428" cy="50800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6480629" y="4152007"/>
              <a:ext cx="435428" cy="50800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83697" y="2489676"/>
              <a:ext cx="38779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你们仨关系好不？</a:t>
              </a:r>
            </a:p>
          </p:txBody>
        </p:sp>
        <p:cxnSp>
          <p:nvCxnSpPr>
            <p:cNvPr id="8" name="直接连接符 7"/>
            <p:cNvCxnSpPr>
              <a:stCxn id="4" idx="6"/>
            </p:cNvCxnSpPr>
            <p:nvPr/>
          </p:nvCxnSpPr>
          <p:spPr>
            <a:xfrm>
              <a:off x="5442857" y="2402114"/>
              <a:ext cx="2640840" cy="263668"/>
            </a:xfrm>
            <a:prstGeom prst="line">
              <a:avLst/>
            </a:prstGeom>
            <a:ln w="158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6898383" y="2974424"/>
              <a:ext cx="1193392" cy="1155861"/>
            </a:xfrm>
            <a:prstGeom prst="line">
              <a:avLst/>
            </a:prstGeom>
            <a:ln w="158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endCxn id="7" idx="1"/>
            </p:cNvCxnSpPr>
            <p:nvPr/>
          </p:nvCxnSpPr>
          <p:spPr>
            <a:xfrm flipV="1">
              <a:off x="5668649" y="2812842"/>
              <a:ext cx="2415048" cy="323165"/>
            </a:xfrm>
            <a:prstGeom prst="line">
              <a:avLst/>
            </a:prstGeom>
            <a:ln w="158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649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6"/>
    </mc:Choice>
    <mc:Fallback xmlns="">
      <p:transition spd="slow" advTm="53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磁珠的阻抗频率曲线</a:t>
            </a:r>
            <a:endParaRPr lang="zh-CN" altLang="en-US" sz="28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55E94E-FC4C-4209-860F-374E03A14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200" r="98800">
                        <a14:foregroundMark x1="10400" y1="44500" x2="10400" y2="44500"/>
                        <a14:foregroundMark x1="29600" y1="62500" x2="29600" y2="62500"/>
                        <a14:foregroundMark x1="23600" y1="64000" x2="23600" y2="64000"/>
                        <a14:foregroundMark x1="33200" y1="60500" x2="33200" y2="60500"/>
                        <a14:foregroundMark x1="45200" y1="44500" x2="45200" y2="44500"/>
                        <a14:foregroundMark x1="60000" y1="66500" x2="60000" y2="66500"/>
                        <a14:foregroundMark x1="82400" y1="42500" x2="82400" y2="4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7" t="24625" r="1460" b="26250"/>
          <a:stretch>
            <a:fillRect/>
          </a:stretch>
        </p:blipFill>
        <p:spPr bwMode="auto">
          <a:xfrm rot="526250">
            <a:off x="1218463" y="2634352"/>
            <a:ext cx="3893712" cy="1589296"/>
          </a:xfrm>
          <a:custGeom>
            <a:avLst/>
            <a:gdLst>
              <a:gd name="connsiteX0" fmla="*/ 0 w 2292749"/>
              <a:gd name="connsiteY0" fmla="*/ 0 h 935831"/>
              <a:gd name="connsiteX1" fmla="*/ 2292749 w 2292749"/>
              <a:gd name="connsiteY1" fmla="*/ 0 h 935831"/>
              <a:gd name="connsiteX2" fmla="*/ 2292749 w 2292749"/>
              <a:gd name="connsiteY2" fmla="*/ 935831 h 935831"/>
              <a:gd name="connsiteX3" fmla="*/ 0 w 2292749"/>
              <a:gd name="connsiteY3" fmla="*/ 935831 h 93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2749" h="935831">
                <a:moveTo>
                  <a:pt x="0" y="0"/>
                </a:moveTo>
                <a:lnTo>
                  <a:pt x="2292749" y="0"/>
                </a:lnTo>
                <a:lnTo>
                  <a:pt x="2292749" y="935831"/>
                </a:lnTo>
                <a:lnTo>
                  <a:pt x="0" y="93583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右箭头 3"/>
          <p:cNvSpPr/>
          <p:nvPr/>
        </p:nvSpPr>
        <p:spPr>
          <a:xfrm>
            <a:off x="5848084" y="3131457"/>
            <a:ext cx="769257" cy="595086"/>
          </a:xfrm>
          <a:prstGeom prst="rightArrow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95552" y="3105835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等效电路啥样的？</a:t>
            </a:r>
          </a:p>
        </p:txBody>
      </p:sp>
    </p:spTree>
    <p:extLst>
      <p:ext uri="{BB962C8B-B14F-4D97-AF65-F5344CB8AC3E}">
        <p14:creationId xmlns:p14="http://schemas.microsoft.com/office/powerpoint/2010/main" val="398491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55"/>
    </mc:Choice>
    <mc:Fallback xmlns="">
      <p:transition spd="slow" advTm="40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磁珠的阻抗频率曲线</a:t>
            </a:r>
            <a:endParaRPr lang="zh-CN" altLang="en-US" sz="28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18463" y="2634352"/>
            <a:ext cx="9755074" cy="1589296"/>
            <a:chOff x="1218463" y="2634352"/>
            <a:chExt cx="9755074" cy="1589296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A55E94E-FC4C-4209-860F-374E03A14F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200" r="98800">
                          <a14:foregroundMark x1="10400" y1="44500" x2="10400" y2="44500"/>
                          <a14:foregroundMark x1="29600" y1="62500" x2="29600" y2="62500"/>
                          <a14:foregroundMark x1="23600" y1="64000" x2="23600" y2="64000"/>
                          <a14:foregroundMark x1="33200" y1="60500" x2="33200" y2="60500"/>
                          <a14:foregroundMark x1="45200" y1="44500" x2="45200" y2="44500"/>
                          <a14:foregroundMark x1="60000" y1="66500" x2="60000" y2="66500"/>
                          <a14:foregroundMark x1="82400" y1="42500" x2="82400" y2="425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7" t="24625" r="1460" b="26250"/>
            <a:stretch>
              <a:fillRect/>
            </a:stretch>
          </p:blipFill>
          <p:spPr bwMode="auto">
            <a:xfrm rot="526250">
              <a:off x="1218463" y="2634352"/>
              <a:ext cx="3893712" cy="1589296"/>
            </a:xfrm>
            <a:custGeom>
              <a:avLst/>
              <a:gdLst>
                <a:gd name="connsiteX0" fmla="*/ 0 w 2292749"/>
                <a:gd name="connsiteY0" fmla="*/ 0 h 935831"/>
                <a:gd name="connsiteX1" fmla="*/ 2292749 w 2292749"/>
                <a:gd name="connsiteY1" fmla="*/ 0 h 935831"/>
                <a:gd name="connsiteX2" fmla="*/ 2292749 w 2292749"/>
                <a:gd name="connsiteY2" fmla="*/ 935831 h 935831"/>
                <a:gd name="connsiteX3" fmla="*/ 0 w 2292749"/>
                <a:gd name="connsiteY3" fmla="*/ 935831 h 93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2749" h="935831">
                  <a:moveTo>
                    <a:pt x="0" y="0"/>
                  </a:moveTo>
                  <a:lnTo>
                    <a:pt x="2292749" y="0"/>
                  </a:lnTo>
                  <a:lnTo>
                    <a:pt x="2292749" y="935831"/>
                  </a:lnTo>
                  <a:lnTo>
                    <a:pt x="0" y="935831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右箭头 3"/>
            <p:cNvSpPr/>
            <p:nvPr/>
          </p:nvSpPr>
          <p:spPr>
            <a:xfrm>
              <a:off x="5848084" y="3131457"/>
              <a:ext cx="769257" cy="595086"/>
            </a:xfrm>
            <a:prstGeom prst="rightArrow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095552" y="3105835"/>
              <a:ext cx="38779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等效电路啥样的？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56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5"/>
    </mc:Choice>
    <mc:Fallback xmlns="">
      <p:transition spd="slow" advTm="29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磁珠的阻抗频率曲线</a:t>
            </a:r>
            <a:endParaRPr lang="zh-CN" altLang="en-US" sz="28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98" y="2956831"/>
            <a:ext cx="5181620" cy="183954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1736754" y="1699567"/>
            <a:ext cx="2628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SPICE</a:t>
            </a:r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8348008" y="1699567"/>
            <a:ext cx="2628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等效电路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599" y="2543769"/>
            <a:ext cx="4015638" cy="2665671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6338780" y="3281517"/>
            <a:ext cx="769257" cy="595086"/>
          </a:xfrm>
          <a:prstGeom prst="rightArrow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616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82"/>
    </mc:Choice>
    <mc:Fallback xmlns="">
      <p:transition spd="slow" advTm="97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610598" y="423120"/>
            <a:ext cx="11059639" cy="4786320"/>
            <a:chOff x="610598" y="423120"/>
            <a:chExt cx="11059639" cy="478632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E2B008E-FE9E-4EFA-8326-70B6721BCE6B}"/>
                </a:ext>
              </a:extLst>
            </p:cNvPr>
            <p:cNvSpPr txBox="1"/>
            <p:nvPr/>
          </p:nvSpPr>
          <p:spPr>
            <a:xfrm>
              <a:off x="3501128" y="423120"/>
              <a:ext cx="518974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磁珠的阻抗频率曲线</a:t>
              </a:r>
              <a:endPara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10598" y="1699567"/>
              <a:ext cx="11059639" cy="3509873"/>
              <a:chOff x="610598" y="1699567"/>
              <a:chExt cx="11059639" cy="3509873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98" y="2956831"/>
                <a:ext cx="5181620" cy="1839545"/>
              </a:xfrm>
              <a:prstGeom prst="rect">
                <a:avLst/>
              </a:prstGeom>
            </p:spPr>
          </p:pic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92025D3-975A-431C-81FE-B54E2E852AD1}"/>
                  </a:ext>
                </a:extLst>
              </p:cNvPr>
              <p:cNvSpPr txBox="1"/>
              <p:nvPr/>
            </p:nvSpPr>
            <p:spPr>
              <a:xfrm>
                <a:off x="1736754" y="1699567"/>
                <a:ext cx="26288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800" b="1" spc="6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SPICE</a:t>
                </a:r>
                <a:r>
                  <a:rPr lang="zh-CN" altLang="en-US" sz="2800" b="1" spc="6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文件</a:t>
                </a: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92025D3-975A-431C-81FE-B54E2E852AD1}"/>
                  </a:ext>
                </a:extLst>
              </p:cNvPr>
              <p:cNvSpPr txBox="1"/>
              <p:nvPr/>
            </p:nvSpPr>
            <p:spPr>
              <a:xfrm>
                <a:off x="8348008" y="1699567"/>
                <a:ext cx="26288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800" b="1" spc="6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等效电路</a:t>
                </a:r>
              </a:p>
            </p:txBody>
          </p:sp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54599" y="2543769"/>
                <a:ext cx="4015638" cy="2665671"/>
              </a:xfrm>
              <a:prstGeom prst="rect">
                <a:avLst/>
              </a:prstGeom>
            </p:spPr>
          </p:pic>
          <p:sp>
            <p:nvSpPr>
              <p:cNvPr id="7" name="右箭头 6"/>
              <p:cNvSpPr/>
              <p:nvPr/>
            </p:nvSpPr>
            <p:spPr>
              <a:xfrm>
                <a:off x="6338780" y="3281517"/>
                <a:ext cx="769257" cy="595086"/>
              </a:xfrm>
              <a:prstGeom prst="rightArrow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212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5"/>
    </mc:Choice>
    <mc:Fallback xmlns="">
      <p:transition spd="slow" advTm="29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48992" y="2694230"/>
            <a:ext cx="1479265" cy="1194491"/>
            <a:chOff x="1216453" y="1939886"/>
            <a:chExt cx="1693014" cy="1301477"/>
          </a:xfrm>
        </p:grpSpPr>
        <p:sp>
          <p:nvSpPr>
            <p:cNvPr id="3" name="任意多边形 2"/>
            <p:cNvSpPr/>
            <p:nvPr/>
          </p:nvSpPr>
          <p:spPr>
            <a:xfrm>
              <a:off x="2175455" y="1939886"/>
              <a:ext cx="734012" cy="889040"/>
            </a:xfrm>
            <a:custGeom>
              <a:avLst/>
              <a:gdLst>
                <a:gd name="connsiteX0" fmla="*/ 285744 w 696330"/>
                <a:gd name="connsiteY0" fmla="*/ 0 h 885045"/>
                <a:gd name="connsiteX1" fmla="*/ 678650 w 696330"/>
                <a:gd name="connsiteY1" fmla="*/ 388144 h 885045"/>
                <a:gd name="connsiteX2" fmla="*/ 695319 w 696330"/>
                <a:gd name="connsiteY2" fmla="*/ 728663 h 885045"/>
                <a:gd name="connsiteX3" fmla="*/ 450050 w 696330"/>
                <a:gd name="connsiteY3" fmla="*/ 873919 h 885045"/>
                <a:gd name="connsiteX4" fmla="*/ 428434 w 696330"/>
                <a:gd name="connsiteY4" fmla="*/ 885045 h 885045"/>
                <a:gd name="connsiteX5" fmla="*/ 426626 w 696330"/>
                <a:gd name="connsiteY5" fmla="*/ 830799 h 885045"/>
                <a:gd name="connsiteX6" fmla="*/ 400044 w 696330"/>
                <a:gd name="connsiteY6" fmla="*/ 533398 h 885045"/>
                <a:gd name="connsiteX7" fmla="*/ 99113 w 696330"/>
                <a:gd name="connsiteY7" fmla="*/ 207744 h 885045"/>
                <a:gd name="connsiteX8" fmla="*/ 0 w 696330"/>
                <a:gd name="connsiteY8" fmla="*/ 109463 h 885045"/>
                <a:gd name="connsiteX9" fmla="*/ 13501 w 696330"/>
                <a:gd name="connsiteY9" fmla="*/ 103771 h 885045"/>
                <a:gd name="connsiteX10" fmla="*/ 285744 w 696330"/>
                <a:gd name="connsiteY10" fmla="*/ 0 h 885045"/>
                <a:gd name="connsiteX0" fmla="*/ 285744 w 696330"/>
                <a:gd name="connsiteY0" fmla="*/ 0 h 873919"/>
                <a:gd name="connsiteX1" fmla="*/ 678650 w 696330"/>
                <a:gd name="connsiteY1" fmla="*/ 388144 h 873919"/>
                <a:gd name="connsiteX2" fmla="*/ 695319 w 696330"/>
                <a:gd name="connsiteY2" fmla="*/ 728663 h 873919"/>
                <a:gd name="connsiteX3" fmla="*/ 450050 w 696330"/>
                <a:gd name="connsiteY3" fmla="*/ 873919 h 873919"/>
                <a:gd name="connsiteX4" fmla="*/ 426053 w 696330"/>
                <a:gd name="connsiteY4" fmla="*/ 873138 h 873919"/>
                <a:gd name="connsiteX5" fmla="*/ 426626 w 696330"/>
                <a:gd name="connsiteY5" fmla="*/ 830799 h 873919"/>
                <a:gd name="connsiteX6" fmla="*/ 400044 w 696330"/>
                <a:gd name="connsiteY6" fmla="*/ 533398 h 873919"/>
                <a:gd name="connsiteX7" fmla="*/ 99113 w 696330"/>
                <a:gd name="connsiteY7" fmla="*/ 207744 h 873919"/>
                <a:gd name="connsiteX8" fmla="*/ 0 w 696330"/>
                <a:gd name="connsiteY8" fmla="*/ 109463 h 873919"/>
                <a:gd name="connsiteX9" fmla="*/ 13501 w 696330"/>
                <a:gd name="connsiteY9" fmla="*/ 103771 h 873919"/>
                <a:gd name="connsiteX10" fmla="*/ 285744 w 696330"/>
                <a:gd name="connsiteY10" fmla="*/ 0 h 873919"/>
                <a:gd name="connsiteX0" fmla="*/ 285744 w 696330"/>
                <a:gd name="connsiteY0" fmla="*/ 0 h 873138"/>
                <a:gd name="connsiteX1" fmla="*/ 678650 w 696330"/>
                <a:gd name="connsiteY1" fmla="*/ 388144 h 873138"/>
                <a:gd name="connsiteX2" fmla="*/ 695319 w 696330"/>
                <a:gd name="connsiteY2" fmla="*/ 728663 h 873138"/>
                <a:gd name="connsiteX3" fmla="*/ 490531 w 696330"/>
                <a:gd name="connsiteY3" fmla="*/ 847725 h 873138"/>
                <a:gd name="connsiteX4" fmla="*/ 426053 w 696330"/>
                <a:gd name="connsiteY4" fmla="*/ 873138 h 873138"/>
                <a:gd name="connsiteX5" fmla="*/ 426626 w 696330"/>
                <a:gd name="connsiteY5" fmla="*/ 830799 h 873138"/>
                <a:gd name="connsiteX6" fmla="*/ 400044 w 696330"/>
                <a:gd name="connsiteY6" fmla="*/ 533398 h 873138"/>
                <a:gd name="connsiteX7" fmla="*/ 99113 w 696330"/>
                <a:gd name="connsiteY7" fmla="*/ 207744 h 873138"/>
                <a:gd name="connsiteX8" fmla="*/ 0 w 696330"/>
                <a:gd name="connsiteY8" fmla="*/ 109463 h 873138"/>
                <a:gd name="connsiteX9" fmla="*/ 13501 w 696330"/>
                <a:gd name="connsiteY9" fmla="*/ 103771 h 873138"/>
                <a:gd name="connsiteX10" fmla="*/ 285744 w 696330"/>
                <a:gd name="connsiteY10" fmla="*/ 0 h 873138"/>
                <a:gd name="connsiteX0" fmla="*/ 285744 w 696330"/>
                <a:gd name="connsiteY0" fmla="*/ 0 h 873138"/>
                <a:gd name="connsiteX1" fmla="*/ 678650 w 696330"/>
                <a:gd name="connsiteY1" fmla="*/ 388144 h 873138"/>
                <a:gd name="connsiteX2" fmla="*/ 695319 w 696330"/>
                <a:gd name="connsiteY2" fmla="*/ 728663 h 873138"/>
                <a:gd name="connsiteX3" fmla="*/ 500056 w 696330"/>
                <a:gd name="connsiteY3" fmla="*/ 835819 h 873138"/>
                <a:gd name="connsiteX4" fmla="*/ 426053 w 696330"/>
                <a:gd name="connsiteY4" fmla="*/ 873138 h 873138"/>
                <a:gd name="connsiteX5" fmla="*/ 426626 w 696330"/>
                <a:gd name="connsiteY5" fmla="*/ 830799 h 873138"/>
                <a:gd name="connsiteX6" fmla="*/ 400044 w 696330"/>
                <a:gd name="connsiteY6" fmla="*/ 533398 h 873138"/>
                <a:gd name="connsiteX7" fmla="*/ 99113 w 696330"/>
                <a:gd name="connsiteY7" fmla="*/ 207744 h 873138"/>
                <a:gd name="connsiteX8" fmla="*/ 0 w 696330"/>
                <a:gd name="connsiteY8" fmla="*/ 109463 h 873138"/>
                <a:gd name="connsiteX9" fmla="*/ 13501 w 696330"/>
                <a:gd name="connsiteY9" fmla="*/ 103771 h 873138"/>
                <a:gd name="connsiteX10" fmla="*/ 285744 w 696330"/>
                <a:gd name="connsiteY10" fmla="*/ 0 h 873138"/>
                <a:gd name="connsiteX0" fmla="*/ 285744 w 696330"/>
                <a:gd name="connsiteY0" fmla="*/ 0 h 873138"/>
                <a:gd name="connsiteX1" fmla="*/ 678650 w 696330"/>
                <a:gd name="connsiteY1" fmla="*/ 388144 h 873138"/>
                <a:gd name="connsiteX2" fmla="*/ 695319 w 696330"/>
                <a:gd name="connsiteY2" fmla="*/ 728663 h 873138"/>
                <a:gd name="connsiteX3" fmla="*/ 500056 w 696330"/>
                <a:gd name="connsiteY3" fmla="*/ 835819 h 873138"/>
                <a:gd name="connsiteX4" fmla="*/ 426053 w 696330"/>
                <a:gd name="connsiteY4" fmla="*/ 873138 h 873138"/>
                <a:gd name="connsiteX5" fmla="*/ 426626 w 696330"/>
                <a:gd name="connsiteY5" fmla="*/ 830799 h 873138"/>
                <a:gd name="connsiteX6" fmla="*/ 400044 w 696330"/>
                <a:gd name="connsiteY6" fmla="*/ 533398 h 873138"/>
                <a:gd name="connsiteX7" fmla="*/ 99113 w 696330"/>
                <a:gd name="connsiteY7" fmla="*/ 207744 h 873138"/>
                <a:gd name="connsiteX8" fmla="*/ 0 w 696330"/>
                <a:gd name="connsiteY8" fmla="*/ 109463 h 873138"/>
                <a:gd name="connsiteX9" fmla="*/ 285744 w 696330"/>
                <a:gd name="connsiteY9" fmla="*/ 0 h 873138"/>
                <a:gd name="connsiteX0" fmla="*/ 272414 w 683000"/>
                <a:gd name="connsiteY0" fmla="*/ 0 h 873138"/>
                <a:gd name="connsiteX1" fmla="*/ 665320 w 683000"/>
                <a:gd name="connsiteY1" fmla="*/ 388144 h 873138"/>
                <a:gd name="connsiteX2" fmla="*/ 681989 w 683000"/>
                <a:gd name="connsiteY2" fmla="*/ 728663 h 873138"/>
                <a:gd name="connsiteX3" fmla="*/ 486726 w 683000"/>
                <a:gd name="connsiteY3" fmla="*/ 835819 h 873138"/>
                <a:gd name="connsiteX4" fmla="*/ 412723 w 683000"/>
                <a:gd name="connsiteY4" fmla="*/ 873138 h 873138"/>
                <a:gd name="connsiteX5" fmla="*/ 413296 w 683000"/>
                <a:gd name="connsiteY5" fmla="*/ 830799 h 873138"/>
                <a:gd name="connsiteX6" fmla="*/ 386714 w 683000"/>
                <a:gd name="connsiteY6" fmla="*/ 533398 h 873138"/>
                <a:gd name="connsiteX7" fmla="*/ 85783 w 683000"/>
                <a:gd name="connsiteY7" fmla="*/ 207744 h 873138"/>
                <a:gd name="connsiteX8" fmla="*/ 0 w 683000"/>
                <a:gd name="connsiteY8" fmla="*/ 107106 h 873138"/>
                <a:gd name="connsiteX9" fmla="*/ 272414 w 683000"/>
                <a:gd name="connsiteY9" fmla="*/ 0 h 873138"/>
                <a:gd name="connsiteX0" fmla="*/ 272414 w 683000"/>
                <a:gd name="connsiteY0" fmla="*/ 0 h 880211"/>
                <a:gd name="connsiteX1" fmla="*/ 665320 w 683000"/>
                <a:gd name="connsiteY1" fmla="*/ 395217 h 880211"/>
                <a:gd name="connsiteX2" fmla="*/ 681989 w 683000"/>
                <a:gd name="connsiteY2" fmla="*/ 735736 h 880211"/>
                <a:gd name="connsiteX3" fmla="*/ 486726 w 683000"/>
                <a:gd name="connsiteY3" fmla="*/ 842892 h 880211"/>
                <a:gd name="connsiteX4" fmla="*/ 412723 w 683000"/>
                <a:gd name="connsiteY4" fmla="*/ 880211 h 880211"/>
                <a:gd name="connsiteX5" fmla="*/ 413296 w 683000"/>
                <a:gd name="connsiteY5" fmla="*/ 837872 h 880211"/>
                <a:gd name="connsiteX6" fmla="*/ 386714 w 683000"/>
                <a:gd name="connsiteY6" fmla="*/ 540471 h 880211"/>
                <a:gd name="connsiteX7" fmla="*/ 85783 w 683000"/>
                <a:gd name="connsiteY7" fmla="*/ 214817 h 880211"/>
                <a:gd name="connsiteX8" fmla="*/ 0 w 683000"/>
                <a:gd name="connsiteY8" fmla="*/ 114179 h 880211"/>
                <a:gd name="connsiteX9" fmla="*/ 272414 w 683000"/>
                <a:gd name="connsiteY9" fmla="*/ 0 h 880211"/>
                <a:gd name="connsiteX0" fmla="*/ 272414 w 683000"/>
                <a:gd name="connsiteY0" fmla="*/ 0 h 880211"/>
                <a:gd name="connsiteX1" fmla="*/ 665320 w 683000"/>
                <a:gd name="connsiteY1" fmla="*/ 395217 h 880211"/>
                <a:gd name="connsiteX2" fmla="*/ 681989 w 683000"/>
                <a:gd name="connsiteY2" fmla="*/ 735736 h 880211"/>
                <a:gd name="connsiteX3" fmla="*/ 486726 w 683000"/>
                <a:gd name="connsiteY3" fmla="*/ 842892 h 880211"/>
                <a:gd name="connsiteX4" fmla="*/ 412723 w 683000"/>
                <a:gd name="connsiteY4" fmla="*/ 880211 h 880211"/>
                <a:gd name="connsiteX5" fmla="*/ 413296 w 683000"/>
                <a:gd name="connsiteY5" fmla="*/ 837872 h 880211"/>
                <a:gd name="connsiteX6" fmla="*/ 386714 w 683000"/>
                <a:gd name="connsiteY6" fmla="*/ 540471 h 880211"/>
                <a:gd name="connsiteX7" fmla="*/ 85783 w 683000"/>
                <a:gd name="connsiteY7" fmla="*/ 214817 h 880211"/>
                <a:gd name="connsiteX8" fmla="*/ 0 w 683000"/>
                <a:gd name="connsiteY8" fmla="*/ 114179 h 880211"/>
                <a:gd name="connsiteX9" fmla="*/ 272414 w 683000"/>
                <a:gd name="connsiteY9" fmla="*/ 0 h 880211"/>
                <a:gd name="connsiteX0" fmla="*/ 272414 w 684831"/>
                <a:gd name="connsiteY0" fmla="*/ 0 h 880211"/>
                <a:gd name="connsiteX1" fmla="*/ 665320 w 684831"/>
                <a:gd name="connsiteY1" fmla="*/ 395217 h 880211"/>
                <a:gd name="connsiteX2" fmla="*/ 681989 w 684831"/>
                <a:gd name="connsiteY2" fmla="*/ 735736 h 880211"/>
                <a:gd name="connsiteX3" fmla="*/ 486726 w 684831"/>
                <a:gd name="connsiteY3" fmla="*/ 842892 h 880211"/>
                <a:gd name="connsiteX4" fmla="*/ 412723 w 684831"/>
                <a:gd name="connsiteY4" fmla="*/ 880211 h 880211"/>
                <a:gd name="connsiteX5" fmla="*/ 413296 w 684831"/>
                <a:gd name="connsiteY5" fmla="*/ 837872 h 880211"/>
                <a:gd name="connsiteX6" fmla="*/ 386714 w 684831"/>
                <a:gd name="connsiteY6" fmla="*/ 540471 h 880211"/>
                <a:gd name="connsiteX7" fmla="*/ 85783 w 684831"/>
                <a:gd name="connsiteY7" fmla="*/ 214817 h 880211"/>
                <a:gd name="connsiteX8" fmla="*/ 0 w 684831"/>
                <a:gd name="connsiteY8" fmla="*/ 114179 h 880211"/>
                <a:gd name="connsiteX9" fmla="*/ 272414 w 684831"/>
                <a:gd name="connsiteY9" fmla="*/ 0 h 880211"/>
                <a:gd name="connsiteX0" fmla="*/ 272414 w 684831"/>
                <a:gd name="connsiteY0" fmla="*/ 0 h 880211"/>
                <a:gd name="connsiteX1" fmla="*/ 665320 w 684831"/>
                <a:gd name="connsiteY1" fmla="*/ 395217 h 880211"/>
                <a:gd name="connsiteX2" fmla="*/ 681989 w 684831"/>
                <a:gd name="connsiteY2" fmla="*/ 735736 h 880211"/>
                <a:gd name="connsiteX3" fmla="*/ 486726 w 684831"/>
                <a:gd name="connsiteY3" fmla="*/ 842892 h 880211"/>
                <a:gd name="connsiteX4" fmla="*/ 412723 w 684831"/>
                <a:gd name="connsiteY4" fmla="*/ 880211 h 880211"/>
                <a:gd name="connsiteX5" fmla="*/ 413296 w 684831"/>
                <a:gd name="connsiteY5" fmla="*/ 837872 h 880211"/>
                <a:gd name="connsiteX6" fmla="*/ 386714 w 684831"/>
                <a:gd name="connsiteY6" fmla="*/ 540471 h 880211"/>
                <a:gd name="connsiteX7" fmla="*/ 85783 w 684831"/>
                <a:gd name="connsiteY7" fmla="*/ 214817 h 880211"/>
                <a:gd name="connsiteX8" fmla="*/ 0 w 684831"/>
                <a:gd name="connsiteY8" fmla="*/ 114179 h 880211"/>
                <a:gd name="connsiteX9" fmla="*/ 272414 w 684831"/>
                <a:gd name="connsiteY9" fmla="*/ 0 h 88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4831" h="880211">
                  <a:moveTo>
                    <a:pt x="272414" y="0"/>
                  </a:moveTo>
                  <a:cubicBezTo>
                    <a:pt x="364491" y="13892"/>
                    <a:pt x="606583" y="321398"/>
                    <a:pt x="665320" y="395217"/>
                  </a:cubicBezTo>
                  <a:cubicBezTo>
                    <a:pt x="681196" y="469037"/>
                    <a:pt x="689607" y="717073"/>
                    <a:pt x="681989" y="735736"/>
                  </a:cubicBezTo>
                  <a:cubicBezTo>
                    <a:pt x="629925" y="767930"/>
                    <a:pt x="578007" y="794474"/>
                    <a:pt x="486726" y="842892"/>
                  </a:cubicBezTo>
                  <a:lnTo>
                    <a:pt x="412723" y="880211"/>
                  </a:lnTo>
                  <a:cubicBezTo>
                    <a:pt x="412120" y="862129"/>
                    <a:pt x="413899" y="855954"/>
                    <a:pt x="413296" y="837872"/>
                  </a:cubicBezTo>
                  <a:cubicBezTo>
                    <a:pt x="408158" y="706378"/>
                    <a:pt x="399563" y="627983"/>
                    <a:pt x="386714" y="540471"/>
                  </a:cubicBezTo>
                  <a:cubicBezTo>
                    <a:pt x="323909" y="449388"/>
                    <a:pt x="200158" y="327275"/>
                    <a:pt x="85783" y="214817"/>
                  </a:cubicBezTo>
                  <a:lnTo>
                    <a:pt x="0" y="114179"/>
                  </a:lnTo>
                  <a:lnTo>
                    <a:pt x="27241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08E8F"/>
                </a:gs>
                <a:gs pos="100000">
                  <a:srgbClr val="908E8F"/>
                </a:gs>
                <a:gs pos="65000">
                  <a:srgbClr val="C1BFC0"/>
                </a:gs>
                <a:gs pos="57000">
                  <a:srgbClr val="E3E1E2"/>
                </a:gs>
              </a:gsLst>
              <a:lin ang="3900000" scaled="0"/>
              <a:tileRect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>
              <a:off x="1216453" y="2364953"/>
              <a:ext cx="733176" cy="876410"/>
            </a:xfrm>
            <a:custGeom>
              <a:avLst/>
              <a:gdLst>
                <a:gd name="connsiteX0" fmla="*/ 287354 w 724484"/>
                <a:gd name="connsiteY0" fmla="*/ 0 h 868866"/>
                <a:gd name="connsiteX1" fmla="*/ 339010 w 724484"/>
                <a:gd name="connsiteY1" fmla="*/ 44946 h 868866"/>
                <a:gd name="connsiteX2" fmla="*/ 702060 w 724484"/>
                <a:gd name="connsiteY2" fmla="*/ 429255 h 868866"/>
                <a:gd name="connsiteX3" fmla="*/ 720227 w 724484"/>
                <a:gd name="connsiteY3" fmla="*/ 755680 h 868866"/>
                <a:gd name="connsiteX4" fmla="*/ 724484 w 724484"/>
                <a:gd name="connsiteY4" fmla="*/ 786058 h 868866"/>
                <a:gd name="connsiteX5" fmla="*/ 635267 w 724484"/>
                <a:gd name="connsiteY5" fmla="*/ 823661 h 868866"/>
                <a:gd name="connsiteX6" fmla="*/ 544898 w 724484"/>
                <a:gd name="connsiteY6" fmla="*/ 857882 h 868866"/>
                <a:gd name="connsiteX7" fmla="*/ 371860 w 724484"/>
                <a:gd name="connsiteY7" fmla="*/ 863439 h 868866"/>
                <a:gd name="connsiteX8" fmla="*/ 9117 w 724484"/>
                <a:gd name="connsiteY8" fmla="*/ 553083 h 868866"/>
                <a:gd name="connsiteX9" fmla="*/ 4355 w 724484"/>
                <a:gd name="connsiteY9" fmla="*/ 341150 h 868866"/>
                <a:gd name="connsiteX10" fmla="*/ 54360 w 724484"/>
                <a:gd name="connsiteY10" fmla="*/ 114932 h 868866"/>
                <a:gd name="connsiteX11" fmla="*/ 222051 w 724484"/>
                <a:gd name="connsiteY11" fmla="*/ 31086 h 868866"/>
                <a:gd name="connsiteX12" fmla="*/ 287354 w 724484"/>
                <a:gd name="connsiteY12" fmla="*/ 0 h 868866"/>
                <a:gd name="connsiteX0" fmla="*/ 287354 w 726865"/>
                <a:gd name="connsiteY0" fmla="*/ 0 h 868866"/>
                <a:gd name="connsiteX1" fmla="*/ 339010 w 726865"/>
                <a:gd name="connsiteY1" fmla="*/ 44946 h 868866"/>
                <a:gd name="connsiteX2" fmla="*/ 702060 w 726865"/>
                <a:gd name="connsiteY2" fmla="*/ 429255 h 868866"/>
                <a:gd name="connsiteX3" fmla="*/ 720227 w 726865"/>
                <a:gd name="connsiteY3" fmla="*/ 755680 h 868866"/>
                <a:gd name="connsiteX4" fmla="*/ 726865 w 726865"/>
                <a:gd name="connsiteY4" fmla="*/ 778914 h 868866"/>
                <a:gd name="connsiteX5" fmla="*/ 635267 w 726865"/>
                <a:gd name="connsiteY5" fmla="*/ 823661 h 868866"/>
                <a:gd name="connsiteX6" fmla="*/ 544898 w 726865"/>
                <a:gd name="connsiteY6" fmla="*/ 857882 h 868866"/>
                <a:gd name="connsiteX7" fmla="*/ 371860 w 726865"/>
                <a:gd name="connsiteY7" fmla="*/ 863439 h 868866"/>
                <a:gd name="connsiteX8" fmla="*/ 9117 w 726865"/>
                <a:gd name="connsiteY8" fmla="*/ 553083 h 868866"/>
                <a:gd name="connsiteX9" fmla="*/ 4355 w 726865"/>
                <a:gd name="connsiteY9" fmla="*/ 341150 h 868866"/>
                <a:gd name="connsiteX10" fmla="*/ 54360 w 726865"/>
                <a:gd name="connsiteY10" fmla="*/ 114932 h 868866"/>
                <a:gd name="connsiteX11" fmla="*/ 222051 w 726865"/>
                <a:gd name="connsiteY11" fmla="*/ 31086 h 868866"/>
                <a:gd name="connsiteX12" fmla="*/ 287354 w 726865"/>
                <a:gd name="connsiteY12" fmla="*/ 0 h 868866"/>
                <a:gd name="connsiteX0" fmla="*/ 287354 w 726865"/>
                <a:gd name="connsiteY0" fmla="*/ 0 h 868866"/>
                <a:gd name="connsiteX1" fmla="*/ 339010 w 726865"/>
                <a:gd name="connsiteY1" fmla="*/ 44946 h 868866"/>
                <a:gd name="connsiteX2" fmla="*/ 702060 w 726865"/>
                <a:gd name="connsiteY2" fmla="*/ 429255 h 868866"/>
                <a:gd name="connsiteX3" fmla="*/ 717846 w 726865"/>
                <a:gd name="connsiteY3" fmla="*/ 729487 h 868866"/>
                <a:gd name="connsiteX4" fmla="*/ 726865 w 726865"/>
                <a:gd name="connsiteY4" fmla="*/ 778914 h 868866"/>
                <a:gd name="connsiteX5" fmla="*/ 635267 w 726865"/>
                <a:gd name="connsiteY5" fmla="*/ 823661 h 868866"/>
                <a:gd name="connsiteX6" fmla="*/ 544898 w 726865"/>
                <a:gd name="connsiteY6" fmla="*/ 857882 h 868866"/>
                <a:gd name="connsiteX7" fmla="*/ 371860 w 726865"/>
                <a:gd name="connsiteY7" fmla="*/ 863439 h 868866"/>
                <a:gd name="connsiteX8" fmla="*/ 9117 w 726865"/>
                <a:gd name="connsiteY8" fmla="*/ 553083 h 868866"/>
                <a:gd name="connsiteX9" fmla="*/ 4355 w 726865"/>
                <a:gd name="connsiteY9" fmla="*/ 341150 h 868866"/>
                <a:gd name="connsiteX10" fmla="*/ 54360 w 726865"/>
                <a:gd name="connsiteY10" fmla="*/ 114932 h 868866"/>
                <a:gd name="connsiteX11" fmla="*/ 222051 w 726865"/>
                <a:gd name="connsiteY11" fmla="*/ 31086 h 868866"/>
                <a:gd name="connsiteX12" fmla="*/ 287354 w 726865"/>
                <a:gd name="connsiteY12" fmla="*/ 0 h 868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26865" h="868866">
                  <a:moveTo>
                    <a:pt x="287354" y="0"/>
                  </a:moveTo>
                  <a:lnTo>
                    <a:pt x="339010" y="44946"/>
                  </a:lnTo>
                  <a:cubicBezTo>
                    <a:pt x="472561" y="161731"/>
                    <a:pt x="655526" y="327854"/>
                    <a:pt x="702060" y="429255"/>
                  </a:cubicBezTo>
                  <a:cubicBezTo>
                    <a:pt x="715256" y="501486"/>
                    <a:pt x="707233" y="627440"/>
                    <a:pt x="717846" y="729487"/>
                  </a:cubicBezTo>
                  <a:lnTo>
                    <a:pt x="726865" y="778914"/>
                  </a:lnTo>
                  <a:cubicBezTo>
                    <a:pt x="697126" y="791448"/>
                    <a:pt x="665006" y="811127"/>
                    <a:pt x="635267" y="823661"/>
                  </a:cubicBezTo>
                  <a:cubicBezTo>
                    <a:pt x="599977" y="837939"/>
                    <a:pt x="569256" y="849647"/>
                    <a:pt x="544898" y="857882"/>
                  </a:cubicBezTo>
                  <a:cubicBezTo>
                    <a:pt x="485763" y="859470"/>
                    <a:pt x="500845" y="877727"/>
                    <a:pt x="371860" y="863439"/>
                  </a:cubicBezTo>
                  <a:cubicBezTo>
                    <a:pt x="319076" y="827720"/>
                    <a:pt x="74204" y="637220"/>
                    <a:pt x="9117" y="553083"/>
                  </a:cubicBezTo>
                  <a:cubicBezTo>
                    <a:pt x="-5964" y="454658"/>
                    <a:pt x="1577" y="414175"/>
                    <a:pt x="4355" y="341150"/>
                  </a:cubicBezTo>
                  <a:cubicBezTo>
                    <a:pt x="7133" y="268125"/>
                    <a:pt x="-11520" y="139935"/>
                    <a:pt x="54360" y="114932"/>
                  </a:cubicBezTo>
                  <a:cubicBezTo>
                    <a:pt x="93948" y="93724"/>
                    <a:pt x="152037" y="64745"/>
                    <a:pt x="222051" y="31086"/>
                  </a:cubicBezTo>
                  <a:lnTo>
                    <a:pt x="287354" y="0"/>
                  </a:lnTo>
                  <a:close/>
                </a:path>
              </a:pathLst>
            </a:custGeom>
            <a:gradFill flip="none" rotWithShape="1">
              <a:gsLst>
                <a:gs pos="92661">
                  <a:srgbClr val="959394"/>
                </a:gs>
                <a:gs pos="11000">
                  <a:srgbClr val="FDF7F9">
                    <a:lumMod val="100000"/>
                  </a:srgbClr>
                </a:gs>
                <a:gs pos="5000">
                  <a:srgbClr val="CAC8C9"/>
                </a:gs>
              </a:gsLst>
              <a:lin ang="18600000" scaled="0"/>
              <a:tileRect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/>
          </p:nvSpPr>
          <p:spPr>
            <a:xfrm>
              <a:off x="1219922" y="2571840"/>
              <a:ext cx="728159" cy="666666"/>
            </a:xfrm>
            <a:custGeom>
              <a:avLst/>
              <a:gdLst>
                <a:gd name="connsiteX0" fmla="*/ 7466 w 726865"/>
                <a:gd name="connsiteY0" fmla="*/ 0 h 666666"/>
                <a:gd name="connsiteX1" fmla="*/ 9117 w 726865"/>
                <a:gd name="connsiteY1" fmla="*/ 14177 h 666666"/>
                <a:gd name="connsiteX2" fmla="*/ 371860 w 726865"/>
                <a:gd name="connsiteY2" fmla="*/ 324533 h 666666"/>
                <a:gd name="connsiteX3" fmla="*/ 544898 w 726865"/>
                <a:gd name="connsiteY3" fmla="*/ 318976 h 666666"/>
                <a:gd name="connsiteX4" fmla="*/ 635267 w 726865"/>
                <a:gd name="connsiteY4" fmla="*/ 284755 h 666666"/>
                <a:gd name="connsiteX5" fmla="*/ 704536 w 726865"/>
                <a:gd name="connsiteY5" fmla="*/ 250916 h 666666"/>
                <a:gd name="connsiteX6" fmla="*/ 708601 w 726865"/>
                <a:gd name="connsiteY6" fmla="*/ 290089 h 666666"/>
                <a:gd name="connsiteX7" fmla="*/ 717846 w 726865"/>
                <a:gd name="connsiteY7" fmla="*/ 527287 h 666666"/>
                <a:gd name="connsiteX8" fmla="*/ 726865 w 726865"/>
                <a:gd name="connsiteY8" fmla="*/ 576714 h 666666"/>
                <a:gd name="connsiteX9" fmla="*/ 635267 w 726865"/>
                <a:gd name="connsiteY9" fmla="*/ 621461 h 666666"/>
                <a:gd name="connsiteX10" fmla="*/ 544898 w 726865"/>
                <a:gd name="connsiteY10" fmla="*/ 655682 h 666666"/>
                <a:gd name="connsiteX11" fmla="*/ 371860 w 726865"/>
                <a:gd name="connsiteY11" fmla="*/ 661239 h 666666"/>
                <a:gd name="connsiteX12" fmla="*/ 9117 w 726865"/>
                <a:gd name="connsiteY12" fmla="*/ 350883 h 666666"/>
                <a:gd name="connsiteX13" fmla="*/ 4355 w 726865"/>
                <a:gd name="connsiteY13" fmla="*/ 138950 h 666666"/>
                <a:gd name="connsiteX14" fmla="*/ 5695 w 726865"/>
                <a:gd name="connsiteY14" fmla="*/ 7833 h 666666"/>
                <a:gd name="connsiteX0" fmla="*/ 7466 w 731628"/>
                <a:gd name="connsiteY0" fmla="*/ 0 h 666666"/>
                <a:gd name="connsiteX1" fmla="*/ 9117 w 731628"/>
                <a:gd name="connsiteY1" fmla="*/ 14177 h 666666"/>
                <a:gd name="connsiteX2" fmla="*/ 371860 w 731628"/>
                <a:gd name="connsiteY2" fmla="*/ 324533 h 666666"/>
                <a:gd name="connsiteX3" fmla="*/ 544898 w 731628"/>
                <a:gd name="connsiteY3" fmla="*/ 318976 h 666666"/>
                <a:gd name="connsiteX4" fmla="*/ 635267 w 731628"/>
                <a:gd name="connsiteY4" fmla="*/ 284755 h 666666"/>
                <a:gd name="connsiteX5" fmla="*/ 704536 w 731628"/>
                <a:gd name="connsiteY5" fmla="*/ 250916 h 666666"/>
                <a:gd name="connsiteX6" fmla="*/ 708601 w 731628"/>
                <a:gd name="connsiteY6" fmla="*/ 290089 h 666666"/>
                <a:gd name="connsiteX7" fmla="*/ 717846 w 731628"/>
                <a:gd name="connsiteY7" fmla="*/ 527287 h 666666"/>
                <a:gd name="connsiteX8" fmla="*/ 731628 w 731628"/>
                <a:gd name="connsiteY8" fmla="*/ 581476 h 666666"/>
                <a:gd name="connsiteX9" fmla="*/ 635267 w 731628"/>
                <a:gd name="connsiteY9" fmla="*/ 621461 h 666666"/>
                <a:gd name="connsiteX10" fmla="*/ 544898 w 731628"/>
                <a:gd name="connsiteY10" fmla="*/ 655682 h 666666"/>
                <a:gd name="connsiteX11" fmla="*/ 371860 w 731628"/>
                <a:gd name="connsiteY11" fmla="*/ 661239 h 666666"/>
                <a:gd name="connsiteX12" fmla="*/ 9117 w 731628"/>
                <a:gd name="connsiteY12" fmla="*/ 350883 h 666666"/>
                <a:gd name="connsiteX13" fmla="*/ 4355 w 731628"/>
                <a:gd name="connsiteY13" fmla="*/ 138950 h 666666"/>
                <a:gd name="connsiteX14" fmla="*/ 5695 w 731628"/>
                <a:gd name="connsiteY14" fmla="*/ 7833 h 666666"/>
                <a:gd name="connsiteX15" fmla="*/ 7466 w 731628"/>
                <a:gd name="connsiteY15" fmla="*/ 0 h 666666"/>
                <a:gd name="connsiteX0" fmla="*/ 3997 w 728159"/>
                <a:gd name="connsiteY0" fmla="*/ 0 h 666666"/>
                <a:gd name="connsiteX1" fmla="*/ 5648 w 728159"/>
                <a:gd name="connsiteY1" fmla="*/ 14177 h 666666"/>
                <a:gd name="connsiteX2" fmla="*/ 368391 w 728159"/>
                <a:gd name="connsiteY2" fmla="*/ 324533 h 666666"/>
                <a:gd name="connsiteX3" fmla="*/ 541429 w 728159"/>
                <a:gd name="connsiteY3" fmla="*/ 318976 h 666666"/>
                <a:gd name="connsiteX4" fmla="*/ 631798 w 728159"/>
                <a:gd name="connsiteY4" fmla="*/ 284755 h 666666"/>
                <a:gd name="connsiteX5" fmla="*/ 701067 w 728159"/>
                <a:gd name="connsiteY5" fmla="*/ 250916 h 666666"/>
                <a:gd name="connsiteX6" fmla="*/ 705132 w 728159"/>
                <a:gd name="connsiteY6" fmla="*/ 290089 h 666666"/>
                <a:gd name="connsiteX7" fmla="*/ 714377 w 728159"/>
                <a:gd name="connsiteY7" fmla="*/ 527287 h 666666"/>
                <a:gd name="connsiteX8" fmla="*/ 728159 w 728159"/>
                <a:gd name="connsiteY8" fmla="*/ 581476 h 666666"/>
                <a:gd name="connsiteX9" fmla="*/ 631798 w 728159"/>
                <a:gd name="connsiteY9" fmla="*/ 621461 h 666666"/>
                <a:gd name="connsiteX10" fmla="*/ 541429 w 728159"/>
                <a:gd name="connsiteY10" fmla="*/ 655682 h 666666"/>
                <a:gd name="connsiteX11" fmla="*/ 368391 w 728159"/>
                <a:gd name="connsiteY11" fmla="*/ 661239 h 666666"/>
                <a:gd name="connsiteX12" fmla="*/ 5648 w 728159"/>
                <a:gd name="connsiteY12" fmla="*/ 350883 h 666666"/>
                <a:gd name="connsiteX13" fmla="*/ 886 w 728159"/>
                <a:gd name="connsiteY13" fmla="*/ 138950 h 666666"/>
                <a:gd name="connsiteX14" fmla="*/ 2226 w 728159"/>
                <a:gd name="connsiteY14" fmla="*/ 7833 h 666666"/>
                <a:gd name="connsiteX15" fmla="*/ 3997 w 728159"/>
                <a:gd name="connsiteY15" fmla="*/ 0 h 666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8159" h="666666">
                  <a:moveTo>
                    <a:pt x="3997" y="0"/>
                  </a:moveTo>
                  <a:lnTo>
                    <a:pt x="5648" y="14177"/>
                  </a:lnTo>
                  <a:cubicBezTo>
                    <a:pt x="70735" y="98314"/>
                    <a:pt x="315607" y="288814"/>
                    <a:pt x="368391" y="324533"/>
                  </a:cubicBezTo>
                  <a:cubicBezTo>
                    <a:pt x="497376" y="338821"/>
                    <a:pt x="482294" y="320564"/>
                    <a:pt x="541429" y="318976"/>
                  </a:cubicBezTo>
                  <a:cubicBezTo>
                    <a:pt x="565787" y="310741"/>
                    <a:pt x="596508" y="299033"/>
                    <a:pt x="631798" y="284755"/>
                  </a:cubicBezTo>
                  <a:lnTo>
                    <a:pt x="701067" y="250916"/>
                  </a:lnTo>
                  <a:lnTo>
                    <a:pt x="705132" y="290089"/>
                  </a:lnTo>
                  <a:cubicBezTo>
                    <a:pt x="708940" y="360769"/>
                    <a:pt x="706417" y="450752"/>
                    <a:pt x="714377" y="527287"/>
                  </a:cubicBezTo>
                  <a:cubicBezTo>
                    <a:pt x="717383" y="543763"/>
                    <a:pt x="725153" y="565000"/>
                    <a:pt x="728159" y="581476"/>
                  </a:cubicBezTo>
                  <a:lnTo>
                    <a:pt x="631798" y="621461"/>
                  </a:lnTo>
                  <a:cubicBezTo>
                    <a:pt x="600676" y="633829"/>
                    <a:pt x="565787" y="647447"/>
                    <a:pt x="541429" y="655682"/>
                  </a:cubicBezTo>
                  <a:cubicBezTo>
                    <a:pt x="482294" y="657270"/>
                    <a:pt x="497376" y="675527"/>
                    <a:pt x="368391" y="661239"/>
                  </a:cubicBezTo>
                  <a:cubicBezTo>
                    <a:pt x="315607" y="625520"/>
                    <a:pt x="70735" y="435020"/>
                    <a:pt x="5648" y="350883"/>
                  </a:cubicBezTo>
                  <a:cubicBezTo>
                    <a:pt x="2473" y="250077"/>
                    <a:pt x="-1892" y="211975"/>
                    <a:pt x="886" y="138950"/>
                  </a:cubicBezTo>
                  <a:cubicBezTo>
                    <a:pt x="2275" y="102438"/>
                    <a:pt x="-1693" y="52134"/>
                    <a:pt x="2226" y="7833"/>
                  </a:cubicBezTo>
                  <a:lnTo>
                    <a:pt x="3997" y="0"/>
                  </a:lnTo>
                  <a:close/>
                </a:path>
              </a:pathLst>
            </a:custGeom>
            <a:gradFill flip="none" rotWithShape="1">
              <a:gsLst>
                <a:gs pos="59000">
                  <a:srgbClr val="DEDCDD"/>
                </a:gs>
                <a:gs pos="95000">
                  <a:srgbClr val="908E8F"/>
                </a:gs>
                <a:gs pos="8000">
                  <a:srgbClr val="908E8F"/>
                </a:gs>
              </a:gsLst>
              <a:lin ang="0" scaled="0"/>
              <a:tileRect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1506797" y="2051271"/>
              <a:ext cx="1116099" cy="1106267"/>
            </a:xfrm>
            <a:custGeom>
              <a:avLst/>
              <a:gdLst>
                <a:gd name="connsiteX0" fmla="*/ 5382 w 1181983"/>
                <a:gd name="connsiteY0" fmla="*/ 317806 h 1099674"/>
                <a:gd name="connsiteX1" fmla="*/ 386382 w 1181983"/>
                <a:gd name="connsiteY1" fmla="*/ 674993 h 1099674"/>
                <a:gd name="connsiteX2" fmla="*/ 438770 w 1181983"/>
                <a:gd name="connsiteY2" fmla="*/ 1098856 h 1099674"/>
                <a:gd name="connsiteX3" fmla="*/ 1124570 w 1181983"/>
                <a:gd name="connsiteY3" fmla="*/ 772625 h 1099674"/>
                <a:gd name="connsiteX4" fmla="*/ 1095995 w 1181983"/>
                <a:gd name="connsiteY4" fmla="*/ 427343 h 1099674"/>
                <a:gd name="connsiteX5" fmla="*/ 707851 w 1181983"/>
                <a:gd name="connsiteY5" fmla="*/ 1100 h 1099674"/>
                <a:gd name="connsiteX6" fmla="*/ 5382 w 1181983"/>
                <a:gd name="connsiteY6" fmla="*/ 317806 h 1099674"/>
                <a:gd name="connsiteX0" fmla="*/ 5382 w 1181983"/>
                <a:gd name="connsiteY0" fmla="*/ 317806 h 1099674"/>
                <a:gd name="connsiteX1" fmla="*/ 386382 w 1181983"/>
                <a:gd name="connsiteY1" fmla="*/ 674993 h 1099674"/>
                <a:gd name="connsiteX2" fmla="*/ 438770 w 1181983"/>
                <a:gd name="connsiteY2" fmla="*/ 1098856 h 1099674"/>
                <a:gd name="connsiteX3" fmla="*/ 1124570 w 1181983"/>
                <a:gd name="connsiteY3" fmla="*/ 772625 h 1099674"/>
                <a:gd name="connsiteX4" fmla="*/ 1095995 w 1181983"/>
                <a:gd name="connsiteY4" fmla="*/ 427343 h 1099674"/>
                <a:gd name="connsiteX5" fmla="*/ 707851 w 1181983"/>
                <a:gd name="connsiteY5" fmla="*/ 1100 h 1099674"/>
                <a:gd name="connsiteX6" fmla="*/ 5382 w 1181983"/>
                <a:gd name="connsiteY6" fmla="*/ 317806 h 1099674"/>
                <a:gd name="connsiteX0" fmla="*/ 5382 w 1181983"/>
                <a:gd name="connsiteY0" fmla="*/ 317806 h 1099674"/>
                <a:gd name="connsiteX1" fmla="*/ 386382 w 1181983"/>
                <a:gd name="connsiteY1" fmla="*/ 674993 h 1099674"/>
                <a:gd name="connsiteX2" fmla="*/ 438770 w 1181983"/>
                <a:gd name="connsiteY2" fmla="*/ 1098856 h 1099674"/>
                <a:gd name="connsiteX3" fmla="*/ 1124570 w 1181983"/>
                <a:gd name="connsiteY3" fmla="*/ 772625 h 1099674"/>
                <a:gd name="connsiteX4" fmla="*/ 1095995 w 1181983"/>
                <a:gd name="connsiteY4" fmla="*/ 427343 h 1099674"/>
                <a:gd name="connsiteX5" fmla="*/ 707851 w 1181983"/>
                <a:gd name="connsiteY5" fmla="*/ 1100 h 1099674"/>
                <a:gd name="connsiteX6" fmla="*/ 5382 w 1181983"/>
                <a:gd name="connsiteY6" fmla="*/ 317806 h 1099674"/>
                <a:gd name="connsiteX0" fmla="*/ 5382 w 1181983"/>
                <a:gd name="connsiteY0" fmla="*/ 317806 h 1099674"/>
                <a:gd name="connsiteX1" fmla="*/ 386382 w 1181983"/>
                <a:gd name="connsiteY1" fmla="*/ 674993 h 1099674"/>
                <a:gd name="connsiteX2" fmla="*/ 438770 w 1181983"/>
                <a:gd name="connsiteY2" fmla="*/ 1098856 h 1099674"/>
                <a:gd name="connsiteX3" fmla="*/ 1124570 w 1181983"/>
                <a:gd name="connsiteY3" fmla="*/ 772625 h 1099674"/>
                <a:gd name="connsiteX4" fmla="*/ 1095995 w 1181983"/>
                <a:gd name="connsiteY4" fmla="*/ 427343 h 1099674"/>
                <a:gd name="connsiteX5" fmla="*/ 707851 w 1181983"/>
                <a:gd name="connsiteY5" fmla="*/ 1100 h 1099674"/>
                <a:gd name="connsiteX6" fmla="*/ 5382 w 1181983"/>
                <a:gd name="connsiteY6" fmla="*/ 317806 h 1099674"/>
                <a:gd name="connsiteX0" fmla="*/ 5382 w 1181983"/>
                <a:gd name="connsiteY0" fmla="*/ 317806 h 1099674"/>
                <a:gd name="connsiteX1" fmla="*/ 386382 w 1181983"/>
                <a:gd name="connsiteY1" fmla="*/ 674993 h 1099674"/>
                <a:gd name="connsiteX2" fmla="*/ 438770 w 1181983"/>
                <a:gd name="connsiteY2" fmla="*/ 1098856 h 1099674"/>
                <a:gd name="connsiteX3" fmla="*/ 1124570 w 1181983"/>
                <a:gd name="connsiteY3" fmla="*/ 772625 h 1099674"/>
                <a:gd name="connsiteX4" fmla="*/ 1095995 w 1181983"/>
                <a:gd name="connsiteY4" fmla="*/ 427343 h 1099674"/>
                <a:gd name="connsiteX5" fmla="*/ 707851 w 1181983"/>
                <a:gd name="connsiteY5" fmla="*/ 1100 h 1099674"/>
                <a:gd name="connsiteX6" fmla="*/ 5382 w 1181983"/>
                <a:gd name="connsiteY6" fmla="*/ 317806 h 1099674"/>
                <a:gd name="connsiteX0" fmla="*/ 5382 w 1181983"/>
                <a:gd name="connsiteY0" fmla="*/ 317806 h 1099674"/>
                <a:gd name="connsiteX1" fmla="*/ 386382 w 1181983"/>
                <a:gd name="connsiteY1" fmla="*/ 674993 h 1099674"/>
                <a:gd name="connsiteX2" fmla="*/ 438770 w 1181983"/>
                <a:gd name="connsiteY2" fmla="*/ 1098856 h 1099674"/>
                <a:gd name="connsiteX3" fmla="*/ 1124570 w 1181983"/>
                <a:gd name="connsiteY3" fmla="*/ 772625 h 1099674"/>
                <a:gd name="connsiteX4" fmla="*/ 1095995 w 1181983"/>
                <a:gd name="connsiteY4" fmla="*/ 427343 h 1099674"/>
                <a:gd name="connsiteX5" fmla="*/ 707851 w 1181983"/>
                <a:gd name="connsiteY5" fmla="*/ 1100 h 1099674"/>
                <a:gd name="connsiteX6" fmla="*/ 5382 w 1181983"/>
                <a:gd name="connsiteY6" fmla="*/ 317806 h 1099674"/>
                <a:gd name="connsiteX0" fmla="*/ 5382 w 1181983"/>
                <a:gd name="connsiteY0" fmla="*/ 317582 h 1099450"/>
                <a:gd name="connsiteX1" fmla="*/ 386382 w 1181983"/>
                <a:gd name="connsiteY1" fmla="*/ 674769 h 1099450"/>
                <a:gd name="connsiteX2" fmla="*/ 438770 w 1181983"/>
                <a:gd name="connsiteY2" fmla="*/ 1098632 h 1099450"/>
                <a:gd name="connsiteX3" fmla="*/ 1124570 w 1181983"/>
                <a:gd name="connsiteY3" fmla="*/ 772401 h 1099450"/>
                <a:gd name="connsiteX4" fmla="*/ 1095995 w 1181983"/>
                <a:gd name="connsiteY4" fmla="*/ 427119 h 1099450"/>
                <a:gd name="connsiteX5" fmla="*/ 707851 w 1181983"/>
                <a:gd name="connsiteY5" fmla="*/ 876 h 1099450"/>
                <a:gd name="connsiteX6" fmla="*/ 5382 w 1181983"/>
                <a:gd name="connsiteY6" fmla="*/ 317582 h 1099450"/>
                <a:gd name="connsiteX0" fmla="*/ 0 w 1176601"/>
                <a:gd name="connsiteY0" fmla="*/ 317582 h 1099450"/>
                <a:gd name="connsiteX1" fmla="*/ 381000 w 1176601"/>
                <a:gd name="connsiteY1" fmla="*/ 674769 h 1099450"/>
                <a:gd name="connsiteX2" fmla="*/ 433388 w 1176601"/>
                <a:gd name="connsiteY2" fmla="*/ 1098632 h 1099450"/>
                <a:gd name="connsiteX3" fmla="*/ 1119188 w 1176601"/>
                <a:gd name="connsiteY3" fmla="*/ 772401 h 1099450"/>
                <a:gd name="connsiteX4" fmla="*/ 1090613 w 1176601"/>
                <a:gd name="connsiteY4" fmla="*/ 427119 h 1099450"/>
                <a:gd name="connsiteX5" fmla="*/ 702469 w 1176601"/>
                <a:gd name="connsiteY5" fmla="*/ 876 h 1099450"/>
                <a:gd name="connsiteX6" fmla="*/ 0 w 1176601"/>
                <a:gd name="connsiteY6" fmla="*/ 317582 h 1099450"/>
                <a:gd name="connsiteX0" fmla="*/ 0 w 1176601"/>
                <a:gd name="connsiteY0" fmla="*/ 317582 h 1099450"/>
                <a:gd name="connsiteX1" fmla="*/ 404812 w 1176601"/>
                <a:gd name="connsiteY1" fmla="*/ 703344 h 1099450"/>
                <a:gd name="connsiteX2" fmla="*/ 433388 w 1176601"/>
                <a:gd name="connsiteY2" fmla="*/ 1098632 h 1099450"/>
                <a:gd name="connsiteX3" fmla="*/ 1119188 w 1176601"/>
                <a:gd name="connsiteY3" fmla="*/ 772401 h 1099450"/>
                <a:gd name="connsiteX4" fmla="*/ 1090613 w 1176601"/>
                <a:gd name="connsiteY4" fmla="*/ 427119 h 1099450"/>
                <a:gd name="connsiteX5" fmla="*/ 702469 w 1176601"/>
                <a:gd name="connsiteY5" fmla="*/ 876 h 1099450"/>
                <a:gd name="connsiteX6" fmla="*/ 0 w 1176601"/>
                <a:gd name="connsiteY6" fmla="*/ 317582 h 1099450"/>
                <a:gd name="connsiteX0" fmla="*/ 0 w 1176601"/>
                <a:gd name="connsiteY0" fmla="*/ 317582 h 1099450"/>
                <a:gd name="connsiteX1" fmla="*/ 404812 w 1176601"/>
                <a:gd name="connsiteY1" fmla="*/ 703344 h 1099450"/>
                <a:gd name="connsiteX2" fmla="*/ 433388 w 1176601"/>
                <a:gd name="connsiteY2" fmla="*/ 1098632 h 1099450"/>
                <a:gd name="connsiteX3" fmla="*/ 1119188 w 1176601"/>
                <a:gd name="connsiteY3" fmla="*/ 772401 h 1099450"/>
                <a:gd name="connsiteX4" fmla="*/ 1090613 w 1176601"/>
                <a:gd name="connsiteY4" fmla="*/ 427119 h 1099450"/>
                <a:gd name="connsiteX5" fmla="*/ 702469 w 1176601"/>
                <a:gd name="connsiteY5" fmla="*/ 876 h 1099450"/>
                <a:gd name="connsiteX6" fmla="*/ 0 w 1176601"/>
                <a:gd name="connsiteY6" fmla="*/ 317582 h 1099450"/>
                <a:gd name="connsiteX0" fmla="*/ 0 w 1176601"/>
                <a:gd name="connsiteY0" fmla="*/ 317582 h 1099450"/>
                <a:gd name="connsiteX1" fmla="*/ 404812 w 1176601"/>
                <a:gd name="connsiteY1" fmla="*/ 703344 h 1099450"/>
                <a:gd name="connsiteX2" fmla="*/ 433388 w 1176601"/>
                <a:gd name="connsiteY2" fmla="*/ 1098632 h 1099450"/>
                <a:gd name="connsiteX3" fmla="*/ 1119188 w 1176601"/>
                <a:gd name="connsiteY3" fmla="*/ 772401 h 1099450"/>
                <a:gd name="connsiteX4" fmla="*/ 1090613 w 1176601"/>
                <a:gd name="connsiteY4" fmla="*/ 427119 h 1099450"/>
                <a:gd name="connsiteX5" fmla="*/ 702469 w 1176601"/>
                <a:gd name="connsiteY5" fmla="*/ 876 h 1099450"/>
                <a:gd name="connsiteX6" fmla="*/ 0 w 1176601"/>
                <a:gd name="connsiteY6" fmla="*/ 317582 h 1099450"/>
                <a:gd name="connsiteX0" fmla="*/ 0 w 1176601"/>
                <a:gd name="connsiteY0" fmla="*/ 317582 h 1098632"/>
                <a:gd name="connsiteX1" fmla="*/ 404812 w 1176601"/>
                <a:gd name="connsiteY1" fmla="*/ 703344 h 1098632"/>
                <a:gd name="connsiteX2" fmla="*/ 433388 w 1176601"/>
                <a:gd name="connsiteY2" fmla="*/ 1098632 h 1098632"/>
                <a:gd name="connsiteX3" fmla="*/ 1119188 w 1176601"/>
                <a:gd name="connsiteY3" fmla="*/ 772401 h 1098632"/>
                <a:gd name="connsiteX4" fmla="*/ 1090613 w 1176601"/>
                <a:gd name="connsiteY4" fmla="*/ 427119 h 1098632"/>
                <a:gd name="connsiteX5" fmla="*/ 702469 w 1176601"/>
                <a:gd name="connsiteY5" fmla="*/ 876 h 1098632"/>
                <a:gd name="connsiteX6" fmla="*/ 0 w 1176601"/>
                <a:gd name="connsiteY6" fmla="*/ 317582 h 1098632"/>
                <a:gd name="connsiteX0" fmla="*/ 0 w 1176601"/>
                <a:gd name="connsiteY0" fmla="*/ 317582 h 1098632"/>
                <a:gd name="connsiteX1" fmla="*/ 404812 w 1176601"/>
                <a:gd name="connsiteY1" fmla="*/ 703344 h 1098632"/>
                <a:gd name="connsiteX2" fmla="*/ 433388 w 1176601"/>
                <a:gd name="connsiteY2" fmla="*/ 1098632 h 1098632"/>
                <a:gd name="connsiteX3" fmla="*/ 1119188 w 1176601"/>
                <a:gd name="connsiteY3" fmla="*/ 772401 h 1098632"/>
                <a:gd name="connsiteX4" fmla="*/ 1090613 w 1176601"/>
                <a:gd name="connsiteY4" fmla="*/ 427119 h 1098632"/>
                <a:gd name="connsiteX5" fmla="*/ 702469 w 1176601"/>
                <a:gd name="connsiteY5" fmla="*/ 876 h 1098632"/>
                <a:gd name="connsiteX6" fmla="*/ 0 w 1176601"/>
                <a:gd name="connsiteY6" fmla="*/ 317582 h 1098632"/>
                <a:gd name="connsiteX0" fmla="*/ 0 w 1135410"/>
                <a:gd name="connsiteY0" fmla="*/ 317582 h 1098632"/>
                <a:gd name="connsiteX1" fmla="*/ 404812 w 1135410"/>
                <a:gd name="connsiteY1" fmla="*/ 703344 h 1098632"/>
                <a:gd name="connsiteX2" fmla="*/ 433388 w 1135410"/>
                <a:gd name="connsiteY2" fmla="*/ 1098632 h 1098632"/>
                <a:gd name="connsiteX3" fmla="*/ 1119188 w 1135410"/>
                <a:gd name="connsiteY3" fmla="*/ 772401 h 1098632"/>
                <a:gd name="connsiteX4" fmla="*/ 1090613 w 1135410"/>
                <a:gd name="connsiteY4" fmla="*/ 427119 h 1098632"/>
                <a:gd name="connsiteX5" fmla="*/ 702469 w 1135410"/>
                <a:gd name="connsiteY5" fmla="*/ 876 h 1098632"/>
                <a:gd name="connsiteX6" fmla="*/ 0 w 1135410"/>
                <a:gd name="connsiteY6" fmla="*/ 317582 h 1098632"/>
                <a:gd name="connsiteX0" fmla="*/ 0 w 1122435"/>
                <a:gd name="connsiteY0" fmla="*/ 317582 h 1098632"/>
                <a:gd name="connsiteX1" fmla="*/ 404812 w 1122435"/>
                <a:gd name="connsiteY1" fmla="*/ 703344 h 1098632"/>
                <a:gd name="connsiteX2" fmla="*/ 433388 w 1122435"/>
                <a:gd name="connsiteY2" fmla="*/ 1098632 h 1098632"/>
                <a:gd name="connsiteX3" fmla="*/ 1119188 w 1122435"/>
                <a:gd name="connsiteY3" fmla="*/ 772401 h 1098632"/>
                <a:gd name="connsiteX4" fmla="*/ 1090613 w 1122435"/>
                <a:gd name="connsiteY4" fmla="*/ 427119 h 1098632"/>
                <a:gd name="connsiteX5" fmla="*/ 702469 w 1122435"/>
                <a:gd name="connsiteY5" fmla="*/ 876 h 1098632"/>
                <a:gd name="connsiteX6" fmla="*/ 0 w 1122435"/>
                <a:gd name="connsiteY6" fmla="*/ 317582 h 1098632"/>
                <a:gd name="connsiteX0" fmla="*/ 0 w 1122435"/>
                <a:gd name="connsiteY0" fmla="*/ 316706 h 1097756"/>
                <a:gd name="connsiteX1" fmla="*/ 404812 w 1122435"/>
                <a:gd name="connsiteY1" fmla="*/ 702468 h 1097756"/>
                <a:gd name="connsiteX2" fmla="*/ 433388 w 1122435"/>
                <a:gd name="connsiteY2" fmla="*/ 1097756 h 1097756"/>
                <a:gd name="connsiteX3" fmla="*/ 1119188 w 1122435"/>
                <a:gd name="connsiteY3" fmla="*/ 771525 h 1097756"/>
                <a:gd name="connsiteX4" fmla="*/ 1090613 w 1122435"/>
                <a:gd name="connsiteY4" fmla="*/ 426243 h 1097756"/>
                <a:gd name="connsiteX5" fmla="*/ 702469 w 1122435"/>
                <a:gd name="connsiteY5" fmla="*/ 0 h 1097756"/>
                <a:gd name="connsiteX6" fmla="*/ 0 w 1122435"/>
                <a:gd name="connsiteY6" fmla="*/ 316706 h 1097756"/>
                <a:gd name="connsiteX0" fmla="*/ 0 w 1122435"/>
                <a:gd name="connsiteY0" fmla="*/ 316706 h 1097756"/>
                <a:gd name="connsiteX1" fmla="*/ 404812 w 1122435"/>
                <a:gd name="connsiteY1" fmla="*/ 702468 h 1097756"/>
                <a:gd name="connsiteX2" fmla="*/ 433388 w 1122435"/>
                <a:gd name="connsiteY2" fmla="*/ 1097756 h 1097756"/>
                <a:gd name="connsiteX3" fmla="*/ 1119188 w 1122435"/>
                <a:gd name="connsiteY3" fmla="*/ 771525 h 1097756"/>
                <a:gd name="connsiteX4" fmla="*/ 1090613 w 1122435"/>
                <a:gd name="connsiteY4" fmla="*/ 426243 h 1097756"/>
                <a:gd name="connsiteX5" fmla="*/ 702469 w 1122435"/>
                <a:gd name="connsiteY5" fmla="*/ 0 h 1097756"/>
                <a:gd name="connsiteX6" fmla="*/ 0 w 1122435"/>
                <a:gd name="connsiteY6" fmla="*/ 316706 h 1097756"/>
                <a:gd name="connsiteX0" fmla="*/ 0 w 1122435"/>
                <a:gd name="connsiteY0" fmla="*/ 316706 h 1097756"/>
                <a:gd name="connsiteX1" fmla="*/ 404812 w 1122435"/>
                <a:gd name="connsiteY1" fmla="*/ 702468 h 1097756"/>
                <a:gd name="connsiteX2" fmla="*/ 433388 w 1122435"/>
                <a:gd name="connsiteY2" fmla="*/ 1097756 h 1097756"/>
                <a:gd name="connsiteX3" fmla="*/ 1119188 w 1122435"/>
                <a:gd name="connsiteY3" fmla="*/ 771525 h 1097756"/>
                <a:gd name="connsiteX4" fmla="*/ 1090613 w 1122435"/>
                <a:gd name="connsiteY4" fmla="*/ 426243 h 1097756"/>
                <a:gd name="connsiteX5" fmla="*/ 702469 w 1122435"/>
                <a:gd name="connsiteY5" fmla="*/ 0 h 1097756"/>
                <a:gd name="connsiteX6" fmla="*/ 0 w 1122435"/>
                <a:gd name="connsiteY6" fmla="*/ 316706 h 1097756"/>
                <a:gd name="connsiteX0" fmla="*/ 0 w 1122237"/>
                <a:gd name="connsiteY0" fmla="*/ 316706 h 1097756"/>
                <a:gd name="connsiteX1" fmla="*/ 404812 w 1122237"/>
                <a:gd name="connsiteY1" fmla="*/ 702468 h 1097756"/>
                <a:gd name="connsiteX2" fmla="*/ 433388 w 1122237"/>
                <a:gd name="connsiteY2" fmla="*/ 1097756 h 1097756"/>
                <a:gd name="connsiteX3" fmla="*/ 1119188 w 1122237"/>
                <a:gd name="connsiteY3" fmla="*/ 771525 h 1097756"/>
                <a:gd name="connsiteX4" fmla="*/ 1090613 w 1122237"/>
                <a:gd name="connsiteY4" fmla="*/ 426243 h 1097756"/>
                <a:gd name="connsiteX5" fmla="*/ 702469 w 1122237"/>
                <a:gd name="connsiteY5" fmla="*/ 0 h 1097756"/>
                <a:gd name="connsiteX6" fmla="*/ 0 w 1122237"/>
                <a:gd name="connsiteY6" fmla="*/ 316706 h 1097756"/>
                <a:gd name="connsiteX0" fmla="*/ 0 w 1119188"/>
                <a:gd name="connsiteY0" fmla="*/ 316706 h 1097756"/>
                <a:gd name="connsiteX1" fmla="*/ 404812 w 1119188"/>
                <a:gd name="connsiteY1" fmla="*/ 702468 h 1097756"/>
                <a:gd name="connsiteX2" fmla="*/ 433388 w 1119188"/>
                <a:gd name="connsiteY2" fmla="*/ 1097756 h 1097756"/>
                <a:gd name="connsiteX3" fmla="*/ 1119188 w 1119188"/>
                <a:gd name="connsiteY3" fmla="*/ 771525 h 1097756"/>
                <a:gd name="connsiteX4" fmla="*/ 1090613 w 1119188"/>
                <a:gd name="connsiteY4" fmla="*/ 426243 h 1097756"/>
                <a:gd name="connsiteX5" fmla="*/ 702469 w 1119188"/>
                <a:gd name="connsiteY5" fmla="*/ 0 h 1097756"/>
                <a:gd name="connsiteX6" fmla="*/ 0 w 1119188"/>
                <a:gd name="connsiteY6" fmla="*/ 316706 h 1097756"/>
                <a:gd name="connsiteX0" fmla="*/ 0 w 1119188"/>
                <a:gd name="connsiteY0" fmla="*/ 316706 h 1097756"/>
                <a:gd name="connsiteX1" fmla="*/ 404812 w 1119188"/>
                <a:gd name="connsiteY1" fmla="*/ 702468 h 1097756"/>
                <a:gd name="connsiteX2" fmla="*/ 433388 w 1119188"/>
                <a:gd name="connsiteY2" fmla="*/ 1097756 h 1097756"/>
                <a:gd name="connsiteX3" fmla="*/ 1119188 w 1119188"/>
                <a:gd name="connsiteY3" fmla="*/ 771525 h 1097756"/>
                <a:gd name="connsiteX4" fmla="*/ 1090613 w 1119188"/>
                <a:gd name="connsiteY4" fmla="*/ 426243 h 1097756"/>
                <a:gd name="connsiteX5" fmla="*/ 702469 w 1119188"/>
                <a:gd name="connsiteY5" fmla="*/ 0 h 1097756"/>
                <a:gd name="connsiteX6" fmla="*/ 0 w 1119188"/>
                <a:gd name="connsiteY6" fmla="*/ 316706 h 1097756"/>
                <a:gd name="connsiteX0" fmla="*/ 0 w 1119188"/>
                <a:gd name="connsiteY0" fmla="*/ 316706 h 1097756"/>
                <a:gd name="connsiteX1" fmla="*/ 404812 w 1119188"/>
                <a:gd name="connsiteY1" fmla="*/ 702468 h 1097756"/>
                <a:gd name="connsiteX2" fmla="*/ 433388 w 1119188"/>
                <a:gd name="connsiteY2" fmla="*/ 1097756 h 1097756"/>
                <a:gd name="connsiteX3" fmla="*/ 1119188 w 1119188"/>
                <a:gd name="connsiteY3" fmla="*/ 771525 h 1097756"/>
                <a:gd name="connsiteX4" fmla="*/ 1090613 w 1119188"/>
                <a:gd name="connsiteY4" fmla="*/ 426243 h 1097756"/>
                <a:gd name="connsiteX5" fmla="*/ 702469 w 1119188"/>
                <a:gd name="connsiteY5" fmla="*/ 0 h 1097756"/>
                <a:gd name="connsiteX6" fmla="*/ 0 w 1119188"/>
                <a:gd name="connsiteY6" fmla="*/ 316706 h 1097756"/>
                <a:gd name="connsiteX0" fmla="*/ 0 w 1119188"/>
                <a:gd name="connsiteY0" fmla="*/ 316706 h 1097756"/>
                <a:gd name="connsiteX1" fmla="*/ 409575 w 1119188"/>
                <a:gd name="connsiteY1" fmla="*/ 740568 h 1097756"/>
                <a:gd name="connsiteX2" fmla="*/ 433388 w 1119188"/>
                <a:gd name="connsiteY2" fmla="*/ 1097756 h 1097756"/>
                <a:gd name="connsiteX3" fmla="*/ 1119188 w 1119188"/>
                <a:gd name="connsiteY3" fmla="*/ 771525 h 1097756"/>
                <a:gd name="connsiteX4" fmla="*/ 1090613 w 1119188"/>
                <a:gd name="connsiteY4" fmla="*/ 426243 h 1097756"/>
                <a:gd name="connsiteX5" fmla="*/ 702469 w 1119188"/>
                <a:gd name="connsiteY5" fmla="*/ 0 h 1097756"/>
                <a:gd name="connsiteX6" fmla="*/ 0 w 1119188"/>
                <a:gd name="connsiteY6" fmla="*/ 316706 h 1097756"/>
                <a:gd name="connsiteX0" fmla="*/ 0 w 1119188"/>
                <a:gd name="connsiteY0" fmla="*/ 316706 h 1097756"/>
                <a:gd name="connsiteX1" fmla="*/ 409575 w 1119188"/>
                <a:gd name="connsiteY1" fmla="*/ 740568 h 1097756"/>
                <a:gd name="connsiteX2" fmla="*/ 433388 w 1119188"/>
                <a:gd name="connsiteY2" fmla="*/ 1097756 h 1097756"/>
                <a:gd name="connsiteX3" fmla="*/ 1119188 w 1119188"/>
                <a:gd name="connsiteY3" fmla="*/ 771525 h 1097756"/>
                <a:gd name="connsiteX4" fmla="*/ 1090613 w 1119188"/>
                <a:gd name="connsiteY4" fmla="*/ 426243 h 1097756"/>
                <a:gd name="connsiteX5" fmla="*/ 702469 w 1119188"/>
                <a:gd name="connsiteY5" fmla="*/ 0 h 1097756"/>
                <a:gd name="connsiteX6" fmla="*/ 0 w 1119188"/>
                <a:gd name="connsiteY6" fmla="*/ 316706 h 1097756"/>
                <a:gd name="connsiteX0" fmla="*/ 0 w 1119188"/>
                <a:gd name="connsiteY0" fmla="*/ 316706 h 1097756"/>
                <a:gd name="connsiteX1" fmla="*/ 409575 w 1119188"/>
                <a:gd name="connsiteY1" fmla="*/ 740568 h 1097756"/>
                <a:gd name="connsiteX2" fmla="*/ 433388 w 1119188"/>
                <a:gd name="connsiteY2" fmla="*/ 1097756 h 1097756"/>
                <a:gd name="connsiteX3" fmla="*/ 1119188 w 1119188"/>
                <a:gd name="connsiteY3" fmla="*/ 771525 h 1097756"/>
                <a:gd name="connsiteX4" fmla="*/ 1090613 w 1119188"/>
                <a:gd name="connsiteY4" fmla="*/ 426243 h 1097756"/>
                <a:gd name="connsiteX5" fmla="*/ 702469 w 1119188"/>
                <a:gd name="connsiteY5" fmla="*/ 0 h 1097756"/>
                <a:gd name="connsiteX6" fmla="*/ 0 w 1119188"/>
                <a:gd name="connsiteY6" fmla="*/ 316706 h 1097756"/>
                <a:gd name="connsiteX0" fmla="*/ 0 w 1119188"/>
                <a:gd name="connsiteY0" fmla="*/ 311943 h 1092993"/>
                <a:gd name="connsiteX1" fmla="*/ 409575 w 1119188"/>
                <a:gd name="connsiteY1" fmla="*/ 735805 h 1092993"/>
                <a:gd name="connsiteX2" fmla="*/ 433388 w 1119188"/>
                <a:gd name="connsiteY2" fmla="*/ 1092993 h 1092993"/>
                <a:gd name="connsiteX3" fmla="*/ 1119188 w 1119188"/>
                <a:gd name="connsiteY3" fmla="*/ 766762 h 1092993"/>
                <a:gd name="connsiteX4" fmla="*/ 1090613 w 1119188"/>
                <a:gd name="connsiteY4" fmla="*/ 421480 h 1092993"/>
                <a:gd name="connsiteX5" fmla="*/ 692944 w 1119188"/>
                <a:gd name="connsiteY5" fmla="*/ 0 h 1092993"/>
                <a:gd name="connsiteX6" fmla="*/ 0 w 1119188"/>
                <a:gd name="connsiteY6" fmla="*/ 311943 h 1092993"/>
                <a:gd name="connsiteX0" fmla="*/ 0 w 1119188"/>
                <a:gd name="connsiteY0" fmla="*/ 311943 h 1092993"/>
                <a:gd name="connsiteX1" fmla="*/ 409575 w 1119188"/>
                <a:gd name="connsiteY1" fmla="*/ 735805 h 1092993"/>
                <a:gd name="connsiteX2" fmla="*/ 433388 w 1119188"/>
                <a:gd name="connsiteY2" fmla="*/ 1092993 h 1092993"/>
                <a:gd name="connsiteX3" fmla="*/ 1119188 w 1119188"/>
                <a:gd name="connsiteY3" fmla="*/ 766762 h 1092993"/>
                <a:gd name="connsiteX4" fmla="*/ 1090613 w 1119188"/>
                <a:gd name="connsiteY4" fmla="*/ 421480 h 1092993"/>
                <a:gd name="connsiteX5" fmla="*/ 692944 w 1119188"/>
                <a:gd name="connsiteY5" fmla="*/ 0 h 1092993"/>
                <a:gd name="connsiteX6" fmla="*/ 0 w 1119188"/>
                <a:gd name="connsiteY6" fmla="*/ 311943 h 109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188" h="1092993">
                  <a:moveTo>
                    <a:pt x="0" y="311943"/>
                  </a:moveTo>
                  <a:cubicBezTo>
                    <a:pt x="132160" y="426640"/>
                    <a:pt x="356393" y="619918"/>
                    <a:pt x="409575" y="735805"/>
                  </a:cubicBezTo>
                  <a:cubicBezTo>
                    <a:pt x="424656" y="818355"/>
                    <a:pt x="415132" y="995759"/>
                    <a:pt x="433388" y="1092993"/>
                  </a:cubicBezTo>
                  <a:cubicBezTo>
                    <a:pt x="606426" y="1018777"/>
                    <a:pt x="988219" y="842962"/>
                    <a:pt x="1119188" y="766762"/>
                  </a:cubicBezTo>
                  <a:cubicBezTo>
                    <a:pt x="1114426" y="597693"/>
                    <a:pt x="1105298" y="521493"/>
                    <a:pt x="1090613" y="421480"/>
                  </a:cubicBezTo>
                  <a:cubicBezTo>
                    <a:pt x="1006873" y="300036"/>
                    <a:pt x="826691" y="135334"/>
                    <a:pt x="692944" y="0"/>
                  </a:cubicBezTo>
                  <a:cubicBezTo>
                    <a:pt x="559197" y="57404"/>
                    <a:pt x="96441" y="261540"/>
                    <a:pt x="0" y="31194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8A949B"/>
                </a:gs>
                <a:gs pos="100000">
                  <a:srgbClr val="879298"/>
                </a:gs>
                <a:gs pos="60000">
                  <a:srgbClr val="64646C"/>
                </a:gs>
                <a:gs pos="57000">
                  <a:srgbClr val="6F757F"/>
                </a:gs>
              </a:gsLst>
              <a:lin ang="3900000" scaled="0"/>
              <a:tileRect/>
            </a:gra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2612495" y="1044605"/>
            <a:ext cx="5006982" cy="4484054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35" name="组合 34"/>
          <p:cNvGrpSpPr/>
          <p:nvPr/>
        </p:nvGrpSpPr>
        <p:grpSpPr>
          <a:xfrm>
            <a:off x="2784983" y="1540392"/>
            <a:ext cx="3101393" cy="3467685"/>
            <a:chOff x="3071596" y="1570704"/>
            <a:chExt cx="3101393" cy="3467685"/>
          </a:xfrm>
        </p:grpSpPr>
        <p:grpSp>
          <p:nvGrpSpPr>
            <p:cNvPr id="8" name="组合 7"/>
            <p:cNvGrpSpPr/>
            <p:nvPr/>
          </p:nvGrpSpPr>
          <p:grpSpPr>
            <a:xfrm>
              <a:off x="3584662" y="1570704"/>
              <a:ext cx="1911058" cy="456095"/>
              <a:chOff x="6299131" y="2402242"/>
              <a:chExt cx="498875" cy="119062"/>
            </a:xfrm>
          </p:grpSpPr>
          <p:cxnSp>
            <p:nvCxnSpPr>
              <p:cNvPr id="9" name="直接连接符 8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组合 17"/>
            <p:cNvGrpSpPr/>
            <p:nvPr/>
          </p:nvGrpSpPr>
          <p:grpSpPr>
            <a:xfrm>
              <a:off x="3779453" y="3987878"/>
              <a:ext cx="1479306" cy="1050511"/>
              <a:chOff x="5612081" y="2321455"/>
              <a:chExt cx="411164" cy="291983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矩形 22"/>
              <p:cNvSpPr/>
              <p:nvPr/>
            </p:nvSpPr>
            <p:spPr>
              <a:xfrm>
                <a:off x="5768450" y="2321455"/>
                <a:ext cx="98426" cy="291983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3071596" y="2965184"/>
              <a:ext cx="3101393" cy="265363"/>
              <a:chOff x="1493467" y="1883870"/>
              <a:chExt cx="862013" cy="73756"/>
            </a:xfrm>
          </p:grpSpPr>
          <p:sp>
            <p:nvSpPr>
              <p:cNvPr id="25" name="任意多边形 24"/>
              <p:cNvSpPr/>
              <p:nvPr/>
            </p:nvSpPr>
            <p:spPr>
              <a:xfrm>
                <a:off x="1761358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任意多边形 25"/>
              <p:cNvSpPr/>
              <p:nvPr/>
            </p:nvSpPr>
            <p:spPr>
              <a:xfrm>
                <a:off x="1925664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任意多边形 26"/>
              <p:cNvSpPr/>
              <p:nvPr/>
            </p:nvSpPr>
            <p:spPr>
              <a:xfrm>
                <a:off x="2085208" y="1883870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任意多边形 27"/>
              <p:cNvSpPr/>
              <p:nvPr/>
            </p:nvSpPr>
            <p:spPr>
              <a:xfrm>
                <a:off x="1601814" y="1883870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9" name="直接连接符 28"/>
              <p:cNvCxnSpPr/>
              <p:nvPr/>
            </p:nvCxnSpPr>
            <p:spPr>
              <a:xfrm>
                <a:off x="1493467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2244752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组合 35"/>
          <p:cNvGrpSpPr/>
          <p:nvPr/>
        </p:nvGrpSpPr>
        <p:grpSpPr>
          <a:xfrm>
            <a:off x="6342443" y="1414496"/>
            <a:ext cx="1277034" cy="3673263"/>
            <a:chOff x="6629056" y="1444808"/>
            <a:chExt cx="1277034" cy="36732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/>
                <p:cNvSpPr/>
                <p:nvPr/>
              </p:nvSpPr>
              <p:spPr>
                <a:xfrm>
                  <a:off x="6729871" y="2743919"/>
                  <a:ext cx="1176219" cy="707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4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4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4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oMath>
                    </m:oMathPara>
                  </a14:m>
                  <a:endParaRPr lang="zh-CN" altLang="zh-CN" sz="4000" i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9871" y="2743919"/>
                  <a:ext cx="1176219" cy="707886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/>
                <p:cNvSpPr/>
                <p:nvPr/>
              </p:nvSpPr>
              <p:spPr>
                <a:xfrm>
                  <a:off x="6782166" y="1444808"/>
                  <a:ext cx="642099" cy="707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4000" i="1" dirty="0"/>
                </a:p>
              </p:txBody>
            </p:sp>
          </mc:Choice>
          <mc:Fallback xmlns=""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2166" y="1444808"/>
                  <a:ext cx="642099" cy="707886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/>
                <p:cNvSpPr/>
                <p:nvPr/>
              </p:nvSpPr>
              <p:spPr>
                <a:xfrm>
                  <a:off x="6629056" y="3761289"/>
                  <a:ext cx="1185068" cy="13567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4000" i="1" kern="1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40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4000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4000" i="1" kern="1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4000" i="1" kern="1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den>
                        </m:f>
                      </m:oMath>
                    </m:oMathPara>
                  </a14:m>
                  <a:endParaRPr lang="zh-CN" altLang="en-US" sz="4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矩形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9056" y="3761289"/>
                  <a:ext cx="1185068" cy="135678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8776941" y="2882022"/>
                <a:ext cx="2765437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𝑗𝑋</m:t>
                      </m:r>
                    </m:oMath>
                  </m:oMathPara>
                </a14:m>
                <a:endParaRPr lang="zh-CN" altLang="en-US" sz="4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941" y="2882022"/>
                <a:ext cx="2765437" cy="70788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右箭头 36"/>
          <p:cNvSpPr/>
          <p:nvPr/>
        </p:nvSpPr>
        <p:spPr>
          <a:xfrm>
            <a:off x="8009293" y="3029615"/>
            <a:ext cx="536351" cy="414913"/>
          </a:xfrm>
          <a:prstGeom prst="rightArrow">
            <a:avLst/>
          </a:prstGeom>
          <a:noFill/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82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50"/>
    </mc:Choice>
    <mc:Fallback xmlns="">
      <p:transition spd="slow" advTm="11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4" grpId="0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8776941" y="2882022"/>
                <a:ext cx="2765437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𝑗𝑋</m:t>
                      </m:r>
                    </m:oMath>
                  </m:oMathPara>
                </a14:m>
                <a:endParaRPr lang="zh-CN" altLang="en-US" sz="4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941" y="2882022"/>
                <a:ext cx="2765437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组合 37"/>
          <p:cNvGrpSpPr/>
          <p:nvPr/>
        </p:nvGrpSpPr>
        <p:grpSpPr>
          <a:xfrm>
            <a:off x="548992" y="1044605"/>
            <a:ext cx="7996652" cy="4484054"/>
            <a:chOff x="548992" y="1044605"/>
            <a:chExt cx="7996652" cy="4484054"/>
          </a:xfrm>
        </p:grpSpPr>
        <p:grpSp>
          <p:nvGrpSpPr>
            <p:cNvPr id="2" name="组合 1"/>
            <p:cNvGrpSpPr/>
            <p:nvPr/>
          </p:nvGrpSpPr>
          <p:grpSpPr>
            <a:xfrm>
              <a:off x="548992" y="2694230"/>
              <a:ext cx="1479265" cy="1194491"/>
              <a:chOff x="1216453" y="1939886"/>
              <a:chExt cx="1693014" cy="1301477"/>
            </a:xfrm>
          </p:grpSpPr>
          <p:sp>
            <p:nvSpPr>
              <p:cNvPr id="3" name="任意多边形 2"/>
              <p:cNvSpPr/>
              <p:nvPr/>
            </p:nvSpPr>
            <p:spPr>
              <a:xfrm>
                <a:off x="2175455" y="1939886"/>
                <a:ext cx="734012" cy="889040"/>
              </a:xfrm>
              <a:custGeom>
                <a:avLst/>
                <a:gdLst>
                  <a:gd name="connsiteX0" fmla="*/ 285744 w 696330"/>
                  <a:gd name="connsiteY0" fmla="*/ 0 h 885045"/>
                  <a:gd name="connsiteX1" fmla="*/ 678650 w 696330"/>
                  <a:gd name="connsiteY1" fmla="*/ 388144 h 885045"/>
                  <a:gd name="connsiteX2" fmla="*/ 695319 w 696330"/>
                  <a:gd name="connsiteY2" fmla="*/ 728663 h 885045"/>
                  <a:gd name="connsiteX3" fmla="*/ 450050 w 696330"/>
                  <a:gd name="connsiteY3" fmla="*/ 873919 h 885045"/>
                  <a:gd name="connsiteX4" fmla="*/ 428434 w 696330"/>
                  <a:gd name="connsiteY4" fmla="*/ 885045 h 885045"/>
                  <a:gd name="connsiteX5" fmla="*/ 426626 w 696330"/>
                  <a:gd name="connsiteY5" fmla="*/ 830799 h 885045"/>
                  <a:gd name="connsiteX6" fmla="*/ 400044 w 696330"/>
                  <a:gd name="connsiteY6" fmla="*/ 533398 h 885045"/>
                  <a:gd name="connsiteX7" fmla="*/ 99113 w 696330"/>
                  <a:gd name="connsiteY7" fmla="*/ 207744 h 885045"/>
                  <a:gd name="connsiteX8" fmla="*/ 0 w 696330"/>
                  <a:gd name="connsiteY8" fmla="*/ 109463 h 885045"/>
                  <a:gd name="connsiteX9" fmla="*/ 13501 w 696330"/>
                  <a:gd name="connsiteY9" fmla="*/ 103771 h 885045"/>
                  <a:gd name="connsiteX10" fmla="*/ 285744 w 696330"/>
                  <a:gd name="connsiteY10" fmla="*/ 0 h 885045"/>
                  <a:gd name="connsiteX0" fmla="*/ 285744 w 696330"/>
                  <a:gd name="connsiteY0" fmla="*/ 0 h 873919"/>
                  <a:gd name="connsiteX1" fmla="*/ 678650 w 696330"/>
                  <a:gd name="connsiteY1" fmla="*/ 388144 h 873919"/>
                  <a:gd name="connsiteX2" fmla="*/ 695319 w 696330"/>
                  <a:gd name="connsiteY2" fmla="*/ 728663 h 873919"/>
                  <a:gd name="connsiteX3" fmla="*/ 450050 w 696330"/>
                  <a:gd name="connsiteY3" fmla="*/ 873919 h 873919"/>
                  <a:gd name="connsiteX4" fmla="*/ 426053 w 696330"/>
                  <a:gd name="connsiteY4" fmla="*/ 873138 h 873919"/>
                  <a:gd name="connsiteX5" fmla="*/ 426626 w 696330"/>
                  <a:gd name="connsiteY5" fmla="*/ 830799 h 873919"/>
                  <a:gd name="connsiteX6" fmla="*/ 400044 w 696330"/>
                  <a:gd name="connsiteY6" fmla="*/ 533398 h 873919"/>
                  <a:gd name="connsiteX7" fmla="*/ 99113 w 696330"/>
                  <a:gd name="connsiteY7" fmla="*/ 207744 h 873919"/>
                  <a:gd name="connsiteX8" fmla="*/ 0 w 696330"/>
                  <a:gd name="connsiteY8" fmla="*/ 109463 h 873919"/>
                  <a:gd name="connsiteX9" fmla="*/ 13501 w 696330"/>
                  <a:gd name="connsiteY9" fmla="*/ 103771 h 873919"/>
                  <a:gd name="connsiteX10" fmla="*/ 285744 w 696330"/>
                  <a:gd name="connsiteY10" fmla="*/ 0 h 873919"/>
                  <a:gd name="connsiteX0" fmla="*/ 285744 w 696330"/>
                  <a:gd name="connsiteY0" fmla="*/ 0 h 873138"/>
                  <a:gd name="connsiteX1" fmla="*/ 678650 w 696330"/>
                  <a:gd name="connsiteY1" fmla="*/ 388144 h 873138"/>
                  <a:gd name="connsiteX2" fmla="*/ 695319 w 696330"/>
                  <a:gd name="connsiteY2" fmla="*/ 728663 h 873138"/>
                  <a:gd name="connsiteX3" fmla="*/ 490531 w 696330"/>
                  <a:gd name="connsiteY3" fmla="*/ 847725 h 873138"/>
                  <a:gd name="connsiteX4" fmla="*/ 426053 w 696330"/>
                  <a:gd name="connsiteY4" fmla="*/ 873138 h 873138"/>
                  <a:gd name="connsiteX5" fmla="*/ 426626 w 696330"/>
                  <a:gd name="connsiteY5" fmla="*/ 830799 h 873138"/>
                  <a:gd name="connsiteX6" fmla="*/ 400044 w 696330"/>
                  <a:gd name="connsiteY6" fmla="*/ 533398 h 873138"/>
                  <a:gd name="connsiteX7" fmla="*/ 99113 w 696330"/>
                  <a:gd name="connsiteY7" fmla="*/ 207744 h 873138"/>
                  <a:gd name="connsiteX8" fmla="*/ 0 w 696330"/>
                  <a:gd name="connsiteY8" fmla="*/ 109463 h 873138"/>
                  <a:gd name="connsiteX9" fmla="*/ 13501 w 696330"/>
                  <a:gd name="connsiteY9" fmla="*/ 103771 h 873138"/>
                  <a:gd name="connsiteX10" fmla="*/ 285744 w 696330"/>
                  <a:gd name="connsiteY10" fmla="*/ 0 h 873138"/>
                  <a:gd name="connsiteX0" fmla="*/ 285744 w 696330"/>
                  <a:gd name="connsiteY0" fmla="*/ 0 h 873138"/>
                  <a:gd name="connsiteX1" fmla="*/ 678650 w 696330"/>
                  <a:gd name="connsiteY1" fmla="*/ 388144 h 873138"/>
                  <a:gd name="connsiteX2" fmla="*/ 695319 w 696330"/>
                  <a:gd name="connsiteY2" fmla="*/ 728663 h 873138"/>
                  <a:gd name="connsiteX3" fmla="*/ 500056 w 696330"/>
                  <a:gd name="connsiteY3" fmla="*/ 835819 h 873138"/>
                  <a:gd name="connsiteX4" fmla="*/ 426053 w 696330"/>
                  <a:gd name="connsiteY4" fmla="*/ 873138 h 873138"/>
                  <a:gd name="connsiteX5" fmla="*/ 426626 w 696330"/>
                  <a:gd name="connsiteY5" fmla="*/ 830799 h 873138"/>
                  <a:gd name="connsiteX6" fmla="*/ 400044 w 696330"/>
                  <a:gd name="connsiteY6" fmla="*/ 533398 h 873138"/>
                  <a:gd name="connsiteX7" fmla="*/ 99113 w 696330"/>
                  <a:gd name="connsiteY7" fmla="*/ 207744 h 873138"/>
                  <a:gd name="connsiteX8" fmla="*/ 0 w 696330"/>
                  <a:gd name="connsiteY8" fmla="*/ 109463 h 873138"/>
                  <a:gd name="connsiteX9" fmla="*/ 13501 w 696330"/>
                  <a:gd name="connsiteY9" fmla="*/ 103771 h 873138"/>
                  <a:gd name="connsiteX10" fmla="*/ 285744 w 696330"/>
                  <a:gd name="connsiteY10" fmla="*/ 0 h 873138"/>
                  <a:gd name="connsiteX0" fmla="*/ 285744 w 696330"/>
                  <a:gd name="connsiteY0" fmla="*/ 0 h 873138"/>
                  <a:gd name="connsiteX1" fmla="*/ 678650 w 696330"/>
                  <a:gd name="connsiteY1" fmla="*/ 388144 h 873138"/>
                  <a:gd name="connsiteX2" fmla="*/ 695319 w 696330"/>
                  <a:gd name="connsiteY2" fmla="*/ 728663 h 873138"/>
                  <a:gd name="connsiteX3" fmla="*/ 500056 w 696330"/>
                  <a:gd name="connsiteY3" fmla="*/ 835819 h 873138"/>
                  <a:gd name="connsiteX4" fmla="*/ 426053 w 696330"/>
                  <a:gd name="connsiteY4" fmla="*/ 873138 h 873138"/>
                  <a:gd name="connsiteX5" fmla="*/ 426626 w 696330"/>
                  <a:gd name="connsiteY5" fmla="*/ 830799 h 873138"/>
                  <a:gd name="connsiteX6" fmla="*/ 400044 w 696330"/>
                  <a:gd name="connsiteY6" fmla="*/ 533398 h 873138"/>
                  <a:gd name="connsiteX7" fmla="*/ 99113 w 696330"/>
                  <a:gd name="connsiteY7" fmla="*/ 207744 h 873138"/>
                  <a:gd name="connsiteX8" fmla="*/ 0 w 696330"/>
                  <a:gd name="connsiteY8" fmla="*/ 109463 h 873138"/>
                  <a:gd name="connsiteX9" fmla="*/ 285744 w 696330"/>
                  <a:gd name="connsiteY9" fmla="*/ 0 h 873138"/>
                  <a:gd name="connsiteX0" fmla="*/ 272414 w 683000"/>
                  <a:gd name="connsiteY0" fmla="*/ 0 h 873138"/>
                  <a:gd name="connsiteX1" fmla="*/ 665320 w 683000"/>
                  <a:gd name="connsiteY1" fmla="*/ 388144 h 873138"/>
                  <a:gd name="connsiteX2" fmla="*/ 681989 w 683000"/>
                  <a:gd name="connsiteY2" fmla="*/ 728663 h 873138"/>
                  <a:gd name="connsiteX3" fmla="*/ 486726 w 683000"/>
                  <a:gd name="connsiteY3" fmla="*/ 835819 h 873138"/>
                  <a:gd name="connsiteX4" fmla="*/ 412723 w 683000"/>
                  <a:gd name="connsiteY4" fmla="*/ 873138 h 873138"/>
                  <a:gd name="connsiteX5" fmla="*/ 413296 w 683000"/>
                  <a:gd name="connsiteY5" fmla="*/ 830799 h 873138"/>
                  <a:gd name="connsiteX6" fmla="*/ 386714 w 683000"/>
                  <a:gd name="connsiteY6" fmla="*/ 533398 h 873138"/>
                  <a:gd name="connsiteX7" fmla="*/ 85783 w 683000"/>
                  <a:gd name="connsiteY7" fmla="*/ 207744 h 873138"/>
                  <a:gd name="connsiteX8" fmla="*/ 0 w 683000"/>
                  <a:gd name="connsiteY8" fmla="*/ 107106 h 873138"/>
                  <a:gd name="connsiteX9" fmla="*/ 272414 w 683000"/>
                  <a:gd name="connsiteY9" fmla="*/ 0 h 873138"/>
                  <a:gd name="connsiteX0" fmla="*/ 272414 w 683000"/>
                  <a:gd name="connsiteY0" fmla="*/ 0 h 880211"/>
                  <a:gd name="connsiteX1" fmla="*/ 665320 w 683000"/>
                  <a:gd name="connsiteY1" fmla="*/ 395217 h 880211"/>
                  <a:gd name="connsiteX2" fmla="*/ 681989 w 683000"/>
                  <a:gd name="connsiteY2" fmla="*/ 735736 h 880211"/>
                  <a:gd name="connsiteX3" fmla="*/ 486726 w 683000"/>
                  <a:gd name="connsiteY3" fmla="*/ 842892 h 880211"/>
                  <a:gd name="connsiteX4" fmla="*/ 412723 w 683000"/>
                  <a:gd name="connsiteY4" fmla="*/ 880211 h 880211"/>
                  <a:gd name="connsiteX5" fmla="*/ 413296 w 683000"/>
                  <a:gd name="connsiteY5" fmla="*/ 837872 h 880211"/>
                  <a:gd name="connsiteX6" fmla="*/ 386714 w 683000"/>
                  <a:gd name="connsiteY6" fmla="*/ 540471 h 880211"/>
                  <a:gd name="connsiteX7" fmla="*/ 85783 w 683000"/>
                  <a:gd name="connsiteY7" fmla="*/ 214817 h 880211"/>
                  <a:gd name="connsiteX8" fmla="*/ 0 w 683000"/>
                  <a:gd name="connsiteY8" fmla="*/ 114179 h 880211"/>
                  <a:gd name="connsiteX9" fmla="*/ 272414 w 683000"/>
                  <a:gd name="connsiteY9" fmla="*/ 0 h 880211"/>
                  <a:gd name="connsiteX0" fmla="*/ 272414 w 683000"/>
                  <a:gd name="connsiteY0" fmla="*/ 0 h 880211"/>
                  <a:gd name="connsiteX1" fmla="*/ 665320 w 683000"/>
                  <a:gd name="connsiteY1" fmla="*/ 395217 h 880211"/>
                  <a:gd name="connsiteX2" fmla="*/ 681989 w 683000"/>
                  <a:gd name="connsiteY2" fmla="*/ 735736 h 880211"/>
                  <a:gd name="connsiteX3" fmla="*/ 486726 w 683000"/>
                  <a:gd name="connsiteY3" fmla="*/ 842892 h 880211"/>
                  <a:gd name="connsiteX4" fmla="*/ 412723 w 683000"/>
                  <a:gd name="connsiteY4" fmla="*/ 880211 h 880211"/>
                  <a:gd name="connsiteX5" fmla="*/ 413296 w 683000"/>
                  <a:gd name="connsiteY5" fmla="*/ 837872 h 880211"/>
                  <a:gd name="connsiteX6" fmla="*/ 386714 w 683000"/>
                  <a:gd name="connsiteY6" fmla="*/ 540471 h 880211"/>
                  <a:gd name="connsiteX7" fmla="*/ 85783 w 683000"/>
                  <a:gd name="connsiteY7" fmla="*/ 214817 h 880211"/>
                  <a:gd name="connsiteX8" fmla="*/ 0 w 683000"/>
                  <a:gd name="connsiteY8" fmla="*/ 114179 h 880211"/>
                  <a:gd name="connsiteX9" fmla="*/ 272414 w 683000"/>
                  <a:gd name="connsiteY9" fmla="*/ 0 h 880211"/>
                  <a:gd name="connsiteX0" fmla="*/ 272414 w 684831"/>
                  <a:gd name="connsiteY0" fmla="*/ 0 h 880211"/>
                  <a:gd name="connsiteX1" fmla="*/ 665320 w 684831"/>
                  <a:gd name="connsiteY1" fmla="*/ 395217 h 880211"/>
                  <a:gd name="connsiteX2" fmla="*/ 681989 w 684831"/>
                  <a:gd name="connsiteY2" fmla="*/ 735736 h 880211"/>
                  <a:gd name="connsiteX3" fmla="*/ 486726 w 684831"/>
                  <a:gd name="connsiteY3" fmla="*/ 842892 h 880211"/>
                  <a:gd name="connsiteX4" fmla="*/ 412723 w 684831"/>
                  <a:gd name="connsiteY4" fmla="*/ 880211 h 880211"/>
                  <a:gd name="connsiteX5" fmla="*/ 413296 w 684831"/>
                  <a:gd name="connsiteY5" fmla="*/ 837872 h 880211"/>
                  <a:gd name="connsiteX6" fmla="*/ 386714 w 684831"/>
                  <a:gd name="connsiteY6" fmla="*/ 540471 h 880211"/>
                  <a:gd name="connsiteX7" fmla="*/ 85783 w 684831"/>
                  <a:gd name="connsiteY7" fmla="*/ 214817 h 880211"/>
                  <a:gd name="connsiteX8" fmla="*/ 0 w 684831"/>
                  <a:gd name="connsiteY8" fmla="*/ 114179 h 880211"/>
                  <a:gd name="connsiteX9" fmla="*/ 272414 w 684831"/>
                  <a:gd name="connsiteY9" fmla="*/ 0 h 880211"/>
                  <a:gd name="connsiteX0" fmla="*/ 272414 w 684831"/>
                  <a:gd name="connsiteY0" fmla="*/ 0 h 880211"/>
                  <a:gd name="connsiteX1" fmla="*/ 665320 w 684831"/>
                  <a:gd name="connsiteY1" fmla="*/ 395217 h 880211"/>
                  <a:gd name="connsiteX2" fmla="*/ 681989 w 684831"/>
                  <a:gd name="connsiteY2" fmla="*/ 735736 h 880211"/>
                  <a:gd name="connsiteX3" fmla="*/ 486726 w 684831"/>
                  <a:gd name="connsiteY3" fmla="*/ 842892 h 880211"/>
                  <a:gd name="connsiteX4" fmla="*/ 412723 w 684831"/>
                  <a:gd name="connsiteY4" fmla="*/ 880211 h 880211"/>
                  <a:gd name="connsiteX5" fmla="*/ 413296 w 684831"/>
                  <a:gd name="connsiteY5" fmla="*/ 837872 h 880211"/>
                  <a:gd name="connsiteX6" fmla="*/ 386714 w 684831"/>
                  <a:gd name="connsiteY6" fmla="*/ 540471 h 880211"/>
                  <a:gd name="connsiteX7" fmla="*/ 85783 w 684831"/>
                  <a:gd name="connsiteY7" fmla="*/ 214817 h 880211"/>
                  <a:gd name="connsiteX8" fmla="*/ 0 w 684831"/>
                  <a:gd name="connsiteY8" fmla="*/ 114179 h 880211"/>
                  <a:gd name="connsiteX9" fmla="*/ 272414 w 684831"/>
                  <a:gd name="connsiteY9" fmla="*/ 0 h 880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4831" h="880211">
                    <a:moveTo>
                      <a:pt x="272414" y="0"/>
                    </a:moveTo>
                    <a:cubicBezTo>
                      <a:pt x="364491" y="13892"/>
                      <a:pt x="606583" y="321398"/>
                      <a:pt x="665320" y="395217"/>
                    </a:cubicBezTo>
                    <a:cubicBezTo>
                      <a:pt x="681196" y="469037"/>
                      <a:pt x="689607" y="717073"/>
                      <a:pt x="681989" y="735736"/>
                    </a:cubicBezTo>
                    <a:cubicBezTo>
                      <a:pt x="629925" y="767930"/>
                      <a:pt x="578007" y="794474"/>
                      <a:pt x="486726" y="842892"/>
                    </a:cubicBezTo>
                    <a:lnTo>
                      <a:pt x="412723" y="880211"/>
                    </a:lnTo>
                    <a:cubicBezTo>
                      <a:pt x="412120" y="862129"/>
                      <a:pt x="413899" y="855954"/>
                      <a:pt x="413296" y="837872"/>
                    </a:cubicBezTo>
                    <a:cubicBezTo>
                      <a:pt x="408158" y="706378"/>
                      <a:pt x="399563" y="627983"/>
                      <a:pt x="386714" y="540471"/>
                    </a:cubicBezTo>
                    <a:cubicBezTo>
                      <a:pt x="323909" y="449388"/>
                      <a:pt x="200158" y="327275"/>
                      <a:pt x="85783" y="214817"/>
                    </a:cubicBezTo>
                    <a:lnTo>
                      <a:pt x="0" y="114179"/>
                    </a:lnTo>
                    <a:lnTo>
                      <a:pt x="27241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908E8F"/>
                  </a:gs>
                  <a:gs pos="100000">
                    <a:srgbClr val="908E8F"/>
                  </a:gs>
                  <a:gs pos="65000">
                    <a:srgbClr val="C1BFC0"/>
                  </a:gs>
                  <a:gs pos="57000">
                    <a:srgbClr val="E3E1E2"/>
                  </a:gs>
                </a:gsLst>
                <a:lin ang="3900000" scaled="0"/>
                <a:tileRect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任意多边形 3"/>
              <p:cNvSpPr/>
              <p:nvPr/>
            </p:nvSpPr>
            <p:spPr>
              <a:xfrm>
                <a:off x="1216453" y="2364953"/>
                <a:ext cx="733176" cy="876410"/>
              </a:xfrm>
              <a:custGeom>
                <a:avLst/>
                <a:gdLst>
                  <a:gd name="connsiteX0" fmla="*/ 287354 w 724484"/>
                  <a:gd name="connsiteY0" fmla="*/ 0 h 868866"/>
                  <a:gd name="connsiteX1" fmla="*/ 339010 w 724484"/>
                  <a:gd name="connsiteY1" fmla="*/ 44946 h 868866"/>
                  <a:gd name="connsiteX2" fmla="*/ 702060 w 724484"/>
                  <a:gd name="connsiteY2" fmla="*/ 429255 h 868866"/>
                  <a:gd name="connsiteX3" fmla="*/ 720227 w 724484"/>
                  <a:gd name="connsiteY3" fmla="*/ 755680 h 868866"/>
                  <a:gd name="connsiteX4" fmla="*/ 724484 w 724484"/>
                  <a:gd name="connsiteY4" fmla="*/ 786058 h 868866"/>
                  <a:gd name="connsiteX5" fmla="*/ 635267 w 724484"/>
                  <a:gd name="connsiteY5" fmla="*/ 823661 h 868866"/>
                  <a:gd name="connsiteX6" fmla="*/ 544898 w 724484"/>
                  <a:gd name="connsiteY6" fmla="*/ 857882 h 868866"/>
                  <a:gd name="connsiteX7" fmla="*/ 371860 w 724484"/>
                  <a:gd name="connsiteY7" fmla="*/ 863439 h 868866"/>
                  <a:gd name="connsiteX8" fmla="*/ 9117 w 724484"/>
                  <a:gd name="connsiteY8" fmla="*/ 553083 h 868866"/>
                  <a:gd name="connsiteX9" fmla="*/ 4355 w 724484"/>
                  <a:gd name="connsiteY9" fmla="*/ 341150 h 868866"/>
                  <a:gd name="connsiteX10" fmla="*/ 54360 w 724484"/>
                  <a:gd name="connsiteY10" fmla="*/ 114932 h 868866"/>
                  <a:gd name="connsiteX11" fmla="*/ 222051 w 724484"/>
                  <a:gd name="connsiteY11" fmla="*/ 31086 h 868866"/>
                  <a:gd name="connsiteX12" fmla="*/ 287354 w 724484"/>
                  <a:gd name="connsiteY12" fmla="*/ 0 h 868866"/>
                  <a:gd name="connsiteX0" fmla="*/ 287354 w 726865"/>
                  <a:gd name="connsiteY0" fmla="*/ 0 h 868866"/>
                  <a:gd name="connsiteX1" fmla="*/ 339010 w 726865"/>
                  <a:gd name="connsiteY1" fmla="*/ 44946 h 868866"/>
                  <a:gd name="connsiteX2" fmla="*/ 702060 w 726865"/>
                  <a:gd name="connsiteY2" fmla="*/ 429255 h 868866"/>
                  <a:gd name="connsiteX3" fmla="*/ 720227 w 726865"/>
                  <a:gd name="connsiteY3" fmla="*/ 755680 h 868866"/>
                  <a:gd name="connsiteX4" fmla="*/ 726865 w 726865"/>
                  <a:gd name="connsiteY4" fmla="*/ 778914 h 868866"/>
                  <a:gd name="connsiteX5" fmla="*/ 635267 w 726865"/>
                  <a:gd name="connsiteY5" fmla="*/ 823661 h 868866"/>
                  <a:gd name="connsiteX6" fmla="*/ 544898 w 726865"/>
                  <a:gd name="connsiteY6" fmla="*/ 857882 h 868866"/>
                  <a:gd name="connsiteX7" fmla="*/ 371860 w 726865"/>
                  <a:gd name="connsiteY7" fmla="*/ 863439 h 868866"/>
                  <a:gd name="connsiteX8" fmla="*/ 9117 w 726865"/>
                  <a:gd name="connsiteY8" fmla="*/ 553083 h 868866"/>
                  <a:gd name="connsiteX9" fmla="*/ 4355 w 726865"/>
                  <a:gd name="connsiteY9" fmla="*/ 341150 h 868866"/>
                  <a:gd name="connsiteX10" fmla="*/ 54360 w 726865"/>
                  <a:gd name="connsiteY10" fmla="*/ 114932 h 868866"/>
                  <a:gd name="connsiteX11" fmla="*/ 222051 w 726865"/>
                  <a:gd name="connsiteY11" fmla="*/ 31086 h 868866"/>
                  <a:gd name="connsiteX12" fmla="*/ 287354 w 726865"/>
                  <a:gd name="connsiteY12" fmla="*/ 0 h 868866"/>
                  <a:gd name="connsiteX0" fmla="*/ 287354 w 726865"/>
                  <a:gd name="connsiteY0" fmla="*/ 0 h 868866"/>
                  <a:gd name="connsiteX1" fmla="*/ 339010 w 726865"/>
                  <a:gd name="connsiteY1" fmla="*/ 44946 h 868866"/>
                  <a:gd name="connsiteX2" fmla="*/ 702060 w 726865"/>
                  <a:gd name="connsiteY2" fmla="*/ 429255 h 868866"/>
                  <a:gd name="connsiteX3" fmla="*/ 717846 w 726865"/>
                  <a:gd name="connsiteY3" fmla="*/ 729487 h 868866"/>
                  <a:gd name="connsiteX4" fmla="*/ 726865 w 726865"/>
                  <a:gd name="connsiteY4" fmla="*/ 778914 h 868866"/>
                  <a:gd name="connsiteX5" fmla="*/ 635267 w 726865"/>
                  <a:gd name="connsiteY5" fmla="*/ 823661 h 868866"/>
                  <a:gd name="connsiteX6" fmla="*/ 544898 w 726865"/>
                  <a:gd name="connsiteY6" fmla="*/ 857882 h 868866"/>
                  <a:gd name="connsiteX7" fmla="*/ 371860 w 726865"/>
                  <a:gd name="connsiteY7" fmla="*/ 863439 h 868866"/>
                  <a:gd name="connsiteX8" fmla="*/ 9117 w 726865"/>
                  <a:gd name="connsiteY8" fmla="*/ 553083 h 868866"/>
                  <a:gd name="connsiteX9" fmla="*/ 4355 w 726865"/>
                  <a:gd name="connsiteY9" fmla="*/ 341150 h 868866"/>
                  <a:gd name="connsiteX10" fmla="*/ 54360 w 726865"/>
                  <a:gd name="connsiteY10" fmla="*/ 114932 h 868866"/>
                  <a:gd name="connsiteX11" fmla="*/ 222051 w 726865"/>
                  <a:gd name="connsiteY11" fmla="*/ 31086 h 868866"/>
                  <a:gd name="connsiteX12" fmla="*/ 287354 w 726865"/>
                  <a:gd name="connsiteY12" fmla="*/ 0 h 868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26865" h="868866">
                    <a:moveTo>
                      <a:pt x="287354" y="0"/>
                    </a:moveTo>
                    <a:lnTo>
                      <a:pt x="339010" y="44946"/>
                    </a:lnTo>
                    <a:cubicBezTo>
                      <a:pt x="472561" y="161731"/>
                      <a:pt x="655526" y="327854"/>
                      <a:pt x="702060" y="429255"/>
                    </a:cubicBezTo>
                    <a:cubicBezTo>
                      <a:pt x="715256" y="501486"/>
                      <a:pt x="707233" y="627440"/>
                      <a:pt x="717846" y="729487"/>
                    </a:cubicBezTo>
                    <a:lnTo>
                      <a:pt x="726865" y="778914"/>
                    </a:lnTo>
                    <a:cubicBezTo>
                      <a:pt x="697126" y="791448"/>
                      <a:pt x="665006" y="811127"/>
                      <a:pt x="635267" y="823661"/>
                    </a:cubicBezTo>
                    <a:cubicBezTo>
                      <a:pt x="599977" y="837939"/>
                      <a:pt x="569256" y="849647"/>
                      <a:pt x="544898" y="857882"/>
                    </a:cubicBezTo>
                    <a:cubicBezTo>
                      <a:pt x="485763" y="859470"/>
                      <a:pt x="500845" y="877727"/>
                      <a:pt x="371860" y="863439"/>
                    </a:cubicBezTo>
                    <a:cubicBezTo>
                      <a:pt x="319076" y="827720"/>
                      <a:pt x="74204" y="637220"/>
                      <a:pt x="9117" y="553083"/>
                    </a:cubicBezTo>
                    <a:cubicBezTo>
                      <a:pt x="-5964" y="454658"/>
                      <a:pt x="1577" y="414175"/>
                      <a:pt x="4355" y="341150"/>
                    </a:cubicBezTo>
                    <a:cubicBezTo>
                      <a:pt x="7133" y="268125"/>
                      <a:pt x="-11520" y="139935"/>
                      <a:pt x="54360" y="114932"/>
                    </a:cubicBezTo>
                    <a:cubicBezTo>
                      <a:pt x="93948" y="93724"/>
                      <a:pt x="152037" y="64745"/>
                      <a:pt x="222051" y="31086"/>
                    </a:cubicBezTo>
                    <a:lnTo>
                      <a:pt x="287354" y="0"/>
                    </a:lnTo>
                    <a:close/>
                  </a:path>
                </a:pathLst>
              </a:custGeom>
              <a:gradFill flip="none" rotWithShape="1">
                <a:gsLst>
                  <a:gs pos="92661">
                    <a:srgbClr val="959394"/>
                  </a:gs>
                  <a:gs pos="11000">
                    <a:srgbClr val="FDF7F9">
                      <a:lumMod val="100000"/>
                    </a:srgbClr>
                  </a:gs>
                  <a:gs pos="5000">
                    <a:srgbClr val="CAC8C9"/>
                  </a:gs>
                </a:gsLst>
                <a:lin ang="18600000" scaled="0"/>
                <a:tileRect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多边形 4"/>
              <p:cNvSpPr/>
              <p:nvPr/>
            </p:nvSpPr>
            <p:spPr>
              <a:xfrm>
                <a:off x="1219922" y="2571840"/>
                <a:ext cx="728159" cy="666666"/>
              </a:xfrm>
              <a:custGeom>
                <a:avLst/>
                <a:gdLst>
                  <a:gd name="connsiteX0" fmla="*/ 7466 w 726865"/>
                  <a:gd name="connsiteY0" fmla="*/ 0 h 666666"/>
                  <a:gd name="connsiteX1" fmla="*/ 9117 w 726865"/>
                  <a:gd name="connsiteY1" fmla="*/ 14177 h 666666"/>
                  <a:gd name="connsiteX2" fmla="*/ 371860 w 726865"/>
                  <a:gd name="connsiteY2" fmla="*/ 324533 h 666666"/>
                  <a:gd name="connsiteX3" fmla="*/ 544898 w 726865"/>
                  <a:gd name="connsiteY3" fmla="*/ 318976 h 666666"/>
                  <a:gd name="connsiteX4" fmla="*/ 635267 w 726865"/>
                  <a:gd name="connsiteY4" fmla="*/ 284755 h 666666"/>
                  <a:gd name="connsiteX5" fmla="*/ 704536 w 726865"/>
                  <a:gd name="connsiteY5" fmla="*/ 250916 h 666666"/>
                  <a:gd name="connsiteX6" fmla="*/ 708601 w 726865"/>
                  <a:gd name="connsiteY6" fmla="*/ 290089 h 666666"/>
                  <a:gd name="connsiteX7" fmla="*/ 717846 w 726865"/>
                  <a:gd name="connsiteY7" fmla="*/ 527287 h 666666"/>
                  <a:gd name="connsiteX8" fmla="*/ 726865 w 726865"/>
                  <a:gd name="connsiteY8" fmla="*/ 576714 h 666666"/>
                  <a:gd name="connsiteX9" fmla="*/ 635267 w 726865"/>
                  <a:gd name="connsiteY9" fmla="*/ 621461 h 666666"/>
                  <a:gd name="connsiteX10" fmla="*/ 544898 w 726865"/>
                  <a:gd name="connsiteY10" fmla="*/ 655682 h 666666"/>
                  <a:gd name="connsiteX11" fmla="*/ 371860 w 726865"/>
                  <a:gd name="connsiteY11" fmla="*/ 661239 h 666666"/>
                  <a:gd name="connsiteX12" fmla="*/ 9117 w 726865"/>
                  <a:gd name="connsiteY12" fmla="*/ 350883 h 666666"/>
                  <a:gd name="connsiteX13" fmla="*/ 4355 w 726865"/>
                  <a:gd name="connsiteY13" fmla="*/ 138950 h 666666"/>
                  <a:gd name="connsiteX14" fmla="*/ 5695 w 726865"/>
                  <a:gd name="connsiteY14" fmla="*/ 7833 h 666666"/>
                  <a:gd name="connsiteX0" fmla="*/ 7466 w 731628"/>
                  <a:gd name="connsiteY0" fmla="*/ 0 h 666666"/>
                  <a:gd name="connsiteX1" fmla="*/ 9117 w 731628"/>
                  <a:gd name="connsiteY1" fmla="*/ 14177 h 666666"/>
                  <a:gd name="connsiteX2" fmla="*/ 371860 w 731628"/>
                  <a:gd name="connsiteY2" fmla="*/ 324533 h 666666"/>
                  <a:gd name="connsiteX3" fmla="*/ 544898 w 731628"/>
                  <a:gd name="connsiteY3" fmla="*/ 318976 h 666666"/>
                  <a:gd name="connsiteX4" fmla="*/ 635267 w 731628"/>
                  <a:gd name="connsiteY4" fmla="*/ 284755 h 666666"/>
                  <a:gd name="connsiteX5" fmla="*/ 704536 w 731628"/>
                  <a:gd name="connsiteY5" fmla="*/ 250916 h 666666"/>
                  <a:gd name="connsiteX6" fmla="*/ 708601 w 731628"/>
                  <a:gd name="connsiteY6" fmla="*/ 290089 h 666666"/>
                  <a:gd name="connsiteX7" fmla="*/ 717846 w 731628"/>
                  <a:gd name="connsiteY7" fmla="*/ 527287 h 666666"/>
                  <a:gd name="connsiteX8" fmla="*/ 731628 w 731628"/>
                  <a:gd name="connsiteY8" fmla="*/ 581476 h 666666"/>
                  <a:gd name="connsiteX9" fmla="*/ 635267 w 731628"/>
                  <a:gd name="connsiteY9" fmla="*/ 621461 h 666666"/>
                  <a:gd name="connsiteX10" fmla="*/ 544898 w 731628"/>
                  <a:gd name="connsiteY10" fmla="*/ 655682 h 666666"/>
                  <a:gd name="connsiteX11" fmla="*/ 371860 w 731628"/>
                  <a:gd name="connsiteY11" fmla="*/ 661239 h 666666"/>
                  <a:gd name="connsiteX12" fmla="*/ 9117 w 731628"/>
                  <a:gd name="connsiteY12" fmla="*/ 350883 h 666666"/>
                  <a:gd name="connsiteX13" fmla="*/ 4355 w 731628"/>
                  <a:gd name="connsiteY13" fmla="*/ 138950 h 666666"/>
                  <a:gd name="connsiteX14" fmla="*/ 5695 w 731628"/>
                  <a:gd name="connsiteY14" fmla="*/ 7833 h 666666"/>
                  <a:gd name="connsiteX15" fmla="*/ 7466 w 731628"/>
                  <a:gd name="connsiteY15" fmla="*/ 0 h 666666"/>
                  <a:gd name="connsiteX0" fmla="*/ 3997 w 728159"/>
                  <a:gd name="connsiteY0" fmla="*/ 0 h 666666"/>
                  <a:gd name="connsiteX1" fmla="*/ 5648 w 728159"/>
                  <a:gd name="connsiteY1" fmla="*/ 14177 h 666666"/>
                  <a:gd name="connsiteX2" fmla="*/ 368391 w 728159"/>
                  <a:gd name="connsiteY2" fmla="*/ 324533 h 666666"/>
                  <a:gd name="connsiteX3" fmla="*/ 541429 w 728159"/>
                  <a:gd name="connsiteY3" fmla="*/ 318976 h 666666"/>
                  <a:gd name="connsiteX4" fmla="*/ 631798 w 728159"/>
                  <a:gd name="connsiteY4" fmla="*/ 284755 h 666666"/>
                  <a:gd name="connsiteX5" fmla="*/ 701067 w 728159"/>
                  <a:gd name="connsiteY5" fmla="*/ 250916 h 666666"/>
                  <a:gd name="connsiteX6" fmla="*/ 705132 w 728159"/>
                  <a:gd name="connsiteY6" fmla="*/ 290089 h 666666"/>
                  <a:gd name="connsiteX7" fmla="*/ 714377 w 728159"/>
                  <a:gd name="connsiteY7" fmla="*/ 527287 h 666666"/>
                  <a:gd name="connsiteX8" fmla="*/ 728159 w 728159"/>
                  <a:gd name="connsiteY8" fmla="*/ 581476 h 666666"/>
                  <a:gd name="connsiteX9" fmla="*/ 631798 w 728159"/>
                  <a:gd name="connsiteY9" fmla="*/ 621461 h 666666"/>
                  <a:gd name="connsiteX10" fmla="*/ 541429 w 728159"/>
                  <a:gd name="connsiteY10" fmla="*/ 655682 h 666666"/>
                  <a:gd name="connsiteX11" fmla="*/ 368391 w 728159"/>
                  <a:gd name="connsiteY11" fmla="*/ 661239 h 666666"/>
                  <a:gd name="connsiteX12" fmla="*/ 5648 w 728159"/>
                  <a:gd name="connsiteY12" fmla="*/ 350883 h 666666"/>
                  <a:gd name="connsiteX13" fmla="*/ 886 w 728159"/>
                  <a:gd name="connsiteY13" fmla="*/ 138950 h 666666"/>
                  <a:gd name="connsiteX14" fmla="*/ 2226 w 728159"/>
                  <a:gd name="connsiteY14" fmla="*/ 7833 h 666666"/>
                  <a:gd name="connsiteX15" fmla="*/ 3997 w 728159"/>
                  <a:gd name="connsiteY15" fmla="*/ 0 h 666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28159" h="666666">
                    <a:moveTo>
                      <a:pt x="3997" y="0"/>
                    </a:moveTo>
                    <a:lnTo>
                      <a:pt x="5648" y="14177"/>
                    </a:lnTo>
                    <a:cubicBezTo>
                      <a:pt x="70735" y="98314"/>
                      <a:pt x="315607" y="288814"/>
                      <a:pt x="368391" y="324533"/>
                    </a:cubicBezTo>
                    <a:cubicBezTo>
                      <a:pt x="497376" y="338821"/>
                      <a:pt x="482294" y="320564"/>
                      <a:pt x="541429" y="318976"/>
                    </a:cubicBezTo>
                    <a:cubicBezTo>
                      <a:pt x="565787" y="310741"/>
                      <a:pt x="596508" y="299033"/>
                      <a:pt x="631798" y="284755"/>
                    </a:cubicBezTo>
                    <a:lnTo>
                      <a:pt x="701067" y="250916"/>
                    </a:lnTo>
                    <a:lnTo>
                      <a:pt x="705132" y="290089"/>
                    </a:lnTo>
                    <a:cubicBezTo>
                      <a:pt x="708940" y="360769"/>
                      <a:pt x="706417" y="450752"/>
                      <a:pt x="714377" y="527287"/>
                    </a:cubicBezTo>
                    <a:cubicBezTo>
                      <a:pt x="717383" y="543763"/>
                      <a:pt x="725153" y="565000"/>
                      <a:pt x="728159" y="581476"/>
                    </a:cubicBezTo>
                    <a:lnTo>
                      <a:pt x="631798" y="621461"/>
                    </a:lnTo>
                    <a:cubicBezTo>
                      <a:pt x="600676" y="633829"/>
                      <a:pt x="565787" y="647447"/>
                      <a:pt x="541429" y="655682"/>
                    </a:cubicBezTo>
                    <a:cubicBezTo>
                      <a:pt x="482294" y="657270"/>
                      <a:pt x="497376" y="675527"/>
                      <a:pt x="368391" y="661239"/>
                    </a:cubicBezTo>
                    <a:cubicBezTo>
                      <a:pt x="315607" y="625520"/>
                      <a:pt x="70735" y="435020"/>
                      <a:pt x="5648" y="350883"/>
                    </a:cubicBezTo>
                    <a:cubicBezTo>
                      <a:pt x="2473" y="250077"/>
                      <a:pt x="-1892" y="211975"/>
                      <a:pt x="886" y="138950"/>
                    </a:cubicBezTo>
                    <a:cubicBezTo>
                      <a:pt x="2275" y="102438"/>
                      <a:pt x="-1693" y="52134"/>
                      <a:pt x="2226" y="7833"/>
                    </a:cubicBezTo>
                    <a:lnTo>
                      <a:pt x="3997" y="0"/>
                    </a:lnTo>
                    <a:close/>
                  </a:path>
                </a:pathLst>
              </a:custGeom>
              <a:gradFill flip="none" rotWithShape="1">
                <a:gsLst>
                  <a:gs pos="59000">
                    <a:srgbClr val="DEDCDD"/>
                  </a:gs>
                  <a:gs pos="95000">
                    <a:srgbClr val="908E8F"/>
                  </a:gs>
                  <a:gs pos="8000">
                    <a:srgbClr val="908E8F"/>
                  </a:gs>
                </a:gsLst>
                <a:lin ang="0" scaled="0"/>
                <a:tileRect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任意多边形 5"/>
              <p:cNvSpPr/>
              <p:nvPr/>
            </p:nvSpPr>
            <p:spPr>
              <a:xfrm>
                <a:off x="1506797" y="2051271"/>
                <a:ext cx="1116099" cy="1106267"/>
              </a:xfrm>
              <a:custGeom>
                <a:avLst/>
                <a:gdLst>
                  <a:gd name="connsiteX0" fmla="*/ 5382 w 1181983"/>
                  <a:gd name="connsiteY0" fmla="*/ 317806 h 1099674"/>
                  <a:gd name="connsiteX1" fmla="*/ 386382 w 1181983"/>
                  <a:gd name="connsiteY1" fmla="*/ 674993 h 1099674"/>
                  <a:gd name="connsiteX2" fmla="*/ 438770 w 1181983"/>
                  <a:gd name="connsiteY2" fmla="*/ 1098856 h 1099674"/>
                  <a:gd name="connsiteX3" fmla="*/ 1124570 w 1181983"/>
                  <a:gd name="connsiteY3" fmla="*/ 772625 h 1099674"/>
                  <a:gd name="connsiteX4" fmla="*/ 1095995 w 1181983"/>
                  <a:gd name="connsiteY4" fmla="*/ 427343 h 1099674"/>
                  <a:gd name="connsiteX5" fmla="*/ 707851 w 1181983"/>
                  <a:gd name="connsiteY5" fmla="*/ 1100 h 1099674"/>
                  <a:gd name="connsiteX6" fmla="*/ 5382 w 1181983"/>
                  <a:gd name="connsiteY6" fmla="*/ 317806 h 1099674"/>
                  <a:gd name="connsiteX0" fmla="*/ 5382 w 1181983"/>
                  <a:gd name="connsiteY0" fmla="*/ 317806 h 1099674"/>
                  <a:gd name="connsiteX1" fmla="*/ 386382 w 1181983"/>
                  <a:gd name="connsiteY1" fmla="*/ 674993 h 1099674"/>
                  <a:gd name="connsiteX2" fmla="*/ 438770 w 1181983"/>
                  <a:gd name="connsiteY2" fmla="*/ 1098856 h 1099674"/>
                  <a:gd name="connsiteX3" fmla="*/ 1124570 w 1181983"/>
                  <a:gd name="connsiteY3" fmla="*/ 772625 h 1099674"/>
                  <a:gd name="connsiteX4" fmla="*/ 1095995 w 1181983"/>
                  <a:gd name="connsiteY4" fmla="*/ 427343 h 1099674"/>
                  <a:gd name="connsiteX5" fmla="*/ 707851 w 1181983"/>
                  <a:gd name="connsiteY5" fmla="*/ 1100 h 1099674"/>
                  <a:gd name="connsiteX6" fmla="*/ 5382 w 1181983"/>
                  <a:gd name="connsiteY6" fmla="*/ 317806 h 1099674"/>
                  <a:gd name="connsiteX0" fmla="*/ 5382 w 1181983"/>
                  <a:gd name="connsiteY0" fmla="*/ 317806 h 1099674"/>
                  <a:gd name="connsiteX1" fmla="*/ 386382 w 1181983"/>
                  <a:gd name="connsiteY1" fmla="*/ 674993 h 1099674"/>
                  <a:gd name="connsiteX2" fmla="*/ 438770 w 1181983"/>
                  <a:gd name="connsiteY2" fmla="*/ 1098856 h 1099674"/>
                  <a:gd name="connsiteX3" fmla="*/ 1124570 w 1181983"/>
                  <a:gd name="connsiteY3" fmla="*/ 772625 h 1099674"/>
                  <a:gd name="connsiteX4" fmla="*/ 1095995 w 1181983"/>
                  <a:gd name="connsiteY4" fmla="*/ 427343 h 1099674"/>
                  <a:gd name="connsiteX5" fmla="*/ 707851 w 1181983"/>
                  <a:gd name="connsiteY5" fmla="*/ 1100 h 1099674"/>
                  <a:gd name="connsiteX6" fmla="*/ 5382 w 1181983"/>
                  <a:gd name="connsiteY6" fmla="*/ 317806 h 1099674"/>
                  <a:gd name="connsiteX0" fmla="*/ 5382 w 1181983"/>
                  <a:gd name="connsiteY0" fmla="*/ 317806 h 1099674"/>
                  <a:gd name="connsiteX1" fmla="*/ 386382 w 1181983"/>
                  <a:gd name="connsiteY1" fmla="*/ 674993 h 1099674"/>
                  <a:gd name="connsiteX2" fmla="*/ 438770 w 1181983"/>
                  <a:gd name="connsiteY2" fmla="*/ 1098856 h 1099674"/>
                  <a:gd name="connsiteX3" fmla="*/ 1124570 w 1181983"/>
                  <a:gd name="connsiteY3" fmla="*/ 772625 h 1099674"/>
                  <a:gd name="connsiteX4" fmla="*/ 1095995 w 1181983"/>
                  <a:gd name="connsiteY4" fmla="*/ 427343 h 1099674"/>
                  <a:gd name="connsiteX5" fmla="*/ 707851 w 1181983"/>
                  <a:gd name="connsiteY5" fmla="*/ 1100 h 1099674"/>
                  <a:gd name="connsiteX6" fmla="*/ 5382 w 1181983"/>
                  <a:gd name="connsiteY6" fmla="*/ 317806 h 1099674"/>
                  <a:gd name="connsiteX0" fmla="*/ 5382 w 1181983"/>
                  <a:gd name="connsiteY0" fmla="*/ 317806 h 1099674"/>
                  <a:gd name="connsiteX1" fmla="*/ 386382 w 1181983"/>
                  <a:gd name="connsiteY1" fmla="*/ 674993 h 1099674"/>
                  <a:gd name="connsiteX2" fmla="*/ 438770 w 1181983"/>
                  <a:gd name="connsiteY2" fmla="*/ 1098856 h 1099674"/>
                  <a:gd name="connsiteX3" fmla="*/ 1124570 w 1181983"/>
                  <a:gd name="connsiteY3" fmla="*/ 772625 h 1099674"/>
                  <a:gd name="connsiteX4" fmla="*/ 1095995 w 1181983"/>
                  <a:gd name="connsiteY4" fmla="*/ 427343 h 1099674"/>
                  <a:gd name="connsiteX5" fmla="*/ 707851 w 1181983"/>
                  <a:gd name="connsiteY5" fmla="*/ 1100 h 1099674"/>
                  <a:gd name="connsiteX6" fmla="*/ 5382 w 1181983"/>
                  <a:gd name="connsiteY6" fmla="*/ 317806 h 1099674"/>
                  <a:gd name="connsiteX0" fmla="*/ 5382 w 1181983"/>
                  <a:gd name="connsiteY0" fmla="*/ 317806 h 1099674"/>
                  <a:gd name="connsiteX1" fmla="*/ 386382 w 1181983"/>
                  <a:gd name="connsiteY1" fmla="*/ 674993 h 1099674"/>
                  <a:gd name="connsiteX2" fmla="*/ 438770 w 1181983"/>
                  <a:gd name="connsiteY2" fmla="*/ 1098856 h 1099674"/>
                  <a:gd name="connsiteX3" fmla="*/ 1124570 w 1181983"/>
                  <a:gd name="connsiteY3" fmla="*/ 772625 h 1099674"/>
                  <a:gd name="connsiteX4" fmla="*/ 1095995 w 1181983"/>
                  <a:gd name="connsiteY4" fmla="*/ 427343 h 1099674"/>
                  <a:gd name="connsiteX5" fmla="*/ 707851 w 1181983"/>
                  <a:gd name="connsiteY5" fmla="*/ 1100 h 1099674"/>
                  <a:gd name="connsiteX6" fmla="*/ 5382 w 1181983"/>
                  <a:gd name="connsiteY6" fmla="*/ 317806 h 1099674"/>
                  <a:gd name="connsiteX0" fmla="*/ 5382 w 1181983"/>
                  <a:gd name="connsiteY0" fmla="*/ 317582 h 1099450"/>
                  <a:gd name="connsiteX1" fmla="*/ 386382 w 1181983"/>
                  <a:gd name="connsiteY1" fmla="*/ 674769 h 1099450"/>
                  <a:gd name="connsiteX2" fmla="*/ 438770 w 1181983"/>
                  <a:gd name="connsiteY2" fmla="*/ 1098632 h 1099450"/>
                  <a:gd name="connsiteX3" fmla="*/ 1124570 w 1181983"/>
                  <a:gd name="connsiteY3" fmla="*/ 772401 h 1099450"/>
                  <a:gd name="connsiteX4" fmla="*/ 1095995 w 1181983"/>
                  <a:gd name="connsiteY4" fmla="*/ 427119 h 1099450"/>
                  <a:gd name="connsiteX5" fmla="*/ 707851 w 1181983"/>
                  <a:gd name="connsiteY5" fmla="*/ 876 h 1099450"/>
                  <a:gd name="connsiteX6" fmla="*/ 5382 w 1181983"/>
                  <a:gd name="connsiteY6" fmla="*/ 317582 h 1099450"/>
                  <a:gd name="connsiteX0" fmla="*/ 0 w 1176601"/>
                  <a:gd name="connsiteY0" fmla="*/ 317582 h 1099450"/>
                  <a:gd name="connsiteX1" fmla="*/ 381000 w 1176601"/>
                  <a:gd name="connsiteY1" fmla="*/ 674769 h 1099450"/>
                  <a:gd name="connsiteX2" fmla="*/ 433388 w 1176601"/>
                  <a:gd name="connsiteY2" fmla="*/ 1098632 h 1099450"/>
                  <a:gd name="connsiteX3" fmla="*/ 1119188 w 1176601"/>
                  <a:gd name="connsiteY3" fmla="*/ 772401 h 1099450"/>
                  <a:gd name="connsiteX4" fmla="*/ 1090613 w 1176601"/>
                  <a:gd name="connsiteY4" fmla="*/ 427119 h 1099450"/>
                  <a:gd name="connsiteX5" fmla="*/ 702469 w 1176601"/>
                  <a:gd name="connsiteY5" fmla="*/ 876 h 1099450"/>
                  <a:gd name="connsiteX6" fmla="*/ 0 w 1176601"/>
                  <a:gd name="connsiteY6" fmla="*/ 317582 h 1099450"/>
                  <a:gd name="connsiteX0" fmla="*/ 0 w 1176601"/>
                  <a:gd name="connsiteY0" fmla="*/ 317582 h 1099450"/>
                  <a:gd name="connsiteX1" fmla="*/ 404812 w 1176601"/>
                  <a:gd name="connsiteY1" fmla="*/ 703344 h 1099450"/>
                  <a:gd name="connsiteX2" fmla="*/ 433388 w 1176601"/>
                  <a:gd name="connsiteY2" fmla="*/ 1098632 h 1099450"/>
                  <a:gd name="connsiteX3" fmla="*/ 1119188 w 1176601"/>
                  <a:gd name="connsiteY3" fmla="*/ 772401 h 1099450"/>
                  <a:gd name="connsiteX4" fmla="*/ 1090613 w 1176601"/>
                  <a:gd name="connsiteY4" fmla="*/ 427119 h 1099450"/>
                  <a:gd name="connsiteX5" fmla="*/ 702469 w 1176601"/>
                  <a:gd name="connsiteY5" fmla="*/ 876 h 1099450"/>
                  <a:gd name="connsiteX6" fmla="*/ 0 w 1176601"/>
                  <a:gd name="connsiteY6" fmla="*/ 317582 h 1099450"/>
                  <a:gd name="connsiteX0" fmla="*/ 0 w 1176601"/>
                  <a:gd name="connsiteY0" fmla="*/ 317582 h 1099450"/>
                  <a:gd name="connsiteX1" fmla="*/ 404812 w 1176601"/>
                  <a:gd name="connsiteY1" fmla="*/ 703344 h 1099450"/>
                  <a:gd name="connsiteX2" fmla="*/ 433388 w 1176601"/>
                  <a:gd name="connsiteY2" fmla="*/ 1098632 h 1099450"/>
                  <a:gd name="connsiteX3" fmla="*/ 1119188 w 1176601"/>
                  <a:gd name="connsiteY3" fmla="*/ 772401 h 1099450"/>
                  <a:gd name="connsiteX4" fmla="*/ 1090613 w 1176601"/>
                  <a:gd name="connsiteY4" fmla="*/ 427119 h 1099450"/>
                  <a:gd name="connsiteX5" fmla="*/ 702469 w 1176601"/>
                  <a:gd name="connsiteY5" fmla="*/ 876 h 1099450"/>
                  <a:gd name="connsiteX6" fmla="*/ 0 w 1176601"/>
                  <a:gd name="connsiteY6" fmla="*/ 317582 h 1099450"/>
                  <a:gd name="connsiteX0" fmla="*/ 0 w 1176601"/>
                  <a:gd name="connsiteY0" fmla="*/ 317582 h 1099450"/>
                  <a:gd name="connsiteX1" fmla="*/ 404812 w 1176601"/>
                  <a:gd name="connsiteY1" fmla="*/ 703344 h 1099450"/>
                  <a:gd name="connsiteX2" fmla="*/ 433388 w 1176601"/>
                  <a:gd name="connsiteY2" fmla="*/ 1098632 h 1099450"/>
                  <a:gd name="connsiteX3" fmla="*/ 1119188 w 1176601"/>
                  <a:gd name="connsiteY3" fmla="*/ 772401 h 1099450"/>
                  <a:gd name="connsiteX4" fmla="*/ 1090613 w 1176601"/>
                  <a:gd name="connsiteY4" fmla="*/ 427119 h 1099450"/>
                  <a:gd name="connsiteX5" fmla="*/ 702469 w 1176601"/>
                  <a:gd name="connsiteY5" fmla="*/ 876 h 1099450"/>
                  <a:gd name="connsiteX6" fmla="*/ 0 w 1176601"/>
                  <a:gd name="connsiteY6" fmla="*/ 317582 h 1099450"/>
                  <a:gd name="connsiteX0" fmla="*/ 0 w 1176601"/>
                  <a:gd name="connsiteY0" fmla="*/ 317582 h 1098632"/>
                  <a:gd name="connsiteX1" fmla="*/ 404812 w 1176601"/>
                  <a:gd name="connsiteY1" fmla="*/ 703344 h 1098632"/>
                  <a:gd name="connsiteX2" fmla="*/ 433388 w 1176601"/>
                  <a:gd name="connsiteY2" fmla="*/ 1098632 h 1098632"/>
                  <a:gd name="connsiteX3" fmla="*/ 1119188 w 1176601"/>
                  <a:gd name="connsiteY3" fmla="*/ 772401 h 1098632"/>
                  <a:gd name="connsiteX4" fmla="*/ 1090613 w 1176601"/>
                  <a:gd name="connsiteY4" fmla="*/ 427119 h 1098632"/>
                  <a:gd name="connsiteX5" fmla="*/ 702469 w 1176601"/>
                  <a:gd name="connsiteY5" fmla="*/ 876 h 1098632"/>
                  <a:gd name="connsiteX6" fmla="*/ 0 w 1176601"/>
                  <a:gd name="connsiteY6" fmla="*/ 317582 h 1098632"/>
                  <a:gd name="connsiteX0" fmla="*/ 0 w 1176601"/>
                  <a:gd name="connsiteY0" fmla="*/ 317582 h 1098632"/>
                  <a:gd name="connsiteX1" fmla="*/ 404812 w 1176601"/>
                  <a:gd name="connsiteY1" fmla="*/ 703344 h 1098632"/>
                  <a:gd name="connsiteX2" fmla="*/ 433388 w 1176601"/>
                  <a:gd name="connsiteY2" fmla="*/ 1098632 h 1098632"/>
                  <a:gd name="connsiteX3" fmla="*/ 1119188 w 1176601"/>
                  <a:gd name="connsiteY3" fmla="*/ 772401 h 1098632"/>
                  <a:gd name="connsiteX4" fmla="*/ 1090613 w 1176601"/>
                  <a:gd name="connsiteY4" fmla="*/ 427119 h 1098632"/>
                  <a:gd name="connsiteX5" fmla="*/ 702469 w 1176601"/>
                  <a:gd name="connsiteY5" fmla="*/ 876 h 1098632"/>
                  <a:gd name="connsiteX6" fmla="*/ 0 w 1176601"/>
                  <a:gd name="connsiteY6" fmla="*/ 317582 h 1098632"/>
                  <a:gd name="connsiteX0" fmla="*/ 0 w 1135410"/>
                  <a:gd name="connsiteY0" fmla="*/ 317582 h 1098632"/>
                  <a:gd name="connsiteX1" fmla="*/ 404812 w 1135410"/>
                  <a:gd name="connsiteY1" fmla="*/ 703344 h 1098632"/>
                  <a:gd name="connsiteX2" fmla="*/ 433388 w 1135410"/>
                  <a:gd name="connsiteY2" fmla="*/ 1098632 h 1098632"/>
                  <a:gd name="connsiteX3" fmla="*/ 1119188 w 1135410"/>
                  <a:gd name="connsiteY3" fmla="*/ 772401 h 1098632"/>
                  <a:gd name="connsiteX4" fmla="*/ 1090613 w 1135410"/>
                  <a:gd name="connsiteY4" fmla="*/ 427119 h 1098632"/>
                  <a:gd name="connsiteX5" fmla="*/ 702469 w 1135410"/>
                  <a:gd name="connsiteY5" fmla="*/ 876 h 1098632"/>
                  <a:gd name="connsiteX6" fmla="*/ 0 w 1135410"/>
                  <a:gd name="connsiteY6" fmla="*/ 317582 h 1098632"/>
                  <a:gd name="connsiteX0" fmla="*/ 0 w 1122435"/>
                  <a:gd name="connsiteY0" fmla="*/ 317582 h 1098632"/>
                  <a:gd name="connsiteX1" fmla="*/ 404812 w 1122435"/>
                  <a:gd name="connsiteY1" fmla="*/ 703344 h 1098632"/>
                  <a:gd name="connsiteX2" fmla="*/ 433388 w 1122435"/>
                  <a:gd name="connsiteY2" fmla="*/ 1098632 h 1098632"/>
                  <a:gd name="connsiteX3" fmla="*/ 1119188 w 1122435"/>
                  <a:gd name="connsiteY3" fmla="*/ 772401 h 1098632"/>
                  <a:gd name="connsiteX4" fmla="*/ 1090613 w 1122435"/>
                  <a:gd name="connsiteY4" fmla="*/ 427119 h 1098632"/>
                  <a:gd name="connsiteX5" fmla="*/ 702469 w 1122435"/>
                  <a:gd name="connsiteY5" fmla="*/ 876 h 1098632"/>
                  <a:gd name="connsiteX6" fmla="*/ 0 w 1122435"/>
                  <a:gd name="connsiteY6" fmla="*/ 317582 h 1098632"/>
                  <a:gd name="connsiteX0" fmla="*/ 0 w 1122435"/>
                  <a:gd name="connsiteY0" fmla="*/ 316706 h 1097756"/>
                  <a:gd name="connsiteX1" fmla="*/ 404812 w 1122435"/>
                  <a:gd name="connsiteY1" fmla="*/ 702468 h 1097756"/>
                  <a:gd name="connsiteX2" fmla="*/ 433388 w 1122435"/>
                  <a:gd name="connsiteY2" fmla="*/ 1097756 h 1097756"/>
                  <a:gd name="connsiteX3" fmla="*/ 1119188 w 1122435"/>
                  <a:gd name="connsiteY3" fmla="*/ 771525 h 1097756"/>
                  <a:gd name="connsiteX4" fmla="*/ 1090613 w 1122435"/>
                  <a:gd name="connsiteY4" fmla="*/ 426243 h 1097756"/>
                  <a:gd name="connsiteX5" fmla="*/ 702469 w 1122435"/>
                  <a:gd name="connsiteY5" fmla="*/ 0 h 1097756"/>
                  <a:gd name="connsiteX6" fmla="*/ 0 w 1122435"/>
                  <a:gd name="connsiteY6" fmla="*/ 316706 h 1097756"/>
                  <a:gd name="connsiteX0" fmla="*/ 0 w 1122435"/>
                  <a:gd name="connsiteY0" fmla="*/ 316706 h 1097756"/>
                  <a:gd name="connsiteX1" fmla="*/ 404812 w 1122435"/>
                  <a:gd name="connsiteY1" fmla="*/ 702468 h 1097756"/>
                  <a:gd name="connsiteX2" fmla="*/ 433388 w 1122435"/>
                  <a:gd name="connsiteY2" fmla="*/ 1097756 h 1097756"/>
                  <a:gd name="connsiteX3" fmla="*/ 1119188 w 1122435"/>
                  <a:gd name="connsiteY3" fmla="*/ 771525 h 1097756"/>
                  <a:gd name="connsiteX4" fmla="*/ 1090613 w 1122435"/>
                  <a:gd name="connsiteY4" fmla="*/ 426243 h 1097756"/>
                  <a:gd name="connsiteX5" fmla="*/ 702469 w 1122435"/>
                  <a:gd name="connsiteY5" fmla="*/ 0 h 1097756"/>
                  <a:gd name="connsiteX6" fmla="*/ 0 w 1122435"/>
                  <a:gd name="connsiteY6" fmla="*/ 316706 h 1097756"/>
                  <a:gd name="connsiteX0" fmla="*/ 0 w 1122435"/>
                  <a:gd name="connsiteY0" fmla="*/ 316706 h 1097756"/>
                  <a:gd name="connsiteX1" fmla="*/ 404812 w 1122435"/>
                  <a:gd name="connsiteY1" fmla="*/ 702468 h 1097756"/>
                  <a:gd name="connsiteX2" fmla="*/ 433388 w 1122435"/>
                  <a:gd name="connsiteY2" fmla="*/ 1097756 h 1097756"/>
                  <a:gd name="connsiteX3" fmla="*/ 1119188 w 1122435"/>
                  <a:gd name="connsiteY3" fmla="*/ 771525 h 1097756"/>
                  <a:gd name="connsiteX4" fmla="*/ 1090613 w 1122435"/>
                  <a:gd name="connsiteY4" fmla="*/ 426243 h 1097756"/>
                  <a:gd name="connsiteX5" fmla="*/ 702469 w 1122435"/>
                  <a:gd name="connsiteY5" fmla="*/ 0 h 1097756"/>
                  <a:gd name="connsiteX6" fmla="*/ 0 w 1122435"/>
                  <a:gd name="connsiteY6" fmla="*/ 316706 h 1097756"/>
                  <a:gd name="connsiteX0" fmla="*/ 0 w 1122237"/>
                  <a:gd name="connsiteY0" fmla="*/ 316706 h 1097756"/>
                  <a:gd name="connsiteX1" fmla="*/ 404812 w 1122237"/>
                  <a:gd name="connsiteY1" fmla="*/ 702468 h 1097756"/>
                  <a:gd name="connsiteX2" fmla="*/ 433388 w 1122237"/>
                  <a:gd name="connsiteY2" fmla="*/ 1097756 h 1097756"/>
                  <a:gd name="connsiteX3" fmla="*/ 1119188 w 1122237"/>
                  <a:gd name="connsiteY3" fmla="*/ 771525 h 1097756"/>
                  <a:gd name="connsiteX4" fmla="*/ 1090613 w 1122237"/>
                  <a:gd name="connsiteY4" fmla="*/ 426243 h 1097756"/>
                  <a:gd name="connsiteX5" fmla="*/ 702469 w 1122237"/>
                  <a:gd name="connsiteY5" fmla="*/ 0 h 1097756"/>
                  <a:gd name="connsiteX6" fmla="*/ 0 w 1122237"/>
                  <a:gd name="connsiteY6" fmla="*/ 316706 h 1097756"/>
                  <a:gd name="connsiteX0" fmla="*/ 0 w 1119188"/>
                  <a:gd name="connsiteY0" fmla="*/ 316706 h 1097756"/>
                  <a:gd name="connsiteX1" fmla="*/ 404812 w 1119188"/>
                  <a:gd name="connsiteY1" fmla="*/ 702468 h 1097756"/>
                  <a:gd name="connsiteX2" fmla="*/ 433388 w 1119188"/>
                  <a:gd name="connsiteY2" fmla="*/ 1097756 h 1097756"/>
                  <a:gd name="connsiteX3" fmla="*/ 1119188 w 1119188"/>
                  <a:gd name="connsiteY3" fmla="*/ 771525 h 1097756"/>
                  <a:gd name="connsiteX4" fmla="*/ 1090613 w 1119188"/>
                  <a:gd name="connsiteY4" fmla="*/ 426243 h 1097756"/>
                  <a:gd name="connsiteX5" fmla="*/ 702469 w 1119188"/>
                  <a:gd name="connsiteY5" fmla="*/ 0 h 1097756"/>
                  <a:gd name="connsiteX6" fmla="*/ 0 w 1119188"/>
                  <a:gd name="connsiteY6" fmla="*/ 316706 h 1097756"/>
                  <a:gd name="connsiteX0" fmla="*/ 0 w 1119188"/>
                  <a:gd name="connsiteY0" fmla="*/ 316706 h 1097756"/>
                  <a:gd name="connsiteX1" fmla="*/ 404812 w 1119188"/>
                  <a:gd name="connsiteY1" fmla="*/ 702468 h 1097756"/>
                  <a:gd name="connsiteX2" fmla="*/ 433388 w 1119188"/>
                  <a:gd name="connsiteY2" fmla="*/ 1097756 h 1097756"/>
                  <a:gd name="connsiteX3" fmla="*/ 1119188 w 1119188"/>
                  <a:gd name="connsiteY3" fmla="*/ 771525 h 1097756"/>
                  <a:gd name="connsiteX4" fmla="*/ 1090613 w 1119188"/>
                  <a:gd name="connsiteY4" fmla="*/ 426243 h 1097756"/>
                  <a:gd name="connsiteX5" fmla="*/ 702469 w 1119188"/>
                  <a:gd name="connsiteY5" fmla="*/ 0 h 1097756"/>
                  <a:gd name="connsiteX6" fmla="*/ 0 w 1119188"/>
                  <a:gd name="connsiteY6" fmla="*/ 316706 h 1097756"/>
                  <a:gd name="connsiteX0" fmla="*/ 0 w 1119188"/>
                  <a:gd name="connsiteY0" fmla="*/ 316706 h 1097756"/>
                  <a:gd name="connsiteX1" fmla="*/ 404812 w 1119188"/>
                  <a:gd name="connsiteY1" fmla="*/ 702468 h 1097756"/>
                  <a:gd name="connsiteX2" fmla="*/ 433388 w 1119188"/>
                  <a:gd name="connsiteY2" fmla="*/ 1097756 h 1097756"/>
                  <a:gd name="connsiteX3" fmla="*/ 1119188 w 1119188"/>
                  <a:gd name="connsiteY3" fmla="*/ 771525 h 1097756"/>
                  <a:gd name="connsiteX4" fmla="*/ 1090613 w 1119188"/>
                  <a:gd name="connsiteY4" fmla="*/ 426243 h 1097756"/>
                  <a:gd name="connsiteX5" fmla="*/ 702469 w 1119188"/>
                  <a:gd name="connsiteY5" fmla="*/ 0 h 1097756"/>
                  <a:gd name="connsiteX6" fmla="*/ 0 w 1119188"/>
                  <a:gd name="connsiteY6" fmla="*/ 316706 h 1097756"/>
                  <a:gd name="connsiteX0" fmla="*/ 0 w 1119188"/>
                  <a:gd name="connsiteY0" fmla="*/ 316706 h 1097756"/>
                  <a:gd name="connsiteX1" fmla="*/ 409575 w 1119188"/>
                  <a:gd name="connsiteY1" fmla="*/ 740568 h 1097756"/>
                  <a:gd name="connsiteX2" fmla="*/ 433388 w 1119188"/>
                  <a:gd name="connsiteY2" fmla="*/ 1097756 h 1097756"/>
                  <a:gd name="connsiteX3" fmla="*/ 1119188 w 1119188"/>
                  <a:gd name="connsiteY3" fmla="*/ 771525 h 1097756"/>
                  <a:gd name="connsiteX4" fmla="*/ 1090613 w 1119188"/>
                  <a:gd name="connsiteY4" fmla="*/ 426243 h 1097756"/>
                  <a:gd name="connsiteX5" fmla="*/ 702469 w 1119188"/>
                  <a:gd name="connsiteY5" fmla="*/ 0 h 1097756"/>
                  <a:gd name="connsiteX6" fmla="*/ 0 w 1119188"/>
                  <a:gd name="connsiteY6" fmla="*/ 316706 h 1097756"/>
                  <a:gd name="connsiteX0" fmla="*/ 0 w 1119188"/>
                  <a:gd name="connsiteY0" fmla="*/ 316706 h 1097756"/>
                  <a:gd name="connsiteX1" fmla="*/ 409575 w 1119188"/>
                  <a:gd name="connsiteY1" fmla="*/ 740568 h 1097756"/>
                  <a:gd name="connsiteX2" fmla="*/ 433388 w 1119188"/>
                  <a:gd name="connsiteY2" fmla="*/ 1097756 h 1097756"/>
                  <a:gd name="connsiteX3" fmla="*/ 1119188 w 1119188"/>
                  <a:gd name="connsiteY3" fmla="*/ 771525 h 1097756"/>
                  <a:gd name="connsiteX4" fmla="*/ 1090613 w 1119188"/>
                  <a:gd name="connsiteY4" fmla="*/ 426243 h 1097756"/>
                  <a:gd name="connsiteX5" fmla="*/ 702469 w 1119188"/>
                  <a:gd name="connsiteY5" fmla="*/ 0 h 1097756"/>
                  <a:gd name="connsiteX6" fmla="*/ 0 w 1119188"/>
                  <a:gd name="connsiteY6" fmla="*/ 316706 h 1097756"/>
                  <a:gd name="connsiteX0" fmla="*/ 0 w 1119188"/>
                  <a:gd name="connsiteY0" fmla="*/ 316706 h 1097756"/>
                  <a:gd name="connsiteX1" fmla="*/ 409575 w 1119188"/>
                  <a:gd name="connsiteY1" fmla="*/ 740568 h 1097756"/>
                  <a:gd name="connsiteX2" fmla="*/ 433388 w 1119188"/>
                  <a:gd name="connsiteY2" fmla="*/ 1097756 h 1097756"/>
                  <a:gd name="connsiteX3" fmla="*/ 1119188 w 1119188"/>
                  <a:gd name="connsiteY3" fmla="*/ 771525 h 1097756"/>
                  <a:gd name="connsiteX4" fmla="*/ 1090613 w 1119188"/>
                  <a:gd name="connsiteY4" fmla="*/ 426243 h 1097756"/>
                  <a:gd name="connsiteX5" fmla="*/ 702469 w 1119188"/>
                  <a:gd name="connsiteY5" fmla="*/ 0 h 1097756"/>
                  <a:gd name="connsiteX6" fmla="*/ 0 w 1119188"/>
                  <a:gd name="connsiteY6" fmla="*/ 316706 h 1097756"/>
                  <a:gd name="connsiteX0" fmla="*/ 0 w 1119188"/>
                  <a:gd name="connsiteY0" fmla="*/ 311943 h 1092993"/>
                  <a:gd name="connsiteX1" fmla="*/ 409575 w 1119188"/>
                  <a:gd name="connsiteY1" fmla="*/ 735805 h 1092993"/>
                  <a:gd name="connsiteX2" fmla="*/ 433388 w 1119188"/>
                  <a:gd name="connsiteY2" fmla="*/ 1092993 h 1092993"/>
                  <a:gd name="connsiteX3" fmla="*/ 1119188 w 1119188"/>
                  <a:gd name="connsiteY3" fmla="*/ 766762 h 1092993"/>
                  <a:gd name="connsiteX4" fmla="*/ 1090613 w 1119188"/>
                  <a:gd name="connsiteY4" fmla="*/ 421480 h 1092993"/>
                  <a:gd name="connsiteX5" fmla="*/ 692944 w 1119188"/>
                  <a:gd name="connsiteY5" fmla="*/ 0 h 1092993"/>
                  <a:gd name="connsiteX6" fmla="*/ 0 w 1119188"/>
                  <a:gd name="connsiteY6" fmla="*/ 311943 h 1092993"/>
                  <a:gd name="connsiteX0" fmla="*/ 0 w 1119188"/>
                  <a:gd name="connsiteY0" fmla="*/ 311943 h 1092993"/>
                  <a:gd name="connsiteX1" fmla="*/ 409575 w 1119188"/>
                  <a:gd name="connsiteY1" fmla="*/ 735805 h 1092993"/>
                  <a:gd name="connsiteX2" fmla="*/ 433388 w 1119188"/>
                  <a:gd name="connsiteY2" fmla="*/ 1092993 h 1092993"/>
                  <a:gd name="connsiteX3" fmla="*/ 1119188 w 1119188"/>
                  <a:gd name="connsiteY3" fmla="*/ 766762 h 1092993"/>
                  <a:gd name="connsiteX4" fmla="*/ 1090613 w 1119188"/>
                  <a:gd name="connsiteY4" fmla="*/ 421480 h 1092993"/>
                  <a:gd name="connsiteX5" fmla="*/ 692944 w 1119188"/>
                  <a:gd name="connsiteY5" fmla="*/ 0 h 1092993"/>
                  <a:gd name="connsiteX6" fmla="*/ 0 w 1119188"/>
                  <a:gd name="connsiteY6" fmla="*/ 311943 h 1092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9188" h="1092993">
                    <a:moveTo>
                      <a:pt x="0" y="311943"/>
                    </a:moveTo>
                    <a:cubicBezTo>
                      <a:pt x="132160" y="426640"/>
                      <a:pt x="356393" y="619918"/>
                      <a:pt x="409575" y="735805"/>
                    </a:cubicBezTo>
                    <a:cubicBezTo>
                      <a:pt x="424656" y="818355"/>
                      <a:pt x="415132" y="995759"/>
                      <a:pt x="433388" y="1092993"/>
                    </a:cubicBezTo>
                    <a:cubicBezTo>
                      <a:pt x="606426" y="1018777"/>
                      <a:pt x="988219" y="842962"/>
                      <a:pt x="1119188" y="766762"/>
                    </a:cubicBezTo>
                    <a:cubicBezTo>
                      <a:pt x="1114426" y="597693"/>
                      <a:pt x="1105298" y="521493"/>
                      <a:pt x="1090613" y="421480"/>
                    </a:cubicBezTo>
                    <a:cubicBezTo>
                      <a:pt x="1006873" y="300036"/>
                      <a:pt x="826691" y="135334"/>
                      <a:pt x="692944" y="0"/>
                    </a:cubicBezTo>
                    <a:cubicBezTo>
                      <a:pt x="559197" y="57404"/>
                      <a:pt x="96441" y="261540"/>
                      <a:pt x="0" y="31194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8A949B"/>
                  </a:gs>
                  <a:gs pos="100000">
                    <a:srgbClr val="879298"/>
                  </a:gs>
                  <a:gs pos="60000">
                    <a:srgbClr val="64646C"/>
                  </a:gs>
                  <a:gs pos="57000">
                    <a:srgbClr val="6F757F"/>
                  </a:gs>
                </a:gsLst>
                <a:lin ang="3900000" scaled="0"/>
                <a:tileRect/>
              </a:gra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2612495" y="1044605"/>
              <a:ext cx="5006982" cy="448405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784983" y="1540392"/>
              <a:ext cx="3101393" cy="3467685"/>
              <a:chOff x="3071596" y="1570704"/>
              <a:chExt cx="3101393" cy="3467685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3584662" y="1570704"/>
                <a:ext cx="1911058" cy="456095"/>
                <a:chOff x="6299131" y="2402242"/>
                <a:chExt cx="498875" cy="119062"/>
              </a:xfrm>
            </p:grpSpPr>
            <p:cxnSp>
              <p:nvCxnSpPr>
                <p:cNvPr id="9" name="直接连接符 8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接连接符 9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连接符 11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组合 17"/>
              <p:cNvGrpSpPr/>
              <p:nvPr/>
            </p:nvGrpSpPr>
            <p:grpSpPr>
              <a:xfrm>
                <a:off x="3779453" y="3987878"/>
                <a:ext cx="1479306" cy="1050511"/>
                <a:chOff x="5612081" y="2321455"/>
                <a:chExt cx="411164" cy="291983"/>
              </a:xfrm>
            </p:grpSpPr>
            <p:cxnSp>
              <p:nvCxnSpPr>
                <p:cNvPr id="19" name="直接连接符 18"/>
                <p:cNvCxnSpPr/>
                <p:nvPr/>
              </p:nvCxnSpPr>
              <p:spPr>
                <a:xfrm>
                  <a:off x="5768451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5866876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 flipH="1">
                  <a:off x="5866876" y="2462684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 flipH="1">
                  <a:off x="5612081" y="2461773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矩形 22"/>
                <p:cNvSpPr/>
                <p:nvPr/>
              </p:nvSpPr>
              <p:spPr>
                <a:xfrm>
                  <a:off x="5768450" y="2321455"/>
                  <a:ext cx="98426" cy="291983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3071596" y="2965184"/>
                <a:ext cx="3101393" cy="265363"/>
                <a:chOff x="1493467" y="1883870"/>
                <a:chExt cx="862013" cy="73756"/>
              </a:xfrm>
            </p:grpSpPr>
            <p:sp>
              <p:nvSpPr>
                <p:cNvPr id="25" name="任意多边形 24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任意多边形 25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任意多边形 26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9" name="直接连接符 28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6" name="组合 35"/>
            <p:cNvGrpSpPr/>
            <p:nvPr/>
          </p:nvGrpSpPr>
          <p:grpSpPr>
            <a:xfrm>
              <a:off x="6342443" y="1414496"/>
              <a:ext cx="1277034" cy="3673263"/>
              <a:chOff x="6629056" y="1444808"/>
              <a:chExt cx="1277034" cy="367326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矩形 30"/>
                  <p:cNvSpPr/>
                  <p:nvPr/>
                </p:nvSpPr>
                <p:spPr>
                  <a:xfrm>
                    <a:off x="6729871" y="2743919"/>
                    <a:ext cx="1176219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4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4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altLang="zh-CN" sz="4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oMath>
                      </m:oMathPara>
                    </a14:m>
                    <a:endParaRPr lang="zh-CN" altLang="zh-CN" sz="4000" i="1" kern="1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1" name="矩形 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29871" y="2743919"/>
                    <a:ext cx="1176219" cy="707886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矩形 31"/>
                  <p:cNvSpPr/>
                  <p:nvPr/>
                </p:nvSpPr>
                <p:spPr>
                  <a:xfrm>
                    <a:off x="6782166" y="1444808"/>
                    <a:ext cx="642099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zh-CN" altLang="en-US" sz="4000" i="1" dirty="0"/>
                  </a:p>
                </p:txBody>
              </p:sp>
            </mc:Choice>
            <mc:Fallback xmlns="">
              <p:sp>
                <p:nvSpPr>
                  <p:cNvPr id="32" name="矩形 3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82166" y="1444808"/>
                    <a:ext cx="642099" cy="70788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矩形 32"/>
                  <p:cNvSpPr/>
                  <p:nvPr/>
                </p:nvSpPr>
                <p:spPr>
                  <a:xfrm>
                    <a:off x="6629056" y="3761289"/>
                    <a:ext cx="1185068" cy="135678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CN" sz="4000" i="1" kern="1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4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40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4000" i="1" kern="1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US" altLang="zh-CN" sz="4000" i="1" kern="1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den>
                          </m:f>
                        </m:oMath>
                      </m:oMathPara>
                    </a14:m>
                    <a:endParaRPr lang="zh-CN" altLang="en-US" sz="4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矩形 3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29056" y="3761289"/>
                    <a:ext cx="1185068" cy="1356782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右箭头 36"/>
            <p:cNvSpPr/>
            <p:nvPr/>
          </p:nvSpPr>
          <p:spPr>
            <a:xfrm>
              <a:off x="8009293" y="3029615"/>
              <a:ext cx="536351" cy="414913"/>
            </a:xfrm>
            <a:prstGeom prst="rightArrow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423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9"/>
    </mc:Choice>
    <mc:Fallback xmlns="">
      <p:transition spd="slow" advTm="21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8776941" y="2882022"/>
                <a:ext cx="2765437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𝑗𝑋</m:t>
                      </m:r>
                    </m:oMath>
                  </m:oMathPara>
                </a14:m>
                <a:endParaRPr lang="zh-CN" altLang="en-US" sz="4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941" y="2882022"/>
                <a:ext cx="2765437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2" descr="图片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40" y="1118204"/>
            <a:ext cx="7169847" cy="423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" name="组合 44"/>
          <p:cNvGrpSpPr/>
          <p:nvPr/>
        </p:nvGrpSpPr>
        <p:grpSpPr>
          <a:xfrm>
            <a:off x="4630057" y="3867612"/>
            <a:ext cx="6344377" cy="646331"/>
            <a:chOff x="4630057" y="3867612"/>
            <a:chExt cx="6344377" cy="646331"/>
          </a:xfrm>
        </p:grpSpPr>
        <p:sp>
          <p:nvSpPr>
            <p:cNvPr id="40" name="矩形 39"/>
            <p:cNvSpPr/>
            <p:nvPr/>
          </p:nvSpPr>
          <p:spPr>
            <a:xfrm>
              <a:off x="4630057" y="3875314"/>
              <a:ext cx="2046513" cy="638629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43" name="右箭头 42"/>
            <p:cNvSpPr/>
            <p:nvPr/>
          </p:nvSpPr>
          <p:spPr>
            <a:xfrm>
              <a:off x="7041910" y="4013199"/>
              <a:ext cx="966792" cy="362858"/>
            </a:xfrm>
            <a:prstGeom prst="rightArrow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8374042" y="3867612"/>
              <a:ext cx="26003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zh-CN" altLang="en-US" sz="3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等于</a:t>
              </a:r>
              <a:r>
                <a:rPr lang="en-US" altLang="zh-CN" sz="3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3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吗？</a:t>
              </a:r>
              <a:endPara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013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43"/>
    </mc:Choice>
    <mc:Fallback xmlns="">
      <p:transition spd="slow" advTm="63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8776941" y="2882022"/>
                <a:ext cx="2765437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𝑗𝑋</m:t>
                      </m:r>
                    </m:oMath>
                  </m:oMathPara>
                </a14:m>
                <a:endParaRPr lang="zh-CN" altLang="en-US" sz="4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941" y="2882022"/>
                <a:ext cx="2765437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621140" y="1118204"/>
            <a:ext cx="10353294" cy="4235522"/>
            <a:chOff x="621140" y="1118204"/>
            <a:chExt cx="10353294" cy="4235522"/>
          </a:xfrm>
        </p:grpSpPr>
        <p:pic>
          <p:nvPicPr>
            <p:cNvPr id="39" name="Picture 2" descr="图片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140" y="1118204"/>
              <a:ext cx="7169847" cy="4235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5" name="组合 44"/>
            <p:cNvGrpSpPr/>
            <p:nvPr/>
          </p:nvGrpSpPr>
          <p:grpSpPr>
            <a:xfrm>
              <a:off x="4630057" y="3867612"/>
              <a:ext cx="6344377" cy="646331"/>
              <a:chOff x="4630057" y="3867612"/>
              <a:chExt cx="6344377" cy="646331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4630057" y="3875314"/>
                <a:ext cx="2046513" cy="638629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右箭头 42"/>
              <p:cNvSpPr/>
              <p:nvPr/>
            </p:nvSpPr>
            <p:spPr>
              <a:xfrm>
                <a:off x="7041910" y="4013199"/>
                <a:ext cx="966792" cy="362858"/>
              </a:xfrm>
              <a:prstGeom prst="rightArrow">
                <a:avLst/>
              </a:prstGeom>
              <a:noFill/>
              <a:ln w="2540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8374042" y="3867612"/>
                <a:ext cx="260039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3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等于</a:t>
                </a:r>
                <a:r>
                  <a:rPr lang="en-US" altLang="zh-CN" sz="3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36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吗？</a:t>
                </a:r>
                <a:endParaRPr lang="en-US" altLang="zh-CN" sz="3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6962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6"/>
    </mc:Choice>
    <mc:Fallback xmlns="">
      <p:transition spd="slow" advTm="22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8776941" y="2882022"/>
                <a:ext cx="2765437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𝑗𝑋</m:t>
                      </m:r>
                    </m:oMath>
                  </m:oMathPara>
                </a14:m>
                <a:endParaRPr lang="zh-CN" altLang="en-US" sz="4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941" y="2882022"/>
                <a:ext cx="2765437" cy="707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45" y="906226"/>
            <a:ext cx="7838053" cy="5367363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754743" y="383006"/>
            <a:ext cx="3432340" cy="2351280"/>
            <a:chOff x="754743" y="383006"/>
            <a:chExt cx="3432340" cy="2351280"/>
          </a:xfrm>
        </p:grpSpPr>
        <p:cxnSp>
          <p:nvCxnSpPr>
            <p:cNvPr id="12" name="直接连接符 11"/>
            <p:cNvCxnSpPr>
              <a:endCxn id="13" idx="1"/>
            </p:cNvCxnSpPr>
            <p:nvPr/>
          </p:nvCxnSpPr>
          <p:spPr>
            <a:xfrm flipV="1">
              <a:off x="754743" y="644616"/>
              <a:ext cx="798286" cy="2089670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1553029" y="383006"/>
              <a:ext cx="26340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zh-CN" altLang="en-US" sz="2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取了绝对值</a:t>
              </a:r>
              <a:r>
                <a:rPr lang="en-US" altLang="zh-CN" sz="2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|X|</a:t>
              </a:r>
              <a:endPara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 flipV="1">
            <a:off x="5486401" y="774857"/>
            <a:ext cx="0" cy="3672115"/>
          </a:xfrm>
          <a:prstGeom prst="line">
            <a:avLst/>
          </a:prstGeom>
          <a:ln w="222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352578" y="418534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自谐振频率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1736754" y="2053510"/>
            <a:ext cx="2628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感性区域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5734297" y="2053510"/>
            <a:ext cx="2628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容性区域</a:t>
            </a:r>
          </a:p>
        </p:txBody>
      </p:sp>
    </p:spTree>
    <p:extLst>
      <p:ext uri="{BB962C8B-B14F-4D97-AF65-F5344CB8AC3E}">
        <p14:creationId xmlns:p14="http://schemas.microsoft.com/office/powerpoint/2010/main" val="153362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39"/>
    </mc:Choice>
    <mc:Fallback xmlns="">
      <p:transition spd="slow" advTm="118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7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25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25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33245" y="383006"/>
            <a:ext cx="11109133" cy="5890583"/>
            <a:chOff x="433245" y="383006"/>
            <a:chExt cx="11109133" cy="58905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/>
                <p:cNvSpPr/>
                <p:nvPr/>
              </p:nvSpPr>
              <p:spPr>
                <a:xfrm>
                  <a:off x="8776941" y="2882022"/>
                  <a:ext cx="2765437" cy="707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4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𝑗𝑋</m:t>
                        </m:r>
                      </m:oMath>
                    </m:oMathPara>
                  </a14:m>
                  <a:endParaRPr lang="zh-CN" altLang="en-US" sz="40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6941" y="2882022"/>
                  <a:ext cx="2765437" cy="707886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245" y="906226"/>
              <a:ext cx="7838053" cy="5367363"/>
            </a:xfrm>
            <a:prstGeom prst="rect">
              <a:avLst/>
            </a:prstGeom>
          </p:spPr>
        </p:pic>
        <p:grpSp>
          <p:nvGrpSpPr>
            <p:cNvPr id="21" name="组合 20"/>
            <p:cNvGrpSpPr/>
            <p:nvPr/>
          </p:nvGrpSpPr>
          <p:grpSpPr>
            <a:xfrm>
              <a:off x="754743" y="383006"/>
              <a:ext cx="3432340" cy="2351280"/>
              <a:chOff x="754743" y="383006"/>
              <a:chExt cx="3432340" cy="2351280"/>
            </a:xfrm>
          </p:grpSpPr>
          <p:cxnSp>
            <p:nvCxnSpPr>
              <p:cNvPr id="12" name="直接连接符 11"/>
              <p:cNvCxnSpPr>
                <a:endCxn id="13" idx="1"/>
              </p:cNvCxnSpPr>
              <p:nvPr/>
            </p:nvCxnSpPr>
            <p:spPr>
              <a:xfrm flipV="1">
                <a:off x="754743" y="644616"/>
                <a:ext cx="798286" cy="2089670"/>
              </a:xfrm>
              <a:prstGeom prst="line">
                <a:avLst/>
              </a:prstGeom>
              <a:ln w="2222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"/>
              <p:cNvSpPr txBox="1"/>
              <p:nvPr/>
            </p:nvSpPr>
            <p:spPr>
              <a:xfrm>
                <a:off x="1553029" y="383006"/>
                <a:ext cx="26340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取了绝对值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|X|</a:t>
                </a:r>
                <a:endParaRPr lang="zh-CN" altLang="en-US" sz="2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6" name="直接连接符 15"/>
            <p:cNvCxnSpPr/>
            <p:nvPr/>
          </p:nvCxnSpPr>
          <p:spPr>
            <a:xfrm flipV="1">
              <a:off x="5486401" y="774857"/>
              <a:ext cx="0" cy="3672115"/>
            </a:xfrm>
            <a:prstGeom prst="line">
              <a:avLst/>
            </a:prstGeom>
            <a:ln w="222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5352578" y="418534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自谐振频率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1736754" y="2053510"/>
              <a:ext cx="26288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感性区域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5734297" y="2053510"/>
              <a:ext cx="26288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容性区域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976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5"/>
    </mc:Choice>
    <mc:Fallback xmlns="">
      <p:transition spd="slow" advTm="25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磁珠的等效电路模型</a:t>
            </a:r>
            <a:endParaRPr lang="zh-CN" altLang="en-US" sz="28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67" y="1132115"/>
            <a:ext cx="5939781" cy="5268686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759201" y="2481943"/>
            <a:ext cx="3889828" cy="841829"/>
            <a:chOff x="3759201" y="2481943"/>
            <a:chExt cx="3889828" cy="841829"/>
          </a:xfrm>
        </p:grpSpPr>
        <p:sp>
          <p:nvSpPr>
            <p:cNvPr id="4" name="矩形 3"/>
            <p:cNvSpPr/>
            <p:nvPr/>
          </p:nvSpPr>
          <p:spPr>
            <a:xfrm>
              <a:off x="3759201" y="2481943"/>
              <a:ext cx="1132114" cy="841829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6" name="直接箭头连接符 5"/>
            <p:cNvCxnSpPr/>
            <p:nvPr/>
          </p:nvCxnSpPr>
          <p:spPr>
            <a:xfrm>
              <a:off x="4891315" y="2960914"/>
              <a:ext cx="27577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149" y="1583751"/>
            <a:ext cx="4149190" cy="275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36"/>
    </mc:Choice>
    <mc:Fallback xmlns="">
      <p:transition spd="slow" advTm="84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磁珠的等效电路模型</a:t>
            </a:r>
            <a:endParaRPr lang="zh-CN" altLang="en-US" sz="28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47367" y="1132115"/>
            <a:ext cx="6801662" cy="5268686"/>
            <a:chOff x="847367" y="1132115"/>
            <a:chExt cx="6801662" cy="526868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367" y="1132115"/>
              <a:ext cx="5939781" cy="5268686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/>
          </p:nvGrpSpPr>
          <p:grpSpPr>
            <a:xfrm>
              <a:off x="3759201" y="2481943"/>
              <a:ext cx="3889828" cy="841829"/>
              <a:chOff x="3759201" y="2481943"/>
              <a:chExt cx="3889828" cy="841829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3759201" y="2481943"/>
                <a:ext cx="1132114" cy="84182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6" name="直接箭头连接符 5"/>
              <p:cNvCxnSpPr/>
              <p:nvPr/>
            </p:nvCxnSpPr>
            <p:spPr>
              <a:xfrm>
                <a:off x="4891315" y="2960914"/>
                <a:ext cx="2757714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149" y="1583751"/>
            <a:ext cx="4149190" cy="275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5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04"/>
    </mc:Choice>
    <mc:Fallback xmlns="">
      <p:transition spd="slow" advTm="41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2B008E-FE9E-4EFA-8326-70B6721BCE6B}"/>
              </a:ext>
            </a:extLst>
          </p:cNvPr>
          <p:cNvSpPr txBox="1"/>
          <p:nvPr/>
        </p:nvSpPr>
        <p:spPr>
          <a:xfrm>
            <a:off x="3501128" y="423120"/>
            <a:ext cx="5189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磁珠的等效电路模型</a:t>
            </a:r>
            <a:endParaRPr lang="zh-CN" altLang="en-US" sz="28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149" y="1583751"/>
            <a:ext cx="4149190" cy="275432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858690" y="1583751"/>
            <a:ext cx="43620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L1: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磁珠有线圈，存在电感</a:t>
            </a:r>
          </a:p>
        </p:txBody>
      </p:sp>
      <p:sp>
        <p:nvSpPr>
          <p:cNvPr id="10" name="矩形 9"/>
          <p:cNvSpPr/>
          <p:nvPr/>
        </p:nvSpPr>
        <p:spPr>
          <a:xfrm>
            <a:off x="1858690" y="2221162"/>
            <a:ext cx="54954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C1: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线圈与线圈之间，有寄生电容</a:t>
            </a:r>
          </a:p>
        </p:txBody>
      </p:sp>
      <p:sp>
        <p:nvSpPr>
          <p:cNvPr id="11" name="矩形 10"/>
          <p:cNvSpPr/>
          <p:nvPr/>
        </p:nvSpPr>
        <p:spPr>
          <a:xfrm>
            <a:off x="1858690" y="2829567"/>
            <a:ext cx="26164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R1: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磁芯有损耗</a:t>
            </a:r>
          </a:p>
        </p:txBody>
      </p:sp>
      <p:sp>
        <p:nvSpPr>
          <p:cNvPr id="12" name="矩形 11"/>
          <p:cNvSpPr/>
          <p:nvPr/>
        </p:nvSpPr>
        <p:spPr>
          <a:xfrm>
            <a:off x="1858690" y="3481857"/>
            <a:ext cx="33345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R2: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线圈的导线电阻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859410" y="4338077"/>
                <a:ext cx="5148845" cy="7586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总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阻抗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𝑗</m:t>
                      </m:r>
                      <m:r>
                        <a:rPr lang="zh-CN" alt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𝜔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𝐿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并联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𝑅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并联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zh-CN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𝜔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𝐶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𝑅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2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410" y="4338077"/>
                <a:ext cx="5148845" cy="75866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01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40"/>
    </mc:Choice>
    <mc:Fallback xmlns="">
      <p:transition spd="slow" advTm="19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149" y="1583751"/>
            <a:ext cx="4149190" cy="2754326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1858690" y="423120"/>
            <a:ext cx="6832183" cy="4673626"/>
            <a:chOff x="1858690" y="423120"/>
            <a:chExt cx="6832183" cy="467362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E2B008E-FE9E-4EFA-8326-70B6721BCE6B}"/>
                </a:ext>
              </a:extLst>
            </p:cNvPr>
            <p:cNvSpPr txBox="1"/>
            <p:nvPr/>
          </p:nvSpPr>
          <p:spPr>
            <a:xfrm>
              <a:off x="3501128" y="423120"/>
              <a:ext cx="518974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磁珠的等效电路模型</a:t>
              </a:r>
              <a:endPara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858690" y="1583751"/>
              <a:ext cx="436209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L1: 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磁珠有线圈，存在电感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1858690" y="2221162"/>
              <a:ext cx="549541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C1: 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线圈与线圈之间，有寄生电容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858690" y="2829567"/>
              <a:ext cx="261642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R1: 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磁芯有损耗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1858690" y="3481857"/>
              <a:ext cx="33345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R2: 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线圈的导线电阻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1859410" y="4338077"/>
                  <a:ext cx="5148845" cy="7586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总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阻抗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𝜔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𝐿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并联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并联</m:t>
                        </m:r>
                        <m:f>
                          <m:f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𝜔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𝐶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9410" y="4338077"/>
                  <a:ext cx="5148845" cy="75866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3949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4"/>
    </mc:Choice>
    <mc:Fallback xmlns="">
      <p:transition spd="slow" advTm="22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63" y="1192274"/>
            <a:ext cx="6156805" cy="546119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2410077" y="3842336"/>
            <a:ext cx="5254039" cy="803203"/>
            <a:chOff x="2410077" y="3842336"/>
            <a:chExt cx="5254039" cy="803203"/>
          </a:xfrm>
        </p:grpSpPr>
        <p:sp>
          <p:nvSpPr>
            <p:cNvPr id="12" name="矩形 11"/>
            <p:cNvSpPr/>
            <p:nvPr/>
          </p:nvSpPr>
          <p:spPr>
            <a:xfrm>
              <a:off x="2410077" y="3842336"/>
              <a:ext cx="2190750" cy="14699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4600827" y="3989329"/>
              <a:ext cx="3063289" cy="65621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7899961" y="4491651"/>
            <a:ext cx="1773114" cy="1702282"/>
            <a:chOff x="8056393" y="1770363"/>
            <a:chExt cx="1773114" cy="17022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8056393" y="1770363"/>
                  <a:ext cx="131427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R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=470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Ω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93" y="1770363"/>
                  <a:ext cx="1314271" cy="307777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3704" r="-2778"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8056393" y="2235198"/>
                  <a:ext cx="136986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=8.6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𝑢𝐻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93" y="2235198"/>
                  <a:ext cx="1369862" cy="30777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556" r="-2667" b="-78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8056393" y="2700033"/>
                  <a:ext cx="177311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=0.2583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𝑝𝐹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93" y="2700033"/>
                  <a:ext cx="1773114" cy="30777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749" r="-3436" b="-352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8056393" y="3164868"/>
                  <a:ext cx="133030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CN" sz="2000" b="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R</a:t>
                  </a:r>
                  <a14:m>
                    <m:oMath xmlns:m="http://schemas.openxmlformats.org/officeDocument/2006/math"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2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=0.11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Ω</m:t>
                      </m:r>
                    </m:oMath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93" y="3164868"/>
                  <a:ext cx="1330301" cy="30777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7798" t="-26000" r="-5963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149" y="1583751"/>
            <a:ext cx="4149190" cy="2754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608261" y="233609"/>
                <a:ext cx="5688043" cy="6049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𝐑𝟐</m:t>
                      </m:r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p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𝐋𝐂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1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𝐣</m:t>
                      </m:r>
                      <m:f>
                        <m:fPr>
                          <m:ctrlPr>
                            <a:rPr lang="zh-CN" alt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p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𝐋𝐂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p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𝐋𝐂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1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61" y="233609"/>
                <a:ext cx="5688043" cy="60490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/>
          <p:cNvGrpSpPr/>
          <p:nvPr/>
        </p:nvGrpSpPr>
        <p:grpSpPr>
          <a:xfrm>
            <a:off x="6819024" y="203919"/>
            <a:ext cx="5372976" cy="636777"/>
            <a:chOff x="6819024" y="203919"/>
            <a:chExt cx="5372976" cy="636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/>
                <p:cNvSpPr/>
                <p:nvPr/>
              </p:nvSpPr>
              <p:spPr>
                <a:xfrm>
                  <a:off x="6819024" y="203919"/>
                  <a:ext cx="2854051" cy="59317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𝐑</m:t>
                        </m:r>
                        <m:r>
                          <a:rPr lang="en-US" altLang="zh-CN" sz="1400" b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zh-CN" sz="1400" b="1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400" b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zh-CN" sz="1400" b="1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𝝎</m:t>
                                    </m:r>
                                  </m:e>
                                  <m:sup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𝑳𝑪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 xmlns=""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024" y="203919"/>
                  <a:ext cx="2854051" cy="593176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/>
                <p:cNvSpPr/>
                <p:nvPr/>
              </p:nvSpPr>
              <p:spPr>
                <a:xfrm>
                  <a:off x="9734532" y="233927"/>
                  <a:ext cx="2457468" cy="606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𝐗</m:t>
                        </m:r>
                        <m:r>
                          <a:rPr lang="en-US" altLang="zh-CN" sz="1400" b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1400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zh-CN" altLang="zh-CN" sz="1400" b="1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𝑳𝑪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𝝎</m:t>
                                    </m:r>
                                  </m:e>
                                  <m:sup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𝑳𝑪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 xmlns=""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4532" y="233927"/>
                  <a:ext cx="2457468" cy="60676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6893472" y="739571"/>
                <a:ext cx="1663624" cy="5746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>
                  <a:spcAft>
                    <a:spcPts val="0"/>
                  </a:spcAft>
                </a:pPr>
                <a:endParaRPr lang="en-US" altLang="zh-CN" sz="1400" b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266700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1400" b="1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𝐙</m:t>
                      </m:r>
                      <m:r>
                        <a:rPr lang="en-US" altLang="zh-CN" sz="1400" b="1" i="0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1400" b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1400" b="1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zh-CN" sz="14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14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sz="14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zh-CN" sz="1400" b="1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472" y="739571"/>
                <a:ext cx="1663624" cy="574644"/>
              </a:xfrm>
              <a:prstGeom prst="rect">
                <a:avLst/>
              </a:prstGeom>
              <a:blipFill rotWithShape="0">
                <a:blip r:embed="rId11"/>
                <a:stretch>
                  <a:fillRect b="-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27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40"/>
    </mc:Choice>
    <mc:Fallback xmlns="">
      <p:transition spd="slow" advTm="116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38963" y="1192274"/>
            <a:ext cx="7225153" cy="5461190"/>
            <a:chOff x="438963" y="1192274"/>
            <a:chExt cx="7225153" cy="546119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63" y="1192274"/>
              <a:ext cx="6156805" cy="5461190"/>
            </a:xfrm>
            <a:prstGeom prst="rect">
              <a:avLst/>
            </a:prstGeom>
          </p:spPr>
        </p:pic>
        <p:grpSp>
          <p:nvGrpSpPr>
            <p:cNvPr id="22" name="组合 21"/>
            <p:cNvGrpSpPr/>
            <p:nvPr/>
          </p:nvGrpSpPr>
          <p:grpSpPr>
            <a:xfrm>
              <a:off x="2410077" y="3842336"/>
              <a:ext cx="5254039" cy="803203"/>
              <a:chOff x="2410077" y="3842336"/>
              <a:chExt cx="5254039" cy="803203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2410077" y="3842336"/>
                <a:ext cx="2190750" cy="14699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4" name="直接箭头连接符 13"/>
              <p:cNvCxnSpPr/>
              <p:nvPr/>
            </p:nvCxnSpPr>
            <p:spPr>
              <a:xfrm>
                <a:off x="4600827" y="3989329"/>
                <a:ext cx="3063289" cy="65621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" name="组合 22"/>
          <p:cNvGrpSpPr/>
          <p:nvPr/>
        </p:nvGrpSpPr>
        <p:grpSpPr>
          <a:xfrm>
            <a:off x="7899961" y="4491651"/>
            <a:ext cx="1773114" cy="1702282"/>
            <a:chOff x="8056393" y="1770363"/>
            <a:chExt cx="1773114" cy="17022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8056393" y="1770363"/>
                  <a:ext cx="131427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R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=470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Ω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93" y="1770363"/>
                  <a:ext cx="1314271" cy="307777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3704" r="-2778"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8056393" y="2235198"/>
                  <a:ext cx="136986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=8.6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𝑢𝐻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93" y="2235198"/>
                  <a:ext cx="1369862" cy="30777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556" r="-2667" b="-78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8056393" y="2700033"/>
                  <a:ext cx="177311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=0.2583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𝑝𝐹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93" y="2700033"/>
                  <a:ext cx="1773114" cy="30777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749" r="-3436" b="-352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8056393" y="3164868"/>
                  <a:ext cx="133030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CN" sz="2000" b="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R</a:t>
                  </a:r>
                  <a14:m>
                    <m:oMath xmlns:m="http://schemas.openxmlformats.org/officeDocument/2006/math"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2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=0.11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Ω</m:t>
                      </m:r>
                    </m:oMath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93" y="3164868"/>
                  <a:ext cx="1330301" cy="30777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7798" t="-26000" r="-5963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149" y="1583751"/>
            <a:ext cx="4149190" cy="2754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608261" y="233609"/>
                <a:ext cx="5688043" cy="6049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𝐑𝟐</m:t>
                      </m:r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p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𝐋𝐂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1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𝐣</m:t>
                      </m:r>
                      <m:f>
                        <m:fPr>
                          <m:ctrlPr>
                            <a:rPr lang="zh-CN" alt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p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𝐋𝐂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p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𝐋𝐂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1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61" y="233609"/>
                <a:ext cx="5688043" cy="60490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/>
          <p:cNvGrpSpPr/>
          <p:nvPr/>
        </p:nvGrpSpPr>
        <p:grpSpPr>
          <a:xfrm>
            <a:off x="6819024" y="203919"/>
            <a:ext cx="5372976" cy="636777"/>
            <a:chOff x="6819024" y="203919"/>
            <a:chExt cx="5372976" cy="636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/>
                <p:cNvSpPr/>
                <p:nvPr/>
              </p:nvSpPr>
              <p:spPr>
                <a:xfrm>
                  <a:off x="6819024" y="203919"/>
                  <a:ext cx="2854051" cy="59317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𝐑</m:t>
                        </m:r>
                        <m:r>
                          <a:rPr lang="en-US" altLang="zh-CN" sz="1400" b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zh-CN" sz="1400" b="1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400" b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zh-CN" sz="1400" b="1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𝝎</m:t>
                                    </m:r>
                                  </m:e>
                                  <m:sup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𝑳𝑪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 xmlns=""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024" y="203919"/>
                  <a:ext cx="2854051" cy="593176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/>
                <p:cNvSpPr/>
                <p:nvPr/>
              </p:nvSpPr>
              <p:spPr>
                <a:xfrm>
                  <a:off x="9734532" y="233927"/>
                  <a:ext cx="2457468" cy="606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𝐗</m:t>
                        </m:r>
                        <m:r>
                          <a:rPr lang="en-US" altLang="zh-CN" sz="1400" b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1400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zh-CN" altLang="zh-CN" sz="1400" b="1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𝑳𝑪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𝝎</m:t>
                                    </m:r>
                                  </m:e>
                                  <m:sup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𝑳𝑪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 xmlns=""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4532" y="233927"/>
                  <a:ext cx="2457468" cy="60676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6893472" y="739571"/>
                <a:ext cx="1663624" cy="5746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>
                  <a:spcAft>
                    <a:spcPts val="0"/>
                  </a:spcAft>
                </a:pPr>
                <a:endParaRPr lang="en-US" altLang="zh-CN" sz="1400" b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266700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1400" b="1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𝐙</m:t>
                      </m:r>
                      <m:r>
                        <a:rPr lang="en-US" altLang="zh-CN" sz="1400" b="1" i="0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1400" b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1400" b="1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zh-CN" sz="14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14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sz="14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zh-CN" sz="1400" b="1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472" y="739571"/>
                <a:ext cx="1663624" cy="574644"/>
              </a:xfrm>
              <a:prstGeom prst="rect">
                <a:avLst/>
              </a:prstGeom>
              <a:blipFill rotWithShape="0">
                <a:blip r:embed="rId11"/>
                <a:stretch>
                  <a:fillRect b="-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734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3"/>
    </mc:Choice>
    <mc:Fallback xmlns="">
      <p:transition spd="slow" advTm="19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7899961" y="4491651"/>
            <a:ext cx="1773114" cy="1702282"/>
            <a:chOff x="8056393" y="1770363"/>
            <a:chExt cx="1773114" cy="17022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8056393" y="1770363"/>
                  <a:ext cx="131427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R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=470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Ω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93" y="1770363"/>
                  <a:ext cx="1314271" cy="307777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3704" r="-2778"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8056393" y="2235198"/>
                  <a:ext cx="136986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=8.6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𝑢𝐻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93" y="2235198"/>
                  <a:ext cx="1369862" cy="307777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3556" r="-2667" b="-78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8056393" y="2700033"/>
                  <a:ext cx="177311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=0.2583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𝑝𝐹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93" y="2700033"/>
                  <a:ext cx="1773114" cy="30777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749" r="-3436" b="-352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8056393" y="3164868"/>
                  <a:ext cx="133030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CN" sz="2000" b="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R</a:t>
                  </a:r>
                  <a14:m>
                    <m:oMath xmlns:m="http://schemas.openxmlformats.org/officeDocument/2006/math"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2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=0.11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Ω</m:t>
                      </m:r>
                    </m:oMath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93" y="3164868"/>
                  <a:ext cx="1330301" cy="30777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7798" t="-26000" r="-5963" b="-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149" y="1583751"/>
            <a:ext cx="4149190" cy="2754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608261" y="233609"/>
                <a:ext cx="5688043" cy="6049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𝐑𝟐</m:t>
                      </m:r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b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p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𝐋𝐂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1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400" b="1" i="0">
                          <a:latin typeface="Cambria Math" panose="02040503050406030204" pitchFamily="18" charset="0"/>
                        </a:rPr>
                        <m:t>𝐣</m:t>
                      </m:r>
                      <m:f>
                        <m:fPr>
                          <m:ctrlPr>
                            <a:rPr lang="zh-CN" alt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𝐑</m:t>
                                      </m:r>
                                    </m:e>
                                    <m:sub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𝛚</m:t>
                                  </m:r>
                                </m:e>
                                <m:sup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𝐋𝐂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𝐑</m:t>
                                  </m:r>
                                </m:e>
                                <m:sub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𝛚</m:t>
                                      </m:r>
                                    </m:e>
                                    <m:sup>
                                      <m:r>
                                        <a:rPr lang="zh-CN" altLang="en-US" sz="1400" b="1" i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zh-CN" altLang="en-US" sz="1400" b="1" i="0">
                                      <a:latin typeface="Cambria Math" panose="02040503050406030204" pitchFamily="18" charset="0"/>
                                    </a:rPr>
                                    <m:t>𝐋𝐂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1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𝐋</m:t>
                              </m:r>
                            </m:e>
                            <m:sup>
                              <m:r>
                                <a:rPr lang="zh-CN" altLang="en-US" sz="1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61" y="233609"/>
                <a:ext cx="5688043" cy="60490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/>
          <p:cNvGrpSpPr/>
          <p:nvPr/>
        </p:nvGrpSpPr>
        <p:grpSpPr>
          <a:xfrm>
            <a:off x="6819024" y="203919"/>
            <a:ext cx="5372976" cy="636777"/>
            <a:chOff x="6819024" y="203919"/>
            <a:chExt cx="5372976" cy="636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/>
                <p:cNvSpPr/>
                <p:nvPr/>
              </p:nvSpPr>
              <p:spPr>
                <a:xfrm>
                  <a:off x="6819024" y="203919"/>
                  <a:ext cx="2854051" cy="59317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𝐑</m:t>
                        </m:r>
                        <m:r>
                          <a:rPr lang="en-US" altLang="zh-CN" sz="1400" b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zh-CN" sz="1400" b="1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1400" b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zh-CN" sz="1400" b="1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𝝎</m:t>
                                    </m:r>
                                  </m:e>
                                  <m:sup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𝑳𝑪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 xmlns="">
            <p:sp>
              <p:nvSpPr>
                <p:cNvPr id="18" name="矩形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024" y="203919"/>
                  <a:ext cx="2854051" cy="59317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/>
              </p:nvSpPr>
              <p:spPr>
                <a:xfrm>
                  <a:off x="9734532" y="233927"/>
                  <a:ext cx="2457468" cy="606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𝐗</m:t>
                        </m:r>
                        <m:r>
                          <a:rPr lang="en-US" altLang="zh-CN" sz="1400" b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1400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zh-CN" altLang="zh-CN" sz="1400" b="1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𝝎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𝑳𝑪</m:t>
                            </m:r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zh-CN" altLang="zh-CN" sz="1400" b="1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𝝎</m:t>
                                    </m:r>
                                  </m:e>
                                  <m:sup>
                                    <m:r>
                                      <a:rPr lang="en-US" altLang="zh-CN" sz="1400" b="1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𝑳𝑪</m:t>
                                </m:r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𝝎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 xmlns="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4532" y="233927"/>
                  <a:ext cx="2457468" cy="606769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6893472" y="739571"/>
                <a:ext cx="1663624" cy="5746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>
                  <a:spcAft>
                    <a:spcPts val="0"/>
                  </a:spcAft>
                </a:pPr>
                <a:endParaRPr lang="en-US" altLang="zh-CN" sz="1400" b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266700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1400" b="1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𝐙</m:t>
                      </m:r>
                      <m:r>
                        <a:rPr lang="en-US" altLang="zh-CN" sz="1400" b="1" i="0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1400" b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1400" b="1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zh-CN" sz="14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14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sz="14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zh-CN" sz="1400" b="1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472" y="739571"/>
                <a:ext cx="1663624" cy="574644"/>
              </a:xfrm>
              <a:prstGeom prst="rect">
                <a:avLst/>
              </a:prstGeom>
              <a:blipFill rotWithShape="0">
                <a:blip r:embed="rId10"/>
                <a:stretch>
                  <a:fillRect b="-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87" y="1026893"/>
            <a:ext cx="5137390" cy="5167040"/>
          </a:xfrm>
          <a:prstGeom prst="rect">
            <a:avLst/>
          </a:prstGeom>
        </p:spPr>
      </p:pic>
      <p:sp>
        <p:nvSpPr>
          <p:cNvPr id="22" name="下箭头 21"/>
          <p:cNvSpPr/>
          <p:nvPr/>
        </p:nvSpPr>
        <p:spPr>
          <a:xfrm>
            <a:off x="10248900" y="4270099"/>
            <a:ext cx="419100" cy="609600"/>
          </a:xfrm>
          <a:prstGeom prst="downArrow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9723875" y="4956486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不够精确</a:t>
            </a:r>
          </a:p>
        </p:txBody>
      </p:sp>
    </p:spTree>
    <p:extLst>
      <p:ext uri="{BB962C8B-B14F-4D97-AF65-F5344CB8AC3E}">
        <p14:creationId xmlns:p14="http://schemas.microsoft.com/office/powerpoint/2010/main" val="368003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51"/>
    </mc:Choice>
    <mc:Fallback xmlns="">
      <p:transition spd="slow" advTm="51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08261" y="203919"/>
            <a:ext cx="11583739" cy="5990014"/>
            <a:chOff x="608261" y="203919"/>
            <a:chExt cx="11583739" cy="5990014"/>
          </a:xfrm>
        </p:grpSpPr>
        <p:grpSp>
          <p:nvGrpSpPr>
            <p:cNvPr id="10" name="组合 9"/>
            <p:cNvGrpSpPr/>
            <p:nvPr/>
          </p:nvGrpSpPr>
          <p:grpSpPr>
            <a:xfrm>
              <a:off x="7899961" y="4491651"/>
              <a:ext cx="1773114" cy="1702282"/>
              <a:chOff x="8056393" y="1770363"/>
              <a:chExt cx="1773114" cy="17022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文本框 10"/>
                  <p:cNvSpPr txBox="1"/>
                  <p:nvPr/>
                </p:nvSpPr>
                <p:spPr>
                  <a:xfrm>
                    <a:off x="8056393" y="1770363"/>
                    <a:ext cx="1314271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R</m:t>
                          </m:r>
                          <m: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=470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Ω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" name="文本框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56393" y="1770363"/>
                    <a:ext cx="1314271" cy="307777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l="-3704" r="-2778" b="-8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/>
                  <p:cNvSpPr txBox="1"/>
                  <p:nvPr/>
                </p:nvSpPr>
                <p:spPr>
                  <a:xfrm>
                    <a:off x="8056393" y="2235198"/>
                    <a:ext cx="1369862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L</m:t>
                          </m:r>
                          <m: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=8.6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𝑢𝐻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" name="文本框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56393" y="2235198"/>
                    <a:ext cx="1369862" cy="307777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l="-3556" r="-2667" b="-78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本框 12"/>
                  <p:cNvSpPr txBox="1"/>
                  <p:nvPr/>
                </p:nvSpPr>
                <p:spPr>
                  <a:xfrm>
                    <a:off x="8056393" y="2700033"/>
                    <a:ext cx="1773114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</m:t>
                          </m:r>
                          <m: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=0.2583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𝑝𝐹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3" name="文本框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56393" y="2700033"/>
                    <a:ext cx="1773114" cy="307777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l="-2749" r="-3436" b="-3529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8056393" y="3164868"/>
                    <a:ext cx="1330301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r>
                      <a:rPr lang="en-US" altLang="zh-CN" sz="2000" b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rPr>
                      <a:t> R</a:t>
                    </a:r>
                    <a14:m>
                      <m:oMath xmlns:m="http://schemas.openxmlformats.org/officeDocument/2006/math"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=0.11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Ω</m:t>
                        </m:r>
                      </m:oMath>
                    </a14:m>
                    <a:endPara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4" name="文本框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56393" y="3164868"/>
                    <a:ext cx="1330301" cy="307777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l="-7798" t="-26000" r="-5963" b="-5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03149" y="1583751"/>
              <a:ext cx="4149190" cy="275432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/>
                <p:cNvSpPr/>
                <p:nvPr/>
              </p:nvSpPr>
              <p:spPr>
                <a:xfrm>
                  <a:off x="608261" y="233609"/>
                  <a:ext cx="5688043" cy="6049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400" b="1" i="0"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zh-CN" altLang="en-US" sz="1400" b="1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1400" b="1" i="0">
                            <a:latin typeface="Cambria Math" panose="02040503050406030204" pitchFamily="18" charset="0"/>
                          </a:rPr>
                          <m:t>𝐑𝟐</m:t>
                        </m:r>
                        <m:r>
                          <a:rPr lang="zh-CN" altLang="en-US" sz="1400" b="1" i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en-US" sz="1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𝐑</m:t>
                                </m:r>
                              </m:e>
                              <m:sub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𝛚</m:t>
                                </m:r>
                              </m:e>
                              <m:sup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𝐋</m:t>
                                </m:r>
                              </m:e>
                              <m:sup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zh-CN" altLang="en-US" sz="1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1400" b="1" i="0">
                                            <a:latin typeface="Cambria Math" panose="02040503050406030204" pitchFamily="18" charset="0"/>
                                          </a:rPr>
                                          <m:t>𝛚</m:t>
                                        </m:r>
                                      </m:e>
                                      <m:sup>
                                        <m:r>
                                          <a:rPr lang="zh-CN" altLang="en-US" sz="1400" b="1" i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𝐋𝐂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zh-CN" altLang="en-US" sz="1400" b="1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𝛚</m:t>
                                </m:r>
                              </m:e>
                              <m:sup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𝐋</m:t>
                                </m:r>
                              </m:e>
                              <m:sup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  <m:r>
                          <a:rPr lang="zh-CN" altLang="en-US" sz="1400" b="1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400" b="1" i="0">
                            <a:latin typeface="Cambria Math" panose="02040503050406030204" pitchFamily="18" charset="0"/>
                          </a:rPr>
                          <m:t>𝐣</m:t>
                        </m:r>
                        <m:f>
                          <m:fPr>
                            <m:ctrlPr>
                              <a:rPr lang="zh-CN" altLang="en-US" sz="1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"/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zh-CN" altLang="en-US" sz="1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400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zh-CN" altLang="en-US" sz="1400" b="1" i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𝛚</m:t>
                                </m:r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𝐋</m:t>
                                </m:r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zh-CN" alt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zh-CN" altLang="en-US" sz="1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400" b="1" i="0">
                                            <a:latin typeface="Cambria Math" panose="02040503050406030204" pitchFamily="18" charset="0"/>
                                          </a:rPr>
                                          <m:t>𝐑</m:t>
                                        </m:r>
                                      </m:e>
                                      <m:sub>
                                        <m:r>
                                          <a:rPr lang="zh-CN" altLang="en-US" sz="1400" b="1" i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𝛚</m:t>
                                    </m:r>
                                  </m:e>
                                  <m:sup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𝐋𝐂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𝐑</m:t>
                                    </m:r>
                                  </m:e>
                                  <m:sub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zh-CN" altLang="en-US" sz="14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1400" b="1" i="0">
                                            <a:latin typeface="Cambria Math" panose="02040503050406030204" pitchFamily="18" charset="0"/>
                                          </a:rPr>
                                          <m:t>𝛚</m:t>
                                        </m:r>
                                      </m:e>
                                      <m:sup>
                                        <m:r>
                                          <a:rPr lang="zh-CN" altLang="en-US" sz="1400" b="1" i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zh-CN" altLang="en-US" sz="1400" b="1" i="0">
                                        <a:latin typeface="Cambria Math" panose="02040503050406030204" pitchFamily="18" charset="0"/>
                                      </a:rPr>
                                      <m:t>𝐋𝐂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zh-CN" altLang="en-US" sz="1400" b="1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𝛚</m:t>
                                </m:r>
                              </m:e>
                              <m:sup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𝐋</m:t>
                                </m:r>
                              </m:e>
                              <m:sup>
                                <m:r>
                                  <a:rPr lang="zh-CN" altLang="en-US" sz="1400" b="1" i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 xmlns="">
            <p:sp>
              <p:nvSpPr>
                <p:cNvPr id="16" name="矩形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261" y="233609"/>
                  <a:ext cx="5688043" cy="60490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组合 16"/>
            <p:cNvGrpSpPr/>
            <p:nvPr/>
          </p:nvGrpSpPr>
          <p:grpSpPr>
            <a:xfrm>
              <a:off x="6819024" y="203919"/>
              <a:ext cx="5372976" cy="636777"/>
              <a:chOff x="6819024" y="203919"/>
              <a:chExt cx="5372976" cy="63677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矩形 17"/>
                  <p:cNvSpPr/>
                  <p:nvPr/>
                </p:nvSpPr>
                <p:spPr>
                  <a:xfrm>
                    <a:off x="6819024" y="203919"/>
                    <a:ext cx="2854051" cy="59317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𝐑</m:t>
                          </m:r>
                          <m:r>
                            <a:rPr lang="en-US" altLang="zh-CN" sz="1400" b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zh-CN" sz="14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400" b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14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𝝎</m:t>
                                  </m:r>
                                </m:e>
                                <m: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𝑳</m:t>
                                  </m:r>
                                </m:e>
                                <m: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zh-CN" sz="1400" b="1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zh-CN" sz="1400" b="1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400" b="1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𝝎</m:t>
                                      </m:r>
                                    </m:e>
                                    <m:sup>
                                      <m:r>
                                        <a:rPr lang="en-US" altLang="zh-CN" sz="1400" b="1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𝑳𝑪</m:t>
                                  </m:r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𝝎</m:t>
                                  </m:r>
                                </m:e>
                                <m: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𝑳</m:t>
                                  </m:r>
                                </m:e>
                                <m: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zh-CN" altLang="en-US" sz="1400" b="1" dirty="0"/>
                  </a:p>
                </p:txBody>
              </p:sp>
            </mc:Choice>
            <mc:Fallback xmlns="">
              <p:sp>
                <p:nvSpPr>
                  <p:cNvPr id="18" name="矩形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19024" y="203919"/>
                    <a:ext cx="2854051" cy="593176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矩形 18"/>
                  <p:cNvSpPr/>
                  <p:nvPr/>
                </p:nvSpPr>
                <p:spPr>
                  <a:xfrm>
                    <a:off x="9734532" y="233927"/>
                    <a:ext cx="2457468" cy="60676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𝐗</m:t>
                          </m:r>
                          <m:r>
                            <a:rPr lang="en-US" altLang="zh-CN" sz="1400" b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1400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zh-CN" altLang="zh-CN" sz="1400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zh-CN" sz="1400" b="1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𝝎</m:t>
                              </m:r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𝝎</m:t>
                                  </m:r>
                                </m:e>
                                <m: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𝑳𝑪</m:t>
                              </m:r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zh-CN" sz="1400" b="1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zh-CN" sz="1400" b="1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400" b="1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𝝎</m:t>
                                      </m:r>
                                    </m:e>
                                    <m:sup>
                                      <m:r>
                                        <a:rPr lang="en-US" altLang="zh-CN" sz="1400" b="1" i="1" kern="1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𝑳𝑪</m:t>
                                  </m:r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1400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𝝎</m:t>
                                  </m:r>
                                </m:e>
                                <m: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sz="1400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𝑳</m:t>
                                  </m:r>
                                </m:e>
                                <m:sup>
                                  <m:r>
                                    <a:rPr lang="en-US" altLang="zh-CN" sz="1400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zh-CN" altLang="en-US" sz="1400" b="1" dirty="0"/>
                  </a:p>
                </p:txBody>
              </p:sp>
            </mc:Choice>
            <mc:Fallback xmlns="">
              <p:sp>
                <p:nvSpPr>
                  <p:cNvPr id="19" name="矩形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34532" y="233927"/>
                    <a:ext cx="2457468" cy="606769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/>
                <p:cNvSpPr/>
                <p:nvPr/>
              </p:nvSpPr>
              <p:spPr>
                <a:xfrm>
                  <a:off x="6893472" y="739571"/>
                  <a:ext cx="1663624" cy="57464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indent="266700">
                    <a:spcAft>
                      <a:spcPts val="0"/>
                    </a:spcAft>
                  </a:pPr>
                  <a:endParaRPr lang="en-US" altLang="zh-CN" sz="1400" b="1" kern="100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indent="266700"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1400" b="1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400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𝐙</m:t>
                        </m:r>
                        <m:r>
                          <a:rPr lang="en-US" altLang="zh-CN" sz="1400" b="1" i="0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400" b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altLang="zh-CN" sz="1400" b="1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𝑹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zh-CN" sz="1400" b="1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altLang="zh-CN" sz="1400" b="1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zh-CN" altLang="zh-CN" sz="1400" b="1" kern="1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矩形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3472" y="739571"/>
                  <a:ext cx="1663624" cy="574644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3587" y="1026893"/>
              <a:ext cx="5137390" cy="5167040"/>
            </a:xfrm>
            <a:prstGeom prst="rect">
              <a:avLst/>
            </a:prstGeom>
          </p:spPr>
        </p:pic>
        <p:sp>
          <p:nvSpPr>
            <p:cNvPr id="22" name="下箭头 21"/>
            <p:cNvSpPr/>
            <p:nvPr/>
          </p:nvSpPr>
          <p:spPr>
            <a:xfrm>
              <a:off x="10248900" y="4270099"/>
              <a:ext cx="419100" cy="609600"/>
            </a:xfrm>
            <a:prstGeom prst="downArrow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9723875" y="4956486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不够精确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922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0"/>
    </mc:Choice>
    <mc:Fallback xmlns="">
      <p:transition spd="slow" advTm="114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10" y="980930"/>
            <a:ext cx="5744377" cy="207674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1751026" y="239067"/>
            <a:ext cx="3533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简易模型</a:t>
            </a:r>
            <a:r>
              <a:rPr lang="en-US" altLang="zh-CN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SPICE</a:t>
            </a:r>
            <a:endParaRPr lang="zh-CN" altLang="en-US" sz="2800" b="1" i="1" spc="6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5168900" y="962655"/>
            <a:ext cx="3656708" cy="461665"/>
            <a:chOff x="5168900" y="962655"/>
            <a:chExt cx="3656708" cy="461665"/>
          </a:xfrm>
        </p:grpSpPr>
        <p:sp>
          <p:nvSpPr>
            <p:cNvPr id="7" name="矩形 6"/>
            <p:cNvSpPr/>
            <p:nvPr/>
          </p:nvSpPr>
          <p:spPr>
            <a:xfrm>
              <a:off x="5168900" y="980930"/>
              <a:ext cx="1079500" cy="40337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9" name="直接箭头连接符 8"/>
            <p:cNvCxnSpPr/>
            <p:nvPr/>
          </p:nvCxnSpPr>
          <p:spPr>
            <a:xfrm>
              <a:off x="6248400" y="1182615"/>
              <a:ext cx="469900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6794283" y="962655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磁珠两个引脚</a:t>
              </a:r>
            </a:p>
          </p:txBody>
        </p:sp>
      </p:grpSp>
      <p:grpSp>
        <p:nvGrpSpPr>
          <p:cNvPr id="116" name="组合 115"/>
          <p:cNvGrpSpPr/>
          <p:nvPr/>
        </p:nvGrpSpPr>
        <p:grpSpPr>
          <a:xfrm>
            <a:off x="7419183" y="3982449"/>
            <a:ext cx="461986" cy="592409"/>
            <a:chOff x="7419183" y="3982449"/>
            <a:chExt cx="461986" cy="592409"/>
          </a:xfrm>
        </p:grpSpPr>
        <p:sp>
          <p:nvSpPr>
            <p:cNvPr id="4" name="椭圆 3"/>
            <p:cNvSpPr/>
            <p:nvPr/>
          </p:nvSpPr>
          <p:spPr>
            <a:xfrm>
              <a:off x="7580326" y="4498771"/>
              <a:ext cx="77774" cy="76087"/>
            </a:xfrm>
            <a:prstGeom prst="ellipse">
              <a:avLst/>
            </a:prstGeom>
            <a:solidFill>
              <a:srgbClr val="C00000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419183" y="3982449"/>
              <a:ext cx="461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n1</a:t>
              </a: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10962483" y="3990830"/>
            <a:ext cx="461986" cy="577403"/>
            <a:chOff x="10962483" y="3990830"/>
            <a:chExt cx="461986" cy="577403"/>
          </a:xfrm>
        </p:grpSpPr>
        <p:sp>
          <p:nvSpPr>
            <p:cNvPr id="13" name="椭圆 12"/>
            <p:cNvSpPr/>
            <p:nvPr/>
          </p:nvSpPr>
          <p:spPr>
            <a:xfrm>
              <a:off x="11079176" y="4479721"/>
              <a:ext cx="90474" cy="88512"/>
            </a:xfrm>
            <a:prstGeom prst="ellipse">
              <a:avLst/>
            </a:prstGeom>
            <a:solidFill>
              <a:srgbClr val="C00000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0962483" y="3990830"/>
              <a:ext cx="461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n2</a:t>
              </a: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1600200" y="1281612"/>
            <a:ext cx="8094681" cy="3289810"/>
            <a:chOff x="1600200" y="1281612"/>
            <a:chExt cx="8094681" cy="3289810"/>
          </a:xfrm>
        </p:grpSpPr>
        <p:sp>
          <p:nvSpPr>
            <p:cNvPr id="16" name="椭圆 15"/>
            <p:cNvSpPr/>
            <p:nvPr/>
          </p:nvSpPr>
          <p:spPr>
            <a:xfrm>
              <a:off x="9425001" y="4495335"/>
              <a:ext cx="77774" cy="76087"/>
            </a:xfrm>
            <a:prstGeom prst="ellipse">
              <a:avLst/>
            </a:prstGeom>
            <a:solidFill>
              <a:srgbClr val="C00000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232895" y="4003008"/>
              <a:ext cx="461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600200" y="1281612"/>
              <a:ext cx="541420" cy="40337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2141620" y="1684982"/>
              <a:ext cx="7177757" cy="2318026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组合 123"/>
          <p:cNvGrpSpPr/>
          <p:nvPr/>
        </p:nvGrpSpPr>
        <p:grpSpPr>
          <a:xfrm>
            <a:off x="563486" y="1281612"/>
            <a:ext cx="8861515" cy="3450289"/>
            <a:chOff x="563486" y="1281612"/>
            <a:chExt cx="8861515" cy="3450289"/>
          </a:xfrm>
        </p:grpSpPr>
        <p:sp>
          <p:nvSpPr>
            <p:cNvPr id="34" name="文本框 33"/>
            <p:cNvSpPr txBox="1"/>
            <p:nvPr/>
          </p:nvSpPr>
          <p:spPr>
            <a:xfrm>
              <a:off x="8594735" y="4171937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C1</a:t>
              </a:r>
            </a:p>
          </p:txBody>
        </p:sp>
        <p:grpSp>
          <p:nvGrpSpPr>
            <p:cNvPr id="119" name="组合 118"/>
            <p:cNvGrpSpPr/>
            <p:nvPr/>
          </p:nvGrpSpPr>
          <p:grpSpPr>
            <a:xfrm>
              <a:off x="563486" y="1281612"/>
              <a:ext cx="8861515" cy="3450289"/>
              <a:chOff x="563486" y="1281612"/>
              <a:chExt cx="8861515" cy="3450289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7658100" y="4350638"/>
                <a:ext cx="1766901" cy="381263"/>
                <a:chOff x="7658100" y="4350638"/>
                <a:chExt cx="1766901" cy="381263"/>
              </a:xfrm>
            </p:grpSpPr>
            <p:grpSp>
              <p:nvGrpSpPr>
                <p:cNvPr id="18" name="组合 17"/>
                <p:cNvGrpSpPr/>
                <p:nvPr/>
              </p:nvGrpSpPr>
              <p:grpSpPr>
                <a:xfrm>
                  <a:off x="8273107" y="4350638"/>
                  <a:ext cx="536886" cy="381263"/>
                  <a:chOff x="5612081" y="2321455"/>
                  <a:chExt cx="411164" cy="291983"/>
                </a:xfrm>
              </p:grpSpPr>
              <p:cxnSp>
                <p:nvCxnSpPr>
                  <p:cNvPr id="19" name="直接连接符 18"/>
                  <p:cNvCxnSpPr/>
                  <p:nvPr/>
                </p:nvCxnSpPr>
                <p:spPr>
                  <a:xfrm>
                    <a:off x="5768451" y="2321455"/>
                    <a:ext cx="0" cy="291983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/>
                  <p:cNvCxnSpPr/>
                  <p:nvPr/>
                </p:nvCxnSpPr>
                <p:spPr>
                  <a:xfrm>
                    <a:off x="5866876" y="2321455"/>
                    <a:ext cx="0" cy="291983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接连接符 20"/>
                  <p:cNvCxnSpPr/>
                  <p:nvPr/>
                </p:nvCxnSpPr>
                <p:spPr>
                  <a:xfrm flipH="1">
                    <a:off x="5866876" y="2462684"/>
                    <a:ext cx="156369" cy="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 flipH="1">
                    <a:off x="5612081" y="2461773"/>
                    <a:ext cx="156369" cy="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" name="矩形 22"/>
                  <p:cNvSpPr/>
                  <p:nvPr/>
                </p:nvSpPr>
                <p:spPr>
                  <a:xfrm>
                    <a:off x="5768450" y="2321455"/>
                    <a:ext cx="98426" cy="291983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27" name="直接连接符 26"/>
                <p:cNvCxnSpPr>
                  <a:endCxn id="4" idx="6"/>
                </p:cNvCxnSpPr>
                <p:nvPr/>
              </p:nvCxnSpPr>
              <p:spPr>
                <a:xfrm flipH="1">
                  <a:off x="7658100" y="4533378"/>
                  <a:ext cx="615007" cy="343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/>
                <p:cNvCxnSpPr>
                  <a:endCxn id="16" idx="2"/>
                </p:cNvCxnSpPr>
                <p:nvPr/>
              </p:nvCxnSpPr>
              <p:spPr>
                <a:xfrm>
                  <a:off x="8809993" y="4533378"/>
                  <a:ext cx="615008" cy="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9" name="椭圆 78"/>
              <p:cNvSpPr/>
              <p:nvPr/>
            </p:nvSpPr>
            <p:spPr>
              <a:xfrm>
                <a:off x="563486" y="1281612"/>
                <a:ext cx="553453" cy="403370"/>
              </a:xfrm>
              <a:prstGeom prst="ellipse">
                <a:avLst/>
              </a:prstGeom>
              <a:noFill/>
              <a:ln w="19050">
                <a:solidFill>
                  <a:srgbClr val="7030A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80" name="直接连接符 79"/>
              <p:cNvCxnSpPr>
                <a:endCxn id="23" idx="0"/>
              </p:cNvCxnSpPr>
              <p:nvPr/>
            </p:nvCxnSpPr>
            <p:spPr>
              <a:xfrm>
                <a:off x="1116543" y="1593249"/>
                <a:ext cx="7425007" cy="2757389"/>
              </a:xfrm>
              <a:prstGeom prst="line">
                <a:avLst/>
              </a:prstGeom>
              <a:ln w="19050">
                <a:solidFill>
                  <a:srgbClr val="7030A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0" name="组合 119"/>
          <p:cNvGrpSpPr/>
          <p:nvPr/>
        </p:nvGrpSpPr>
        <p:grpSpPr>
          <a:xfrm>
            <a:off x="563486" y="1684982"/>
            <a:ext cx="8620622" cy="3475561"/>
            <a:chOff x="563486" y="1684982"/>
            <a:chExt cx="8620622" cy="3475561"/>
          </a:xfrm>
        </p:grpSpPr>
        <p:grpSp>
          <p:nvGrpSpPr>
            <p:cNvPr id="76" name="组合 75"/>
            <p:cNvGrpSpPr/>
            <p:nvPr/>
          </p:nvGrpSpPr>
          <p:grpSpPr>
            <a:xfrm>
              <a:off x="7937500" y="4533378"/>
              <a:ext cx="1246608" cy="627165"/>
              <a:chOff x="7937500" y="4533378"/>
              <a:chExt cx="1246608" cy="627165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8124946" y="5086787"/>
                <a:ext cx="862013" cy="73756"/>
                <a:chOff x="1493467" y="1883870"/>
                <a:chExt cx="862013" cy="73756"/>
              </a:xfrm>
            </p:grpSpPr>
            <p:sp>
              <p:nvSpPr>
                <p:cNvPr id="46" name="任意多边形 45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任意多边形 46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任意多边形 47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任意多边形 48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0" name="直接连接符 49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文本框 51"/>
              <p:cNvSpPr txBox="1"/>
              <p:nvPr/>
            </p:nvSpPr>
            <p:spPr>
              <a:xfrm>
                <a:off x="8605811" y="4771565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L1</a:t>
                </a:r>
              </a:p>
            </p:txBody>
          </p:sp>
          <p:cxnSp>
            <p:nvCxnSpPr>
              <p:cNvPr id="66" name="直接连接符 65"/>
              <p:cNvCxnSpPr/>
              <p:nvPr/>
            </p:nvCxnSpPr>
            <p:spPr>
              <a:xfrm flipH="1">
                <a:off x="7937500" y="4541269"/>
                <a:ext cx="6350" cy="599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flipH="1">
                <a:off x="9175375" y="4533378"/>
                <a:ext cx="8733" cy="6107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flipH="1" flipV="1">
                <a:off x="7937500" y="5139539"/>
                <a:ext cx="189048" cy="17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/>
            </p:nvCxnSpPr>
            <p:spPr>
              <a:xfrm flipH="1" flipV="1">
                <a:off x="8989449" y="5139539"/>
                <a:ext cx="189048" cy="17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椭圆 81"/>
            <p:cNvSpPr/>
            <p:nvPr/>
          </p:nvSpPr>
          <p:spPr>
            <a:xfrm>
              <a:off x="563486" y="1684982"/>
              <a:ext cx="553057" cy="334318"/>
            </a:xfrm>
            <a:prstGeom prst="ellipse">
              <a:avLst/>
            </a:prstGeom>
            <a:noFill/>
            <a:ln w="1905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83" name="直接连接符 82"/>
            <p:cNvCxnSpPr>
              <a:endCxn id="46" idx="0"/>
            </p:cNvCxnSpPr>
            <p:nvPr/>
          </p:nvCxnSpPr>
          <p:spPr>
            <a:xfrm>
              <a:off x="1088618" y="1998276"/>
              <a:ext cx="7386372" cy="3088511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组合 120"/>
          <p:cNvGrpSpPr/>
          <p:nvPr/>
        </p:nvGrpSpPr>
        <p:grpSpPr>
          <a:xfrm>
            <a:off x="523047" y="2019300"/>
            <a:ext cx="8661735" cy="3779906"/>
            <a:chOff x="523047" y="2019300"/>
            <a:chExt cx="8661735" cy="3779906"/>
          </a:xfrm>
        </p:grpSpPr>
        <p:grpSp>
          <p:nvGrpSpPr>
            <p:cNvPr id="77" name="组合 76"/>
            <p:cNvGrpSpPr/>
            <p:nvPr/>
          </p:nvGrpSpPr>
          <p:grpSpPr>
            <a:xfrm>
              <a:off x="7932320" y="5104609"/>
              <a:ext cx="1252462" cy="694597"/>
              <a:chOff x="7932320" y="5104609"/>
              <a:chExt cx="1252462" cy="694597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8124946" y="5599742"/>
                <a:ext cx="870114" cy="199464"/>
                <a:chOff x="6299131" y="2402242"/>
                <a:chExt cx="498875" cy="119062"/>
              </a:xfrm>
            </p:grpSpPr>
            <p:cxnSp>
              <p:nvCxnSpPr>
                <p:cNvPr id="36" name="直接连接符 35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文本框 52"/>
              <p:cNvSpPr txBox="1"/>
              <p:nvPr/>
            </p:nvSpPr>
            <p:spPr>
              <a:xfrm>
                <a:off x="8613973" y="5272877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R1</a:t>
                </a:r>
              </a:p>
            </p:txBody>
          </p:sp>
          <p:cxnSp>
            <p:nvCxnSpPr>
              <p:cNvPr id="72" name="直接连接符 71"/>
              <p:cNvCxnSpPr/>
              <p:nvPr/>
            </p:nvCxnSpPr>
            <p:spPr>
              <a:xfrm flipH="1" flipV="1">
                <a:off x="7943111" y="5699474"/>
                <a:ext cx="189048" cy="17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 flipH="1" flipV="1">
                <a:off x="8995060" y="5699474"/>
                <a:ext cx="189048" cy="17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flipH="1">
                <a:off x="7932320" y="5104609"/>
                <a:ext cx="6350" cy="599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 flipH="1">
                <a:off x="9178432" y="5118059"/>
                <a:ext cx="6350" cy="5996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椭圆 84"/>
            <p:cNvSpPr/>
            <p:nvPr/>
          </p:nvSpPr>
          <p:spPr>
            <a:xfrm>
              <a:off x="523047" y="2019300"/>
              <a:ext cx="553057" cy="334318"/>
            </a:xfrm>
            <a:prstGeom prst="ellipse">
              <a:avLst/>
            </a:prstGeom>
            <a:noFill/>
            <a:ln w="1905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86" name="直接连接符 85"/>
            <p:cNvCxnSpPr/>
            <p:nvPr/>
          </p:nvCxnSpPr>
          <p:spPr>
            <a:xfrm>
              <a:off x="1048053" y="2293432"/>
              <a:ext cx="7503479" cy="3332290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组合 121"/>
          <p:cNvGrpSpPr/>
          <p:nvPr/>
        </p:nvGrpSpPr>
        <p:grpSpPr>
          <a:xfrm>
            <a:off x="555928" y="2353618"/>
            <a:ext cx="10524454" cy="3876439"/>
            <a:chOff x="555928" y="2353618"/>
            <a:chExt cx="10524454" cy="3876439"/>
          </a:xfrm>
        </p:grpSpPr>
        <p:grpSp>
          <p:nvGrpSpPr>
            <p:cNvPr id="92" name="组合 91"/>
            <p:cNvGrpSpPr/>
            <p:nvPr/>
          </p:nvGrpSpPr>
          <p:grpSpPr>
            <a:xfrm>
              <a:off x="9502775" y="4090408"/>
              <a:ext cx="1577607" cy="542702"/>
              <a:chOff x="9502775" y="4090408"/>
              <a:chExt cx="1577607" cy="542702"/>
            </a:xfrm>
          </p:grpSpPr>
          <p:grpSp>
            <p:nvGrpSpPr>
              <p:cNvPr id="54" name="组合 53"/>
              <p:cNvGrpSpPr/>
              <p:nvPr/>
            </p:nvGrpSpPr>
            <p:grpSpPr>
              <a:xfrm>
                <a:off x="9885033" y="4433646"/>
                <a:ext cx="835762" cy="199464"/>
                <a:chOff x="6299131" y="2402242"/>
                <a:chExt cx="498875" cy="119062"/>
              </a:xfrm>
            </p:grpSpPr>
            <p:cxnSp>
              <p:nvCxnSpPr>
                <p:cNvPr id="55" name="直接连接符 54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文本框 63"/>
              <p:cNvSpPr txBox="1"/>
              <p:nvPr/>
            </p:nvSpPr>
            <p:spPr>
              <a:xfrm>
                <a:off x="10328221" y="4090408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R2</a:t>
                </a:r>
              </a:p>
            </p:txBody>
          </p:sp>
          <p:cxnSp>
            <p:nvCxnSpPr>
              <p:cNvPr id="88" name="直接连接符 87"/>
              <p:cNvCxnSpPr>
                <a:endCxn id="16" idx="6"/>
              </p:cNvCxnSpPr>
              <p:nvPr/>
            </p:nvCxnSpPr>
            <p:spPr>
              <a:xfrm flipH="1">
                <a:off x="9502775" y="4531661"/>
                <a:ext cx="377643" cy="171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 flipH="1">
                <a:off x="10702739" y="4529943"/>
                <a:ext cx="377643" cy="171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7" name="椭圆 96"/>
            <p:cNvSpPr/>
            <p:nvPr/>
          </p:nvSpPr>
          <p:spPr>
            <a:xfrm>
              <a:off x="555928" y="2353618"/>
              <a:ext cx="553057" cy="334318"/>
            </a:xfrm>
            <a:prstGeom prst="ellipse">
              <a:avLst/>
            </a:prstGeom>
            <a:noFill/>
            <a:ln w="1905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98" name="直接连接符 97"/>
            <p:cNvCxnSpPr/>
            <p:nvPr/>
          </p:nvCxnSpPr>
          <p:spPr>
            <a:xfrm>
              <a:off x="912391" y="2698411"/>
              <a:ext cx="7987707" cy="3531646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V="1">
              <a:off x="8900901" y="4744746"/>
              <a:ext cx="1557728" cy="1485311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2" name="图片 1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25" y="4275074"/>
            <a:ext cx="2844779" cy="1888429"/>
          </a:xfrm>
          <a:prstGeom prst="rect">
            <a:avLst/>
          </a:prstGeom>
        </p:spPr>
      </p:pic>
      <p:grpSp>
        <p:nvGrpSpPr>
          <p:cNvPr id="123" name="组合 122"/>
          <p:cNvGrpSpPr/>
          <p:nvPr/>
        </p:nvGrpSpPr>
        <p:grpSpPr>
          <a:xfrm>
            <a:off x="4490662" y="5192962"/>
            <a:ext cx="1415772" cy="986390"/>
            <a:chOff x="4490662" y="5192962"/>
            <a:chExt cx="1415772" cy="986390"/>
          </a:xfrm>
        </p:grpSpPr>
        <p:sp>
          <p:nvSpPr>
            <p:cNvPr id="113" name="右箭头 112"/>
            <p:cNvSpPr/>
            <p:nvPr/>
          </p:nvSpPr>
          <p:spPr>
            <a:xfrm flipH="1">
              <a:off x="4561781" y="5192962"/>
              <a:ext cx="1273534" cy="391984"/>
            </a:xfrm>
            <a:prstGeom prst="rightArrow">
              <a:avLst/>
            </a:prstGeom>
            <a:noFill/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4490662" y="571768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二者相同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6258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55"/>
    </mc:Choice>
    <mc:Fallback xmlns="">
      <p:transition spd="slow" advTm="225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2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17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2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675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825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23047" y="239067"/>
            <a:ext cx="10901422" cy="5990990"/>
            <a:chOff x="523047" y="239067"/>
            <a:chExt cx="10901422" cy="599099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710" y="980930"/>
              <a:ext cx="5744377" cy="2076740"/>
            </a:xfrm>
            <a:prstGeom prst="rect">
              <a:avLst/>
            </a:prstGeom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1751026" y="239067"/>
              <a:ext cx="35337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简易模型</a:t>
              </a:r>
              <a:r>
                <a:rPr lang="en-US" altLang="zh-CN" sz="2800" b="1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SPICE</a:t>
              </a:r>
              <a:endParaRPr lang="zh-CN" altLang="en-US" sz="2800" b="1" i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5" name="组合 114"/>
            <p:cNvGrpSpPr/>
            <p:nvPr/>
          </p:nvGrpSpPr>
          <p:grpSpPr>
            <a:xfrm>
              <a:off x="5168900" y="962655"/>
              <a:ext cx="3656708" cy="461665"/>
              <a:chOff x="5168900" y="962655"/>
              <a:chExt cx="3656708" cy="461665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5168900" y="980930"/>
                <a:ext cx="1079500" cy="40337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9" name="直接箭头连接符 8"/>
              <p:cNvCxnSpPr/>
              <p:nvPr/>
            </p:nvCxnSpPr>
            <p:spPr>
              <a:xfrm>
                <a:off x="6248400" y="1182615"/>
                <a:ext cx="469900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6794283" y="962655"/>
                <a:ext cx="2031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磁珠两个引脚</a:t>
                </a: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7419183" y="3982449"/>
              <a:ext cx="461986" cy="592409"/>
              <a:chOff x="7419183" y="3982449"/>
              <a:chExt cx="461986" cy="592409"/>
            </a:xfrm>
          </p:grpSpPr>
          <p:sp>
            <p:nvSpPr>
              <p:cNvPr id="4" name="椭圆 3"/>
              <p:cNvSpPr/>
              <p:nvPr/>
            </p:nvSpPr>
            <p:spPr>
              <a:xfrm>
                <a:off x="7580326" y="4498771"/>
                <a:ext cx="77774" cy="76087"/>
              </a:xfrm>
              <a:prstGeom prst="ellipse">
                <a:avLst/>
              </a:prstGeom>
              <a:solidFill>
                <a:srgbClr val="C00000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7419183" y="3982449"/>
                <a:ext cx="461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n1</a:t>
                </a:r>
              </a:p>
            </p:txBody>
          </p:sp>
        </p:grpSp>
        <p:grpSp>
          <p:nvGrpSpPr>
            <p:cNvPr id="117" name="组合 116"/>
            <p:cNvGrpSpPr/>
            <p:nvPr/>
          </p:nvGrpSpPr>
          <p:grpSpPr>
            <a:xfrm>
              <a:off x="10962483" y="3990830"/>
              <a:ext cx="461986" cy="577403"/>
              <a:chOff x="10962483" y="3990830"/>
              <a:chExt cx="461986" cy="577403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11079176" y="4479721"/>
                <a:ext cx="90474" cy="88512"/>
              </a:xfrm>
              <a:prstGeom prst="ellipse">
                <a:avLst/>
              </a:prstGeom>
              <a:solidFill>
                <a:srgbClr val="C00000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0962483" y="3990830"/>
                <a:ext cx="461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n2</a:t>
                </a:r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1600200" y="1281612"/>
              <a:ext cx="8094681" cy="3289810"/>
              <a:chOff x="1600200" y="1281612"/>
              <a:chExt cx="8094681" cy="3289810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9425001" y="4495335"/>
                <a:ext cx="77774" cy="76087"/>
              </a:xfrm>
              <a:prstGeom prst="ellipse">
                <a:avLst/>
              </a:prstGeom>
              <a:solidFill>
                <a:srgbClr val="C00000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9232895" y="4003008"/>
                <a:ext cx="461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1600200" y="1281612"/>
                <a:ext cx="541420" cy="40337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33" name="直接连接符 32"/>
              <p:cNvCxnSpPr/>
              <p:nvPr/>
            </p:nvCxnSpPr>
            <p:spPr>
              <a:xfrm>
                <a:off x="2141620" y="1684982"/>
                <a:ext cx="7177757" cy="2318026"/>
              </a:xfrm>
              <a:prstGeom prst="line">
                <a:avLst/>
              </a:prstGeom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组合 123"/>
            <p:cNvGrpSpPr/>
            <p:nvPr/>
          </p:nvGrpSpPr>
          <p:grpSpPr>
            <a:xfrm>
              <a:off x="563486" y="1281612"/>
              <a:ext cx="8861515" cy="3450289"/>
              <a:chOff x="563486" y="1281612"/>
              <a:chExt cx="8861515" cy="3450289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8594735" y="4171937"/>
                <a:ext cx="4732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C1</a:t>
                </a:r>
              </a:p>
            </p:txBody>
          </p:sp>
          <p:grpSp>
            <p:nvGrpSpPr>
              <p:cNvPr id="119" name="组合 118"/>
              <p:cNvGrpSpPr/>
              <p:nvPr/>
            </p:nvGrpSpPr>
            <p:grpSpPr>
              <a:xfrm>
                <a:off x="563486" y="1281612"/>
                <a:ext cx="8861515" cy="3450289"/>
                <a:chOff x="563486" y="1281612"/>
                <a:chExt cx="8861515" cy="3450289"/>
              </a:xfrm>
            </p:grpSpPr>
            <p:grpSp>
              <p:nvGrpSpPr>
                <p:cNvPr id="30" name="组合 29"/>
                <p:cNvGrpSpPr/>
                <p:nvPr/>
              </p:nvGrpSpPr>
              <p:grpSpPr>
                <a:xfrm>
                  <a:off x="7658100" y="4350638"/>
                  <a:ext cx="1766901" cy="381263"/>
                  <a:chOff x="7658100" y="4350638"/>
                  <a:chExt cx="1766901" cy="381263"/>
                </a:xfrm>
              </p:grpSpPr>
              <p:grpSp>
                <p:nvGrpSpPr>
                  <p:cNvPr id="18" name="组合 17"/>
                  <p:cNvGrpSpPr/>
                  <p:nvPr/>
                </p:nvGrpSpPr>
                <p:grpSpPr>
                  <a:xfrm>
                    <a:off x="8273107" y="4350638"/>
                    <a:ext cx="536886" cy="381263"/>
                    <a:chOff x="5612081" y="2321455"/>
                    <a:chExt cx="411164" cy="291983"/>
                  </a:xfrm>
                </p:grpSpPr>
                <p:cxnSp>
                  <p:nvCxnSpPr>
                    <p:cNvPr id="19" name="直接连接符 18"/>
                    <p:cNvCxnSpPr/>
                    <p:nvPr/>
                  </p:nvCxnSpPr>
                  <p:spPr>
                    <a:xfrm>
                      <a:off x="5768451" y="2321455"/>
                      <a:ext cx="0" cy="291983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直接连接符 19"/>
                    <p:cNvCxnSpPr/>
                    <p:nvPr/>
                  </p:nvCxnSpPr>
                  <p:spPr>
                    <a:xfrm>
                      <a:off x="5866876" y="2321455"/>
                      <a:ext cx="0" cy="291983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直接连接符 20"/>
                    <p:cNvCxnSpPr/>
                    <p:nvPr/>
                  </p:nvCxnSpPr>
                  <p:spPr>
                    <a:xfrm flipH="1">
                      <a:off x="5866876" y="2462684"/>
                      <a:ext cx="156369" cy="1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直接连接符 21"/>
                    <p:cNvCxnSpPr/>
                    <p:nvPr/>
                  </p:nvCxnSpPr>
                  <p:spPr>
                    <a:xfrm flipH="1">
                      <a:off x="5612081" y="2461773"/>
                      <a:ext cx="156369" cy="1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3" name="矩形 22"/>
                    <p:cNvSpPr/>
                    <p:nvPr/>
                  </p:nvSpPr>
                  <p:spPr>
                    <a:xfrm>
                      <a:off x="5768450" y="2321455"/>
                      <a:ext cx="98426" cy="291983"/>
                    </a:xfrm>
                    <a:prstGeom prst="rect">
                      <a:avLst/>
                    </a:prstGeom>
                    <a:solidFill>
                      <a:schemeClr val="accent1">
                        <a:alpha val="2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27" name="直接连接符 26"/>
                  <p:cNvCxnSpPr>
                    <a:endCxn id="4" idx="6"/>
                  </p:cNvCxnSpPr>
                  <p:nvPr/>
                </p:nvCxnSpPr>
                <p:spPr>
                  <a:xfrm flipH="1">
                    <a:off x="7658100" y="4533378"/>
                    <a:ext cx="615007" cy="34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/>
                  <p:cNvCxnSpPr>
                    <a:endCxn id="16" idx="2"/>
                  </p:cNvCxnSpPr>
                  <p:nvPr/>
                </p:nvCxnSpPr>
                <p:spPr>
                  <a:xfrm>
                    <a:off x="8809993" y="4533378"/>
                    <a:ext cx="615008" cy="1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9" name="椭圆 78"/>
                <p:cNvSpPr/>
                <p:nvPr/>
              </p:nvSpPr>
              <p:spPr>
                <a:xfrm>
                  <a:off x="563486" y="1281612"/>
                  <a:ext cx="553453" cy="403370"/>
                </a:xfrm>
                <a:prstGeom prst="ellipse">
                  <a:avLst/>
                </a:prstGeom>
                <a:noFill/>
                <a:ln w="19050">
                  <a:solidFill>
                    <a:srgbClr val="7030A0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80" name="直接连接符 79"/>
                <p:cNvCxnSpPr>
                  <a:endCxn id="23" idx="0"/>
                </p:cNvCxnSpPr>
                <p:nvPr/>
              </p:nvCxnSpPr>
              <p:spPr>
                <a:xfrm>
                  <a:off x="1116543" y="1593249"/>
                  <a:ext cx="7425007" cy="2757389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0" name="组合 119"/>
            <p:cNvGrpSpPr/>
            <p:nvPr/>
          </p:nvGrpSpPr>
          <p:grpSpPr>
            <a:xfrm>
              <a:off x="563486" y="1684982"/>
              <a:ext cx="8620622" cy="3475561"/>
              <a:chOff x="563486" y="1684982"/>
              <a:chExt cx="8620622" cy="3475561"/>
            </a:xfrm>
          </p:grpSpPr>
          <p:grpSp>
            <p:nvGrpSpPr>
              <p:cNvPr id="76" name="组合 75"/>
              <p:cNvGrpSpPr/>
              <p:nvPr/>
            </p:nvGrpSpPr>
            <p:grpSpPr>
              <a:xfrm>
                <a:off x="7937500" y="4533378"/>
                <a:ext cx="1246608" cy="627165"/>
                <a:chOff x="7937500" y="4533378"/>
                <a:chExt cx="1246608" cy="627165"/>
              </a:xfrm>
            </p:grpSpPr>
            <p:grpSp>
              <p:nvGrpSpPr>
                <p:cNvPr id="45" name="组合 44"/>
                <p:cNvGrpSpPr/>
                <p:nvPr/>
              </p:nvGrpSpPr>
              <p:grpSpPr>
                <a:xfrm>
                  <a:off x="8124946" y="5086787"/>
                  <a:ext cx="862013" cy="73756"/>
                  <a:chOff x="1493467" y="1883870"/>
                  <a:chExt cx="862013" cy="73756"/>
                </a:xfrm>
              </p:grpSpPr>
              <p:sp>
                <p:nvSpPr>
                  <p:cNvPr id="46" name="任意多边形 45"/>
                  <p:cNvSpPr/>
                  <p:nvPr/>
                </p:nvSpPr>
                <p:spPr>
                  <a:xfrm>
                    <a:off x="1761358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" name="任意多边形 46"/>
                  <p:cNvSpPr/>
                  <p:nvPr/>
                </p:nvSpPr>
                <p:spPr>
                  <a:xfrm>
                    <a:off x="1925664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" name="任意多边形 47"/>
                  <p:cNvSpPr/>
                  <p:nvPr/>
                </p:nvSpPr>
                <p:spPr>
                  <a:xfrm>
                    <a:off x="2085208" y="1883870"/>
                    <a:ext cx="164306" cy="73755"/>
                  </a:xfrm>
                  <a:custGeom>
                    <a:avLst/>
                    <a:gdLst>
                      <a:gd name="connsiteX0" fmla="*/ 82153 w 164306"/>
                      <a:gd name="connsiteY0" fmla="*/ 0 h 73755"/>
                      <a:gd name="connsiteX1" fmla="*/ 164306 w 164306"/>
                      <a:gd name="connsiteY1" fmla="*/ 71438 h 73755"/>
                      <a:gd name="connsiteX2" fmla="*/ 163203 w 164306"/>
                      <a:gd name="connsiteY2" fmla="*/ 73755 h 73755"/>
                      <a:gd name="connsiteX3" fmla="*/ 1104 w 164306"/>
                      <a:gd name="connsiteY3" fmla="*/ 73755 h 73755"/>
                      <a:gd name="connsiteX4" fmla="*/ 0 w 164306"/>
                      <a:gd name="connsiteY4" fmla="*/ 71438 h 73755"/>
                      <a:gd name="connsiteX5" fmla="*/ 82153 w 164306"/>
                      <a:gd name="connsiteY5" fmla="*/ 0 h 73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5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5"/>
                        </a:lnTo>
                        <a:lnTo>
                          <a:pt x="1104" y="73755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" name="任意多边形 48"/>
                  <p:cNvSpPr/>
                  <p:nvPr/>
                </p:nvSpPr>
                <p:spPr>
                  <a:xfrm>
                    <a:off x="1601814" y="1883870"/>
                    <a:ext cx="164306" cy="73754"/>
                  </a:xfrm>
                  <a:custGeom>
                    <a:avLst/>
                    <a:gdLst>
                      <a:gd name="connsiteX0" fmla="*/ 82153 w 164306"/>
                      <a:gd name="connsiteY0" fmla="*/ 0 h 73754"/>
                      <a:gd name="connsiteX1" fmla="*/ 164306 w 164306"/>
                      <a:gd name="connsiteY1" fmla="*/ 71438 h 73754"/>
                      <a:gd name="connsiteX2" fmla="*/ 163203 w 164306"/>
                      <a:gd name="connsiteY2" fmla="*/ 73754 h 73754"/>
                      <a:gd name="connsiteX3" fmla="*/ 1103 w 164306"/>
                      <a:gd name="connsiteY3" fmla="*/ 73754 h 73754"/>
                      <a:gd name="connsiteX4" fmla="*/ 0 w 164306"/>
                      <a:gd name="connsiteY4" fmla="*/ 71438 h 73754"/>
                      <a:gd name="connsiteX5" fmla="*/ 82153 w 164306"/>
                      <a:gd name="connsiteY5" fmla="*/ 0 h 737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4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4"/>
                        </a:lnTo>
                        <a:lnTo>
                          <a:pt x="1103" y="73754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0" name="直接连接符 49"/>
                  <p:cNvCxnSpPr/>
                  <p:nvPr/>
                </p:nvCxnSpPr>
                <p:spPr>
                  <a:xfrm>
                    <a:off x="1493467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直接连接符 50"/>
                  <p:cNvCxnSpPr/>
                  <p:nvPr/>
                </p:nvCxnSpPr>
                <p:spPr>
                  <a:xfrm>
                    <a:off x="2244752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" name="文本框 51"/>
                <p:cNvSpPr txBox="1"/>
                <p:nvPr/>
              </p:nvSpPr>
              <p:spPr>
                <a:xfrm>
                  <a:off x="8605811" y="4771565"/>
                  <a:ext cx="437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L1</a:t>
                  </a:r>
                </a:p>
              </p:txBody>
            </p:sp>
            <p:cxnSp>
              <p:nvCxnSpPr>
                <p:cNvPr id="66" name="直接连接符 65"/>
                <p:cNvCxnSpPr/>
                <p:nvPr/>
              </p:nvCxnSpPr>
              <p:spPr>
                <a:xfrm flipH="1">
                  <a:off x="7937500" y="4541269"/>
                  <a:ext cx="6350" cy="5996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/>
                <p:cNvCxnSpPr/>
                <p:nvPr/>
              </p:nvCxnSpPr>
              <p:spPr>
                <a:xfrm flipH="1">
                  <a:off x="9175375" y="4533378"/>
                  <a:ext cx="8733" cy="61078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/>
                <p:cNvCxnSpPr/>
                <p:nvPr/>
              </p:nvCxnSpPr>
              <p:spPr>
                <a:xfrm flipH="1" flipV="1">
                  <a:off x="7937500" y="5139539"/>
                  <a:ext cx="189048" cy="17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 flipH="1" flipV="1">
                  <a:off x="8989449" y="5139539"/>
                  <a:ext cx="189048" cy="17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2" name="椭圆 81"/>
              <p:cNvSpPr/>
              <p:nvPr/>
            </p:nvSpPr>
            <p:spPr>
              <a:xfrm>
                <a:off x="563486" y="1684982"/>
                <a:ext cx="553057" cy="334318"/>
              </a:xfrm>
              <a:prstGeom prst="ellipse">
                <a:avLst/>
              </a:prstGeom>
              <a:noFill/>
              <a:ln w="19050">
                <a:solidFill>
                  <a:srgbClr val="7030A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83" name="直接连接符 82"/>
              <p:cNvCxnSpPr>
                <a:endCxn id="46" idx="0"/>
              </p:cNvCxnSpPr>
              <p:nvPr/>
            </p:nvCxnSpPr>
            <p:spPr>
              <a:xfrm>
                <a:off x="1088618" y="1998276"/>
                <a:ext cx="7386372" cy="3088511"/>
              </a:xfrm>
              <a:prstGeom prst="line">
                <a:avLst/>
              </a:prstGeom>
              <a:ln w="19050">
                <a:solidFill>
                  <a:srgbClr val="7030A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1" name="组合 120"/>
            <p:cNvGrpSpPr/>
            <p:nvPr/>
          </p:nvGrpSpPr>
          <p:grpSpPr>
            <a:xfrm>
              <a:off x="523047" y="2019300"/>
              <a:ext cx="8661735" cy="3779906"/>
              <a:chOff x="523047" y="2019300"/>
              <a:chExt cx="8661735" cy="3779906"/>
            </a:xfrm>
          </p:grpSpPr>
          <p:grpSp>
            <p:nvGrpSpPr>
              <p:cNvPr id="77" name="组合 76"/>
              <p:cNvGrpSpPr/>
              <p:nvPr/>
            </p:nvGrpSpPr>
            <p:grpSpPr>
              <a:xfrm>
                <a:off x="7932320" y="5104609"/>
                <a:ext cx="1252462" cy="694597"/>
                <a:chOff x="7932320" y="5104609"/>
                <a:chExt cx="1252462" cy="694597"/>
              </a:xfrm>
            </p:grpSpPr>
            <p:grpSp>
              <p:nvGrpSpPr>
                <p:cNvPr id="35" name="组合 34"/>
                <p:cNvGrpSpPr/>
                <p:nvPr/>
              </p:nvGrpSpPr>
              <p:grpSpPr>
                <a:xfrm>
                  <a:off x="8124946" y="5599742"/>
                  <a:ext cx="870114" cy="199464"/>
                  <a:chOff x="6299131" y="2402242"/>
                  <a:chExt cx="498875" cy="119062"/>
                </a:xfrm>
              </p:grpSpPr>
              <p:cxnSp>
                <p:nvCxnSpPr>
                  <p:cNvPr id="36" name="直接连接符 35"/>
                  <p:cNvCxnSpPr/>
                  <p:nvPr/>
                </p:nvCxnSpPr>
                <p:spPr>
                  <a:xfrm flipV="1">
                    <a:off x="6406288" y="2402242"/>
                    <a:ext cx="38099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直接连接符 36"/>
                  <p:cNvCxnSpPr/>
                  <p:nvPr/>
                </p:nvCxnSpPr>
                <p:spPr>
                  <a:xfrm flipV="1">
                    <a:off x="6653941" y="2461773"/>
                    <a:ext cx="35718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接连接符 37"/>
                  <p:cNvCxnSpPr/>
                  <p:nvPr/>
                </p:nvCxnSpPr>
                <p:spPr>
                  <a:xfrm flipH="1" flipV="1">
                    <a:off x="6439626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连接符 38"/>
                  <p:cNvCxnSpPr/>
                  <p:nvPr/>
                </p:nvCxnSpPr>
                <p:spPr>
                  <a:xfrm flipH="1" flipV="1">
                    <a:off x="6611077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直接连接符 39"/>
                  <p:cNvCxnSpPr/>
                  <p:nvPr/>
                </p:nvCxnSpPr>
                <p:spPr>
                  <a:xfrm flipV="1">
                    <a:off x="6568214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直接连接符 40"/>
                  <p:cNvCxnSpPr/>
                  <p:nvPr/>
                </p:nvCxnSpPr>
                <p:spPr>
                  <a:xfrm flipH="1" flipV="1">
                    <a:off x="6525351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直接连接符 41"/>
                  <p:cNvCxnSpPr/>
                  <p:nvPr/>
                </p:nvCxnSpPr>
                <p:spPr>
                  <a:xfrm flipV="1">
                    <a:off x="6480107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连接符 42"/>
                  <p:cNvCxnSpPr/>
                  <p:nvPr/>
                </p:nvCxnSpPr>
                <p:spPr>
                  <a:xfrm>
                    <a:off x="6299131" y="2461774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直接连接符 43"/>
                  <p:cNvCxnSpPr/>
                  <p:nvPr/>
                </p:nvCxnSpPr>
                <p:spPr>
                  <a:xfrm>
                    <a:off x="6687278" y="246177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3" name="文本框 52"/>
                <p:cNvSpPr txBox="1"/>
                <p:nvPr/>
              </p:nvSpPr>
              <p:spPr>
                <a:xfrm>
                  <a:off x="8613973" y="5272877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R1</a:t>
                  </a:r>
                </a:p>
              </p:txBody>
            </p:sp>
            <p:cxnSp>
              <p:nvCxnSpPr>
                <p:cNvPr id="72" name="直接连接符 71"/>
                <p:cNvCxnSpPr/>
                <p:nvPr/>
              </p:nvCxnSpPr>
              <p:spPr>
                <a:xfrm flipH="1" flipV="1">
                  <a:off x="7943111" y="5699474"/>
                  <a:ext cx="189048" cy="17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/>
                <p:nvPr/>
              </p:nvCxnSpPr>
              <p:spPr>
                <a:xfrm flipH="1" flipV="1">
                  <a:off x="8995060" y="5699474"/>
                  <a:ext cx="189048" cy="17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/>
                <p:nvPr/>
              </p:nvCxnSpPr>
              <p:spPr>
                <a:xfrm flipH="1">
                  <a:off x="7932320" y="5104609"/>
                  <a:ext cx="6350" cy="5996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/>
              </p:nvCxnSpPr>
              <p:spPr>
                <a:xfrm flipH="1">
                  <a:off x="9178432" y="5118059"/>
                  <a:ext cx="6350" cy="5996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5" name="椭圆 84"/>
              <p:cNvSpPr/>
              <p:nvPr/>
            </p:nvSpPr>
            <p:spPr>
              <a:xfrm>
                <a:off x="523047" y="2019300"/>
                <a:ext cx="553057" cy="334318"/>
              </a:xfrm>
              <a:prstGeom prst="ellipse">
                <a:avLst/>
              </a:prstGeom>
              <a:noFill/>
              <a:ln w="19050">
                <a:solidFill>
                  <a:srgbClr val="7030A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86" name="直接连接符 85"/>
              <p:cNvCxnSpPr/>
              <p:nvPr/>
            </p:nvCxnSpPr>
            <p:spPr>
              <a:xfrm>
                <a:off x="1048053" y="2293432"/>
                <a:ext cx="7503479" cy="3332290"/>
              </a:xfrm>
              <a:prstGeom prst="line">
                <a:avLst/>
              </a:prstGeom>
              <a:ln w="19050">
                <a:solidFill>
                  <a:srgbClr val="7030A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2" name="组合 121"/>
            <p:cNvGrpSpPr/>
            <p:nvPr/>
          </p:nvGrpSpPr>
          <p:grpSpPr>
            <a:xfrm>
              <a:off x="555928" y="2353618"/>
              <a:ext cx="10524454" cy="3876439"/>
              <a:chOff x="555928" y="2353618"/>
              <a:chExt cx="10524454" cy="3876439"/>
            </a:xfrm>
          </p:grpSpPr>
          <p:grpSp>
            <p:nvGrpSpPr>
              <p:cNvPr id="92" name="组合 91"/>
              <p:cNvGrpSpPr/>
              <p:nvPr/>
            </p:nvGrpSpPr>
            <p:grpSpPr>
              <a:xfrm>
                <a:off x="9502775" y="4090408"/>
                <a:ext cx="1577607" cy="542702"/>
                <a:chOff x="9502775" y="4090408"/>
                <a:chExt cx="1577607" cy="542702"/>
              </a:xfrm>
            </p:grpSpPr>
            <p:grpSp>
              <p:nvGrpSpPr>
                <p:cNvPr id="54" name="组合 53"/>
                <p:cNvGrpSpPr/>
                <p:nvPr/>
              </p:nvGrpSpPr>
              <p:grpSpPr>
                <a:xfrm>
                  <a:off x="9885033" y="4433646"/>
                  <a:ext cx="835762" cy="199464"/>
                  <a:chOff x="6299131" y="2402242"/>
                  <a:chExt cx="498875" cy="119062"/>
                </a:xfrm>
              </p:grpSpPr>
              <p:cxnSp>
                <p:nvCxnSpPr>
                  <p:cNvPr id="55" name="直接连接符 54"/>
                  <p:cNvCxnSpPr/>
                  <p:nvPr/>
                </p:nvCxnSpPr>
                <p:spPr>
                  <a:xfrm flipV="1">
                    <a:off x="6406288" y="2402242"/>
                    <a:ext cx="38099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直接连接符 55"/>
                  <p:cNvCxnSpPr/>
                  <p:nvPr/>
                </p:nvCxnSpPr>
                <p:spPr>
                  <a:xfrm flipV="1">
                    <a:off x="6653941" y="2461773"/>
                    <a:ext cx="35718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直接连接符 56"/>
                  <p:cNvCxnSpPr/>
                  <p:nvPr/>
                </p:nvCxnSpPr>
                <p:spPr>
                  <a:xfrm flipH="1" flipV="1">
                    <a:off x="6439626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接连接符 57"/>
                  <p:cNvCxnSpPr/>
                  <p:nvPr/>
                </p:nvCxnSpPr>
                <p:spPr>
                  <a:xfrm flipH="1" flipV="1">
                    <a:off x="6611077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接连接符 58"/>
                  <p:cNvCxnSpPr/>
                  <p:nvPr/>
                </p:nvCxnSpPr>
                <p:spPr>
                  <a:xfrm flipV="1">
                    <a:off x="6568214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直接连接符 59"/>
                  <p:cNvCxnSpPr/>
                  <p:nvPr/>
                </p:nvCxnSpPr>
                <p:spPr>
                  <a:xfrm flipH="1" flipV="1">
                    <a:off x="6525351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接连接符 60"/>
                  <p:cNvCxnSpPr/>
                  <p:nvPr/>
                </p:nvCxnSpPr>
                <p:spPr>
                  <a:xfrm flipV="1">
                    <a:off x="6480107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接连接符 61"/>
                  <p:cNvCxnSpPr/>
                  <p:nvPr/>
                </p:nvCxnSpPr>
                <p:spPr>
                  <a:xfrm>
                    <a:off x="6299131" y="2461774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接连接符 62"/>
                  <p:cNvCxnSpPr/>
                  <p:nvPr/>
                </p:nvCxnSpPr>
                <p:spPr>
                  <a:xfrm>
                    <a:off x="6687278" y="246177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4" name="文本框 63"/>
                <p:cNvSpPr txBox="1"/>
                <p:nvPr/>
              </p:nvSpPr>
              <p:spPr>
                <a:xfrm>
                  <a:off x="10328221" y="4090408"/>
                  <a:ext cx="470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R2</a:t>
                  </a:r>
                </a:p>
              </p:txBody>
            </p:sp>
            <p:cxnSp>
              <p:nvCxnSpPr>
                <p:cNvPr id="88" name="直接连接符 87"/>
                <p:cNvCxnSpPr>
                  <a:endCxn id="16" idx="6"/>
                </p:cNvCxnSpPr>
                <p:nvPr/>
              </p:nvCxnSpPr>
              <p:spPr>
                <a:xfrm flipH="1">
                  <a:off x="9502775" y="4531661"/>
                  <a:ext cx="377643" cy="171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连接符 90"/>
                <p:cNvCxnSpPr/>
                <p:nvPr/>
              </p:nvCxnSpPr>
              <p:spPr>
                <a:xfrm flipH="1">
                  <a:off x="10702739" y="4529943"/>
                  <a:ext cx="377643" cy="171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7" name="椭圆 96"/>
              <p:cNvSpPr/>
              <p:nvPr/>
            </p:nvSpPr>
            <p:spPr>
              <a:xfrm>
                <a:off x="555928" y="2353618"/>
                <a:ext cx="553057" cy="334318"/>
              </a:xfrm>
              <a:prstGeom prst="ellipse">
                <a:avLst/>
              </a:prstGeom>
              <a:noFill/>
              <a:ln w="19050">
                <a:solidFill>
                  <a:srgbClr val="7030A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98" name="直接连接符 97"/>
              <p:cNvCxnSpPr/>
              <p:nvPr/>
            </p:nvCxnSpPr>
            <p:spPr>
              <a:xfrm>
                <a:off x="912391" y="2698411"/>
                <a:ext cx="7987707" cy="3531646"/>
              </a:xfrm>
              <a:prstGeom prst="line">
                <a:avLst/>
              </a:prstGeom>
              <a:ln w="19050">
                <a:solidFill>
                  <a:srgbClr val="7030A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 flipV="1">
                <a:off x="8900901" y="4744746"/>
                <a:ext cx="1557728" cy="1485311"/>
              </a:xfrm>
              <a:prstGeom prst="line">
                <a:avLst/>
              </a:prstGeom>
              <a:ln w="19050">
                <a:solidFill>
                  <a:srgbClr val="7030A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2" name="图片 1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725" y="4275074"/>
              <a:ext cx="2844779" cy="1888429"/>
            </a:xfrm>
            <a:prstGeom prst="rect">
              <a:avLst/>
            </a:prstGeom>
          </p:spPr>
        </p:pic>
        <p:grpSp>
          <p:nvGrpSpPr>
            <p:cNvPr id="123" name="组合 122"/>
            <p:cNvGrpSpPr/>
            <p:nvPr/>
          </p:nvGrpSpPr>
          <p:grpSpPr>
            <a:xfrm>
              <a:off x="4490662" y="5192962"/>
              <a:ext cx="1415772" cy="986390"/>
              <a:chOff x="4490662" y="5192962"/>
              <a:chExt cx="1415772" cy="986390"/>
            </a:xfrm>
          </p:grpSpPr>
          <p:sp>
            <p:nvSpPr>
              <p:cNvPr id="113" name="右箭头 112"/>
              <p:cNvSpPr/>
              <p:nvPr/>
            </p:nvSpPr>
            <p:spPr>
              <a:xfrm flipH="1">
                <a:off x="4561781" y="5192962"/>
                <a:ext cx="1273534" cy="391984"/>
              </a:xfrm>
              <a:prstGeom prst="rightArrow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4" name="文本框 113"/>
              <p:cNvSpPr txBox="1"/>
              <p:nvPr/>
            </p:nvSpPr>
            <p:spPr>
              <a:xfrm>
                <a:off x="4490662" y="5717687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二者相同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9062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43"/>
    </mc:Choice>
    <mc:Fallback xmlns="">
      <p:transition spd="slow" advTm="23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30" y="998376"/>
            <a:ext cx="4443683" cy="52523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1102198" y="266362"/>
            <a:ext cx="3533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详细模型</a:t>
            </a:r>
            <a:r>
              <a:rPr lang="en-US" altLang="zh-CN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SPICE</a:t>
            </a:r>
            <a:endParaRPr lang="zh-CN" altLang="en-US" sz="2800" b="1" i="1" spc="6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6056" y="1255594"/>
            <a:ext cx="464024" cy="4653887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871103" y="3162861"/>
            <a:ext cx="854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</a:p>
        </p:txBody>
      </p:sp>
      <p:grpSp>
        <p:nvGrpSpPr>
          <p:cNvPr id="257" name="组合 256"/>
          <p:cNvGrpSpPr/>
          <p:nvPr/>
        </p:nvGrpSpPr>
        <p:grpSpPr>
          <a:xfrm>
            <a:off x="5824112" y="1715281"/>
            <a:ext cx="5917946" cy="2635911"/>
            <a:chOff x="5780569" y="684767"/>
            <a:chExt cx="5917946" cy="2635911"/>
          </a:xfrm>
        </p:grpSpPr>
        <p:grpSp>
          <p:nvGrpSpPr>
            <p:cNvPr id="238" name="组合 237"/>
            <p:cNvGrpSpPr/>
            <p:nvPr/>
          </p:nvGrpSpPr>
          <p:grpSpPr>
            <a:xfrm>
              <a:off x="5780569" y="998376"/>
              <a:ext cx="5917946" cy="2322302"/>
              <a:chOff x="5287083" y="1965310"/>
              <a:chExt cx="6858006" cy="2691197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8133351" y="2949724"/>
                <a:ext cx="452095" cy="321050"/>
                <a:chOff x="5612081" y="2321455"/>
                <a:chExt cx="411164" cy="291983"/>
              </a:xfrm>
            </p:grpSpPr>
            <p:cxnSp>
              <p:nvCxnSpPr>
                <p:cNvPr id="7" name="直接连接符 6"/>
                <p:cNvCxnSpPr/>
                <p:nvPr/>
              </p:nvCxnSpPr>
              <p:spPr>
                <a:xfrm>
                  <a:off x="5768451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接连接符 7"/>
                <p:cNvCxnSpPr/>
                <p:nvPr/>
              </p:nvCxnSpPr>
              <p:spPr>
                <a:xfrm>
                  <a:off x="5866876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直接连接符 8"/>
                <p:cNvCxnSpPr/>
                <p:nvPr/>
              </p:nvCxnSpPr>
              <p:spPr>
                <a:xfrm flipH="1">
                  <a:off x="5866876" y="2462684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接连接符 9"/>
                <p:cNvCxnSpPr/>
                <p:nvPr/>
              </p:nvCxnSpPr>
              <p:spPr>
                <a:xfrm flipH="1">
                  <a:off x="5612081" y="2461773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矩形 10"/>
                <p:cNvSpPr/>
                <p:nvPr/>
              </p:nvSpPr>
              <p:spPr>
                <a:xfrm>
                  <a:off x="5768450" y="2321455"/>
                  <a:ext cx="98426" cy="291983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396843" y="2566658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组合 21"/>
              <p:cNvGrpSpPr/>
              <p:nvPr/>
            </p:nvGrpSpPr>
            <p:grpSpPr>
              <a:xfrm>
                <a:off x="5596102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23" name="任意多边形 22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任意多边形 23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任意多边形 24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任意多边形 25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7" name="直接连接符 26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组合 28"/>
              <p:cNvGrpSpPr/>
              <p:nvPr/>
            </p:nvGrpSpPr>
            <p:grpSpPr>
              <a:xfrm>
                <a:off x="6392066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30" name="任意多边形 29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任意多边形 30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任意多边形 31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任意多边形 32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4" name="直接连接符 33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>
                <a:off x="7261392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37" name="任意多边形 36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任意多边形 37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任意多边形 38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任意多边形 39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1" name="直接连接符 40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" name="组合 42"/>
              <p:cNvGrpSpPr/>
              <p:nvPr/>
            </p:nvGrpSpPr>
            <p:grpSpPr>
              <a:xfrm>
                <a:off x="7266170" y="2566658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44" name="直接连接符 43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组合 52"/>
              <p:cNvGrpSpPr/>
              <p:nvPr/>
            </p:nvGrpSpPr>
            <p:grpSpPr>
              <a:xfrm>
                <a:off x="7273743" y="3030415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54" name="直接连接符 53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组合 62"/>
              <p:cNvGrpSpPr/>
              <p:nvPr/>
            </p:nvGrpSpPr>
            <p:grpSpPr>
              <a:xfrm>
                <a:off x="7261392" y="3463216"/>
                <a:ext cx="522785" cy="237392"/>
                <a:chOff x="1493467" y="1883870"/>
                <a:chExt cx="862013" cy="73756"/>
              </a:xfrm>
            </p:grpSpPr>
            <p:sp>
              <p:nvSpPr>
                <p:cNvPr id="64" name="任意多边形 63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任意多边形 64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任意多边形 65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任意多边形 66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8" name="直接连接符 67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0" name="组合 69"/>
              <p:cNvGrpSpPr/>
              <p:nvPr/>
            </p:nvGrpSpPr>
            <p:grpSpPr>
              <a:xfrm>
                <a:off x="8732078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71" name="任意多边形 70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任意多边形 71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任意多边形 72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任意多边形 73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5" name="直接连接符 74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组合 76"/>
              <p:cNvGrpSpPr/>
              <p:nvPr/>
            </p:nvGrpSpPr>
            <p:grpSpPr>
              <a:xfrm>
                <a:off x="9528042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78" name="任意多边形 77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任意多边形 78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任意多边形 79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任意多边形 80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82" name="直接连接符 81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" name="组合 83"/>
              <p:cNvGrpSpPr/>
              <p:nvPr/>
            </p:nvGrpSpPr>
            <p:grpSpPr>
              <a:xfrm>
                <a:off x="10397368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85" name="任意多边形 84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任意多边形 85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任意多边形 86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8" name="任意多边形 87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89" name="直接连接符 88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连接符 89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组合 90"/>
              <p:cNvGrpSpPr/>
              <p:nvPr/>
            </p:nvGrpSpPr>
            <p:grpSpPr>
              <a:xfrm>
                <a:off x="11329515" y="2068266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92" name="直接连接符 91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连接符 93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连接符 94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连接符 95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接连接符 96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连接符 98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组合 100"/>
              <p:cNvGrpSpPr/>
              <p:nvPr/>
            </p:nvGrpSpPr>
            <p:grpSpPr>
              <a:xfrm>
                <a:off x="10402146" y="2321885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102" name="直接连接符 101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接连接符 104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连接符 106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连接符 109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1" name="组合 110"/>
              <p:cNvGrpSpPr/>
              <p:nvPr/>
            </p:nvGrpSpPr>
            <p:grpSpPr>
              <a:xfrm>
                <a:off x="9533500" y="2566658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112" name="直接连接符 111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连接符 117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连接符 118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组合 120"/>
              <p:cNvGrpSpPr/>
              <p:nvPr/>
            </p:nvGrpSpPr>
            <p:grpSpPr>
              <a:xfrm>
                <a:off x="9518743" y="3030415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122" name="直接连接符 121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1" name="组合 130"/>
              <p:cNvGrpSpPr/>
              <p:nvPr/>
            </p:nvGrpSpPr>
            <p:grpSpPr>
              <a:xfrm>
                <a:off x="6399033" y="3908525"/>
                <a:ext cx="452095" cy="321050"/>
                <a:chOff x="5612081" y="2321455"/>
                <a:chExt cx="411164" cy="291983"/>
              </a:xfrm>
            </p:grpSpPr>
            <p:cxnSp>
              <p:nvCxnSpPr>
                <p:cNvPr id="132" name="直接连接符 131"/>
                <p:cNvCxnSpPr/>
                <p:nvPr/>
              </p:nvCxnSpPr>
              <p:spPr>
                <a:xfrm>
                  <a:off x="5768451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连接符 132"/>
                <p:cNvCxnSpPr/>
                <p:nvPr/>
              </p:nvCxnSpPr>
              <p:spPr>
                <a:xfrm>
                  <a:off x="5866876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直接连接符 133"/>
                <p:cNvCxnSpPr/>
                <p:nvPr/>
              </p:nvCxnSpPr>
              <p:spPr>
                <a:xfrm flipH="1">
                  <a:off x="5866876" y="2462684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接连接符 134"/>
                <p:cNvCxnSpPr/>
                <p:nvPr/>
              </p:nvCxnSpPr>
              <p:spPr>
                <a:xfrm flipH="1">
                  <a:off x="5612081" y="2461773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6" name="矩形 135"/>
                <p:cNvSpPr/>
                <p:nvPr/>
              </p:nvSpPr>
              <p:spPr>
                <a:xfrm>
                  <a:off x="5768450" y="2321455"/>
                  <a:ext cx="98426" cy="291983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7267393" y="3997354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138" name="直接连接符 137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连接符 138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连接符 140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连接符 141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7" name="组合 146"/>
              <p:cNvGrpSpPr/>
              <p:nvPr/>
            </p:nvGrpSpPr>
            <p:grpSpPr>
              <a:xfrm>
                <a:off x="6392066" y="4525592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148" name="直接连接符 147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接连接符 149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直接连接符 150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接连接符 151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直接连接符 153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接连接符 154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9" name="直接连接符 158"/>
              <p:cNvCxnSpPr/>
              <p:nvPr/>
            </p:nvCxnSpPr>
            <p:spPr>
              <a:xfrm>
                <a:off x="6118887" y="2133723"/>
                <a:ext cx="271906" cy="197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>
                <a:off x="6906181" y="2132738"/>
                <a:ext cx="36070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flipV="1">
                <a:off x="7784177" y="2131908"/>
                <a:ext cx="941469" cy="8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>
                <a:off x="9258038" y="2135083"/>
                <a:ext cx="26751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>
                <a:off x="10050826" y="2131908"/>
                <a:ext cx="34654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/>
              <p:nvPr/>
            </p:nvCxnSpPr>
            <p:spPr>
              <a:xfrm>
                <a:off x="10920153" y="2131908"/>
                <a:ext cx="40936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/>
              <p:cNvCxnSpPr/>
              <p:nvPr/>
            </p:nvCxnSpPr>
            <p:spPr>
              <a:xfrm>
                <a:off x="6914850" y="2632115"/>
                <a:ext cx="36070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>
                <a:off x="6254840" y="2131908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>
                <a:off x="6256759" y="2632115"/>
                <a:ext cx="157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>
                <a:off x="7061225" y="2131908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>
                <a:off x="7061225" y="2599387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>
                <a:off x="7061225" y="3095118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>
                <a:off x="7064425" y="3095118"/>
                <a:ext cx="0" cy="5294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>
                <a:off x="7067924" y="3634298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/>
              <p:cNvCxnSpPr/>
              <p:nvPr/>
            </p:nvCxnSpPr>
            <p:spPr>
              <a:xfrm>
                <a:off x="7991525" y="3099047"/>
                <a:ext cx="0" cy="5294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>
                <a:off x="7778701" y="3094548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>
                <a:off x="7785400" y="3633728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>
                <a:off x="8661425" y="2126862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>
                <a:off x="8661425" y="2594341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/>
              <p:cNvCxnSpPr/>
              <p:nvPr/>
            </p:nvCxnSpPr>
            <p:spPr>
              <a:xfrm>
                <a:off x="7993156" y="2133723"/>
                <a:ext cx="0" cy="4930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>
                <a:off x="7787031" y="2632019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>
                <a:off x="7991219" y="3104282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>
                <a:off x="8456611" y="3103920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/>
              <p:cNvCxnSpPr/>
              <p:nvPr/>
            </p:nvCxnSpPr>
            <p:spPr>
              <a:xfrm>
                <a:off x="9391794" y="2133723"/>
                <a:ext cx="0" cy="4930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>
                <a:off x="9391794" y="2626746"/>
                <a:ext cx="15771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 flipV="1">
                <a:off x="8669254" y="3094548"/>
                <a:ext cx="843393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>
                <a:off x="10233766" y="2140830"/>
                <a:ext cx="0" cy="24651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/>
              <p:nvPr/>
            </p:nvCxnSpPr>
            <p:spPr>
              <a:xfrm>
                <a:off x="10233766" y="2385650"/>
                <a:ext cx="18656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>
                <a:off x="5357813" y="2127220"/>
                <a:ext cx="23828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>
                <a:off x="11847522" y="2131940"/>
                <a:ext cx="23828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2" name="椭圆 211"/>
              <p:cNvSpPr/>
              <p:nvPr/>
            </p:nvSpPr>
            <p:spPr>
              <a:xfrm>
                <a:off x="5287083" y="2090086"/>
                <a:ext cx="77774" cy="76087"/>
              </a:xfrm>
              <a:prstGeom prst="ellipse">
                <a:avLst/>
              </a:prstGeom>
              <a:solidFill>
                <a:srgbClr val="C00000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3" name="椭圆 212"/>
              <p:cNvSpPr/>
              <p:nvPr/>
            </p:nvSpPr>
            <p:spPr>
              <a:xfrm>
                <a:off x="12067315" y="2088295"/>
                <a:ext cx="77774" cy="76087"/>
              </a:xfrm>
              <a:prstGeom prst="ellipse">
                <a:avLst/>
              </a:prstGeom>
              <a:solidFill>
                <a:srgbClr val="C00000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14" name="直接连接符 213"/>
              <p:cNvCxnSpPr/>
              <p:nvPr/>
            </p:nvCxnSpPr>
            <p:spPr>
              <a:xfrm flipV="1">
                <a:off x="10920153" y="2386491"/>
                <a:ext cx="1011588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连接符 215"/>
              <p:cNvCxnSpPr/>
              <p:nvPr/>
            </p:nvCxnSpPr>
            <p:spPr>
              <a:xfrm>
                <a:off x="11931741" y="2139138"/>
                <a:ext cx="0" cy="245191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 216"/>
              <p:cNvCxnSpPr/>
              <p:nvPr/>
            </p:nvCxnSpPr>
            <p:spPr>
              <a:xfrm flipV="1">
                <a:off x="10054042" y="2630759"/>
                <a:ext cx="187769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>
                <a:off x="10029483" y="3094548"/>
                <a:ext cx="1899042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>
                <a:off x="5480141" y="2120691"/>
                <a:ext cx="0" cy="24703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/>
              <p:cNvCxnSpPr/>
              <p:nvPr/>
            </p:nvCxnSpPr>
            <p:spPr>
              <a:xfrm>
                <a:off x="5483403" y="4062812"/>
                <a:ext cx="9188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/>
              <p:cNvCxnSpPr/>
              <p:nvPr/>
            </p:nvCxnSpPr>
            <p:spPr>
              <a:xfrm>
                <a:off x="6840999" y="4062812"/>
                <a:ext cx="4327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 228"/>
              <p:cNvCxnSpPr/>
              <p:nvPr/>
            </p:nvCxnSpPr>
            <p:spPr>
              <a:xfrm>
                <a:off x="7785400" y="4055111"/>
                <a:ext cx="414312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直接连接符 230"/>
              <p:cNvCxnSpPr/>
              <p:nvPr/>
            </p:nvCxnSpPr>
            <p:spPr>
              <a:xfrm>
                <a:off x="6906181" y="4591049"/>
                <a:ext cx="50223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/>
              <p:cNvCxnSpPr/>
              <p:nvPr/>
            </p:nvCxnSpPr>
            <p:spPr>
              <a:xfrm>
                <a:off x="5483403" y="4591049"/>
                <a:ext cx="9188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9" name="文本框 238"/>
            <p:cNvSpPr txBox="1"/>
            <p:nvPr/>
          </p:nvSpPr>
          <p:spPr>
            <a:xfrm>
              <a:off x="6081793" y="687876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L1</a:t>
              </a: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6756491" y="694322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L2</a:t>
              </a:r>
            </a:p>
          </p:txBody>
        </p:sp>
        <p:sp>
          <p:nvSpPr>
            <p:cNvPr id="241" name="文本框 240"/>
            <p:cNvSpPr txBox="1"/>
            <p:nvPr/>
          </p:nvSpPr>
          <p:spPr>
            <a:xfrm>
              <a:off x="7517041" y="684767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L3</a:t>
              </a:r>
            </a:p>
          </p:txBody>
        </p:sp>
        <p:sp>
          <p:nvSpPr>
            <p:cNvPr id="242" name="文本框 241"/>
            <p:cNvSpPr txBox="1"/>
            <p:nvPr/>
          </p:nvSpPr>
          <p:spPr>
            <a:xfrm>
              <a:off x="8731258" y="695751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L5</a:t>
              </a:r>
            </a:p>
          </p:txBody>
        </p:sp>
        <p:sp>
          <p:nvSpPr>
            <p:cNvPr id="243" name="文本框 242"/>
            <p:cNvSpPr txBox="1"/>
            <p:nvPr/>
          </p:nvSpPr>
          <p:spPr>
            <a:xfrm>
              <a:off x="9461782" y="71597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L6</a:t>
              </a:r>
            </a:p>
          </p:txBody>
        </p:sp>
        <p:sp>
          <p:nvSpPr>
            <p:cNvPr id="244" name="文本框 243"/>
            <p:cNvSpPr txBox="1"/>
            <p:nvPr/>
          </p:nvSpPr>
          <p:spPr>
            <a:xfrm>
              <a:off x="10179766" y="708466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L7</a:t>
              </a:r>
            </a:p>
          </p:txBody>
        </p:sp>
        <p:sp>
          <p:nvSpPr>
            <p:cNvPr id="245" name="文本框 244"/>
            <p:cNvSpPr txBox="1"/>
            <p:nvPr/>
          </p:nvSpPr>
          <p:spPr>
            <a:xfrm>
              <a:off x="10978463" y="730050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R7</a:t>
              </a:r>
            </a:p>
          </p:txBody>
        </p:sp>
        <p:sp>
          <p:nvSpPr>
            <p:cNvPr id="246" name="文本框 245"/>
            <p:cNvSpPr txBox="1"/>
            <p:nvPr/>
          </p:nvSpPr>
          <p:spPr>
            <a:xfrm>
              <a:off x="6780210" y="1196792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</a:t>
              </a:r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7513338" y="1203543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R2</a:t>
              </a:r>
            </a:p>
          </p:txBody>
        </p:sp>
        <p:sp>
          <p:nvSpPr>
            <p:cNvPr id="248" name="文本框 247"/>
            <p:cNvSpPr txBox="1"/>
            <p:nvPr/>
          </p:nvSpPr>
          <p:spPr>
            <a:xfrm>
              <a:off x="7520887" y="1631200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R3</a:t>
              </a:r>
            </a:p>
          </p:txBody>
        </p:sp>
        <p:sp>
          <p:nvSpPr>
            <p:cNvPr id="249" name="文本框 248"/>
            <p:cNvSpPr txBox="1"/>
            <p:nvPr/>
          </p:nvSpPr>
          <p:spPr>
            <a:xfrm>
              <a:off x="7523648" y="1997677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L4</a:t>
              </a:r>
            </a:p>
          </p:txBody>
        </p:sp>
        <p:sp>
          <p:nvSpPr>
            <p:cNvPr id="250" name="文本框 249"/>
            <p:cNvSpPr txBox="1"/>
            <p:nvPr/>
          </p:nvSpPr>
          <p:spPr>
            <a:xfrm>
              <a:off x="8220294" y="1506476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C1</a:t>
              </a:r>
            </a:p>
          </p:txBody>
        </p:sp>
        <p:sp>
          <p:nvSpPr>
            <p:cNvPr id="251" name="文本框 250"/>
            <p:cNvSpPr txBox="1"/>
            <p:nvPr/>
          </p:nvSpPr>
          <p:spPr>
            <a:xfrm>
              <a:off x="10464008" y="1116480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R6</a:t>
              </a:r>
            </a:p>
          </p:txBody>
        </p:sp>
        <p:sp>
          <p:nvSpPr>
            <p:cNvPr id="252" name="文本框 251"/>
            <p:cNvSpPr txBox="1"/>
            <p:nvPr/>
          </p:nvSpPr>
          <p:spPr>
            <a:xfrm>
              <a:off x="9467927" y="1222609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R5</a:t>
              </a:r>
            </a:p>
          </p:txBody>
        </p:sp>
        <p:sp>
          <p:nvSpPr>
            <p:cNvPr id="253" name="文本框 252"/>
            <p:cNvSpPr txBox="1"/>
            <p:nvPr/>
          </p:nvSpPr>
          <p:spPr>
            <a:xfrm>
              <a:off x="9474378" y="1639400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R4</a:t>
              </a:r>
            </a:p>
          </p:txBody>
        </p:sp>
        <p:sp>
          <p:nvSpPr>
            <p:cNvPr id="254" name="文本框 253"/>
            <p:cNvSpPr txBox="1"/>
            <p:nvPr/>
          </p:nvSpPr>
          <p:spPr>
            <a:xfrm>
              <a:off x="6733446" y="2342782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C2</a:t>
              </a:r>
            </a:p>
          </p:txBody>
        </p:sp>
        <p:sp>
          <p:nvSpPr>
            <p:cNvPr id="255" name="文本框 254"/>
            <p:cNvSpPr txBox="1"/>
            <p:nvPr/>
          </p:nvSpPr>
          <p:spPr>
            <a:xfrm>
              <a:off x="7524105" y="2452737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R8</a:t>
              </a:r>
            </a:p>
          </p:txBody>
        </p:sp>
        <p:sp>
          <p:nvSpPr>
            <p:cNvPr id="256" name="文本框 255"/>
            <p:cNvSpPr txBox="1"/>
            <p:nvPr/>
          </p:nvSpPr>
          <p:spPr>
            <a:xfrm>
              <a:off x="6746855" y="2908848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84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62"/>
    </mc:Choice>
    <mc:Fallback xmlns="">
      <p:transition spd="slow" advTm="102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26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1102198" y="266362"/>
            <a:ext cx="3533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详细模型</a:t>
            </a:r>
            <a:r>
              <a:rPr lang="en-US" altLang="zh-CN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SPICE</a:t>
            </a:r>
            <a:endParaRPr lang="zh-CN" altLang="en-US" sz="2800" b="1" i="1" spc="6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516056" y="998376"/>
            <a:ext cx="4574857" cy="5252300"/>
            <a:chOff x="516056" y="998376"/>
            <a:chExt cx="4574857" cy="525230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230" y="998376"/>
              <a:ext cx="4443683" cy="5252300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516056" y="1255594"/>
              <a:ext cx="464024" cy="4653887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871103" y="3162861"/>
              <a:ext cx="8547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18</a:t>
              </a:r>
              <a:r>
                <a: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</a:t>
              </a:r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5824112" y="1715281"/>
            <a:ext cx="5917946" cy="2635911"/>
            <a:chOff x="5780569" y="684767"/>
            <a:chExt cx="5917946" cy="2635911"/>
          </a:xfrm>
        </p:grpSpPr>
        <p:grpSp>
          <p:nvGrpSpPr>
            <p:cNvPr id="238" name="组合 237"/>
            <p:cNvGrpSpPr/>
            <p:nvPr/>
          </p:nvGrpSpPr>
          <p:grpSpPr>
            <a:xfrm>
              <a:off x="5780569" y="998376"/>
              <a:ext cx="5917946" cy="2322302"/>
              <a:chOff x="5287083" y="1965310"/>
              <a:chExt cx="6858006" cy="2691197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8133351" y="2949724"/>
                <a:ext cx="452095" cy="321050"/>
                <a:chOff x="5612081" y="2321455"/>
                <a:chExt cx="411164" cy="291983"/>
              </a:xfrm>
            </p:grpSpPr>
            <p:cxnSp>
              <p:nvCxnSpPr>
                <p:cNvPr id="7" name="直接连接符 6"/>
                <p:cNvCxnSpPr/>
                <p:nvPr/>
              </p:nvCxnSpPr>
              <p:spPr>
                <a:xfrm>
                  <a:off x="5768451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接连接符 7"/>
                <p:cNvCxnSpPr/>
                <p:nvPr/>
              </p:nvCxnSpPr>
              <p:spPr>
                <a:xfrm>
                  <a:off x="5866876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直接连接符 8"/>
                <p:cNvCxnSpPr/>
                <p:nvPr/>
              </p:nvCxnSpPr>
              <p:spPr>
                <a:xfrm flipH="1">
                  <a:off x="5866876" y="2462684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接连接符 9"/>
                <p:cNvCxnSpPr/>
                <p:nvPr/>
              </p:nvCxnSpPr>
              <p:spPr>
                <a:xfrm flipH="1">
                  <a:off x="5612081" y="2461773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矩形 10"/>
                <p:cNvSpPr/>
                <p:nvPr/>
              </p:nvSpPr>
              <p:spPr>
                <a:xfrm>
                  <a:off x="5768450" y="2321455"/>
                  <a:ext cx="98426" cy="291983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396843" y="2566658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13" name="直接连接符 12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15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组合 21"/>
              <p:cNvGrpSpPr/>
              <p:nvPr/>
            </p:nvGrpSpPr>
            <p:grpSpPr>
              <a:xfrm>
                <a:off x="5596102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23" name="任意多边形 22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任意多边形 23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任意多边形 24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任意多边形 25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7" name="直接连接符 26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" name="组合 28"/>
              <p:cNvGrpSpPr/>
              <p:nvPr/>
            </p:nvGrpSpPr>
            <p:grpSpPr>
              <a:xfrm>
                <a:off x="6392066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30" name="任意多边形 29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任意多边形 30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任意多边形 31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任意多边形 32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4" name="直接连接符 33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组合 35"/>
              <p:cNvGrpSpPr/>
              <p:nvPr/>
            </p:nvGrpSpPr>
            <p:grpSpPr>
              <a:xfrm>
                <a:off x="7261392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37" name="任意多边形 36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任意多边形 37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任意多边形 38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任意多边形 39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1" name="直接连接符 40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" name="组合 42"/>
              <p:cNvGrpSpPr/>
              <p:nvPr/>
            </p:nvGrpSpPr>
            <p:grpSpPr>
              <a:xfrm>
                <a:off x="7266170" y="2566658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44" name="直接连接符 43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组合 52"/>
              <p:cNvGrpSpPr/>
              <p:nvPr/>
            </p:nvGrpSpPr>
            <p:grpSpPr>
              <a:xfrm>
                <a:off x="7273743" y="3030415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54" name="直接连接符 53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连接符 59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组合 62"/>
              <p:cNvGrpSpPr/>
              <p:nvPr/>
            </p:nvGrpSpPr>
            <p:grpSpPr>
              <a:xfrm>
                <a:off x="7261392" y="3463216"/>
                <a:ext cx="522785" cy="237392"/>
                <a:chOff x="1493467" y="1883870"/>
                <a:chExt cx="862013" cy="73756"/>
              </a:xfrm>
            </p:grpSpPr>
            <p:sp>
              <p:nvSpPr>
                <p:cNvPr id="64" name="任意多边形 63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任意多边形 64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任意多边形 65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任意多边形 66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8" name="直接连接符 67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0" name="组合 69"/>
              <p:cNvGrpSpPr/>
              <p:nvPr/>
            </p:nvGrpSpPr>
            <p:grpSpPr>
              <a:xfrm>
                <a:off x="8732078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71" name="任意多边形 70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任意多边形 71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任意多边形 72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任意多边形 73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5" name="直接连接符 74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组合 76"/>
              <p:cNvGrpSpPr/>
              <p:nvPr/>
            </p:nvGrpSpPr>
            <p:grpSpPr>
              <a:xfrm>
                <a:off x="9528042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78" name="任意多边形 77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任意多边形 78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任意多边形 79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任意多边形 80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82" name="直接连接符 81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" name="组合 83"/>
              <p:cNvGrpSpPr/>
              <p:nvPr/>
            </p:nvGrpSpPr>
            <p:grpSpPr>
              <a:xfrm>
                <a:off x="10397368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85" name="任意多边形 84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任意多边形 85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任意多边形 86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8" name="任意多边形 87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89" name="直接连接符 88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连接符 89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组合 90"/>
              <p:cNvGrpSpPr/>
              <p:nvPr/>
            </p:nvGrpSpPr>
            <p:grpSpPr>
              <a:xfrm>
                <a:off x="11329515" y="2068266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92" name="直接连接符 91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连接符 93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连接符 94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连接符 95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接连接符 96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连接符 98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组合 100"/>
              <p:cNvGrpSpPr/>
              <p:nvPr/>
            </p:nvGrpSpPr>
            <p:grpSpPr>
              <a:xfrm>
                <a:off x="10402146" y="2321885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102" name="直接连接符 101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接连接符 104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直接连接符 106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直接连接符 107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直接连接符 108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直接连接符 109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1" name="组合 110"/>
              <p:cNvGrpSpPr/>
              <p:nvPr/>
            </p:nvGrpSpPr>
            <p:grpSpPr>
              <a:xfrm>
                <a:off x="9533500" y="2566658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112" name="直接连接符 111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接连接符 113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连接符 114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接连接符 117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连接符 118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组合 120"/>
              <p:cNvGrpSpPr/>
              <p:nvPr/>
            </p:nvGrpSpPr>
            <p:grpSpPr>
              <a:xfrm>
                <a:off x="9518743" y="3030415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122" name="直接连接符 121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1" name="组合 130"/>
              <p:cNvGrpSpPr/>
              <p:nvPr/>
            </p:nvGrpSpPr>
            <p:grpSpPr>
              <a:xfrm>
                <a:off x="6399033" y="3908525"/>
                <a:ext cx="452095" cy="321050"/>
                <a:chOff x="5612081" y="2321455"/>
                <a:chExt cx="411164" cy="291983"/>
              </a:xfrm>
            </p:grpSpPr>
            <p:cxnSp>
              <p:nvCxnSpPr>
                <p:cNvPr id="132" name="直接连接符 131"/>
                <p:cNvCxnSpPr/>
                <p:nvPr/>
              </p:nvCxnSpPr>
              <p:spPr>
                <a:xfrm>
                  <a:off x="5768451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连接符 132"/>
                <p:cNvCxnSpPr/>
                <p:nvPr/>
              </p:nvCxnSpPr>
              <p:spPr>
                <a:xfrm>
                  <a:off x="5866876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直接连接符 133"/>
                <p:cNvCxnSpPr/>
                <p:nvPr/>
              </p:nvCxnSpPr>
              <p:spPr>
                <a:xfrm flipH="1">
                  <a:off x="5866876" y="2462684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接连接符 134"/>
                <p:cNvCxnSpPr/>
                <p:nvPr/>
              </p:nvCxnSpPr>
              <p:spPr>
                <a:xfrm flipH="1">
                  <a:off x="5612081" y="2461773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6" name="矩形 135"/>
                <p:cNvSpPr/>
                <p:nvPr/>
              </p:nvSpPr>
              <p:spPr>
                <a:xfrm>
                  <a:off x="5768450" y="2321455"/>
                  <a:ext cx="98426" cy="291983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7267393" y="3997354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138" name="直接连接符 137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连接符 138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连接符 140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连接符 141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7" name="组合 146"/>
              <p:cNvGrpSpPr/>
              <p:nvPr/>
            </p:nvGrpSpPr>
            <p:grpSpPr>
              <a:xfrm>
                <a:off x="6392066" y="4525592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148" name="直接连接符 147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接连接符 149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直接连接符 150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接连接符 151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直接连接符 153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接连接符 154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9" name="直接连接符 158"/>
              <p:cNvCxnSpPr/>
              <p:nvPr/>
            </p:nvCxnSpPr>
            <p:spPr>
              <a:xfrm>
                <a:off x="6118887" y="2133723"/>
                <a:ext cx="271906" cy="197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>
                <a:off x="6906181" y="2132738"/>
                <a:ext cx="36070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flipV="1">
                <a:off x="7784177" y="2131908"/>
                <a:ext cx="941469" cy="8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>
                <a:off x="9258038" y="2135083"/>
                <a:ext cx="26751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>
                <a:off x="10050826" y="2131908"/>
                <a:ext cx="34654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/>
              <p:nvPr/>
            </p:nvCxnSpPr>
            <p:spPr>
              <a:xfrm>
                <a:off x="10920153" y="2131908"/>
                <a:ext cx="40936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/>
              <p:cNvCxnSpPr/>
              <p:nvPr/>
            </p:nvCxnSpPr>
            <p:spPr>
              <a:xfrm>
                <a:off x="6914850" y="2632115"/>
                <a:ext cx="36070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>
                <a:off x="6254840" y="2131908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>
                <a:off x="6256759" y="2632115"/>
                <a:ext cx="157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>
                <a:off x="7061225" y="2131908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>
                <a:off x="7061225" y="2599387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>
                <a:off x="7061225" y="3095118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>
                <a:off x="7064425" y="3095118"/>
                <a:ext cx="0" cy="5294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>
                <a:off x="7067924" y="3634298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/>
              <p:cNvCxnSpPr/>
              <p:nvPr/>
            </p:nvCxnSpPr>
            <p:spPr>
              <a:xfrm>
                <a:off x="7991525" y="3099047"/>
                <a:ext cx="0" cy="5294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>
                <a:off x="7778701" y="3094548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>
                <a:off x="7785400" y="3633728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>
                <a:off x="8661425" y="2126862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>
                <a:off x="8661425" y="2594341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/>
              <p:cNvCxnSpPr/>
              <p:nvPr/>
            </p:nvCxnSpPr>
            <p:spPr>
              <a:xfrm>
                <a:off x="7993156" y="2133723"/>
                <a:ext cx="0" cy="4930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>
                <a:off x="7787031" y="2632019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>
                <a:off x="7991219" y="3104282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>
                <a:off x="8456611" y="3103920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/>
              <p:cNvCxnSpPr/>
              <p:nvPr/>
            </p:nvCxnSpPr>
            <p:spPr>
              <a:xfrm>
                <a:off x="9391794" y="2133723"/>
                <a:ext cx="0" cy="4930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>
                <a:off x="9391794" y="2626746"/>
                <a:ext cx="15771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 flipV="1">
                <a:off x="8669254" y="3094548"/>
                <a:ext cx="843393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>
                <a:off x="10233766" y="2140830"/>
                <a:ext cx="0" cy="24651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/>
              <p:nvPr/>
            </p:nvCxnSpPr>
            <p:spPr>
              <a:xfrm>
                <a:off x="10233766" y="2385650"/>
                <a:ext cx="18656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>
                <a:off x="5357813" y="2127220"/>
                <a:ext cx="23828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>
                <a:off x="11847522" y="2131940"/>
                <a:ext cx="23828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2" name="椭圆 211"/>
              <p:cNvSpPr/>
              <p:nvPr/>
            </p:nvSpPr>
            <p:spPr>
              <a:xfrm>
                <a:off x="5287083" y="2090086"/>
                <a:ext cx="77774" cy="76087"/>
              </a:xfrm>
              <a:prstGeom prst="ellipse">
                <a:avLst/>
              </a:prstGeom>
              <a:solidFill>
                <a:srgbClr val="C00000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3" name="椭圆 212"/>
              <p:cNvSpPr/>
              <p:nvPr/>
            </p:nvSpPr>
            <p:spPr>
              <a:xfrm>
                <a:off x="12067315" y="2088295"/>
                <a:ext cx="77774" cy="76087"/>
              </a:xfrm>
              <a:prstGeom prst="ellipse">
                <a:avLst/>
              </a:prstGeom>
              <a:solidFill>
                <a:srgbClr val="C00000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14" name="直接连接符 213"/>
              <p:cNvCxnSpPr/>
              <p:nvPr/>
            </p:nvCxnSpPr>
            <p:spPr>
              <a:xfrm flipV="1">
                <a:off x="10920153" y="2386491"/>
                <a:ext cx="1011588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连接符 215"/>
              <p:cNvCxnSpPr/>
              <p:nvPr/>
            </p:nvCxnSpPr>
            <p:spPr>
              <a:xfrm>
                <a:off x="11931741" y="2139138"/>
                <a:ext cx="0" cy="245191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 216"/>
              <p:cNvCxnSpPr/>
              <p:nvPr/>
            </p:nvCxnSpPr>
            <p:spPr>
              <a:xfrm flipV="1">
                <a:off x="10054042" y="2630759"/>
                <a:ext cx="187769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>
                <a:off x="10029483" y="3094548"/>
                <a:ext cx="1899042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>
                <a:off x="5480141" y="2120691"/>
                <a:ext cx="0" cy="24703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 224"/>
              <p:cNvCxnSpPr/>
              <p:nvPr/>
            </p:nvCxnSpPr>
            <p:spPr>
              <a:xfrm>
                <a:off x="5483403" y="4062812"/>
                <a:ext cx="9188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/>
              <p:cNvCxnSpPr/>
              <p:nvPr/>
            </p:nvCxnSpPr>
            <p:spPr>
              <a:xfrm>
                <a:off x="6840999" y="4062812"/>
                <a:ext cx="4327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 228"/>
              <p:cNvCxnSpPr/>
              <p:nvPr/>
            </p:nvCxnSpPr>
            <p:spPr>
              <a:xfrm>
                <a:off x="7785400" y="4055111"/>
                <a:ext cx="414312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直接连接符 230"/>
              <p:cNvCxnSpPr/>
              <p:nvPr/>
            </p:nvCxnSpPr>
            <p:spPr>
              <a:xfrm>
                <a:off x="6906181" y="4591049"/>
                <a:ext cx="50223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 235"/>
              <p:cNvCxnSpPr/>
              <p:nvPr/>
            </p:nvCxnSpPr>
            <p:spPr>
              <a:xfrm>
                <a:off x="5483403" y="4591049"/>
                <a:ext cx="9188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9" name="文本框 238"/>
            <p:cNvSpPr txBox="1"/>
            <p:nvPr/>
          </p:nvSpPr>
          <p:spPr>
            <a:xfrm>
              <a:off x="6081793" y="687876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L1</a:t>
              </a: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6756491" y="694322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L2</a:t>
              </a:r>
            </a:p>
          </p:txBody>
        </p:sp>
        <p:sp>
          <p:nvSpPr>
            <p:cNvPr id="241" name="文本框 240"/>
            <p:cNvSpPr txBox="1"/>
            <p:nvPr/>
          </p:nvSpPr>
          <p:spPr>
            <a:xfrm>
              <a:off x="7517041" y="684767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L3</a:t>
              </a:r>
            </a:p>
          </p:txBody>
        </p:sp>
        <p:sp>
          <p:nvSpPr>
            <p:cNvPr id="242" name="文本框 241"/>
            <p:cNvSpPr txBox="1"/>
            <p:nvPr/>
          </p:nvSpPr>
          <p:spPr>
            <a:xfrm>
              <a:off x="8731258" y="695751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L5</a:t>
              </a:r>
            </a:p>
          </p:txBody>
        </p:sp>
        <p:sp>
          <p:nvSpPr>
            <p:cNvPr id="243" name="文本框 242"/>
            <p:cNvSpPr txBox="1"/>
            <p:nvPr/>
          </p:nvSpPr>
          <p:spPr>
            <a:xfrm>
              <a:off x="9461782" y="71597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L6</a:t>
              </a:r>
            </a:p>
          </p:txBody>
        </p:sp>
        <p:sp>
          <p:nvSpPr>
            <p:cNvPr id="244" name="文本框 243"/>
            <p:cNvSpPr txBox="1"/>
            <p:nvPr/>
          </p:nvSpPr>
          <p:spPr>
            <a:xfrm>
              <a:off x="10179766" y="708466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L7</a:t>
              </a:r>
            </a:p>
          </p:txBody>
        </p:sp>
        <p:sp>
          <p:nvSpPr>
            <p:cNvPr id="245" name="文本框 244"/>
            <p:cNvSpPr txBox="1"/>
            <p:nvPr/>
          </p:nvSpPr>
          <p:spPr>
            <a:xfrm>
              <a:off x="10978463" y="730050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R7</a:t>
              </a:r>
            </a:p>
          </p:txBody>
        </p:sp>
        <p:sp>
          <p:nvSpPr>
            <p:cNvPr id="246" name="文本框 245"/>
            <p:cNvSpPr txBox="1"/>
            <p:nvPr/>
          </p:nvSpPr>
          <p:spPr>
            <a:xfrm>
              <a:off x="6780210" y="1196792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</a:t>
              </a:r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7513338" y="1203543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R2</a:t>
              </a:r>
            </a:p>
          </p:txBody>
        </p:sp>
        <p:sp>
          <p:nvSpPr>
            <p:cNvPr id="248" name="文本框 247"/>
            <p:cNvSpPr txBox="1"/>
            <p:nvPr/>
          </p:nvSpPr>
          <p:spPr>
            <a:xfrm>
              <a:off x="7520887" y="1631200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R3</a:t>
              </a:r>
            </a:p>
          </p:txBody>
        </p:sp>
        <p:sp>
          <p:nvSpPr>
            <p:cNvPr id="249" name="文本框 248"/>
            <p:cNvSpPr txBox="1"/>
            <p:nvPr/>
          </p:nvSpPr>
          <p:spPr>
            <a:xfrm>
              <a:off x="7523648" y="1997677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L4</a:t>
              </a:r>
            </a:p>
          </p:txBody>
        </p:sp>
        <p:sp>
          <p:nvSpPr>
            <p:cNvPr id="250" name="文本框 249"/>
            <p:cNvSpPr txBox="1"/>
            <p:nvPr/>
          </p:nvSpPr>
          <p:spPr>
            <a:xfrm>
              <a:off x="8220294" y="1506476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C1</a:t>
              </a:r>
            </a:p>
          </p:txBody>
        </p:sp>
        <p:sp>
          <p:nvSpPr>
            <p:cNvPr id="251" name="文本框 250"/>
            <p:cNvSpPr txBox="1"/>
            <p:nvPr/>
          </p:nvSpPr>
          <p:spPr>
            <a:xfrm>
              <a:off x="10464008" y="1116480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R6</a:t>
              </a:r>
            </a:p>
          </p:txBody>
        </p:sp>
        <p:sp>
          <p:nvSpPr>
            <p:cNvPr id="252" name="文本框 251"/>
            <p:cNvSpPr txBox="1"/>
            <p:nvPr/>
          </p:nvSpPr>
          <p:spPr>
            <a:xfrm>
              <a:off x="9467927" y="1222609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R5</a:t>
              </a:r>
            </a:p>
          </p:txBody>
        </p:sp>
        <p:sp>
          <p:nvSpPr>
            <p:cNvPr id="253" name="文本框 252"/>
            <p:cNvSpPr txBox="1"/>
            <p:nvPr/>
          </p:nvSpPr>
          <p:spPr>
            <a:xfrm>
              <a:off x="9474378" y="1639400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R4</a:t>
              </a:r>
            </a:p>
          </p:txBody>
        </p:sp>
        <p:sp>
          <p:nvSpPr>
            <p:cNvPr id="254" name="文本框 253"/>
            <p:cNvSpPr txBox="1"/>
            <p:nvPr/>
          </p:nvSpPr>
          <p:spPr>
            <a:xfrm>
              <a:off x="6733446" y="2342782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C2</a:t>
              </a:r>
            </a:p>
          </p:txBody>
        </p:sp>
        <p:sp>
          <p:nvSpPr>
            <p:cNvPr id="255" name="文本框 254"/>
            <p:cNvSpPr txBox="1"/>
            <p:nvPr/>
          </p:nvSpPr>
          <p:spPr>
            <a:xfrm>
              <a:off x="7524105" y="2452737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R8</a:t>
              </a:r>
            </a:p>
          </p:txBody>
        </p:sp>
        <p:sp>
          <p:nvSpPr>
            <p:cNvPr id="256" name="文本框 255"/>
            <p:cNvSpPr txBox="1"/>
            <p:nvPr/>
          </p:nvSpPr>
          <p:spPr>
            <a:xfrm>
              <a:off x="6746855" y="2908848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810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98"/>
    </mc:Choice>
    <mc:Fallback xmlns="">
      <p:transition spd="slow" advTm="21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1102198" y="266362"/>
            <a:ext cx="3533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详细模型</a:t>
            </a:r>
            <a:r>
              <a:rPr lang="en-US" altLang="zh-CN" sz="2800" b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SPICE</a:t>
            </a:r>
            <a:endParaRPr lang="zh-CN" altLang="en-US" sz="2800" b="1" i="1" spc="6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1340933" y="1104269"/>
            <a:ext cx="3030256" cy="5007950"/>
            <a:chOff x="1111404" y="896305"/>
            <a:chExt cx="3744908" cy="6189019"/>
          </a:xfrm>
        </p:grpSpPr>
        <p:pic>
          <p:nvPicPr>
            <p:cNvPr id="222" name="Picture 2" descr="图片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2609" y="896305"/>
              <a:ext cx="3726947" cy="33507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4" name="图片 2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676"/>
            <a:stretch>
              <a:fillRect/>
            </a:stretch>
          </p:blipFill>
          <p:spPr>
            <a:xfrm>
              <a:off x="1111404" y="4136728"/>
              <a:ext cx="3744908" cy="2948596"/>
            </a:xfrm>
            <a:custGeom>
              <a:avLst/>
              <a:gdLst>
                <a:gd name="connsiteX0" fmla="*/ 0 w 3744908"/>
                <a:gd name="connsiteY0" fmla="*/ 0 h 2948596"/>
                <a:gd name="connsiteX1" fmla="*/ 3744908 w 3744908"/>
                <a:gd name="connsiteY1" fmla="*/ 0 h 2948596"/>
                <a:gd name="connsiteX2" fmla="*/ 3744908 w 3744908"/>
                <a:gd name="connsiteY2" fmla="*/ 2948596 h 2948596"/>
                <a:gd name="connsiteX3" fmla="*/ 0 w 3744908"/>
                <a:gd name="connsiteY3" fmla="*/ 2948596 h 2948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4908" h="2948596">
                  <a:moveTo>
                    <a:pt x="0" y="0"/>
                  </a:moveTo>
                  <a:lnTo>
                    <a:pt x="3744908" y="0"/>
                  </a:lnTo>
                  <a:lnTo>
                    <a:pt x="3744908" y="2948596"/>
                  </a:lnTo>
                  <a:lnTo>
                    <a:pt x="0" y="2948596"/>
                  </a:lnTo>
                  <a:close/>
                </a:path>
              </a:pathLst>
            </a:custGeom>
          </p:spPr>
        </p:pic>
      </p:grpSp>
      <p:sp>
        <p:nvSpPr>
          <p:cNvPr id="164" name="文本框 163"/>
          <p:cNvSpPr txBox="1"/>
          <p:nvPr/>
        </p:nvSpPr>
        <p:spPr>
          <a:xfrm>
            <a:off x="4013648" y="179628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规格书截图</a:t>
            </a:r>
          </a:p>
        </p:txBody>
      </p:sp>
      <p:sp>
        <p:nvSpPr>
          <p:cNvPr id="226" name="文本框 225"/>
          <p:cNvSpPr txBox="1"/>
          <p:nvPr/>
        </p:nvSpPr>
        <p:spPr>
          <a:xfrm>
            <a:off x="4026789" y="4734599"/>
            <a:ext cx="1835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6282289" y="5161900"/>
            <a:ext cx="5055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详细模型</a:t>
            </a:r>
            <a:r>
              <a:rPr lang="en-US" altLang="zh-CN" sz="2800" b="1" spc="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SPICE</a:t>
            </a:r>
            <a:r>
              <a:rPr lang="zh-CN" altLang="en-US" sz="2800" b="1" spc="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更准确</a:t>
            </a:r>
            <a:endParaRPr lang="zh-CN" altLang="en-US" sz="2800" b="1" i="1" spc="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0" name="组合 229"/>
          <p:cNvGrpSpPr/>
          <p:nvPr/>
        </p:nvGrpSpPr>
        <p:grpSpPr>
          <a:xfrm>
            <a:off x="5824112" y="1715281"/>
            <a:ext cx="5917946" cy="2635911"/>
            <a:chOff x="5780569" y="684767"/>
            <a:chExt cx="5917946" cy="2635911"/>
          </a:xfrm>
        </p:grpSpPr>
        <p:grpSp>
          <p:nvGrpSpPr>
            <p:cNvPr id="232" name="组合 231"/>
            <p:cNvGrpSpPr/>
            <p:nvPr/>
          </p:nvGrpSpPr>
          <p:grpSpPr>
            <a:xfrm>
              <a:off x="5780569" y="998376"/>
              <a:ext cx="5917946" cy="2322302"/>
              <a:chOff x="5287083" y="1965310"/>
              <a:chExt cx="6858006" cy="2691197"/>
            </a:xfrm>
          </p:grpSpPr>
          <p:grpSp>
            <p:nvGrpSpPr>
              <p:cNvPr id="272" name="组合 271"/>
              <p:cNvGrpSpPr/>
              <p:nvPr/>
            </p:nvGrpSpPr>
            <p:grpSpPr>
              <a:xfrm>
                <a:off x="8133351" y="2949724"/>
                <a:ext cx="452095" cy="321050"/>
                <a:chOff x="5612081" y="2321455"/>
                <a:chExt cx="411164" cy="291983"/>
              </a:xfrm>
            </p:grpSpPr>
            <p:cxnSp>
              <p:nvCxnSpPr>
                <p:cNvPr id="460" name="直接连接符 459"/>
                <p:cNvCxnSpPr/>
                <p:nvPr/>
              </p:nvCxnSpPr>
              <p:spPr>
                <a:xfrm>
                  <a:off x="5768451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1" name="直接连接符 460"/>
                <p:cNvCxnSpPr/>
                <p:nvPr/>
              </p:nvCxnSpPr>
              <p:spPr>
                <a:xfrm>
                  <a:off x="5866876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2" name="直接连接符 461"/>
                <p:cNvCxnSpPr/>
                <p:nvPr/>
              </p:nvCxnSpPr>
              <p:spPr>
                <a:xfrm flipH="1">
                  <a:off x="5866876" y="2462684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直接连接符 462"/>
                <p:cNvCxnSpPr/>
                <p:nvPr/>
              </p:nvCxnSpPr>
              <p:spPr>
                <a:xfrm flipH="1">
                  <a:off x="5612081" y="2461773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4" name="矩形 463"/>
                <p:cNvSpPr/>
                <p:nvPr/>
              </p:nvSpPr>
              <p:spPr>
                <a:xfrm>
                  <a:off x="5768450" y="2321455"/>
                  <a:ext cx="98426" cy="291983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3" name="组合 272"/>
              <p:cNvGrpSpPr/>
              <p:nvPr/>
            </p:nvGrpSpPr>
            <p:grpSpPr>
              <a:xfrm>
                <a:off x="6396843" y="2566658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451" name="直接连接符 450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直接连接符 451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直接连接符 452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4" name="直接连接符 453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5" name="直接连接符 454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6" name="直接连接符 455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直接连接符 456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8" name="直接连接符 457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9" name="直接连接符 458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组合 273"/>
              <p:cNvGrpSpPr/>
              <p:nvPr/>
            </p:nvGrpSpPr>
            <p:grpSpPr>
              <a:xfrm>
                <a:off x="5596102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445" name="任意多边形 444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6" name="任意多边形 445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7" name="任意多边形 446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8" name="任意多边形 447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49" name="直接连接符 448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直接连接符 449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组合 274"/>
              <p:cNvGrpSpPr/>
              <p:nvPr/>
            </p:nvGrpSpPr>
            <p:grpSpPr>
              <a:xfrm>
                <a:off x="6392066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439" name="任意多边形 438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0" name="任意多边形 439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1" name="任意多边形 440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2" name="任意多边形 441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43" name="直接连接符 442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直接连接符 443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组合 275"/>
              <p:cNvGrpSpPr/>
              <p:nvPr/>
            </p:nvGrpSpPr>
            <p:grpSpPr>
              <a:xfrm>
                <a:off x="7261392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433" name="任意多边形 432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4" name="任意多边形 433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5" name="任意多边形 434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6" name="任意多边形 435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37" name="直接连接符 436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直接连接符 437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组合 276"/>
              <p:cNvGrpSpPr/>
              <p:nvPr/>
            </p:nvGrpSpPr>
            <p:grpSpPr>
              <a:xfrm>
                <a:off x="7266170" y="2566658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424" name="直接连接符 423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直接连接符 424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直接连接符 425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直接连接符 426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直接连接符 427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直接连接符 428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直接连接符 429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直接连接符 430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直接连接符 431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组合 277"/>
              <p:cNvGrpSpPr/>
              <p:nvPr/>
            </p:nvGrpSpPr>
            <p:grpSpPr>
              <a:xfrm>
                <a:off x="7273743" y="3030415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415" name="直接连接符 414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直接连接符 415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直接连接符 416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直接连接符 417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9" name="直接连接符 418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直接连接符 419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直接连接符 420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直接连接符 421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直接连接符 422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组合 278"/>
              <p:cNvGrpSpPr/>
              <p:nvPr/>
            </p:nvGrpSpPr>
            <p:grpSpPr>
              <a:xfrm>
                <a:off x="7261392" y="3463216"/>
                <a:ext cx="522785" cy="237392"/>
                <a:chOff x="1493467" y="1883870"/>
                <a:chExt cx="862013" cy="73756"/>
              </a:xfrm>
            </p:grpSpPr>
            <p:sp>
              <p:nvSpPr>
                <p:cNvPr id="409" name="任意多边形 408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0" name="任意多边形 409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1" name="任意多边形 410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2" name="任意多边形 411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13" name="直接连接符 412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直接连接符 413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组合 279"/>
              <p:cNvGrpSpPr/>
              <p:nvPr/>
            </p:nvGrpSpPr>
            <p:grpSpPr>
              <a:xfrm>
                <a:off x="8732078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403" name="任意多边形 402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4" name="任意多边形 403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5" name="任意多边形 404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6" name="任意多边形 405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07" name="直接连接符 406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直接连接符 407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1" name="组合 280"/>
              <p:cNvGrpSpPr/>
              <p:nvPr/>
            </p:nvGrpSpPr>
            <p:grpSpPr>
              <a:xfrm>
                <a:off x="9528042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397" name="任意多边形 396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8" name="任意多边形 397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9" name="任意多边形 398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0" name="任意多边形 399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01" name="直接连接符 400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直接连接符 401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组合 281"/>
              <p:cNvGrpSpPr/>
              <p:nvPr/>
            </p:nvGrpSpPr>
            <p:grpSpPr>
              <a:xfrm>
                <a:off x="10397368" y="1965310"/>
                <a:ext cx="522785" cy="237392"/>
                <a:chOff x="1493467" y="1883870"/>
                <a:chExt cx="862013" cy="73756"/>
              </a:xfrm>
            </p:grpSpPr>
            <p:sp>
              <p:nvSpPr>
                <p:cNvPr id="391" name="任意多边形 390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2" name="任意多边形 391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3" name="任意多边形 392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4" name="任意多边形 393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95" name="直接连接符 394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直接连接符 395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组合 282"/>
              <p:cNvGrpSpPr/>
              <p:nvPr/>
            </p:nvGrpSpPr>
            <p:grpSpPr>
              <a:xfrm>
                <a:off x="11329515" y="2068266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382" name="直接连接符 381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3" name="直接连接符 382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直接连接符 383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直接连接符 384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直接连接符 385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直接连接符 386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直接连接符 387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直接连接符 388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直接连接符 389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组合 283"/>
              <p:cNvGrpSpPr/>
              <p:nvPr/>
            </p:nvGrpSpPr>
            <p:grpSpPr>
              <a:xfrm>
                <a:off x="10402146" y="2321885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373" name="直接连接符 372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直接连接符 373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直接连接符 374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直接连接符 375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直接连接符 376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直接连接符 377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直接连接符 378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直接连接符 379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1" name="直接连接符 380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组合 284"/>
              <p:cNvGrpSpPr/>
              <p:nvPr/>
            </p:nvGrpSpPr>
            <p:grpSpPr>
              <a:xfrm>
                <a:off x="9533500" y="2566658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364" name="直接连接符 363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直接连接符 364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6" name="直接连接符 365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直接连接符 366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直接连接符 367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直接连接符 368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直接连接符 369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直接连接符 370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直接连接符 371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组合 285"/>
              <p:cNvGrpSpPr/>
              <p:nvPr/>
            </p:nvGrpSpPr>
            <p:grpSpPr>
              <a:xfrm>
                <a:off x="9518743" y="3030415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355" name="直接连接符 354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直接连接符 355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直接连接符 356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8" name="直接连接符 357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直接连接符 358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0" name="直接连接符 359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直接连接符 360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2" name="直接连接符 361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直接连接符 362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组合 286"/>
              <p:cNvGrpSpPr/>
              <p:nvPr/>
            </p:nvGrpSpPr>
            <p:grpSpPr>
              <a:xfrm>
                <a:off x="6399033" y="3908525"/>
                <a:ext cx="452095" cy="321050"/>
                <a:chOff x="5612081" y="2321455"/>
                <a:chExt cx="411164" cy="291983"/>
              </a:xfrm>
            </p:grpSpPr>
            <p:cxnSp>
              <p:nvCxnSpPr>
                <p:cNvPr id="350" name="直接连接符 349"/>
                <p:cNvCxnSpPr/>
                <p:nvPr/>
              </p:nvCxnSpPr>
              <p:spPr>
                <a:xfrm>
                  <a:off x="5768451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直接连接符 350"/>
                <p:cNvCxnSpPr/>
                <p:nvPr/>
              </p:nvCxnSpPr>
              <p:spPr>
                <a:xfrm>
                  <a:off x="5866876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直接连接符 351"/>
                <p:cNvCxnSpPr/>
                <p:nvPr/>
              </p:nvCxnSpPr>
              <p:spPr>
                <a:xfrm flipH="1">
                  <a:off x="5866876" y="2462684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直接连接符 352"/>
                <p:cNvCxnSpPr/>
                <p:nvPr/>
              </p:nvCxnSpPr>
              <p:spPr>
                <a:xfrm flipH="1">
                  <a:off x="5612081" y="2461773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4" name="矩形 353"/>
                <p:cNvSpPr/>
                <p:nvPr/>
              </p:nvSpPr>
              <p:spPr>
                <a:xfrm>
                  <a:off x="5768450" y="2321455"/>
                  <a:ext cx="98426" cy="291983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8" name="组合 287"/>
              <p:cNvGrpSpPr/>
              <p:nvPr/>
            </p:nvGrpSpPr>
            <p:grpSpPr>
              <a:xfrm>
                <a:off x="7267393" y="3997354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341" name="直接连接符 340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直接连接符 341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直接连接符 342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直接连接符 343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直接连接符 344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6" name="直接连接符 345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7" name="直接连接符 346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直接连接符 347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直接连接符 348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组合 288"/>
              <p:cNvGrpSpPr/>
              <p:nvPr/>
            </p:nvGrpSpPr>
            <p:grpSpPr>
              <a:xfrm>
                <a:off x="6392066" y="4525592"/>
                <a:ext cx="518007" cy="130915"/>
                <a:chOff x="6299131" y="2402242"/>
                <a:chExt cx="498875" cy="119062"/>
              </a:xfrm>
            </p:grpSpPr>
            <p:cxnSp>
              <p:nvCxnSpPr>
                <p:cNvPr id="332" name="直接连接符 331"/>
                <p:cNvCxnSpPr/>
                <p:nvPr/>
              </p:nvCxnSpPr>
              <p:spPr>
                <a:xfrm flipV="1">
                  <a:off x="6406288" y="2402242"/>
                  <a:ext cx="38099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直接连接符 332"/>
                <p:cNvCxnSpPr/>
                <p:nvPr/>
              </p:nvCxnSpPr>
              <p:spPr>
                <a:xfrm flipV="1">
                  <a:off x="6653941" y="2461773"/>
                  <a:ext cx="35718" cy="5953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直接连接符 333"/>
                <p:cNvCxnSpPr/>
                <p:nvPr/>
              </p:nvCxnSpPr>
              <p:spPr>
                <a:xfrm flipH="1" flipV="1">
                  <a:off x="6439626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5" name="直接连接符 334"/>
                <p:cNvCxnSpPr/>
                <p:nvPr/>
              </p:nvCxnSpPr>
              <p:spPr>
                <a:xfrm flipH="1" flipV="1">
                  <a:off x="6611077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直接连接符 335"/>
                <p:cNvCxnSpPr/>
                <p:nvPr/>
              </p:nvCxnSpPr>
              <p:spPr>
                <a:xfrm flipV="1">
                  <a:off x="6568214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直接连接符 336"/>
                <p:cNvCxnSpPr/>
                <p:nvPr/>
              </p:nvCxnSpPr>
              <p:spPr>
                <a:xfrm flipH="1" flipV="1">
                  <a:off x="6525351" y="2402242"/>
                  <a:ext cx="45243" cy="11906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直接连接符 337"/>
                <p:cNvCxnSpPr/>
                <p:nvPr/>
              </p:nvCxnSpPr>
              <p:spPr>
                <a:xfrm flipV="1">
                  <a:off x="6480107" y="2402243"/>
                  <a:ext cx="47625" cy="11906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直接连接符 338"/>
                <p:cNvCxnSpPr/>
                <p:nvPr/>
              </p:nvCxnSpPr>
              <p:spPr>
                <a:xfrm>
                  <a:off x="6299131" y="2461774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直接连接符 339"/>
                <p:cNvCxnSpPr/>
                <p:nvPr/>
              </p:nvCxnSpPr>
              <p:spPr>
                <a:xfrm>
                  <a:off x="6687278" y="246177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90" name="直接连接符 289"/>
              <p:cNvCxnSpPr/>
              <p:nvPr/>
            </p:nvCxnSpPr>
            <p:spPr>
              <a:xfrm>
                <a:off x="6118887" y="2133723"/>
                <a:ext cx="271906" cy="197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 290"/>
              <p:cNvCxnSpPr/>
              <p:nvPr/>
            </p:nvCxnSpPr>
            <p:spPr>
              <a:xfrm>
                <a:off x="6906181" y="2132738"/>
                <a:ext cx="36070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/>
              <p:cNvCxnSpPr/>
              <p:nvPr/>
            </p:nvCxnSpPr>
            <p:spPr>
              <a:xfrm flipV="1">
                <a:off x="7784177" y="2131908"/>
                <a:ext cx="941469" cy="8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/>
              <p:cNvCxnSpPr/>
              <p:nvPr/>
            </p:nvCxnSpPr>
            <p:spPr>
              <a:xfrm>
                <a:off x="9258038" y="2135083"/>
                <a:ext cx="26751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/>
              <p:cNvCxnSpPr/>
              <p:nvPr/>
            </p:nvCxnSpPr>
            <p:spPr>
              <a:xfrm>
                <a:off x="10050826" y="2131908"/>
                <a:ext cx="34654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 294"/>
              <p:cNvCxnSpPr/>
              <p:nvPr/>
            </p:nvCxnSpPr>
            <p:spPr>
              <a:xfrm>
                <a:off x="10920153" y="2131908"/>
                <a:ext cx="40936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直接连接符 295"/>
              <p:cNvCxnSpPr/>
              <p:nvPr/>
            </p:nvCxnSpPr>
            <p:spPr>
              <a:xfrm>
                <a:off x="6914850" y="2632115"/>
                <a:ext cx="36070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直接连接符 296"/>
              <p:cNvCxnSpPr/>
              <p:nvPr/>
            </p:nvCxnSpPr>
            <p:spPr>
              <a:xfrm>
                <a:off x="6254840" y="2131908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直接连接符 297"/>
              <p:cNvCxnSpPr/>
              <p:nvPr/>
            </p:nvCxnSpPr>
            <p:spPr>
              <a:xfrm>
                <a:off x="6256759" y="2632115"/>
                <a:ext cx="15718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直接连接符 298"/>
              <p:cNvCxnSpPr/>
              <p:nvPr/>
            </p:nvCxnSpPr>
            <p:spPr>
              <a:xfrm>
                <a:off x="7061225" y="2131908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直接连接符 299"/>
              <p:cNvCxnSpPr/>
              <p:nvPr/>
            </p:nvCxnSpPr>
            <p:spPr>
              <a:xfrm>
                <a:off x="7061225" y="2599387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直接连接符 300"/>
              <p:cNvCxnSpPr/>
              <p:nvPr/>
            </p:nvCxnSpPr>
            <p:spPr>
              <a:xfrm>
                <a:off x="7061225" y="3095118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直接连接符 301"/>
              <p:cNvCxnSpPr/>
              <p:nvPr/>
            </p:nvCxnSpPr>
            <p:spPr>
              <a:xfrm>
                <a:off x="7064425" y="3095118"/>
                <a:ext cx="0" cy="5294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 302"/>
              <p:cNvCxnSpPr/>
              <p:nvPr/>
            </p:nvCxnSpPr>
            <p:spPr>
              <a:xfrm>
                <a:off x="7067924" y="3634298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直接连接符 303"/>
              <p:cNvCxnSpPr/>
              <p:nvPr/>
            </p:nvCxnSpPr>
            <p:spPr>
              <a:xfrm>
                <a:off x="7991525" y="3099047"/>
                <a:ext cx="0" cy="5294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直接连接符 304"/>
              <p:cNvCxnSpPr/>
              <p:nvPr/>
            </p:nvCxnSpPr>
            <p:spPr>
              <a:xfrm>
                <a:off x="7778701" y="3094548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直接连接符 305"/>
              <p:cNvCxnSpPr/>
              <p:nvPr/>
            </p:nvCxnSpPr>
            <p:spPr>
              <a:xfrm>
                <a:off x="7785400" y="3633728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直接连接符 306"/>
              <p:cNvCxnSpPr/>
              <p:nvPr/>
            </p:nvCxnSpPr>
            <p:spPr>
              <a:xfrm>
                <a:off x="8661425" y="2126862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直接连接符 307"/>
              <p:cNvCxnSpPr/>
              <p:nvPr/>
            </p:nvCxnSpPr>
            <p:spPr>
              <a:xfrm>
                <a:off x="8661425" y="2594341"/>
                <a:ext cx="0" cy="5002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直接连接符 308"/>
              <p:cNvCxnSpPr/>
              <p:nvPr/>
            </p:nvCxnSpPr>
            <p:spPr>
              <a:xfrm>
                <a:off x="7993156" y="2133723"/>
                <a:ext cx="0" cy="4930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直接连接符 309"/>
              <p:cNvCxnSpPr/>
              <p:nvPr/>
            </p:nvCxnSpPr>
            <p:spPr>
              <a:xfrm>
                <a:off x="7787031" y="2632019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直接连接符 310"/>
              <p:cNvCxnSpPr/>
              <p:nvPr/>
            </p:nvCxnSpPr>
            <p:spPr>
              <a:xfrm>
                <a:off x="7991219" y="3104282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直接连接符 311"/>
              <p:cNvCxnSpPr/>
              <p:nvPr/>
            </p:nvCxnSpPr>
            <p:spPr>
              <a:xfrm>
                <a:off x="8456611" y="3103920"/>
                <a:ext cx="2125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直接连接符 312"/>
              <p:cNvCxnSpPr/>
              <p:nvPr/>
            </p:nvCxnSpPr>
            <p:spPr>
              <a:xfrm>
                <a:off x="9391794" y="2133723"/>
                <a:ext cx="0" cy="49302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直接连接符 313"/>
              <p:cNvCxnSpPr/>
              <p:nvPr/>
            </p:nvCxnSpPr>
            <p:spPr>
              <a:xfrm>
                <a:off x="9391794" y="2626746"/>
                <a:ext cx="15771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直接连接符 314"/>
              <p:cNvCxnSpPr/>
              <p:nvPr/>
            </p:nvCxnSpPr>
            <p:spPr>
              <a:xfrm flipV="1">
                <a:off x="8669254" y="3094548"/>
                <a:ext cx="843393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直接连接符 315"/>
              <p:cNvCxnSpPr/>
              <p:nvPr/>
            </p:nvCxnSpPr>
            <p:spPr>
              <a:xfrm>
                <a:off x="10233766" y="2140830"/>
                <a:ext cx="0" cy="24651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直接连接符 316"/>
              <p:cNvCxnSpPr/>
              <p:nvPr/>
            </p:nvCxnSpPr>
            <p:spPr>
              <a:xfrm>
                <a:off x="10233766" y="2385650"/>
                <a:ext cx="18656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直接连接符 317"/>
              <p:cNvCxnSpPr/>
              <p:nvPr/>
            </p:nvCxnSpPr>
            <p:spPr>
              <a:xfrm>
                <a:off x="5357813" y="2127220"/>
                <a:ext cx="23828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直接连接符 318"/>
              <p:cNvCxnSpPr/>
              <p:nvPr/>
            </p:nvCxnSpPr>
            <p:spPr>
              <a:xfrm>
                <a:off x="11847522" y="2131940"/>
                <a:ext cx="23828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0" name="椭圆 319"/>
              <p:cNvSpPr/>
              <p:nvPr/>
            </p:nvSpPr>
            <p:spPr>
              <a:xfrm>
                <a:off x="5287083" y="2090086"/>
                <a:ext cx="77774" cy="76087"/>
              </a:xfrm>
              <a:prstGeom prst="ellipse">
                <a:avLst/>
              </a:prstGeom>
              <a:solidFill>
                <a:srgbClr val="C00000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1" name="椭圆 320"/>
              <p:cNvSpPr/>
              <p:nvPr/>
            </p:nvSpPr>
            <p:spPr>
              <a:xfrm>
                <a:off x="12067315" y="2088295"/>
                <a:ext cx="77774" cy="76087"/>
              </a:xfrm>
              <a:prstGeom prst="ellipse">
                <a:avLst/>
              </a:prstGeom>
              <a:solidFill>
                <a:srgbClr val="C00000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322" name="直接连接符 321"/>
              <p:cNvCxnSpPr/>
              <p:nvPr/>
            </p:nvCxnSpPr>
            <p:spPr>
              <a:xfrm flipV="1">
                <a:off x="10920153" y="2386491"/>
                <a:ext cx="1011588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直接连接符 322"/>
              <p:cNvCxnSpPr/>
              <p:nvPr/>
            </p:nvCxnSpPr>
            <p:spPr>
              <a:xfrm>
                <a:off x="11931741" y="2139138"/>
                <a:ext cx="0" cy="245191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接连接符 323"/>
              <p:cNvCxnSpPr/>
              <p:nvPr/>
            </p:nvCxnSpPr>
            <p:spPr>
              <a:xfrm flipV="1">
                <a:off x="10054042" y="2630759"/>
                <a:ext cx="187769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直接连接符 324"/>
              <p:cNvCxnSpPr/>
              <p:nvPr/>
            </p:nvCxnSpPr>
            <p:spPr>
              <a:xfrm>
                <a:off x="10029483" y="3094548"/>
                <a:ext cx="1899042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直接连接符 325"/>
              <p:cNvCxnSpPr/>
              <p:nvPr/>
            </p:nvCxnSpPr>
            <p:spPr>
              <a:xfrm>
                <a:off x="5480141" y="2120691"/>
                <a:ext cx="0" cy="24703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接连接符 326"/>
              <p:cNvCxnSpPr/>
              <p:nvPr/>
            </p:nvCxnSpPr>
            <p:spPr>
              <a:xfrm>
                <a:off x="5483403" y="4062812"/>
                <a:ext cx="9188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接连接符 327"/>
              <p:cNvCxnSpPr/>
              <p:nvPr/>
            </p:nvCxnSpPr>
            <p:spPr>
              <a:xfrm>
                <a:off x="6840999" y="4062812"/>
                <a:ext cx="4327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接连接符 328"/>
              <p:cNvCxnSpPr/>
              <p:nvPr/>
            </p:nvCxnSpPr>
            <p:spPr>
              <a:xfrm>
                <a:off x="7785400" y="4055111"/>
                <a:ext cx="414312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直接连接符 329"/>
              <p:cNvCxnSpPr/>
              <p:nvPr/>
            </p:nvCxnSpPr>
            <p:spPr>
              <a:xfrm>
                <a:off x="6906181" y="4591049"/>
                <a:ext cx="502234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直接连接符 330"/>
              <p:cNvCxnSpPr/>
              <p:nvPr/>
            </p:nvCxnSpPr>
            <p:spPr>
              <a:xfrm>
                <a:off x="5483403" y="4591049"/>
                <a:ext cx="91881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3" name="文本框 232"/>
            <p:cNvSpPr txBox="1"/>
            <p:nvPr/>
          </p:nvSpPr>
          <p:spPr>
            <a:xfrm>
              <a:off x="6081793" y="687876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L1</a:t>
              </a:r>
            </a:p>
          </p:txBody>
        </p:sp>
        <p:sp>
          <p:nvSpPr>
            <p:cNvPr id="234" name="文本框 233"/>
            <p:cNvSpPr txBox="1"/>
            <p:nvPr/>
          </p:nvSpPr>
          <p:spPr>
            <a:xfrm>
              <a:off x="6756491" y="694322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L2</a:t>
              </a:r>
            </a:p>
          </p:txBody>
        </p:sp>
        <p:sp>
          <p:nvSpPr>
            <p:cNvPr id="235" name="文本框 234"/>
            <p:cNvSpPr txBox="1"/>
            <p:nvPr/>
          </p:nvSpPr>
          <p:spPr>
            <a:xfrm>
              <a:off x="7517041" y="684767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L3</a:t>
              </a:r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8731258" y="695751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L5</a:t>
              </a:r>
            </a:p>
          </p:txBody>
        </p:sp>
        <p:sp>
          <p:nvSpPr>
            <p:cNvPr id="258" name="文本框 257"/>
            <p:cNvSpPr txBox="1"/>
            <p:nvPr/>
          </p:nvSpPr>
          <p:spPr>
            <a:xfrm>
              <a:off x="9461782" y="71597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L6</a:t>
              </a:r>
            </a:p>
          </p:txBody>
        </p:sp>
        <p:sp>
          <p:nvSpPr>
            <p:cNvPr id="259" name="文本框 258"/>
            <p:cNvSpPr txBox="1"/>
            <p:nvPr/>
          </p:nvSpPr>
          <p:spPr>
            <a:xfrm>
              <a:off x="10179766" y="708466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L7</a:t>
              </a:r>
            </a:p>
          </p:txBody>
        </p:sp>
        <p:sp>
          <p:nvSpPr>
            <p:cNvPr id="260" name="文本框 259"/>
            <p:cNvSpPr txBox="1"/>
            <p:nvPr/>
          </p:nvSpPr>
          <p:spPr>
            <a:xfrm>
              <a:off x="10978463" y="730050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R7</a:t>
              </a:r>
            </a:p>
          </p:txBody>
        </p:sp>
        <p:sp>
          <p:nvSpPr>
            <p:cNvPr id="261" name="文本框 260"/>
            <p:cNvSpPr txBox="1"/>
            <p:nvPr/>
          </p:nvSpPr>
          <p:spPr>
            <a:xfrm>
              <a:off x="6780210" y="1196792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</a:t>
              </a:r>
            </a:p>
          </p:txBody>
        </p:sp>
        <p:sp>
          <p:nvSpPr>
            <p:cNvPr id="262" name="文本框 261"/>
            <p:cNvSpPr txBox="1"/>
            <p:nvPr/>
          </p:nvSpPr>
          <p:spPr>
            <a:xfrm>
              <a:off x="7513338" y="1203543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R2</a:t>
              </a:r>
            </a:p>
          </p:txBody>
        </p:sp>
        <p:sp>
          <p:nvSpPr>
            <p:cNvPr id="263" name="文本框 262"/>
            <p:cNvSpPr txBox="1"/>
            <p:nvPr/>
          </p:nvSpPr>
          <p:spPr>
            <a:xfrm>
              <a:off x="7520887" y="1631200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R3</a:t>
              </a:r>
            </a:p>
          </p:txBody>
        </p:sp>
        <p:sp>
          <p:nvSpPr>
            <p:cNvPr id="264" name="文本框 263"/>
            <p:cNvSpPr txBox="1"/>
            <p:nvPr/>
          </p:nvSpPr>
          <p:spPr>
            <a:xfrm>
              <a:off x="7523648" y="1997677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L4</a:t>
              </a:r>
            </a:p>
          </p:txBody>
        </p:sp>
        <p:sp>
          <p:nvSpPr>
            <p:cNvPr id="265" name="文本框 264"/>
            <p:cNvSpPr txBox="1"/>
            <p:nvPr/>
          </p:nvSpPr>
          <p:spPr>
            <a:xfrm>
              <a:off x="8220294" y="1506476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C1</a:t>
              </a:r>
            </a:p>
          </p:txBody>
        </p:sp>
        <p:sp>
          <p:nvSpPr>
            <p:cNvPr id="266" name="文本框 265"/>
            <p:cNvSpPr txBox="1"/>
            <p:nvPr/>
          </p:nvSpPr>
          <p:spPr>
            <a:xfrm>
              <a:off x="10464008" y="1116480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R6</a:t>
              </a:r>
            </a:p>
          </p:txBody>
        </p:sp>
        <p:sp>
          <p:nvSpPr>
            <p:cNvPr id="267" name="文本框 266"/>
            <p:cNvSpPr txBox="1"/>
            <p:nvPr/>
          </p:nvSpPr>
          <p:spPr>
            <a:xfrm>
              <a:off x="9467927" y="1222609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R5</a:t>
              </a:r>
            </a:p>
          </p:txBody>
        </p:sp>
        <p:sp>
          <p:nvSpPr>
            <p:cNvPr id="268" name="文本框 267"/>
            <p:cNvSpPr txBox="1"/>
            <p:nvPr/>
          </p:nvSpPr>
          <p:spPr>
            <a:xfrm>
              <a:off x="9474378" y="1639400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R4</a:t>
              </a:r>
            </a:p>
          </p:txBody>
        </p:sp>
        <p:sp>
          <p:nvSpPr>
            <p:cNvPr id="269" name="文本框 268"/>
            <p:cNvSpPr txBox="1"/>
            <p:nvPr/>
          </p:nvSpPr>
          <p:spPr>
            <a:xfrm>
              <a:off x="6733446" y="2342782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C2</a:t>
              </a:r>
            </a:p>
          </p:txBody>
        </p:sp>
        <p:sp>
          <p:nvSpPr>
            <p:cNvPr id="270" name="文本框 269"/>
            <p:cNvSpPr txBox="1"/>
            <p:nvPr/>
          </p:nvSpPr>
          <p:spPr>
            <a:xfrm>
              <a:off x="7524105" y="2452737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R8</a:t>
              </a:r>
            </a:p>
          </p:txBody>
        </p:sp>
        <p:sp>
          <p:nvSpPr>
            <p:cNvPr id="271" name="文本框 270"/>
            <p:cNvSpPr txBox="1"/>
            <p:nvPr/>
          </p:nvSpPr>
          <p:spPr>
            <a:xfrm>
              <a:off x="6746855" y="2908848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187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53"/>
    </mc:Choice>
    <mc:Fallback xmlns="">
      <p:transition spd="slow" advTm="71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  <p:bldP spid="226" grpId="0"/>
      <p:bldP spid="2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102198" y="266362"/>
            <a:ext cx="10639860" cy="5845857"/>
            <a:chOff x="1102198" y="266362"/>
            <a:chExt cx="10639860" cy="5845857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1102198" y="266362"/>
              <a:ext cx="35337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详细模型</a:t>
              </a:r>
              <a:r>
                <a:rPr lang="en-US" altLang="zh-CN" sz="2800" b="1" spc="6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SPICE</a:t>
              </a:r>
              <a:endParaRPr lang="zh-CN" altLang="en-US" sz="2800" b="1" i="1" spc="6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2" name="组合 161"/>
            <p:cNvGrpSpPr/>
            <p:nvPr/>
          </p:nvGrpSpPr>
          <p:grpSpPr>
            <a:xfrm>
              <a:off x="1340933" y="1104269"/>
              <a:ext cx="3030256" cy="5007950"/>
              <a:chOff x="1111404" y="896305"/>
              <a:chExt cx="3744908" cy="6189019"/>
            </a:xfrm>
          </p:grpSpPr>
          <p:pic>
            <p:nvPicPr>
              <p:cNvPr id="222" name="Picture 2" descr="图片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2609" y="896305"/>
                <a:ext cx="3726947" cy="33507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4" name="图片 22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676"/>
              <a:stretch>
                <a:fillRect/>
              </a:stretch>
            </p:blipFill>
            <p:spPr>
              <a:xfrm>
                <a:off x="1111404" y="4136728"/>
                <a:ext cx="3744908" cy="2948596"/>
              </a:xfrm>
              <a:custGeom>
                <a:avLst/>
                <a:gdLst>
                  <a:gd name="connsiteX0" fmla="*/ 0 w 3744908"/>
                  <a:gd name="connsiteY0" fmla="*/ 0 h 2948596"/>
                  <a:gd name="connsiteX1" fmla="*/ 3744908 w 3744908"/>
                  <a:gd name="connsiteY1" fmla="*/ 0 h 2948596"/>
                  <a:gd name="connsiteX2" fmla="*/ 3744908 w 3744908"/>
                  <a:gd name="connsiteY2" fmla="*/ 2948596 h 2948596"/>
                  <a:gd name="connsiteX3" fmla="*/ 0 w 3744908"/>
                  <a:gd name="connsiteY3" fmla="*/ 2948596 h 2948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4908" h="2948596">
                    <a:moveTo>
                      <a:pt x="0" y="0"/>
                    </a:moveTo>
                    <a:lnTo>
                      <a:pt x="3744908" y="0"/>
                    </a:lnTo>
                    <a:lnTo>
                      <a:pt x="3744908" y="2948596"/>
                    </a:lnTo>
                    <a:lnTo>
                      <a:pt x="0" y="2948596"/>
                    </a:lnTo>
                    <a:close/>
                  </a:path>
                </a:pathLst>
              </a:custGeom>
            </p:spPr>
          </p:pic>
        </p:grpSp>
        <p:sp>
          <p:nvSpPr>
            <p:cNvPr id="164" name="文本框 163"/>
            <p:cNvSpPr txBox="1"/>
            <p:nvPr/>
          </p:nvSpPr>
          <p:spPr>
            <a:xfrm>
              <a:off x="4013648" y="1796281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规格书截图</a:t>
              </a:r>
            </a:p>
          </p:txBody>
        </p:sp>
        <p:sp>
          <p:nvSpPr>
            <p:cNvPr id="226" name="文本框 225"/>
            <p:cNvSpPr txBox="1"/>
            <p:nvPr/>
          </p:nvSpPr>
          <p:spPr>
            <a:xfrm>
              <a:off x="4026789" y="4734599"/>
              <a:ext cx="18357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Matlab</a:t>
              </a:r>
              <a:r>
                <a:rPr lang="zh-CN" altLang="en-US" sz="2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绘制</a:t>
              </a:r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492025D3-975A-431C-81FE-B54E2E852AD1}"/>
                </a:ext>
              </a:extLst>
            </p:cNvPr>
            <p:cNvSpPr txBox="1"/>
            <p:nvPr/>
          </p:nvSpPr>
          <p:spPr>
            <a:xfrm>
              <a:off x="6282289" y="5161900"/>
              <a:ext cx="505576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spc="60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详细模型</a:t>
              </a:r>
              <a:r>
                <a:rPr lang="en-US" altLang="zh-CN" sz="2800" b="1" spc="60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SPICE</a:t>
              </a:r>
              <a:r>
                <a:rPr lang="zh-CN" altLang="en-US" sz="2800" b="1" spc="60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更准确</a:t>
              </a:r>
              <a:endParaRPr lang="zh-CN" altLang="en-US" sz="2800" b="1" i="1" spc="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0" name="组合 229"/>
            <p:cNvGrpSpPr/>
            <p:nvPr/>
          </p:nvGrpSpPr>
          <p:grpSpPr>
            <a:xfrm>
              <a:off x="5824112" y="1715281"/>
              <a:ext cx="5917946" cy="2635911"/>
              <a:chOff x="5780569" y="684767"/>
              <a:chExt cx="5917946" cy="2635911"/>
            </a:xfrm>
          </p:grpSpPr>
          <p:grpSp>
            <p:nvGrpSpPr>
              <p:cNvPr id="232" name="组合 231"/>
              <p:cNvGrpSpPr/>
              <p:nvPr/>
            </p:nvGrpSpPr>
            <p:grpSpPr>
              <a:xfrm>
                <a:off x="5780569" y="998376"/>
                <a:ext cx="5917946" cy="2322302"/>
                <a:chOff x="5287083" y="1965310"/>
                <a:chExt cx="6858006" cy="2691197"/>
              </a:xfrm>
            </p:grpSpPr>
            <p:grpSp>
              <p:nvGrpSpPr>
                <p:cNvPr id="272" name="组合 271"/>
                <p:cNvGrpSpPr/>
                <p:nvPr/>
              </p:nvGrpSpPr>
              <p:grpSpPr>
                <a:xfrm>
                  <a:off x="8133351" y="2949724"/>
                  <a:ext cx="452095" cy="321050"/>
                  <a:chOff x="5612081" y="2321455"/>
                  <a:chExt cx="411164" cy="291983"/>
                </a:xfrm>
              </p:grpSpPr>
              <p:cxnSp>
                <p:nvCxnSpPr>
                  <p:cNvPr id="460" name="直接连接符 459"/>
                  <p:cNvCxnSpPr/>
                  <p:nvPr/>
                </p:nvCxnSpPr>
                <p:spPr>
                  <a:xfrm>
                    <a:off x="5768451" y="2321455"/>
                    <a:ext cx="0" cy="291983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1" name="直接连接符 460"/>
                  <p:cNvCxnSpPr/>
                  <p:nvPr/>
                </p:nvCxnSpPr>
                <p:spPr>
                  <a:xfrm>
                    <a:off x="5866876" y="2321455"/>
                    <a:ext cx="0" cy="291983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2" name="直接连接符 461"/>
                  <p:cNvCxnSpPr/>
                  <p:nvPr/>
                </p:nvCxnSpPr>
                <p:spPr>
                  <a:xfrm flipH="1">
                    <a:off x="5866876" y="2462684"/>
                    <a:ext cx="156369" cy="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3" name="直接连接符 462"/>
                  <p:cNvCxnSpPr/>
                  <p:nvPr/>
                </p:nvCxnSpPr>
                <p:spPr>
                  <a:xfrm flipH="1">
                    <a:off x="5612081" y="2461773"/>
                    <a:ext cx="156369" cy="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4" name="矩形 463"/>
                  <p:cNvSpPr/>
                  <p:nvPr/>
                </p:nvSpPr>
                <p:spPr>
                  <a:xfrm>
                    <a:off x="5768450" y="2321455"/>
                    <a:ext cx="98426" cy="291983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73" name="组合 272"/>
                <p:cNvGrpSpPr/>
                <p:nvPr/>
              </p:nvGrpSpPr>
              <p:grpSpPr>
                <a:xfrm>
                  <a:off x="6396843" y="2566658"/>
                  <a:ext cx="518007" cy="130915"/>
                  <a:chOff x="6299131" y="2402242"/>
                  <a:chExt cx="498875" cy="119062"/>
                </a:xfrm>
              </p:grpSpPr>
              <p:cxnSp>
                <p:nvCxnSpPr>
                  <p:cNvPr id="451" name="直接连接符 450"/>
                  <p:cNvCxnSpPr/>
                  <p:nvPr/>
                </p:nvCxnSpPr>
                <p:spPr>
                  <a:xfrm flipV="1">
                    <a:off x="6406288" y="2402242"/>
                    <a:ext cx="38099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2" name="直接连接符 451"/>
                  <p:cNvCxnSpPr/>
                  <p:nvPr/>
                </p:nvCxnSpPr>
                <p:spPr>
                  <a:xfrm flipV="1">
                    <a:off x="6653941" y="2461773"/>
                    <a:ext cx="35718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3" name="直接连接符 452"/>
                  <p:cNvCxnSpPr/>
                  <p:nvPr/>
                </p:nvCxnSpPr>
                <p:spPr>
                  <a:xfrm flipH="1" flipV="1">
                    <a:off x="6439626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4" name="直接连接符 453"/>
                  <p:cNvCxnSpPr/>
                  <p:nvPr/>
                </p:nvCxnSpPr>
                <p:spPr>
                  <a:xfrm flipH="1" flipV="1">
                    <a:off x="6611077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5" name="直接连接符 454"/>
                  <p:cNvCxnSpPr/>
                  <p:nvPr/>
                </p:nvCxnSpPr>
                <p:spPr>
                  <a:xfrm flipV="1">
                    <a:off x="6568214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6" name="直接连接符 455"/>
                  <p:cNvCxnSpPr/>
                  <p:nvPr/>
                </p:nvCxnSpPr>
                <p:spPr>
                  <a:xfrm flipH="1" flipV="1">
                    <a:off x="6525351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7" name="直接连接符 456"/>
                  <p:cNvCxnSpPr/>
                  <p:nvPr/>
                </p:nvCxnSpPr>
                <p:spPr>
                  <a:xfrm flipV="1">
                    <a:off x="6480107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8" name="直接连接符 457"/>
                  <p:cNvCxnSpPr/>
                  <p:nvPr/>
                </p:nvCxnSpPr>
                <p:spPr>
                  <a:xfrm>
                    <a:off x="6299131" y="2461774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9" name="直接连接符 458"/>
                  <p:cNvCxnSpPr/>
                  <p:nvPr/>
                </p:nvCxnSpPr>
                <p:spPr>
                  <a:xfrm>
                    <a:off x="6687278" y="246177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4" name="组合 273"/>
                <p:cNvGrpSpPr/>
                <p:nvPr/>
              </p:nvGrpSpPr>
              <p:grpSpPr>
                <a:xfrm>
                  <a:off x="5596102" y="1965310"/>
                  <a:ext cx="522785" cy="237392"/>
                  <a:chOff x="1493467" y="1883870"/>
                  <a:chExt cx="862013" cy="73756"/>
                </a:xfrm>
              </p:grpSpPr>
              <p:sp>
                <p:nvSpPr>
                  <p:cNvPr id="445" name="任意多边形 444"/>
                  <p:cNvSpPr/>
                  <p:nvPr/>
                </p:nvSpPr>
                <p:spPr>
                  <a:xfrm>
                    <a:off x="1761358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6" name="任意多边形 445"/>
                  <p:cNvSpPr/>
                  <p:nvPr/>
                </p:nvSpPr>
                <p:spPr>
                  <a:xfrm>
                    <a:off x="1925664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7" name="任意多边形 446"/>
                  <p:cNvSpPr/>
                  <p:nvPr/>
                </p:nvSpPr>
                <p:spPr>
                  <a:xfrm>
                    <a:off x="2085208" y="1883870"/>
                    <a:ext cx="164306" cy="73755"/>
                  </a:xfrm>
                  <a:custGeom>
                    <a:avLst/>
                    <a:gdLst>
                      <a:gd name="connsiteX0" fmla="*/ 82153 w 164306"/>
                      <a:gd name="connsiteY0" fmla="*/ 0 h 73755"/>
                      <a:gd name="connsiteX1" fmla="*/ 164306 w 164306"/>
                      <a:gd name="connsiteY1" fmla="*/ 71438 h 73755"/>
                      <a:gd name="connsiteX2" fmla="*/ 163203 w 164306"/>
                      <a:gd name="connsiteY2" fmla="*/ 73755 h 73755"/>
                      <a:gd name="connsiteX3" fmla="*/ 1104 w 164306"/>
                      <a:gd name="connsiteY3" fmla="*/ 73755 h 73755"/>
                      <a:gd name="connsiteX4" fmla="*/ 0 w 164306"/>
                      <a:gd name="connsiteY4" fmla="*/ 71438 h 73755"/>
                      <a:gd name="connsiteX5" fmla="*/ 82153 w 164306"/>
                      <a:gd name="connsiteY5" fmla="*/ 0 h 73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5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5"/>
                        </a:lnTo>
                        <a:lnTo>
                          <a:pt x="1104" y="73755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8" name="任意多边形 447"/>
                  <p:cNvSpPr/>
                  <p:nvPr/>
                </p:nvSpPr>
                <p:spPr>
                  <a:xfrm>
                    <a:off x="1601814" y="1883870"/>
                    <a:ext cx="164306" cy="73754"/>
                  </a:xfrm>
                  <a:custGeom>
                    <a:avLst/>
                    <a:gdLst>
                      <a:gd name="connsiteX0" fmla="*/ 82153 w 164306"/>
                      <a:gd name="connsiteY0" fmla="*/ 0 h 73754"/>
                      <a:gd name="connsiteX1" fmla="*/ 164306 w 164306"/>
                      <a:gd name="connsiteY1" fmla="*/ 71438 h 73754"/>
                      <a:gd name="connsiteX2" fmla="*/ 163203 w 164306"/>
                      <a:gd name="connsiteY2" fmla="*/ 73754 h 73754"/>
                      <a:gd name="connsiteX3" fmla="*/ 1103 w 164306"/>
                      <a:gd name="connsiteY3" fmla="*/ 73754 h 73754"/>
                      <a:gd name="connsiteX4" fmla="*/ 0 w 164306"/>
                      <a:gd name="connsiteY4" fmla="*/ 71438 h 73754"/>
                      <a:gd name="connsiteX5" fmla="*/ 82153 w 164306"/>
                      <a:gd name="connsiteY5" fmla="*/ 0 h 737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4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4"/>
                        </a:lnTo>
                        <a:lnTo>
                          <a:pt x="1103" y="73754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49" name="直接连接符 448"/>
                  <p:cNvCxnSpPr/>
                  <p:nvPr/>
                </p:nvCxnSpPr>
                <p:spPr>
                  <a:xfrm>
                    <a:off x="1493467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直接连接符 449"/>
                  <p:cNvCxnSpPr/>
                  <p:nvPr/>
                </p:nvCxnSpPr>
                <p:spPr>
                  <a:xfrm>
                    <a:off x="2244752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5" name="组合 274"/>
                <p:cNvGrpSpPr/>
                <p:nvPr/>
              </p:nvGrpSpPr>
              <p:grpSpPr>
                <a:xfrm>
                  <a:off x="6392066" y="1965310"/>
                  <a:ext cx="522785" cy="237392"/>
                  <a:chOff x="1493467" y="1883870"/>
                  <a:chExt cx="862013" cy="73756"/>
                </a:xfrm>
              </p:grpSpPr>
              <p:sp>
                <p:nvSpPr>
                  <p:cNvPr id="439" name="任意多边形 438"/>
                  <p:cNvSpPr/>
                  <p:nvPr/>
                </p:nvSpPr>
                <p:spPr>
                  <a:xfrm>
                    <a:off x="1761358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0" name="任意多边形 439"/>
                  <p:cNvSpPr/>
                  <p:nvPr/>
                </p:nvSpPr>
                <p:spPr>
                  <a:xfrm>
                    <a:off x="1925664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1" name="任意多边形 440"/>
                  <p:cNvSpPr/>
                  <p:nvPr/>
                </p:nvSpPr>
                <p:spPr>
                  <a:xfrm>
                    <a:off x="2085208" y="1883870"/>
                    <a:ext cx="164306" cy="73755"/>
                  </a:xfrm>
                  <a:custGeom>
                    <a:avLst/>
                    <a:gdLst>
                      <a:gd name="connsiteX0" fmla="*/ 82153 w 164306"/>
                      <a:gd name="connsiteY0" fmla="*/ 0 h 73755"/>
                      <a:gd name="connsiteX1" fmla="*/ 164306 w 164306"/>
                      <a:gd name="connsiteY1" fmla="*/ 71438 h 73755"/>
                      <a:gd name="connsiteX2" fmla="*/ 163203 w 164306"/>
                      <a:gd name="connsiteY2" fmla="*/ 73755 h 73755"/>
                      <a:gd name="connsiteX3" fmla="*/ 1104 w 164306"/>
                      <a:gd name="connsiteY3" fmla="*/ 73755 h 73755"/>
                      <a:gd name="connsiteX4" fmla="*/ 0 w 164306"/>
                      <a:gd name="connsiteY4" fmla="*/ 71438 h 73755"/>
                      <a:gd name="connsiteX5" fmla="*/ 82153 w 164306"/>
                      <a:gd name="connsiteY5" fmla="*/ 0 h 73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5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5"/>
                        </a:lnTo>
                        <a:lnTo>
                          <a:pt x="1104" y="73755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2" name="任意多边形 441"/>
                  <p:cNvSpPr/>
                  <p:nvPr/>
                </p:nvSpPr>
                <p:spPr>
                  <a:xfrm>
                    <a:off x="1601814" y="1883870"/>
                    <a:ext cx="164306" cy="73754"/>
                  </a:xfrm>
                  <a:custGeom>
                    <a:avLst/>
                    <a:gdLst>
                      <a:gd name="connsiteX0" fmla="*/ 82153 w 164306"/>
                      <a:gd name="connsiteY0" fmla="*/ 0 h 73754"/>
                      <a:gd name="connsiteX1" fmla="*/ 164306 w 164306"/>
                      <a:gd name="connsiteY1" fmla="*/ 71438 h 73754"/>
                      <a:gd name="connsiteX2" fmla="*/ 163203 w 164306"/>
                      <a:gd name="connsiteY2" fmla="*/ 73754 h 73754"/>
                      <a:gd name="connsiteX3" fmla="*/ 1103 w 164306"/>
                      <a:gd name="connsiteY3" fmla="*/ 73754 h 73754"/>
                      <a:gd name="connsiteX4" fmla="*/ 0 w 164306"/>
                      <a:gd name="connsiteY4" fmla="*/ 71438 h 73754"/>
                      <a:gd name="connsiteX5" fmla="*/ 82153 w 164306"/>
                      <a:gd name="connsiteY5" fmla="*/ 0 h 737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4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4"/>
                        </a:lnTo>
                        <a:lnTo>
                          <a:pt x="1103" y="73754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43" name="直接连接符 442"/>
                  <p:cNvCxnSpPr/>
                  <p:nvPr/>
                </p:nvCxnSpPr>
                <p:spPr>
                  <a:xfrm>
                    <a:off x="1493467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4" name="直接连接符 443"/>
                  <p:cNvCxnSpPr/>
                  <p:nvPr/>
                </p:nvCxnSpPr>
                <p:spPr>
                  <a:xfrm>
                    <a:off x="2244752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6" name="组合 275"/>
                <p:cNvGrpSpPr/>
                <p:nvPr/>
              </p:nvGrpSpPr>
              <p:grpSpPr>
                <a:xfrm>
                  <a:off x="7261392" y="1965310"/>
                  <a:ext cx="522785" cy="237392"/>
                  <a:chOff x="1493467" y="1883870"/>
                  <a:chExt cx="862013" cy="73756"/>
                </a:xfrm>
              </p:grpSpPr>
              <p:sp>
                <p:nvSpPr>
                  <p:cNvPr id="433" name="任意多边形 432"/>
                  <p:cNvSpPr/>
                  <p:nvPr/>
                </p:nvSpPr>
                <p:spPr>
                  <a:xfrm>
                    <a:off x="1761358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4" name="任意多边形 433"/>
                  <p:cNvSpPr/>
                  <p:nvPr/>
                </p:nvSpPr>
                <p:spPr>
                  <a:xfrm>
                    <a:off x="1925664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5" name="任意多边形 434"/>
                  <p:cNvSpPr/>
                  <p:nvPr/>
                </p:nvSpPr>
                <p:spPr>
                  <a:xfrm>
                    <a:off x="2085208" y="1883870"/>
                    <a:ext cx="164306" cy="73755"/>
                  </a:xfrm>
                  <a:custGeom>
                    <a:avLst/>
                    <a:gdLst>
                      <a:gd name="connsiteX0" fmla="*/ 82153 w 164306"/>
                      <a:gd name="connsiteY0" fmla="*/ 0 h 73755"/>
                      <a:gd name="connsiteX1" fmla="*/ 164306 w 164306"/>
                      <a:gd name="connsiteY1" fmla="*/ 71438 h 73755"/>
                      <a:gd name="connsiteX2" fmla="*/ 163203 w 164306"/>
                      <a:gd name="connsiteY2" fmla="*/ 73755 h 73755"/>
                      <a:gd name="connsiteX3" fmla="*/ 1104 w 164306"/>
                      <a:gd name="connsiteY3" fmla="*/ 73755 h 73755"/>
                      <a:gd name="connsiteX4" fmla="*/ 0 w 164306"/>
                      <a:gd name="connsiteY4" fmla="*/ 71438 h 73755"/>
                      <a:gd name="connsiteX5" fmla="*/ 82153 w 164306"/>
                      <a:gd name="connsiteY5" fmla="*/ 0 h 73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5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5"/>
                        </a:lnTo>
                        <a:lnTo>
                          <a:pt x="1104" y="73755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6" name="任意多边形 435"/>
                  <p:cNvSpPr/>
                  <p:nvPr/>
                </p:nvSpPr>
                <p:spPr>
                  <a:xfrm>
                    <a:off x="1601814" y="1883870"/>
                    <a:ext cx="164306" cy="73754"/>
                  </a:xfrm>
                  <a:custGeom>
                    <a:avLst/>
                    <a:gdLst>
                      <a:gd name="connsiteX0" fmla="*/ 82153 w 164306"/>
                      <a:gd name="connsiteY0" fmla="*/ 0 h 73754"/>
                      <a:gd name="connsiteX1" fmla="*/ 164306 w 164306"/>
                      <a:gd name="connsiteY1" fmla="*/ 71438 h 73754"/>
                      <a:gd name="connsiteX2" fmla="*/ 163203 w 164306"/>
                      <a:gd name="connsiteY2" fmla="*/ 73754 h 73754"/>
                      <a:gd name="connsiteX3" fmla="*/ 1103 w 164306"/>
                      <a:gd name="connsiteY3" fmla="*/ 73754 h 73754"/>
                      <a:gd name="connsiteX4" fmla="*/ 0 w 164306"/>
                      <a:gd name="connsiteY4" fmla="*/ 71438 h 73754"/>
                      <a:gd name="connsiteX5" fmla="*/ 82153 w 164306"/>
                      <a:gd name="connsiteY5" fmla="*/ 0 h 737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4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4"/>
                        </a:lnTo>
                        <a:lnTo>
                          <a:pt x="1103" y="73754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37" name="直接连接符 436"/>
                  <p:cNvCxnSpPr/>
                  <p:nvPr/>
                </p:nvCxnSpPr>
                <p:spPr>
                  <a:xfrm>
                    <a:off x="1493467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8" name="直接连接符 437"/>
                  <p:cNvCxnSpPr/>
                  <p:nvPr/>
                </p:nvCxnSpPr>
                <p:spPr>
                  <a:xfrm>
                    <a:off x="2244752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7" name="组合 276"/>
                <p:cNvGrpSpPr/>
                <p:nvPr/>
              </p:nvGrpSpPr>
              <p:grpSpPr>
                <a:xfrm>
                  <a:off x="7266170" y="2566658"/>
                  <a:ext cx="518007" cy="130915"/>
                  <a:chOff x="6299131" y="2402242"/>
                  <a:chExt cx="498875" cy="119062"/>
                </a:xfrm>
              </p:grpSpPr>
              <p:cxnSp>
                <p:nvCxnSpPr>
                  <p:cNvPr id="424" name="直接连接符 423"/>
                  <p:cNvCxnSpPr/>
                  <p:nvPr/>
                </p:nvCxnSpPr>
                <p:spPr>
                  <a:xfrm flipV="1">
                    <a:off x="6406288" y="2402242"/>
                    <a:ext cx="38099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5" name="直接连接符 424"/>
                  <p:cNvCxnSpPr/>
                  <p:nvPr/>
                </p:nvCxnSpPr>
                <p:spPr>
                  <a:xfrm flipV="1">
                    <a:off x="6653941" y="2461773"/>
                    <a:ext cx="35718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6" name="直接连接符 425"/>
                  <p:cNvCxnSpPr/>
                  <p:nvPr/>
                </p:nvCxnSpPr>
                <p:spPr>
                  <a:xfrm flipH="1" flipV="1">
                    <a:off x="6439626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7" name="直接连接符 426"/>
                  <p:cNvCxnSpPr/>
                  <p:nvPr/>
                </p:nvCxnSpPr>
                <p:spPr>
                  <a:xfrm flipH="1" flipV="1">
                    <a:off x="6611077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8" name="直接连接符 427"/>
                  <p:cNvCxnSpPr/>
                  <p:nvPr/>
                </p:nvCxnSpPr>
                <p:spPr>
                  <a:xfrm flipV="1">
                    <a:off x="6568214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9" name="直接连接符 428"/>
                  <p:cNvCxnSpPr/>
                  <p:nvPr/>
                </p:nvCxnSpPr>
                <p:spPr>
                  <a:xfrm flipH="1" flipV="1">
                    <a:off x="6525351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0" name="直接连接符 429"/>
                  <p:cNvCxnSpPr/>
                  <p:nvPr/>
                </p:nvCxnSpPr>
                <p:spPr>
                  <a:xfrm flipV="1">
                    <a:off x="6480107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1" name="直接连接符 430"/>
                  <p:cNvCxnSpPr/>
                  <p:nvPr/>
                </p:nvCxnSpPr>
                <p:spPr>
                  <a:xfrm>
                    <a:off x="6299131" y="2461774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2" name="直接连接符 431"/>
                  <p:cNvCxnSpPr/>
                  <p:nvPr/>
                </p:nvCxnSpPr>
                <p:spPr>
                  <a:xfrm>
                    <a:off x="6687278" y="246177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8" name="组合 277"/>
                <p:cNvGrpSpPr/>
                <p:nvPr/>
              </p:nvGrpSpPr>
              <p:grpSpPr>
                <a:xfrm>
                  <a:off x="7273743" y="3030415"/>
                  <a:ext cx="518007" cy="130915"/>
                  <a:chOff x="6299131" y="2402242"/>
                  <a:chExt cx="498875" cy="119062"/>
                </a:xfrm>
              </p:grpSpPr>
              <p:cxnSp>
                <p:nvCxnSpPr>
                  <p:cNvPr id="415" name="直接连接符 414"/>
                  <p:cNvCxnSpPr/>
                  <p:nvPr/>
                </p:nvCxnSpPr>
                <p:spPr>
                  <a:xfrm flipV="1">
                    <a:off x="6406288" y="2402242"/>
                    <a:ext cx="38099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6" name="直接连接符 415"/>
                  <p:cNvCxnSpPr/>
                  <p:nvPr/>
                </p:nvCxnSpPr>
                <p:spPr>
                  <a:xfrm flipV="1">
                    <a:off x="6653941" y="2461773"/>
                    <a:ext cx="35718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7" name="直接连接符 416"/>
                  <p:cNvCxnSpPr/>
                  <p:nvPr/>
                </p:nvCxnSpPr>
                <p:spPr>
                  <a:xfrm flipH="1" flipV="1">
                    <a:off x="6439626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8" name="直接连接符 417"/>
                  <p:cNvCxnSpPr/>
                  <p:nvPr/>
                </p:nvCxnSpPr>
                <p:spPr>
                  <a:xfrm flipH="1" flipV="1">
                    <a:off x="6611077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9" name="直接连接符 418"/>
                  <p:cNvCxnSpPr/>
                  <p:nvPr/>
                </p:nvCxnSpPr>
                <p:spPr>
                  <a:xfrm flipV="1">
                    <a:off x="6568214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直接连接符 419"/>
                  <p:cNvCxnSpPr/>
                  <p:nvPr/>
                </p:nvCxnSpPr>
                <p:spPr>
                  <a:xfrm flipH="1" flipV="1">
                    <a:off x="6525351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1" name="直接连接符 420"/>
                  <p:cNvCxnSpPr/>
                  <p:nvPr/>
                </p:nvCxnSpPr>
                <p:spPr>
                  <a:xfrm flipV="1">
                    <a:off x="6480107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直接连接符 421"/>
                  <p:cNvCxnSpPr/>
                  <p:nvPr/>
                </p:nvCxnSpPr>
                <p:spPr>
                  <a:xfrm>
                    <a:off x="6299131" y="2461774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3" name="直接连接符 422"/>
                  <p:cNvCxnSpPr/>
                  <p:nvPr/>
                </p:nvCxnSpPr>
                <p:spPr>
                  <a:xfrm>
                    <a:off x="6687278" y="246177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9" name="组合 278"/>
                <p:cNvGrpSpPr/>
                <p:nvPr/>
              </p:nvGrpSpPr>
              <p:grpSpPr>
                <a:xfrm>
                  <a:off x="7261392" y="3463216"/>
                  <a:ext cx="522785" cy="237392"/>
                  <a:chOff x="1493467" y="1883870"/>
                  <a:chExt cx="862013" cy="73756"/>
                </a:xfrm>
              </p:grpSpPr>
              <p:sp>
                <p:nvSpPr>
                  <p:cNvPr id="409" name="任意多边形 408"/>
                  <p:cNvSpPr/>
                  <p:nvPr/>
                </p:nvSpPr>
                <p:spPr>
                  <a:xfrm>
                    <a:off x="1761358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0" name="任意多边形 409"/>
                  <p:cNvSpPr/>
                  <p:nvPr/>
                </p:nvSpPr>
                <p:spPr>
                  <a:xfrm>
                    <a:off x="1925664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1" name="任意多边形 410"/>
                  <p:cNvSpPr/>
                  <p:nvPr/>
                </p:nvSpPr>
                <p:spPr>
                  <a:xfrm>
                    <a:off x="2085208" y="1883870"/>
                    <a:ext cx="164306" cy="73755"/>
                  </a:xfrm>
                  <a:custGeom>
                    <a:avLst/>
                    <a:gdLst>
                      <a:gd name="connsiteX0" fmla="*/ 82153 w 164306"/>
                      <a:gd name="connsiteY0" fmla="*/ 0 h 73755"/>
                      <a:gd name="connsiteX1" fmla="*/ 164306 w 164306"/>
                      <a:gd name="connsiteY1" fmla="*/ 71438 h 73755"/>
                      <a:gd name="connsiteX2" fmla="*/ 163203 w 164306"/>
                      <a:gd name="connsiteY2" fmla="*/ 73755 h 73755"/>
                      <a:gd name="connsiteX3" fmla="*/ 1104 w 164306"/>
                      <a:gd name="connsiteY3" fmla="*/ 73755 h 73755"/>
                      <a:gd name="connsiteX4" fmla="*/ 0 w 164306"/>
                      <a:gd name="connsiteY4" fmla="*/ 71438 h 73755"/>
                      <a:gd name="connsiteX5" fmla="*/ 82153 w 164306"/>
                      <a:gd name="connsiteY5" fmla="*/ 0 h 73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5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5"/>
                        </a:lnTo>
                        <a:lnTo>
                          <a:pt x="1104" y="73755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2" name="任意多边形 411"/>
                  <p:cNvSpPr/>
                  <p:nvPr/>
                </p:nvSpPr>
                <p:spPr>
                  <a:xfrm>
                    <a:off x="1601814" y="1883870"/>
                    <a:ext cx="164306" cy="73754"/>
                  </a:xfrm>
                  <a:custGeom>
                    <a:avLst/>
                    <a:gdLst>
                      <a:gd name="connsiteX0" fmla="*/ 82153 w 164306"/>
                      <a:gd name="connsiteY0" fmla="*/ 0 h 73754"/>
                      <a:gd name="connsiteX1" fmla="*/ 164306 w 164306"/>
                      <a:gd name="connsiteY1" fmla="*/ 71438 h 73754"/>
                      <a:gd name="connsiteX2" fmla="*/ 163203 w 164306"/>
                      <a:gd name="connsiteY2" fmla="*/ 73754 h 73754"/>
                      <a:gd name="connsiteX3" fmla="*/ 1103 w 164306"/>
                      <a:gd name="connsiteY3" fmla="*/ 73754 h 73754"/>
                      <a:gd name="connsiteX4" fmla="*/ 0 w 164306"/>
                      <a:gd name="connsiteY4" fmla="*/ 71438 h 73754"/>
                      <a:gd name="connsiteX5" fmla="*/ 82153 w 164306"/>
                      <a:gd name="connsiteY5" fmla="*/ 0 h 737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4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4"/>
                        </a:lnTo>
                        <a:lnTo>
                          <a:pt x="1103" y="73754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13" name="直接连接符 412"/>
                  <p:cNvCxnSpPr/>
                  <p:nvPr/>
                </p:nvCxnSpPr>
                <p:spPr>
                  <a:xfrm>
                    <a:off x="1493467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4" name="直接连接符 413"/>
                  <p:cNvCxnSpPr/>
                  <p:nvPr/>
                </p:nvCxnSpPr>
                <p:spPr>
                  <a:xfrm>
                    <a:off x="2244752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0" name="组合 279"/>
                <p:cNvGrpSpPr/>
                <p:nvPr/>
              </p:nvGrpSpPr>
              <p:grpSpPr>
                <a:xfrm>
                  <a:off x="8732078" y="1965310"/>
                  <a:ext cx="522785" cy="237392"/>
                  <a:chOff x="1493467" y="1883870"/>
                  <a:chExt cx="862013" cy="73756"/>
                </a:xfrm>
              </p:grpSpPr>
              <p:sp>
                <p:nvSpPr>
                  <p:cNvPr id="403" name="任意多边形 402"/>
                  <p:cNvSpPr/>
                  <p:nvPr/>
                </p:nvSpPr>
                <p:spPr>
                  <a:xfrm>
                    <a:off x="1761358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4" name="任意多边形 403"/>
                  <p:cNvSpPr/>
                  <p:nvPr/>
                </p:nvSpPr>
                <p:spPr>
                  <a:xfrm>
                    <a:off x="1925664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5" name="任意多边形 404"/>
                  <p:cNvSpPr/>
                  <p:nvPr/>
                </p:nvSpPr>
                <p:spPr>
                  <a:xfrm>
                    <a:off x="2085208" y="1883870"/>
                    <a:ext cx="164306" cy="73755"/>
                  </a:xfrm>
                  <a:custGeom>
                    <a:avLst/>
                    <a:gdLst>
                      <a:gd name="connsiteX0" fmla="*/ 82153 w 164306"/>
                      <a:gd name="connsiteY0" fmla="*/ 0 h 73755"/>
                      <a:gd name="connsiteX1" fmla="*/ 164306 w 164306"/>
                      <a:gd name="connsiteY1" fmla="*/ 71438 h 73755"/>
                      <a:gd name="connsiteX2" fmla="*/ 163203 w 164306"/>
                      <a:gd name="connsiteY2" fmla="*/ 73755 h 73755"/>
                      <a:gd name="connsiteX3" fmla="*/ 1104 w 164306"/>
                      <a:gd name="connsiteY3" fmla="*/ 73755 h 73755"/>
                      <a:gd name="connsiteX4" fmla="*/ 0 w 164306"/>
                      <a:gd name="connsiteY4" fmla="*/ 71438 h 73755"/>
                      <a:gd name="connsiteX5" fmla="*/ 82153 w 164306"/>
                      <a:gd name="connsiteY5" fmla="*/ 0 h 73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5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5"/>
                        </a:lnTo>
                        <a:lnTo>
                          <a:pt x="1104" y="73755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6" name="任意多边形 405"/>
                  <p:cNvSpPr/>
                  <p:nvPr/>
                </p:nvSpPr>
                <p:spPr>
                  <a:xfrm>
                    <a:off x="1601814" y="1883870"/>
                    <a:ext cx="164306" cy="73754"/>
                  </a:xfrm>
                  <a:custGeom>
                    <a:avLst/>
                    <a:gdLst>
                      <a:gd name="connsiteX0" fmla="*/ 82153 w 164306"/>
                      <a:gd name="connsiteY0" fmla="*/ 0 h 73754"/>
                      <a:gd name="connsiteX1" fmla="*/ 164306 w 164306"/>
                      <a:gd name="connsiteY1" fmla="*/ 71438 h 73754"/>
                      <a:gd name="connsiteX2" fmla="*/ 163203 w 164306"/>
                      <a:gd name="connsiteY2" fmla="*/ 73754 h 73754"/>
                      <a:gd name="connsiteX3" fmla="*/ 1103 w 164306"/>
                      <a:gd name="connsiteY3" fmla="*/ 73754 h 73754"/>
                      <a:gd name="connsiteX4" fmla="*/ 0 w 164306"/>
                      <a:gd name="connsiteY4" fmla="*/ 71438 h 73754"/>
                      <a:gd name="connsiteX5" fmla="*/ 82153 w 164306"/>
                      <a:gd name="connsiteY5" fmla="*/ 0 h 737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4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4"/>
                        </a:lnTo>
                        <a:lnTo>
                          <a:pt x="1103" y="73754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07" name="直接连接符 406"/>
                  <p:cNvCxnSpPr/>
                  <p:nvPr/>
                </p:nvCxnSpPr>
                <p:spPr>
                  <a:xfrm>
                    <a:off x="1493467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8" name="直接连接符 407"/>
                  <p:cNvCxnSpPr/>
                  <p:nvPr/>
                </p:nvCxnSpPr>
                <p:spPr>
                  <a:xfrm>
                    <a:off x="2244752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1" name="组合 280"/>
                <p:cNvGrpSpPr/>
                <p:nvPr/>
              </p:nvGrpSpPr>
              <p:grpSpPr>
                <a:xfrm>
                  <a:off x="9528042" y="1965310"/>
                  <a:ext cx="522785" cy="237392"/>
                  <a:chOff x="1493467" y="1883870"/>
                  <a:chExt cx="862013" cy="73756"/>
                </a:xfrm>
              </p:grpSpPr>
              <p:sp>
                <p:nvSpPr>
                  <p:cNvPr id="397" name="任意多边形 396"/>
                  <p:cNvSpPr/>
                  <p:nvPr/>
                </p:nvSpPr>
                <p:spPr>
                  <a:xfrm>
                    <a:off x="1761358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8" name="任意多边形 397"/>
                  <p:cNvSpPr/>
                  <p:nvPr/>
                </p:nvSpPr>
                <p:spPr>
                  <a:xfrm>
                    <a:off x="1925664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9" name="任意多边形 398"/>
                  <p:cNvSpPr/>
                  <p:nvPr/>
                </p:nvSpPr>
                <p:spPr>
                  <a:xfrm>
                    <a:off x="2085208" y="1883870"/>
                    <a:ext cx="164306" cy="73755"/>
                  </a:xfrm>
                  <a:custGeom>
                    <a:avLst/>
                    <a:gdLst>
                      <a:gd name="connsiteX0" fmla="*/ 82153 w 164306"/>
                      <a:gd name="connsiteY0" fmla="*/ 0 h 73755"/>
                      <a:gd name="connsiteX1" fmla="*/ 164306 w 164306"/>
                      <a:gd name="connsiteY1" fmla="*/ 71438 h 73755"/>
                      <a:gd name="connsiteX2" fmla="*/ 163203 w 164306"/>
                      <a:gd name="connsiteY2" fmla="*/ 73755 h 73755"/>
                      <a:gd name="connsiteX3" fmla="*/ 1104 w 164306"/>
                      <a:gd name="connsiteY3" fmla="*/ 73755 h 73755"/>
                      <a:gd name="connsiteX4" fmla="*/ 0 w 164306"/>
                      <a:gd name="connsiteY4" fmla="*/ 71438 h 73755"/>
                      <a:gd name="connsiteX5" fmla="*/ 82153 w 164306"/>
                      <a:gd name="connsiteY5" fmla="*/ 0 h 73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5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5"/>
                        </a:lnTo>
                        <a:lnTo>
                          <a:pt x="1104" y="73755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0" name="任意多边形 399"/>
                  <p:cNvSpPr/>
                  <p:nvPr/>
                </p:nvSpPr>
                <p:spPr>
                  <a:xfrm>
                    <a:off x="1601814" y="1883870"/>
                    <a:ext cx="164306" cy="73754"/>
                  </a:xfrm>
                  <a:custGeom>
                    <a:avLst/>
                    <a:gdLst>
                      <a:gd name="connsiteX0" fmla="*/ 82153 w 164306"/>
                      <a:gd name="connsiteY0" fmla="*/ 0 h 73754"/>
                      <a:gd name="connsiteX1" fmla="*/ 164306 w 164306"/>
                      <a:gd name="connsiteY1" fmla="*/ 71438 h 73754"/>
                      <a:gd name="connsiteX2" fmla="*/ 163203 w 164306"/>
                      <a:gd name="connsiteY2" fmla="*/ 73754 h 73754"/>
                      <a:gd name="connsiteX3" fmla="*/ 1103 w 164306"/>
                      <a:gd name="connsiteY3" fmla="*/ 73754 h 73754"/>
                      <a:gd name="connsiteX4" fmla="*/ 0 w 164306"/>
                      <a:gd name="connsiteY4" fmla="*/ 71438 h 73754"/>
                      <a:gd name="connsiteX5" fmla="*/ 82153 w 164306"/>
                      <a:gd name="connsiteY5" fmla="*/ 0 h 737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4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4"/>
                        </a:lnTo>
                        <a:lnTo>
                          <a:pt x="1103" y="73754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01" name="直接连接符 400"/>
                  <p:cNvCxnSpPr/>
                  <p:nvPr/>
                </p:nvCxnSpPr>
                <p:spPr>
                  <a:xfrm>
                    <a:off x="1493467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2" name="直接连接符 401"/>
                  <p:cNvCxnSpPr/>
                  <p:nvPr/>
                </p:nvCxnSpPr>
                <p:spPr>
                  <a:xfrm>
                    <a:off x="2244752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2" name="组合 281"/>
                <p:cNvGrpSpPr/>
                <p:nvPr/>
              </p:nvGrpSpPr>
              <p:grpSpPr>
                <a:xfrm>
                  <a:off x="10397368" y="1965310"/>
                  <a:ext cx="522785" cy="237392"/>
                  <a:chOff x="1493467" y="1883870"/>
                  <a:chExt cx="862013" cy="73756"/>
                </a:xfrm>
              </p:grpSpPr>
              <p:sp>
                <p:nvSpPr>
                  <p:cNvPr id="391" name="任意多边形 390"/>
                  <p:cNvSpPr/>
                  <p:nvPr/>
                </p:nvSpPr>
                <p:spPr>
                  <a:xfrm>
                    <a:off x="1761358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2" name="任意多边形 391"/>
                  <p:cNvSpPr/>
                  <p:nvPr/>
                </p:nvSpPr>
                <p:spPr>
                  <a:xfrm>
                    <a:off x="1925664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3" name="任意多边形 392"/>
                  <p:cNvSpPr/>
                  <p:nvPr/>
                </p:nvSpPr>
                <p:spPr>
                  <a:xfrm>
                    <a:off x="2085208" y="1883870"/>
                    <a:ext cx="164306" cy="73755"/>
                  </a:xfrm>
                  <a:custGeom>
                    <a:avLst/>
                    <a:gdLst>
                      <a:gd name="connsiteX0" fmla="*/ 82153 w 164306"/>
                      <a:gd name="connsiteY0" fmla="*/ 0 h 73755"/>
                      <a:gd name="connsiteX1" fmla="*/ 164306 w 164306"/>
                      <a:gd name="connsiteY1" fmla="*/ 71438 h 73755"/>
                      <a:gd name="connsiteX2" fmla="*/ 163203 w 164306"/>
                      <a:gd name="connsiteY2" fmla="*/ 73755 h 73755"/>
                      <a:gd name="connsiteX3" fmla="*/ 1104 w 164306"/>
                      <a:gd name="connsiteY3" fmla="*/ 73755 h 73755"/>
                      <a:gd name="connsiteX4" fmla="*/ 0 w 164306"/>
                      <a:gd name="connsiteY4" fmla="*/ 71438 h 73755"/>
                      <a:gd name="connsiteX5" fmla="*/ 82153 w 164306"/>
                      <a:gd name="connsiteY5" fmla="*/ 0 h 73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5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5"/>
                        </a:lnTo>
                        <a:lnTo>
                          <a:pt x="1104" y="73755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4" name="任意多边形 393"/>
                  <p:cNvSpPr/>
                  <p:nvPr/>
                </p:nvSpPr>
                <p:spPr>
                  <a:xfrm>
                    <a:off x="1601814" y="1883870"/>
                    <a:ext cx="164306" cy="73754"/>
                  </a:xfrm>
                  <a:custGeom>
                    <a:avLst/>
                    <a:gdLst>
                      <a:gd name="connsiteX0" fmla="*/ 82153 w 164306"/>
                      <a:gd name="connsiteY0" fmla="*/ 0 h 73754"/>
                      <a:gd name="connsiteX1" fmla="*/ 164306 w 164306"/>
                      <a:gd name="connsiteY1" fmla="*/ 71438 h 73754"/>
                      <a:gd name="connsiteX2" fmla="*/ 163203 w 164306"/>
                      <a:gd name="connsiteY2" fmla="*/ 73754 h 73754"/>
                      <a:gd name="connsiteX3" fmla="*/ 1103 w 164306"/>
                      <a:gd name="connsiteY3" fmla="*/ 73754 h 73754"/>
                      <a:gd name="connsiteX4" fmla="*/ 0 w 164306"/>
                      <a:gd name="connsiteY4" fmla="*/ 71438 h 73754"/>
                      <a:gd name="connsiteX5" fmla="*/ 82153 w 164306"/>
                      <a:gd name="connsiteY5" fmla="*/ 0 h 737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4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4"/>
                        </a:lnTo>
                        <a:lnTo>
                          <a:pt x="1103" y="73754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95" name="直接连接符 394"/>
                  <p:cNvCxnSpPr/>
                  <p:nvPr/>
                </p:nvCxnSpPr>
                <p:spPr>
                  <a:xfrm>
                    <a:off x="1493467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直接连接符 395"/>
                  <p:cNvCxnSpPr/>
                  <p:nvPr/>
                </p:nvCxnSpPr>
                <p:spPr>
                  <a:xfrm>
                    <a:off x="2244752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3" name="组合 282"/>
                <p:cNvGrpSpPr/>
                <p:nvPr/>
              </p:nvGrpSpPr>
              <p:grpSpPr>
                <a:xfrm>
                  <a:off x="11329515" y="2068266"/>
                  <a:ext cx="518007" cy="130915"/>
                  <a:chOff x="6299131" y="2402242"/>
                  <a:chExt cx="498875" cy="119062"/>
                </a:xfrm>
              </p:grpSpPr>
              <p:cxnSp>
                <p:nvCxnSpPr>
                  <p:cNvPr id="382" name="直接连接符 381"/>
                  <p:cNvCxnSpPr/>
                  <p:nvPr/>
                </p:nvCxnSpPr>
                <p:spPr>
                  <a:xfrm flipV="1">
                    <a:off x="6406288" y="2402242"/>
                    <a:ext cx="38099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3" name="直接连接符 382"/>
                  <p:cNvCxnSpPr/>
                  <p:nvPr/>
                </p:nvCxnSpPr>
                <p:spPr>
                  <a:xfrm flipV="1">
                    <a:off x="6653941" y="2461773"/>
                    <a:ext cx="35718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4" name="直接连接符 383"/>
                  <p:cNvCxnSpPr/>
                  <p:nvPr/>
                </p:nvCxnSpPr>
                <p:spPr>
                  <a:xfrm flipH="1" flipV="1">
                    <a:off x="6439626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5" name="直接连接符 384"/>
                  <p:cNvCxnSpPr/>
                  <p:nvPr/>
                </p:nvCxnSpPr>
                <p:spPr>
                  <a:xfrm flipH="1" flipV="1">
                    <a:off x="6611077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6" name="直接连接符 385"/>
                  <p:cNvCxnSpPr/>
                  <p:nvPr/>
                </p:nvCxnSpPr>
                <p:spPr>
                  <a:xfrm flipV="1">
                    <a:off x="6568214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7" name="直接连接符 386"/>
                  <p:cNvCxnSpPr/>
                  <p:nvPr/>
                </p:nvCxnSpPr>
                <p:spPr>
                  <a:xfrm flipH="1" flipV="1">
                    <a:off x="6525351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8" name="直接连接符 387"/>
                  <p:cNvCxnSpPr/>
                  <p:nvPr/>
                </p:nvCxnSpPr>
                <p:spPr>
                  <a:xfrm flipV="1">
                    <a:off x="6480107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9" name="直接连接符 388"/>
                  <p:cNvCxnSpPr/>
                  <p:nvPr/>
                </p:nvCxnSpPr>
                <p:spPr>
                  <a:xfrm>
                    <a:off x="6299131" y="2461774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0" name="直接连接符 389"/>
                  <p:cNvCxnSpPr/>
                  <p:nvPr/>
                </p:nvCxnSpPr>
                <p:spPr>
                  <a:xfrm>
                    <a:off x="6687278" y="246177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4" name="组合 283"/>
                <p:cNvGrpSpPr/>
                <p:nvPr/>
              </p:nvGrpSpPr>
              <p:grpSpPr>
                <a:xfrm>
                  <a:off x="10402146" y="2321885"/>
                  <a:ext cx="518007" cy="130915"/>
                  <a:chOff x="6299131" y="2402242"/>
                  <a:chExt cx="498875" cy="119062"/>
                </a:xfrm>
              </p:grpSpPr>
              <p:cxnSp>
                <p:nvCxnSpPr>
                  <p:cNvPr id="373" name="直接连接符 372"/>
                  <p:cNvCxnSpPr/>
                  <p:nvPr/>
                </p:nvCxnSpPr>
                <p:spPr>
                  <a:xfrm flipV="1">
                    <a:off x="6406288" y="2402242"/>
                    <a:ext cx="38099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4" name="直接连接符 373"/>
                  <p:cNvCxnSpPr/>
                  <p:nvPr/>
                </p:nvCxnSpPr>
                <p:spPr>
                  <a:xfrm flipV="1">
                    <a:off x="6653941" y="2461773"/>
                    <a:ext cx="35718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5" name="直接连接符 374"/>
                  <p:cNvCxnSpPr/>
                  <p:nvPr/>
                </p:nvCxnSpPr>
                <p:spPr>
                  <a:xfrm flipH="1" flipV="1">
                    <a:off x="6439626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6" name="直接连接符 375"/>
                  <p:cNvCxnSpPr/>
                  <p:nvPr/>
                </p:nvCxnSpPr>
                <p:spPr>
                  <a:xfrm flipH="1" flipV="1">
                    <a:off x="6611077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7" name="直接连接符 376"/>
                  <p:cNvCxnSpPr/>
                  <p:nvPr/>
                </p:nvCxnSpPr>
                <p:spPr>
                  <a:xfrm flipV="1">
                    <a:off x="6568214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8" name="直接连接符 377"/>
                  <p:cNvCxnSpPr/>
                  <p:nvPr/>
                </p:nvCxnSpPr>
                <p:spPr>
                  <a:xfrm flipH="1" flipV="1">
                    <a:off x="6525351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9" name="直接连接符 378"/>
                  <p:cNvCxnSpPr/>
                  <p:nvPr/>
                </p:nvCxnSpPr>
                <p:spPr>
                  <a:xfrm flipV="1">
                    <a:off x="6480107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0" name="直接连接符 379"/>
                  <p:cNvCxnSpPr/>
                  <p:nvPr/>
                </p:nvCxnSpPr>
                <p:spPr>
                  <a:xfrm>
                    <a:off x="6299131" y="2461774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1" name="直接连接符 380"/>
                  <p:cNvCxnSpPr/>
                  <p:nvPr/>
                </p:nvCxnSpPr>
                <p:spPr>
                  <a:xfrm>
                    <a:off x="6687278" y="246177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5" name="组合 284"/>
                <p:cNvGrpSpPr/>
                <p:nvPr/>
              </p:nvGrpSpPr>
              <p:grpSpPr>
                <a:xfrm>
                  <a:off x="9533500" y="2566658"/>
                  <a:ext cx="518007" cy="130915"/>
                  <a:chOff x="6299131" y="2402242"/>
                  <a:chExt cx="498875" cy="119062"/>
                </a:xfrm>
              </p:grpSpPr>
              <p:cxnSp>
                <p:nvCxnSpPr>
                  <p:cNvPr id="364" name="直接连接符 363"/>
                  <p:cNvCxnSpPr/>
                  <p:nvPr/>
                </p:nvCxnSpPr>
                <p:spPr>
                  <a:xfrm flipV="1">
                    <a:off x="6406288" y="2402242"/>
                    <a:ext cx="38099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5" name="直接连接符 364"/>
                  <p:cNvCxnSpPr/>
                  <p:nvPr/>
                </p:nvCxnSpPr>
                <p:spPr>
                  <a:xfrm flipV="1">
                    <a:off x="6653941" y="2461773"/>
                    <a:ext cx="35718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6" name="直接连接符 365"/>
                  <p:cNvCxnSpPr/>
                  <p:nvPr/>
                </p:nvCxnSpPr>
                <p:spPr>
                  <a:xfrm flipH="1" flipV="1">
                    <a:off x="6439626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7" name="直接连接符 366"/>
                  <p:cNvCxnSpPr/>
                  <p:nvPr/>
                </p:nvCxnSpPr>
                <p:spPr>
                  <a:xfrm flipH="1" flipV="1">
                    <a:off x="6611077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8" name="直接连接符 367"/>
                  <p:cNvCxnSpPr/>
                  <p:nvPr/>
                </p:nvCxnSpPr>
                <p:spPr>
                  <a:xfrm flipV="1">
                    <a:off x="6568214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9" name="直接连接符 368"/>
                  <p:cNvCxnSpPr/>
                  <p:nvPr/>
                </p:nvCxnSpPr>
                <p:spPr>
                  <a:xfrm flipH="1" flipV="1">
                    <a:off x="6525351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0" name="直接连接符 369"/>
                  <p:cNvCxnSpPr/>
                  <p:nvPr/>
                </p:nvCxnSpPr>
                <p:spPr>
                  <a:xfrm flipV="1">
                    <a:off x="6480107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1" name="直接连接符 370"/>
                  <p:cNvCxnSpPr/>
                  <p:nvPr/>
                </p:nvCxnSpPr>
                <p:spPr>
                  <a:xfrm>
                    <a:off x="6299131" y="2461774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2" name="直接连接符 371"/>
                  <p:cNvCxnSpPr/>
                  <p:nvPr/>
                </p:nvCxnSpPr>
                <p:spPr>
                  <a:xfrm>
                    <a:off x="6687278" y="246177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6" name="组合 285"/>
                <p:cNvGrpSpPr/>
                <p:nvPr/>
              </p:nvGrpSpPr>
              <p:grpSpPr>
                <a:xfrm>
                  <a:off x="9518743" y="3030415"/>
                  <a:ext cx="518007" cy="130915"/>
                  <a:chOff x="6299131" y="2402242"/>
                  <a:chExt cx="498875" cy="119062"/>
                </a:xfrm>
              </p:grpSpPr>
              <p:cxnSp>
                <p:nvCxnSpPr>
                  <p:cNvPr id="355" name="直接连接符 354"/>
                  <p:cNvCxnSpPr/>
                  <p:nvPr/>
                </p:nvCxnSpPr>
                <p:spPr>
                  <a:xfrm flipV="1">
                    <a:off x="6406288" y="2402242"/>
                    <a:ext cx="38099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6" name="直接连接符 355"/>
                  <p:cNvCxnSpPr/>
                  <p:nvPr/>
                </p:nvCxnSpPr>
                <p:spPr>
                  <a:xfrm flipV="1">
                    <a:off x="6653941" y="2461773"/>
                    <a:ext cx="35718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直接连接符 356"/>
                  <p:cNvCxnSpPr/>
                  <p:nvPr/>
                </p:nvCxnSpPr>
                <p:spPr>
                  <a:xfrm flipH="1" flipV="1">
                    <a:off x="6439626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8" name="直接连接符 357"/>
                  <p:cNvCxnSpPr/>
                  <p:nvPr/>
                </p:nvCxnSpPr>
                <p:spPr>
                  <a:xfrm flipH="1" flipV="1">
                    <a:off x="6611077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9" name="直接连接符 358"/>
                  <p:cNvCxnSpPr/>
                  <p:nvPr/>
                </p:nvCxnSpPr>
                <p:spPr>
                  <a:xfrm flipV="1">
                    <a:off x="6568214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0" name="直接连接符 359"/>
                  <p:cNvCxnSpPr/>
                  <p:nvPr/>
                </p:nvCxnSpPr>
                <p:spPr>
                  <a:xfrm flipH="1" flipV="1">
                    <a:off x="6525351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1" name="直接连接符 360"/>
                  <p:cNvCxnSpPr/>
                  <p:nvPr/>
                </p:nvCxnSpPr>
                <p:spPr>
                  <a:xfrm flipV="1">
                    <a:off x="6480107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2" name="直接连接符 361"/>
                  <p:cNvCxnSpPr/>
                  <p:nvPr/>
                </p:nvCxnSpPr>
                <p:spPr>
                  <a:xfrm>
                    <a:off x="6299131" y="2461774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3" name="直接连接符 362"/>
                  <p:cNvCxnSpPr/>
                  <p:nvPr/>
                </p:nvCxnSpPr>
                <p:spPr>
                  <a:xfrm>
                    <a:off x="6687278" y="246177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7" name="组合 286"/>
                <p:cNvGrpSpPr/>
                <p:nvPr/>
              </p:nvGrpSpPr>
              <p:grpSpPr>
                <a:xfrm>
                  <a:off x="6399033" y="3908525"/>
                  <a:ext cx="452095" cy="321050"/>
                  <a:chOff x="5612081" y="2321455"/>
                  <a:chExt cx="411164" cy="291983"/>
                </a:xfrm>
              </p:grpSpPr>
              <p:cxnSp>
                <p:nvCxnSpPr>
                  <p:cNvPr id="350" name="直接连接符 349"/>
                  <p:cNvCxnSpPr/>
                  <p:nvPr/>
                </p:nvCxnSpPr>
                <p:spPr>
                  <a:xfrm>
                    <a:off x="5768451" y="2321455"/>
                    <a:ext cx="0" cy="291983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1" name="直接连接符 350"/>
                  <p:cNvCxnSpPr/>
                  <p:nvPr/>
                </p:nvCxnSpPr>
                <p:spPr>
                  <a:xfrm>
                    <a:off x="5866876" y="2321455"/>
                    <a:ext cx="0" cy="291983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2" name="直接连接符 351"/>
                  <p:cNvCxnSpPr/>
                  <p:nvPr/>
                </p:nvCxnSpPr>
                <p:spPr>
                  <a:xfrm flipH="1">
                    <a:off x="5866876" y="2462684"/>
                    <a:ext cx="156369" cy="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3" name="直接连接符 352"/>
                  <p:cNvCxnSpPr/>
                  <p:nvPr/>
                </p:nvCxnSpPr>
                <p:spPr>
                  <a:xfrm flipH="1">
                    <a:off x="5612081" y="2461773"/>
                    <a:ext cx="156369" cy="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4" name="矩形 353"/>
                  <p:cNvSpPr/>
                  <p:nvPr/>
                </p:nvSpPr>
                <p:spPr>
                  <a:xfrm>
                    <a:off x="5768450" y="2321455"/>
                    <a:ext cx="98426" cy="291983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88" name="组合 287"/>
                <p:cNvGrpSpPr/>
                <p:nvPr/>
              </p:nvGrpSpPr>
              <p:grpSpPr>
                <a:xfrm>
                  <a:off x="7267393" y="3997354"/>
                  <a:ext cx="518007" cy="130915"/>
                  <a:chOff x="6299131" y="2402242"/>
                  <a:chExt cx="498875" cy="119062"/>
                </a:xfrm>
              </p:grpSpPr>
              <p:cxnSp>
                <p:nvCxnSpPr>
                  <p:cNvPr id="341" name="直接连接符 340"/>
                  <p:cNvCxnSpPr/>
                  <p:nvPr/>
                </p:nvCxnSpPr>
                <p:spPr>
                  <a:xfrm flipV="1">
                    <a:off x="6406288" y="2402242"/>
                    <a:ext cx="38099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2" name="直接连接符 341"/>
                  <p:cNvCxnSpPr/>
                  <p:nvPr/>
                </p:nvCxnSpPr>
                <p:spPr>
                  <a:xfrm flipV="1">
                    <a:off x="6653941" y="2461773"/>
                    <a:ext cx="35718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3" name="直接连接符 342"/>
                  <p:cNvCxnSpPr/>
                  <p:nvPr/>
                </p:nvCxnSpPr>
                <p:spPr>
                  <a:xfrm flipH="1" flipV="1">
                    <a:off x="6439626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直接连接符 343"/>
                  <p:cNvCxnSpPr/>
                  <p:nvPr/>
                </p:nvCxnSpPr>
                <p:spPr>
                  <a:xfrm flipH="1" flipV="1">
                    <a:off x="6611077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5" name="直接连接符 344"/>
                  <p:cNvCxnSpPr/>
                  <p:nvPr/>
                </p:nvCxnSpPr>
                <p:spPr>
                  <a:xfrm flipV="1">
                    <a:off x="6568214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6" name="直接连接符 345"/>
                  <p:cNvCxnSpPr/>
                  <p:nvPr/>
                </p:nvCxnSpPr>
                <p:spPr>
                  <a:xfrm flipH="1" flipV="1">
                    <a:off x="6525351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7" name="直接连接符 346"/>
                  <p:cNvCxnSpPr/>
                  <p:nvPr/>
                </p:nvCxnSpPr>
                <p:spPr>
                  <a:xfrm flipV="1">
                    <a:off x="6480107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8" name="直接连接符 347"/>
                  <p:cNvCxnSpPr/>
                  <p:nvPr/>
                </p:nvCxnSpPr>
                <p:spPr>
                  <a:xfrm>
                    <a:off x="6299131" y="2461774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9" name="直接连接符 348"/>
                  <p:cNvCxnSpPr/>
                  <p:nvPr/>
                </p:nvCxnSpPr>
                <p:spPr>
                  <a:xfrm>
                    <a:off x="6687278" y="246177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9" name="组合 288"/>
                <p:cNvGrpSpPr/>
                <p:nvPr/>
              </p:nvGrpSpPr>
              <p:grpSpPr>
                <a:xfrm>
                  <a:off x="6392066" y="4525592"/>
                  <a:ext cx="518007" cy="130915"/>
                  <a:chOff x="6299131" y="2402242"/>
                  <a:chExt cx="498875" cy="119062"/>
                </a:xfrm>
              </p:grpSpPr>
              <p:cxnSp>
                <p:nvCxnSpPr>
                  <p:cNvPr id="332" name="直接连接符 331"/>
                  <p:cNvCxnSpPr/>
                  <p:nvPr/>
                </p:nvCxnSpPr>
                <p:spPr>
                  <a:xfrm flipV="1">
                    <a:off x="6406288" y="2402242"/>
                    <a:ext cx="38099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3" name="直接连接符 332"/>
                  <p:cNvCxnSpPr/>
                  <p:nvPr/>
                </p:nvCxnSpPr>
                <p:spPr>
                  <a:xfrm flipV="1">
                    <a:off x="6653941" y="2461773"/>
                    <a:ext cx="35718" cy="5953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4" name="直接连接符 333"/>
                  <p:cNvCxnSpPr/>
                  <p:nvPr/>
                </p:nvCxnSpPr>
                <p:spPr>
                  <a:xfrm flipH="1" flipV="1">
                    <a:off x="6439626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5" name="直接连接符 334"/>
                  <p:cNvCxnSpPr/>
                  <p:nvPr/>
                </p:nvCxnSpPr>
                <p:spPr>
                  <a:xfrm flipH="1" flipV="1">
                    <a:off x="6611077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直接连接符 335"/>
                  <p:cNvCxnSpPr/>
                  <p:nvPr/>
                </p:nvCxnSpPr>
                <p:spPr>
                  <a:xfrm flipV="1">
                    <a:off x="6568214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7" name="直接连接符 336"/>
                  <p:cNvCxnSpPr/>
                  <p:nvPr/>
                </p:nvCxnSpPr>
                <p:spPr>
                  <a:xfrm flipH="1" flipV="1">
                    <a:off x="6525351" y="2402242"/>
                    <a:ext cx="45243" cy="11906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直接连接符 337"/>
                  <p:cNvCxnSpPr/>
                  <p:nvPr/>
                </p:nvCxnSpPr>
                <p:spPr>
                  <a:xfrm flipV="1">
                    <a:off x="6480107" y="2402243"/>
                    <a:ext cx="47625" cy="11906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9" name="直接连接符 338"/>
                  <p:cNvCxnSpPr/>
                  <p:nvPr/>
                </p:nvCxnSpPr>
                <p:spPr>
                  <a:xfrm>
                    <a:off x="6299131" y="2461774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0" name="直接连接符 339"/>
                  <p:cNvCxnSpPr/>
                  <p:nvPr/>
                </p:nvCxnSpPr>
                <p:spPr>
                  <a:xfrm>
                    <a:off x="6687278" y="246177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90" name="直接连接符 289"/>
                <p:cNvCxnSpPr/>
                <p:nvPr/>
              </p:nvCxnSpPr>
              <p:spPr>
                <a:xfrm>
                  <a:off x="6118887" y="2133723"/>
                  <a:ext cx="271906" cy="197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直接连接符 290"/>
                <p:cNvCxnSpPr/>
                <p:nvPr/>
              </p:nvCxnSpPr>
              <p:spPr>
                <a:xfrm>
                  <a:off x="6906181" y="2132738"/>
                  <a:ext cx="36070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直接连接符 291"/>
                <p:cNvCxnSpPr/>
                <p:nvPr/>
              </p:nvCxnSpPr>
              <p:spPr>
                <a:xfrm flipV="1">
                  <a:off x="7784177" y="2131908"/>
                  <a:ext cx="941469" cy="83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直接连接符 292"/>
                <p:cNvCxnSpPr/>
                <p:nvPr/>
              </p:nvCxnSpPr>
              <p:spPr>
                <a:xfrm>
                  <a:off x="9258038" y="2135083"/>
                  <a:ext cx="267513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直接连接符 293"/>
                <p:cNvCxnSpPr/>
                <p:nvPr/>
              </p:nvCxnSpPr>
              <p:spPr>
                <a:xfrm>
                  <a:off x="10050826" y="2131908"/>
                  <a:ext cx="346542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直接连接符 294"/>
                <p:cNvCxnSpPr/>
                <p:nvPr/>
              </p:nvCxnSpPr>
              <p:spPr>
                <a:xfrm>
                  <a:off x="10920153" y="2131908"/>
                  <a:ext cx="409362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直接连接符 295"/>
                <p:cNvCxnSpPr/>
                <p:nvPr/>
              </p:nvCxnSpPr>
              <p:spPr>
                <a:xfrm>
                  <a:off x="6914850" y="2632115"/>
                  <a:ext cx="36070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直接连接符 296"/>
                <p:cNvCxnSpPr/>
                <p:nvPr/>
              </p:nvCxnSpPr>
              <p:spPr>
                <a:xfrm>
                  <a:off x="6254840" y="2131908"/>
                  <a:ext cx="0" cy="50020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直接连接符 297"/>
                <p:cNvCxnSpPr/>
                <p:nvPr/>
              </p:nvCxnSpPr>
              <p:spPr>
                <a:xfrm>
                  <a:off x="6256759" y="2632115"/>
                  <a:ext cx="157181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直接连接符 298"/>
                <p:cNvCxnSpPr/>
                <p:nvPr/>
              </p:nvCxnSpPr>
              <p:spPr>
                <a:xfrm>
                  <a:off x="7061225" y="2131908"/>
                  <a:ext cx="0" cy="50020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直接连接符 299"/>
                <p:cNvCxnSpPr/>
                <p:nvPr/>
              </p:nvCxnSpPr>
              <p:spPr>
                <a:xfrm>
                  <a:off x="7061225" y="2599387"/>
                  <a:ext cx="0" cy="50020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直接连接符 300"/>
                <p:cNvCxnSpPr/>
                <p:nvPr/>
              </p:nvCxnSpPr>
              <p:spPr>
                <a:xfrm>
                  <a:off x="7061225" y="3095118"/>
                  <a:ext cx="21251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直接连接符 301"/>
                <p:cNvCxnSpPr/>
                <p:nvPr/>
              </p:nvCxnSpPr>
              <p:spPr>
                <a:xfrm>
                  <a:off x="7064425" y="3095118"/>
                  <a:ext cx="0" cy="5294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直接连接符 302"/>
                <p:cNvCxnSpPr/>
                <p:nvPr/>
              </p:nvCxnSpPr>
              <p:spPr>
                <a:xfrm>
                  <a:off x="7067924" y="3634298"/>
                  <a:ext cx="21251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直接连接符 303"/>
                <p:cNvCxnSpPr/>
                <p:nvPr/>
              </p:nvCxnSpPr>
              <p:spPr>
                <a:xfrm>
                  <a:off x="7991525" y="3099047"/>
                  <a:ext cx="0" cy="52940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直接连接符 304"/>
                <p:cNvCxnSpPr/>
                <p:nvPr/>
              </p:nvCxnSpPr>
              <p:spPr>
                <a:xfrm>
                  <a:off x="7778701" y="3094548"/>
                  <a:ext cx="21251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直接连接符 305"/>
                <p:cNvCxnSpPr/>
                <p:nvPr/>
              </p:nvCxnSpPr>
              <p:spPr>
                <a:xfrm>
                  <a:off x="7785400" y="3633728"/>
                  <a:ext cx="21251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直接连接符 306"/>
                <p:cNvCxnSpPr/>
                <p:nvPr/>
              </p:nvCxnSpPr>
              <p:spPr>
                <a:xfrm>
                  <a:off x="8661425" y="2126862"/>
                  <a:ext cx="0" cy="50020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直接连接符 307"/>
                <p:cNvCxnSpPr/>
                <p:nvPr/>
              </p:nvCxnSpPr>
              <p:spPr>
                <a:xfrm>
                  <a:off x="8661425" y="2594341"/>
                  <a:ext cx="0" cy="50020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直接连接符 308"/>
                <p:cNvCxnSpPr/>
                <p:nvPr/>
              </p:nvCxnSpPr>
              <p:spPr>
                <a:xfrm>
                  <a:off x="7993156" y="2133723"/>
                  <a:ext cx="0" cy="49302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直接连接符 309"/>
                <p:cNvCxnSpPr/>
                <p:nvPr/>
              </p:nvCxnSpPr>
              <p:spPr>
                <a:xfrm>
                  <a:off x="7787031" y="2632019"/>
                  <a:ext cx="21251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直接连接符 310"/>
                <p:cNvCxnSpPr/>
                <p:nvPr/>
              </p:nvCxnSpPr>
              <p:spPr>
                <a:xfrm>
                  <a:off x="7991219" y="3104282"/>
                  <a:ext cx="21251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直接连接符 311"/>
                <p:cNvCxnSpPr/>
                <p:nvPr/>
              </p:nvCxnSpPr>
              <p:spPr>
                <a:xfrm>
                  <a:off x="8456611" y="3103920"/>
                  <a:ext cx="21251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直接连接符 312"/>
                <p:cNvCxnSpPr/>
                <p:nvPr/>
              </p:nvCxnSpPr>
              <p:spPr>
                <a:xfrm>
                  <a:off x="9391794" y="2133723"/>
                  <a:ext cx="0" cy="49302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直接连接符 313"/>
                <p:cNvCxnSpPr/>
                <p:nvPr/>
              </p:nvCxnSpPr>
              <p:spPr>
                <a:xfrm>
                  <a:off x="9391794" y="2626746"/>
                  <a:ext cx="157713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直接连接符 314"/>
                <p:cNvCxnSpPr/>
                <p:nvPr/>
              </p:nvCxnSpPr>
              <p:spPr>
                <a:xfrm flipV="1">
                  <a:off x="8669254" y="3094548"/>
                  <a:ext cx="843393" cy="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直接连接符 315"/>
                <p:cNvCxnSpPr/>
                <p:nvPr/>
              </p:nvCxnSpPr>
              <p:spPr>
                <a:xfrm>
                  <a:off x="10233766" y="2140830"/>
                  <a:ext cx="0" cy="24651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直接连接符 316"/>
                <p:cNvCxnSpPr/>
                <p:nvPr/>
              </p:nvCxnSpPr>
              <p:spPr>
                <a:xfrm>
                  <a:off x="10233766" y="2385650"/>
                  <a:ext cx="18656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直接连接符 317"/>
                <p:cNvCxnSpPr/>
                <p:nvPr/>
              </p:nvCxnSpPr>
              <p:spPr>
                <a:xfrm>
                  <a:off x="5357813" y="2127220"/>
                  <a:ext cx="23828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直接连接符 318"/>
                <p:cNvCxnSpPr/>
                <p:nvPr/>
              </p:nvCxnSpPr>
              <p:spPr>
                <a:xfrm>
                  <a:off x="11847522" y="2131940"/>
                  <a:ext cx="23828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0" name="椭圆 319"/>
                <p:cNvSpPr/>
                <p:nvPr/>
              </p:nvSpPr>
              <p:spPr>
                <a:xfrm>
                  <a:off x="5287083" y="2090086"/>
                  <a:ext cx="77774" cy="76087"/>
                </a:xfrm>
                <a:prstGeom prst="ellipse">
                  <a:avLst/>
                </a:prstGeom>
                <a:solidFill>
                  <a:srgbClr val="C00000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21" name="椭圆 320"/>
                <p:cNvSpPr/>
                <p:nvPr/>
              </p:nvSpPr>
              <p:spPr>
                <a:xfrm>
                  <a:off x="12067315" y="2088295"/>
                  <a:ext cx="77774" cy="76087"/>
                </a:xfrm>
                <a:prstGeom prst="ellipse">
                  <a:avLst/>
                </a:prstGeom>
                <a:solidFill>
                  <a:srgbClr val="C00000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322" name="直接连接符 321"/>
                <p:cNvCxnSpPr/>
                <p:nvPr/>
              </p:nvCxnSpPr>
              <p:spPr>
                <a:xfrm flipV="1">
                  <a:off x="10920153" y="2386491"/>
                  <a:ext cx="1011588" cy="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直接连接符 322"/>
                <p:cNvCxnSpPr/>
                <p:nvPr/>
              </p:nvCxnSpPr>
              <p:spPr>
                <a:xfrm>
                  <a:off x="11931741" y="2139138"/>
                  <a:ext cx="0" cy="245191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直接连接符 323"/>
                <p:cNvCxnSpPr/>
                <p:nvPr/>
              </p:nvCxnSpPr>
              <p:spPr>
                <a:xfrm flipV="1">
                  <a:off x="10054042" y="2630759"/>
                  <a:ext cx="1877699" cy="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直接连接符 324"/>
                <p:cNvCxnSpPr/>
                <p:nvPr/>
              </p:nvCxnSpPr>
              <p:spPr>
                <a:xfrm>
                  <a:off x="10029483" y="3094548"/>
                  <a:ext cx="1899042" cy="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直接连接符 325"/>
                <p:cNvCxnSpPr/>
                <p:nvPr/>
              </p:nvCxnSpPr>
              <p:spPr>
                <a:xfrm>
                  <a:off x="5480141" y="2120691"/>
                  <a:ext cx="0" cy="247035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直接连接符 326"/>
                <p:cNvCxnSpPr/>
                <p:nvPr/>
              </p:nvCxnSpPr>
              <p:spPr>
                <a:xfrm>
                  <a:off x="5483403" y="4062812"/>
                  <a:ext cx="91881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直接连接符 327"/>
                <p:cNvCxnSpPr/>
                <p:nvPr/>
              </p:nvCxnSpPr>
              <p:spPr>
                <a:xfrm>
                  <a:off x="6840999" y="4062812"/>
                  <a:ext cx="432744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直接连接符 328"/>
                <p:cNvCxnSpPr/>
                <p:nvPr/>
              </p:nvCxnSpPr>
              <p:spPr>
                <a:xfrm>
                  <a:off x="7785400" y="4055111"/>
                  <a:ext cx="4143125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直接连接符 329"/>
                <p:cNvCxnSpPr/>
                <p:nvPr/>
              </p:nvCxnSpPr>
              <p:spPr>
                <a:xfrm>
                  <a:off x="6906181" y="4591049"/>
                  <a:ext cx="5022344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直接连接符 330"/>
                <p:cNvCxnSpPr/>
                <p:nvPr/>
              </p:nvCxnSpPr>
              <p:spPr>
                <a:xfrm>
                  <a:off x="5483403" y="4591049"/>
                  <a:ext cx="91881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3" name="文本框 232"/>
              <p:cNvSpPr txBox="1"/>
              <p:nvPr/>
            </p:nvSpPr>
            <p:spPr>
              <a:xfrm>
                <a:off x="6081793" y="687876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L1</a:t>
                </a:r>
              </a:p>
            </p:txBody>
          </p:sp>
          <p:sp>
            <p:nvSpPr>
              <p:cNvPr id="234" name="文本框 233"/>
              <p:cNvSpPr txBox="1"/>
              <p:nvPr/>
            </p:nvSpPr>
            <p:spPr>
              <a:xfrm>
                <a:off x="6756491" y="694322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L2</a:t>
                </a:r>
              </a:p>
            </p:txBody>
          </p:sp>
          <p:sp>
            <p:nvSpPr>
              <p:cNvPr id="235" name="文本框 234"/>
              <p:cNvSpPr txBox="1"/>
              <p:nvPr/>
            </p:nvSpPr>
            <p:spPr>
              <a:xfrm>
                <a:off x="7517041" y="684767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L3</a:t>
                </a:r>
              </a:p>
            </p:txBody>
          </p:sp>
          <p:sp>
            <p:nvSpPr>
              <p:cNvPr id="237" name="文本框 236"/>
              <p:cNvSpPr txBox="1"/>
              <p:nvPr/>
            </p:nvSpPr>
            <p:spPr>
              <a:xfrm>
                <a:off x="8731258" y="695751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L5</a:t>
                </a:r>
              </a:p>
            </p:txBody>
          </p:sp>
          <p:sp>
            <p:nvSpPr>
              <p:cNvPr id="258" name="文本框 257"/>
              <p:cNvSpPr txBox="1"/>
              <p:nvPr/>
            </p:nvSpPr>
            <p:spPr>
              <a:xfrm>
                <a:off x="9461782" y="715970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L6</a:t>
                </a:r>
              </a:p>
            </p:txBody>
          </p:sp>
          <p:sp>
            <p:nvSpPr>
              <p:cNvPr id="259" name="文本框 258"/>
              <p:cNvSpPr txBox="1"/>
              <p:nvPr/>
            </p:nvSpPr>
            <p:spPr>
              <a:xfrm>
                <a:off x="10179766" y="708466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L7</a:t>
                </a:r>
              </a:p>
            </p:txBody>
          </p:sp>
          <p:sp>
            <p:nvSpPr>
              <p:cNvPr id="260" name="文本框 259"/>
              <p:cNvSpPr txBox="1"/>
              <p:nvPr/>
            </p:nvSpPr>
            <p:spPr>
              <a:xfrm>
                <a:off x="10978463" y="73005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R7</a:t>
                </a:r>
              </a:p>
            </p:txBody>
          </p:sp>
          <p:sp>
            <p:nvSpPr>
              <p:cNvPr id="261" name="文本框 260"/>
              <p:cNvSpPr txBox="1"/>
              <p:nvPr/>
            </p:nvSpPr>
            <p:spPr>
              <a:xfrm>
                <a:off x="6780210" y="1196792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R1</a:t>
                </a:r>
              </a:p>
            </p:txBody>
          </p:sp>
          <p:sp>
            <p:nvSpPr>
              <p:cNvPr id="262" name="文本框 261"/>
              <p:cNvSpPr txBox="1"/>
              <p:nvPr/>
            </p:nvSpPr>
            <p:spPr>
              <a:xfrm>
                <a:off x="7513338" y="1203543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R2</a:t>
                </a:r>
              </a:p>
            </p:txBody>
          </p:sp>
          <p:sp>
            <p:nvSpPr>
              <p:cNvPr id="263" name="文本框 262"/>
              <p:cNvSpPr txBox="1"/>
              <p:nvPr/>
            </p:nvSpPr>
            <p:spPr>
              <a:xfrm>
                <a:off x="7520887" y="163120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R3</a:t>
                </a:r>
              </a:p>
            </p:txBody>
          </p:sp>
          <p:sp>
            <p:nvSpPr>
              <p:cNvPr id="264" name="文本框 263"/>
              <p:cNvSpPr txBox="1"/>
              <p:nvPr/>
            </p:nvSpPr>
            <p:spPr>
              <a:xfrm>
                <a:off x="7523648" y="1997677"/>
                <a:ext cx="437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L4</a:t>
                </a:r>
              </a:p>
            </p:txBody>
          </p:sp>
          <p:sp>
            <p:nvSpPr>
              <p:cNvPr id="265" name="文本框 264"/>
              <p:cNvSpPr txBox="1"/>
              <p:nvPr/>
            </p:nvSpPr>
            <p:spPr>
              <a:xfrm>
                <a:off x="8220294" y="1506476"/>
                <a:ext cx="4732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C1</a:t>
                </a:r>
              </a:p>
            </p:txBody>
          </p:sp>
          <p:sp>
            <p:nvSpPr>
              <p:cNvPr id="266" name="文本框 265"/>
              <p:cNvSpPr txBox="1"/>
              <p:nvPr/>
            </p:nvSpPr>
            <p:spPr>
              <a:xfrm>
                <a:off x="10464008" y="111648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R6</a:t>
                </a:r>
              </a:p>
            </p:txBody>
          </p:sp>
          <p:sp>
            <p:nvSpPr>
              <p:cNvPr id="267" name="文本框 266"/>
              <p:cNvSpPr txBox="1"/>
              <p:nvPr/>
            </p:nvSpPr>
            <p:spPr>
              <a:xfrm>
                <a:off x="9467927" y="1222609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R5</a:t>
                </a:r>
              </a:p>
            </p:txBody>
          </p:sp>
          <p:sp>
            <p:nvSpPr>
              <p:cNvPr id="268" name="文本框 267"/>
              <p:cNvSpPr txBox="1"/>
              <p:nvPr/>
            </p:nvSpPr>
            <p:spPr>
              <a:xfrm>
                <a:off x="9474378" y="163940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R4</a:t>
                </a:r>
              </a:p>
            </p:txBody>
          </p:sp>
          <p:sp>
            <p:nvSpPr>
              <p:cNvPr id="269" name="文本框 268"/>
              <p:cNvSpPr txBox="1"/>
              <p:nvPr/>
            </p:nvSpPr>
            <p:spPr>
              <a:xfrm>
                <a:off x="6733446" y="2342782"/>
                <a:ext cx="4732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C2</a:t>
                </a:r>
              </a:p>
            </p:txBody>
          </p:sp>
          <p:sp>
            <p:nvSpPr>
              <p:cNvPr id="270" name="文本框 269"/>
              <p:cNvSpPr txBox="1"/>
              <p:nvPr/>
            </p:nvSpPr>
            <p:spPr>
              <a:xfrm>
                <a:off x="7524105" y="2452737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R8</a:t>
                </a:r>
              </a:p>
            </p:txBody>
          </p:sp>
          <p:sp>
            <p:nvSpPr>
              <p:cNvPr id="271" name="文本框 270"/>
              <p:cNvSpPr txBox="1"/>
              <p:nvPr/>
            </p:nvSpPr>
            <p:spPr>
              <a:xfrm>
                <a:off x="6746855" y="2908848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4296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46"/>
    </mc:Choice>
    <mc:Fallback xmlns="">
      <p:transition spd="slow" advTm="24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107" y="1376318"/>
            <a:ext cx="5072854" cy="312277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439551" y="745722"/>
            <a:ext cx="2236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BLM03BD471SN1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04997" y="2706870"/>
            <a:ext cx="673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</a:p>
        </p:txBody>
      </p:sp>
      <p:sp>
        <p:nvSpPr>
          <p:cNvPr id="5" name="矩形 4"/>
          <p:cNvSpPr/>
          <p:nvPr/>
        </p:nvSpPr>
        <p:spPr>
          <a:xfrm>
            <a:off x="972181" y="1675432"/>
            <a:ext cx="464024" cy="2544256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251" name="组合 250"/>
          <p:cNvGrpSpPr/>
          <p:nvPr/>
        </p:nvGrpSpPr>
        <p:grpSpPr>
          <a:xfrm>
            <a:off x="7495967" y="2138318"/>
            <a:ext cx="3863571" cy="1626558"/>
            <a:chOff x="5824112" y="2101543"/>
            <a:chExt cx="3863571" cy="1626558"/>
          </a:xfrm>
        </p:grpSpPr>
        <p:grpSp>
          <p:nvGrpSpPr>
            <p:cNvPr id="27" name="组合 26"/>
            <p:cNvGrpSpPr/>
            <p:nvPr/>
          </p:nvGrpSpPr>
          <p:grpSpPr>
            <a:xfrm>
              <a:off x="7510030" y="2934070"/>
              <a:ext cx="447001" cy="112970"/>
              <a:chOff x="6299131" y="2402242"/>
              <a:chExt cx="498875" cy="119062"/>
            </a:xfrm>
          </p:grpSpPr>
          <p:cxnSp>
            <p:nvCxnSpPr>
              <p:cNvPr id="205" name="直接连接符 204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211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 212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/>
            <p:cNvGrpSpPr/>
            <p:nvPr/>
          </p:nvGrpSpPr>
          <p:grpSpPr>
            <a:xfrm>
              <a:off x="6090772" y="2412297"/>
              <a:ext cx="451124" cy="204852"/>
              <a:chOff x="1493467" y="1883870"/>
              <a:chExt cx="862013" cy="73756"/>
            </a:xfrm>
          </p:grpSpPr>
          <p:sp>
            <p:nvSpPr>
              <p:cNvPr id="199" name="任意多边形 198"/>
              <p:cNvSpPr/>
              <p:nvPr/>
            </p:nvSpPr>
            <p:spPr>
              <a:xfrm>
                <a:off x="1761358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任意多边形 199"/>
              <p:cNvSpPr/>
              <p:nvPr/>
            </p:nvSpPr>
            <p:spPr>
              <a:xfrm>
                <a:off x="1925664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任意多边形 200"/>
              <p:cNvSpPr/>
              <p:nvPr/>
            </p:nvSpPr>
            <p:spPr>
              <a:xfrm>
                <a:off x="2085208" y="1883870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任意多边形 201"/>
              <p:cNvSpPr/>
              <p:nvPr/>
            </p:nvSpPr>
            <p:spPr>
              <a:xfrm>
                <a:off x="1601814" y="1883870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3" name="直接连接符 202"/>
              <p:cNvCxnSpPr/>
              <p:nvPr/>
            </p:nvCxnSpPr>
            <p:spPr>
              <a:xfrm>
                <a:off x="1493467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>
                <a:off x="2244752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组合 28"/>
            <p:cNvGrpSpPr/>
            <p:nvPr/>
          </p:nvGrpSpPr>
          <p:grpSpPr>
            <a:xfrm>
              <a:off x="7505908" y="2415152"/>
              <a:ext cx="451124" cy="204852"/>
              <a:chOff x="1493467" y="1883870"/>
              <a:chExt cx="862013" cy="73756"/>
            </a:xfrm>
          </p:grpSpPr>
          <p:sp>
            <p:nvSpPr>
              <p:cNvPr id="193" name="任意多边形 192"/>
              <p:cNvSpPr/>
              <p:nvPr/>
            </p:nvSpPr>
            <p:spPr>
              <a:xfrm>
                <a:off x="1761358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任意多边形 193"/>
              <p:cNvSpPr/>
              <p:nvPr/>
            </p:nvSpPr>
            <p:spPr>
              <a:xfrm>
                <a:off x="1925664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任意多边形 194"/>
              <p:cNvSpPr/>
              <p:nvPr/>
            </p:nvSpPr>
            <p:spPr>
              <a:xfrm>
                <a:off x="2085208" y="1883870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任意多边形 195"/>
              <p:cNvSpPr/>
              <p:nvPr/>
            </p:nvSpPr>
            <p:spPr>
              <a:xfrm>
                <a:off x="1601814" y="1883870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7" name="直接连接符 196"/>
              <p:cNvCxnSpPr/>
              <p:nvPr/>
            </p:nvCxnSpPr>
            <p:spPr>
              <a:xfrm>
                <a:off x="1493467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>
                <a:off x="2244752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组合 29"/>
            <p:cNvGrpSpPr/>
            <p:nvPr/>
          </p:nvGrpSpPr>
          <p:grpSpPr>
            <a:xfrm>
              <a:off x="8256071" y="2415152"/>
              <a:ext cx="451124" cy="204852"/>
              <a:chOff x="1493467" y="1883870"/>
              <a:chExt cx="862013" cy="73756"/>
            </a:xfrm>
          </p:grpSpPr>
          <p:sp>
            <p:nvSpPr>
              <p:cNvPr id="187" name="任意多边形 186"/>
              <p:cNvSpPr/>
              <p:nvPr/>
            </p:nvSpPr>
            <p:spPr>
              <a:xfrm>
                <a:off x="1761358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任意多边形 187"/>
              <p:cNvSpPr/>
              <p:nvPr/>
            </p:nvSpPr>
            <p:spPr>
              <a:xfrm>
                <a:off x="1925664" y="1883870"/>
                <a:ext cx="164306" cy="73756"/>
              </a:xfrm>
              <a:custGeom>
                <a:avLst/>
                <a:gdLst>
                  <a:gd name="connsiteX0" fmla="*/ 82153 w 164306"/>
                  <a:gd name="connsiteY0" fmla="*/ 0 h 73756"/>
                  <a:gd name="connsiteX1" fmla="*/ 164306 w 164306"/>
                  <a:gd name="connsiteY1" fmla="*/ 71438 h 73756"/>
                  <a:gd name="connsiteX2" fmla="*/ 163202 w 164306"/>
                  <a:gd name="connsiteY2" fmla="*/ 73756 h 73756"/>
                  <a:gd name="connsiteX3" fmla="*/ 1104 w 164306"/>
                  <a:gd name="connsiteY3" fmla="*/ 73756 h 73756"/>
                  <a:gd name="connsiteX4" fmla="*/ 0 w 164306"/>
                  <a:gd name="connsiteY4" fmla="*/ 71438 h 73756"/>
                  <a:gd name="connsiteX5" fmla="*/ 82153 w 164306"/>
                  <a:gd name="connsiteY5" fmla="*/ 0 h 7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6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2" y="73756"/>
                    </a:lnTo>
                    <a:lnTo>
                      <a:pt x="1104" y="73756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任意多边形 188"/>
              <p:cNvSpPr/>
              <p:nvPr/>
            </p:nvSpPr>
            <p:spPr>
              <a:xfrm>
                <a:off x="2085208" y="1883870"/>
                <a:ext cx="164306" cy="73755"/>
              </a:xfrm>
              <a:custGeom>
                <a:avLst/>
                <a:gdLst>
                  <a:gd name="connsiteX0" fmla="*/ 82153 w 164306"/>
                  <a:gd name="connsiteY0" fmla="*/ 0 h 73755"/>
                  <a:gd name="connsiteX1" fmla="*/ 164306 w 164306"/>
                  <a:gd name="connsiteY1" fmla="*/ 71438 h 73755"/>
                  <a:gd name="connsiteX2" fmla="*/ 163203 w 164306"/>
                  <a:gd name="connsiteY2" fmla="*/ 73755 h 73755"/>
                  <a:gd name="connsiteX3" fmla="*/ 1104 w 164306"/>
                  <a:gd name="connsiteY3" fmla="*/ 73755 h 73755"/>
                  <a:gd name="connsiteX4" fmla="*/ 0 w 164306"/>
                  <a:gd name="connsiteY4" fmla="*/ 71438 h 73755"/>
                  <a:gd name="connsiteX5" fmla="*/ 82153 w 164306"/>
                  <a:gd name="connsiteY5" fmla="*/ 0 h 7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5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5"/>
                    </a:lnTo>
                    <a:lnTo>
                      <a:pt x="1104" y="73755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任意多边形 189"/>
              <p:cNvSpPr/>
              <p:nvPr/>
            </p:nvSpPr>
            <p:spPr>
              <a:xfrm>
                <a:off x="1601814" y="1883870"/>
                <a:ext cx="164306" cy="73754"/>
              </a:xfrm>
              <a:custGeom>
                <a:avLst/>
                <a:gdLst>
                  <a:gd name="connsiteX0" fmla="*/ 82153 w 164306"/>
                  <a:gd name="connsiteY0" fmla="*/ 0 h 73754"/>
                  <a:gd name="connsiteX1" fmla="*/ 164306 w 164306"/>
                  <a:gd name="connsiteY1" fmla="*/ 71438 h 73754"/>
                  <a:gd name="connsiteX2" fmla="*/ 163203 w 164306"/>
                  <a:gd name="connsiteY2" fmla="*/ 73754 h 73754"/>
                  <a:gd name="connsiteX3" fmla="*/ 1103 w 164306"/>
                  <a:gd name="connsiteY3" fmla="*/ 73754 h 73754"/>
                  <a:gd name="connsiteX4" fmla="*/ 0 w 164306"/>
                  <a:gd name="connsiteY4" fmla="*/ 71438 h 73754"/>
                  <a:gd name="connsiteX5" fmla="*/ 82153 w 164306"/>
                  <a:gd name="connsiteY5" fmla="*/ 0 h 73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4306" h="73754">
                    <a:moveTo>
                      <a:pt x="82153" y="0"/>
                    </a:moveTo>
                    <a:cubicBezTo>
                      <a:pt x="127525" y="0"/>
                      <a:pt x="164306" y="31984"/>
                      <a:pt x="164306" y="71438"/>
                    </a:cubicBezTo>
                    <a:lnTo>
                      <a:pt x="163203" y="73754"/>
                    </a:lnTo>
                    <a:lnTo>
                      <a:pt x="1103" y="73754"/>
                    </a:lnTo>
                    <a:lnTo>
                      <a:pt x="0" y="71438"/>
                    </a:lnTo>
                    <a:cubicBezTo>
                      <a:pt x="0" y="31984"/>
                      <a:pt x="36781" y="0"/>
                      <a:pt x="82153" y="0"/>
                    </a:cubicBezTo>
                    <a:close/>
                  </a:path>
                </a:pathLst>
              </a:custGeom>
              <a:noFill/>
              <a:ln>
                <a:gradFill>
                  <a:gsLst>
                    <a:gs pos="0">
                      <a:schemeClr val="accent1"/>
                    </a:gs>
                    <a:gs pos="79000">
                      <a:schemeClr val="bg1">
                        <a:alpha val="0"/>
                      </a:schemeClr>
                    </a:gs>
                    <a:gs pos="70000">
                      <a:schemeClr val="accent1"/>
                    </a:gs>
                  </a:gsLst>
                  <a:lin ang="540000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/>
              <p:cNvCxnSpPr/>
              <p:nvPr/>
            </p:nvCxnSpPr>
            <p:spPr>
              <a:xfrm>
                <a:off x="1493467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>
                <a:off x="2244752" y="193619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组合 30"/>
            <p:cNvGrpSpPr/>
            <p:nvPr/>
          </p:nvGrpSpPr>
          <p:grpSpPr>
            <a:xfrm>
              <a:off x="8260194" y="2934070"/>
              <a:ext cx="447001" cy="112970"/>
              <a:chOff x="6299131" y="2402242"/>
              <a:chExt cx="498875" cy="119062"/>
            </a:xfrm>
          </p:grpSpPr>
          <p:cxnSp>
            <p:nvCxnSpPr>
              <p:cNvPr id="178" name="直接连接符 177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/>
            <p:cNvGrpSpPr/>
            <p:nvPr/>
          </p:nvGrpSpPr>
          <p:grpSpPr>
            <a:xfrm>
              <a:off x="8985313" y="2507028"/>
              <a:ext cx="447001" cy="112970"/>
              <a:chOff x="6299131" y="2402242"/>
              <a:chExt cx="498875" cy="119062"/>
            </a:xfrm>
          </p:grpSpPr>
          <p:cxnSp>
            <p:nvCxnSpPr>
              <p:cNvPr id="136" name="直接连接符 135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/>
            <p:cNvGrpSpPr/>
            <p:nvPr/>
          </p:nvGrpSpPr>
          <p:grpSpPr>
            <a:xfrm>
              <a:off x="6739816" y="3451059"/>
              <a:ext cx="390124" cy="277042"/>
              <a:chOff x="5612081" y="2321455"/>
              <a:chExt cx="411164" cy="291983"/>
            </a:xfrm>
          </p:grpSpPr>
          <p:cxnSp>
            <p:nvCxnSpPr>
              <p:cNvPr id="104" name="直接连接符 103"/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矩形 107"/>
              <p:cNvSpPr/>
              <p:nvPr/>
            </p:nvSpPr>
            <p:spPr>
              <a:xfrm>
                <a:off x="5768450" y="2321455"/>
                <a:ext cx="98426" cy="291983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4" name="直接连接符 43"/>
            <p:cNvCxnSpPr/>
            <p:nvPr/>
          </p:nvCxnSpPr>
          <p:spPr>
            <a:xfrm>
              <a:off x="6541896" y="2562181"/>
              <a:ext cx="9629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7949550" y="2559630"/>
              <a:ext cx="31126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7957031" y="2990555"/>
              <a:ext cx="31126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7387492" y="2558914"/>
              <a:ext cx="0" cy="4316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7389148" y="2990555"/>
              <a:ext cx="13563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8083342" y="2558914"/>
              <a:ext cx="0" cy="1025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8887529" y="2560480"/>
              <a:ext cx="0" cy="4254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5885147" y="2552013"/>
              <a:ext cx="2056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椭圆 73"/>
            <p:cNvSpPr/>
            <p:nvPr/>
          </p:nvSpPr>
          <p:spPr>
            <a:xfrm>
              <a:off x="5824112" y="2519969"/>
              <a:ext cx="67113" cy="65657"/>
            </a:xfrm>
            <a:prstGeom prst="ellipse">
              <a:avLst/>
            </a:prstGeom>
            <a:solidFill>
              <a:srgbClr val="C00000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80" name="直接连接符 79"/>
            <p:cNvCxnSpPr/>
            <p:nvPr/>
          </p:nvCxnSpPr>
          <p:spPr>
            <a:xfrm>
              <a:off x="5990707" y="2546379"/>
              <a:ext cx="0" cy="10378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5993521" y="3584197"/>
              <a:ext cx="79287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7121199" y="3584198"/>
              <a:ext cx="9621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6125336" y="2101797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L1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528312" y="2111098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L2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288862" y="2101543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L3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976977" y="2118936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R4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552031" y="2613568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R2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285159" y="2620319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R3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733163" y="3118616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C1</a:t>
              </a:r>
            </a:p>
          </p:txBody>
        </p:sp>
        <p:grpSp>
          <p:nvGrpSpPr>
            <p:cNvPr id="219" name="组合 218"/>
            <p:cNvGrpSpPr/>
            <p:nvPr/>
          </p:nvGrpSpPr>
          <p:grpSpPr>
            <a:xfrm>
              <a:off x="6922848" y="2860208"/>
              <a:ext cx="390124" cy="277042"/>
              <a:chOff x="5612081" y="2321455"/>
              <a:chExt cx="411164" cy="291983"/>
            </a:xfrm>
          </p:grpSpPr>
          <p:cxnSp>
            <p:nvCxnSpPr>
              <p:cNvPr id="220" name="直接连接符 219"/>
              <p:cNvCxnSpPr/>
              <p:nvPr/>
            </p:nvCxnSpPr>
            <p:spPr>
              <a:xfrm>
                <a:off x="5768451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>
                <a:off x="5866876" y="2321455"/>
                <a:ext cx="0" cy="291983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 221"/>
              <p:cNvCxnSpPr/>
              <p:nvPr/>
            </p:nvCxnSpPr>
            <p:spPr>
              <a:xfrm flipH="1">
                <a:off x="5866876" y="2462684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 flipH="1">
                <a:off x="5612081" y="2461773"/>
                <a:ext cx="156369" cy="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4" name="矩形 223"/>
              <p:cNvSpPr/>
              <p:nvPr/>
            </p:nvSpPr>
            <p:spPr>
              <a:xfrm>
                <a:off x="5768450" y="2321455"/>
                <a:ext cx="98426" cy="291983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5" name="组合 224"/>
            <p:cNvGrpSpPr/>
            <p:nvPr/>
          </p:nvGrpSpPr>
          <p:grpSpPr>
            <a:xfrm>
              <a:off x="6181071" y="2929838"/>
              <a:ext cx="447001" cy="112970"/>
              <a:chOff x="6299131" y="2402242"/>
              <a:chExt cx="498875" cy="119062"/>
            </a:xfrm>
          </p:grpSpPr>
          <p:cxnSp>
            <p:nvCxnSpPr>
              <p:cNvPr id="226" name="直接连接符 225"/>
              <p:cNvCxnSpPr/>
              <p:nvPr/>
            </p:nvCxnSpPr>
            <p:spPr>
              <a:xfrm flipV="1">
                <a:off x="6406288" y="2402242"/>
                <a:ext cx="38099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 226"/>
              <p:cNvCxnSpPr/>
              <p:nvPr/>
            </p:nvCxnSpPr>
            <p:spPr>
              <a:xfrm flipV="1">
                <a:off x="6653941" y="2461773"/>
                <a:ext cx="35718" cy="5953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直接连接符 227"/>
              <p:cNvCxnSpPr/>
              <p:nvPr/>
            </p:nvCxnSpPr>
            <p:spPr>
              <a:xfrm flipH="1" flipV="1">
                <a:off x="6439626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 228"/>
              <p:cNvCxnSpPr/>
              <p:nvPr/>
            </p:nvCxnSpPr>
            <p:spPr>
              <a:xfrm flipH="1" flipV="1">
                <a:off x="6611077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直接连接符 229"/>
              <p:cNvCxnSpPr/>
              <p:nvPr/>
            </p:nvCxnSpPr>
            <p:spPr>
              <a:xfrm flipV="1">
                <a:off x="6568214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直接连接符 230"/>
              <p:cNvCxnSpPr/>
              <p:nvPr/>
            </p:nvCxnSpPr>
            <p:spPr>
              <a:xfrm flipH="1" flipV="1">
                <a:off x="6525351" y="2402242"/>
                <a:ext cx="45243" cy="11906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 231"/>
              <p:cNvCxnSpPr/>
              <p:nvPr/>
            </p:nvCxnSpPr>
            <p:spPr>
              <a:xfrm flipV="1">
                <a:off x="6480107" y="2402243"/>
                <a:ext cx="47625" cy="119061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直接连接符 232"/>
              <p:cNvCxnSpPr/>
              <p:nvPr/>
            </p:nvCxnSpPr>
            <p:spPr>
              <a:xfrm>
                <a:off x="6299131" y="2461774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直接连接符 233"/>
              <p:cNvCxnSpPr/>
              <p:nvPr/>
            </p:nvCxnSpPr>
            <p:spPr>
              <a:xfrm>
                <a:off x="6687278" y="2461775"/>
                <a:ext cx="110728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5" name="直接连接符 234"/>
            <p:cNvCxnSpPr/>
            <p:nvPr/>
          </p:nvCxnSpPr>
          <p:spPr>
            <a:xfrm>
              <a:off x="5997684" y="2985672"/>
              <a:ext cx="18338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/>
          </p:nvCxnSpPr>
          <p:spPr>
            <a:xfrm>
              <a:off x="6616812" y="2985180"/>
              <a:ext cx="18338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/>
            <p:cNvCxnSpPr/>
            <p:nvPr/>
          </p:nvCxnSpPr>
          <p:spPr>
            <a:xfrm>
              <a:off x="8708250" y="2982900"/>
              <a:ext cx="18338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>
              <a:off x="6800199" y="2993580"/>
              <a:ext cx="18338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/>
            <p:cNvCxnSpPr/>
            <p:nvPr/>
          </p:nvCxnSpPr>
          <p:spPr>
            <a:xfrm>
              <a:off x="7201797" y="2993267"/>
              <a:ext cx="18338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文本框 239"/>
            <p:cNvSpPr txBox="1"/>
            <p:nvPr/>
          </p:nvSpPr>
          <p:spPr>
            <a:xfrm>
              <a:off x="6207050" y="2643556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</a:t>
              </a:r>
            </a:p>
          </p:txBody>
        </p:sp>
        <p:sp>
          <p:nvSpPr>
            <p:cNvPr id="241" name="文本框 240"/>
            <p:cNvSpPr txBox="1"/>
            <p:nvPr/>
          </p:nvSpPr>
          <p:spPr>
            <a:xfrm>
              <a:off x="6906457" y="2518832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C2</a:t>
              </a:r>
            </a:p>
          </p:txBody>
        </p:sp>
        <p:cxnSp>
          <p:nvCxnSpPr>
            <p:cNvPr id="242" name="直接连接符 241"/>
            <p:cNvCxnSpPr/>
            <p:nvPr/>
          </p:nvCxnSpPr>
          <p:spPr>
            <a:xfrm>
              <a:off x="8701301" y="2566613"/>
              <a:ext cx="31126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/>
          </p:nvCxnSpPr>
          <p:spPr>
            <a:xfrm>
              <a:off x="9430905" y="2557524"/>
              <a:ext cx="2056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椭圆 244"/>
            <p:cNvSpPr/>
            <p:nvPr/>
          </p:nvSpPr>
          <p:spPr>
            <a:xfrm>
              <a:off x="9620570" y="2519862"/>
              <a:ext cx="67113" cy="65657"/>
            </a:xfrm>
            <a:prstGeom prst="ellipse">
              <a:avLst/>
            </a:prstGeom>
            <a:solidFill>
              <a:srgbClr val="C00000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52" name="右箭头 251"/>
          <p:cNvSpPr/>
          <p:nvPr/>
        </p:nvSpPr>
        <p:spPr>
          <a:xfrm>
            <a:off x="6553200" y="2786879"/>
            <a:ext cx="381000" cy="329436"/>
          </a:xfrm>
          <a:prstGeom prst="rightArrow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492025D3-975A-431C-81FE-B54E2E852AD1}"/>
              </a:ext>
            </a:extLst>
          </p:cNvPr>
          <p:cNvSpPr txBox="1"/>
          <p:nvPr/>
        </p:nvSpPr>
        <p:spPr>
          <a:xfrm>
            <a:off x="2510294" y="5225231"/>
            <a:ext cx="71714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spc="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不同厂家的磁珠模型可能是不一样的</a:t>
            </a:r>
            <a:endParaRPr lang="zh-CN" altLang="en-US" sz="2800" b="1" i="1" spc="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930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76"/>
    </mc:Choice>
    <mc:Fallback xmlns="">
      <p:transition spd="slow" advTm="111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252" grpId="0" animBg="1"/>
      <p:bldP spid="25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04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91"/>
    </mc:Choice>
    <mc:Fallback xmlns="">
      <p:transition spd="slow" advTm="6291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  <a:prstDash val="dash"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7449</TotalTime>
  <Words>526</Words>
  <Application>Microsoft Office PowerPoint</Application>
  <PresentationFormat>宽屏</PresentationFormat>
  <Paragraphs>208</Paragraphs>
  <Slides>28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914</cp:revision>
  <dcterms:created xsi:type="dcterms:W3CDTF">2020-08-24T03:54:07Z</dcterms:created>
  <dcterms:modified xsi:type="dcterms:W3CDTF">2021-01-23T01:28:59Z</dcterms:modified>
</cp:coreProperties>
</file>