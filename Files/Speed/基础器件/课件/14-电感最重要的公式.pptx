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66" r:id="rId3"/>
    <p:sldId id="562" r:id="rId4"/>
    <p:sldId id="568" r:id="rId5"/>
    <p:sldId id="569" r:id="rId6"/>
    <p:sldId id="570" r:id="rId7"/>
    <p:sldId id="571" r:id="rId8"/>
    <p:sldId id="572" r:id="rId9"/>
    <p:sldId id="573" r:id="rId10"/>
    <p:sldId id="574" r:id="rId11"/>
    <p:sldId id="575" r:id="rId12"/>
    <p:sldId id="576" r:id="rId13"/>
    <p:sldId id="577" r:id="rId14"/>
    <p:sldId id="578" r:id="rId15"/>
    <p:sldId id="563" r:id="rId16"/>
    <p:sldId id="581" r:id="rId17"/>
    <p:sldId id="580" r:id="rId18"/>
    <p:sldId id="582" r:id="rId19"/>
    <p:sldId id="583" r:id="rId20"/>
    <p:sldId id="584" r:id="rId21"/>
    <p:sldId id="585" r:id="rId22"/>
    <p:sldId id="586" r:id="rId23"/>
    <p:sldId id="564" r:id="rId24"/>
    <p:sldId id="587" r:id="rId25"/>
    <p:sldId id="588" r:id="rId26"/>
    <p:sldId id="589" r:id="rId27"/>
    <p:sldId id="590" r:id="rId28"/>
    <p:sldId id="591" r:id="rId29"/>
    <p:sldId id="592" r:id="rId30"/>
    <p:sldId id="593" r:id="rId31"/>
    <p:sldId id="565" r:id="rId32"/>
    <p:sldId id="594" r:id="rId33"/>
    <p:sldId id="595" r:id="rId34"/>
    <p:sldId id="596" r:id="rId35"/>
    <p:sldId id="597" r:id="rId36"/>
    <p:sldId id="598" r:id="rId37"/>
    <p:sldId id="346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4" autoAdjust="0"/>
    <p:restoredTop sz="96249" autoAdjust="0"/>
  </p:normalViewPr>
  <p:slideViewPr>
    <p:cSldViewPr snapToGrid="0">
      <p:cViewPr>
        <p:scale>
          <a:sx n="110" d="100"/>
          <a:sy n="110" d="100"/>
        </p:scale>
        <p:origin x="6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D136BC32-E53C-4CD4-B843-C2D3DDFD7208}"/>
              </a:ext>
            </a:extLst>
          </p:cNvPr>
          <p:cNvGrpSpPr/>
          <p:nvPr/>
        </p:nvGrpSpPr>
        <p:grpSpPr>
          <a:xfrm>
            <a:off x="533013" y="987883"/>
            <a:ext cx="11125973" cy="4882233"/>
            <a:chOff x="725714" y="588570"/>
            <a:chExt cx="11125973" cy="488223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773683C-1BEB-4B78-8558-FB6FF202C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5714" y="2293303"/>
              <a:ext cx="2891303" cy="302120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A3E7A170-2FFE-4C2A-BA4C-B4F688672627}"/>
                    </a:ext>
                  </a:extLst>
                </p:cNvPr>
                <p:cNvSpPr txBox="1"/>
                <p:nvPr/>
              </p:nvSpPr>
              <p:spPr>
                <a:xfrm>
                  <a:off x="3711609" y="2689191"/>
                  <a:ext cx="3903956" cy="20206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6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zh-CN" altLang="en-US" sz="6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6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f>
                          <m:fPr>
                            <m:ctrlPr>
                              <a:rPr lang="zh-CN" altLang="en-US" sz="66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6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𝑑𝑖</m:t>
                            </m:r>
                          </m:num>
                          <m:den>
                            <m:r>
                              <a:rPr lang="zh-CN" altLang="en-US" sz="6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A3E7A170-2FFE-4C2A-BA4C-B4F688672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609" y="2689191"/>
                  <a:ext cx="3903956" cy="20206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31ECE99B-2A78-4ED4-A761-1335528F7E05}"/>
                </a:ext>
              </a:extLst>
            </p:cNvPr>
            <p:cNvSpPr txBox="1"/>
            <p:nvPr/>
          </p:nvSpPr>
          <p:spPr>
            <a:xfrm>
              <a:off x="8574983" y="2137005"/>
              <a:ext cx="3276704" cy="33337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3600" dirty="0">
                  <a:solidFill>
                    <a:schemeClr val="bg1"/>
                  </a:solidFill>
                  <a:effectLst/>
                  <a:latin typeface="华文琥珀" panose="02010800040101010101" pitchFamily="2" charset="-122"/>
                  <a:ea typeface="华文琥珀" panose="02010800040101010101" pitchFamily="2" charset="-122"/>
                  <a:cs typeface="Times New Roman" panose="02020603050405020304" pitchFamily="18" charset="0"/>
                </a:rPr>
                <a:t>电流不能突变</a:t>
              </a:r>
              <a:endParaRPr lang="en-US" altLang="zh-CN" sz="3600" dirty="0">
                <a:solidFill>
                  <a:schemeClr val="bg1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3600" dirty="0">
                  <a:solidFill>
                    <a:schemeClr val="bg1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Times New Roman" panose="02020603050405020304" pitchFamily="18" charset="0"/>
                </a:rPr>
                <a:t>储能</a:t>
              </a:r>
              <a:endParaRPr lang="en-US" altLang="zh-CN" sz="36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3600" dirty="0">
                  <a:solidFill>
                    <a:schemeClr val="bg1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Times New Roman" panose="02020603050405020304" pitchFamily="18" charset="0"/>
                </a:rPr>
                <a:t>相位</a:t>
              </a:r>
              <a:endParaRPr lang="en-US" altLang="zh-CN" sz="36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3600" dirty="0">
                  <a:solidFill>
                    <a:schemeClr val="bg1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Times New Roman" panose="02020603050405020304" pitchFamily="18" charset="0"/>
                </a:rPr>
                <a:t>阻抗</a:t>
              </a:r>
              <a:endParaRPr lang="zh-CN" altLang="en-US" sz="36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F8886B7-72FA-40A4-928A-611E1D91279F}"/>
                </a:ext>
              </a:extLst>
            </p:cNvPr>
            <p:cNvSpPr txBox="1"/>
            <p:nvPr/>
          </p:nvSpPr>
          <p:spPr>
            <a:xfrm>
              <a:off x="2895600" y="588570"/>
              <a:ext cx="6400800" cy="1320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6000" b="1" dirty="0"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电感最重要的公式</a:t>
              </a:r>
              <a:endParaRPr lang="zh-CN" altLang="en-US" sz="6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E3B32CFA-76D4-4F87-B797-45280391DADB}"/>
                </a:ext>
              </a:extLst>
            </p:cNvPr>
            <p:cNvSpPr/>
            <p:nvPr/>
          </p:nvSpPr>
          <p:spPr>
            <a:xfrm>
              <a:off x="7716254" y="3583072"/>
              <a:ext cx="545606" cy="441664"/>
            </a:xfrm>
            <a:prstGeom prst="rightArrow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458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656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359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4498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/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937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/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F9E112E-DE1C-4528-919B-4929C2C1FDC2}"/>
              </a:ext>
            </a:extLst>
          </p:cNvPr>
          <p:cNvCxnSpPr>
            <a:cxnSpLocks/>
          </p:cNvCxnSpPr>
          <p:nvPr/>
        </p:nvCxnSpPr>
        <p:spPr>
          <a:xfrm>
            <a:off x="5346954" y="2231776"/>
            <a:ext cx="613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462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/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F9E112E-DE1C-4528-919B-4929C2C1FDC2}"/>
              </a:ext>
            </a:extLst>
          </p:cNvPr>
          <p:cNvCxnSpPr>
            <a:cxnSpLocks/>
          </p:cNvCxnSpPr>
          <p:nvPr/>
        </p:nvCxnSpPr>
        <p:spPr>
          <a:xfrm>
            <a:off x="5346954" y="2231776"/>
            <a:ext cx="613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/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blipFill>
                <a:blip r:embed="rId4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8201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/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F9E112E-DE1C-4528-919B-4929C2C1FDC2}"/>
              </a:ext>
            </a:extLst>
          </p:cNvPr>
          <p:cNvCxnSpPr>
            <a:cxnSpLocks/>
          </p:cNvCxnSpPr>
          <p:nvPr/>
        </p:nvCxnSpPr>
        <p:spPr>
          <a:xfrm>
            <a:off x="5346954" y="2231776"/>
            <a:ext cx="613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/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blipFill>
                <a:blip r:embed="rId4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640D0341-F0BB-4CFE-B63A-73318B382643}"/>
              </a:ext>
            </a:extLst>
          </p:cNvPr>
          <p:cNvSpPr/>
          <p:nvPr/>
        </p:nvSpPr>
        <p:spPr>
          <a:xfrm>
            <a:off x="6929251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</p:spTree>
    <p:extLst>
      <p:ext uri="{BB962C8B-B14F-4D97-AF65-F5344CB8AC3E}">
        <p14:creationId xmlns:p14="http://schemas.microsoft.com/office/powerpoint/2010/main" val="417708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/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F9E112E-DE1C-4528-919B-4929C2C1FDC2}"/>
              </a:ext>
            </a:extLst>
          </p:cNvPr>
          <p:cNvCxnSpPr>
            <a:cxnSpLocks/>
          </p:cNvCxnSpPr>
          <p:nvPr/>
        </p:nvCxnSpPr>
        <p:spPr>
          <a:xfrm>
            <a:off x="5346954" y="2231776"/>
            <a:ext cx="613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/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blipFill>
                <a:blip r:embed="rId4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640D0341-F0BB-4CFE-B63A-73318B382643}"/>
              </a:ext>
            </a:extLst>
          </p:cNvPr>
          <p:cNvSpPr/>
          <p:nvPr/>
        </p:nvSpPr>
        <p:spPr>
          <a:xfrm>
            <a:off x="6929251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/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电压</a:t>
                </a:r>
                <a14:m>
                  <m:oMath xmlns:m="http://schemas.openxmlformats.org/officeDocument/2006/math">
                    <m:r>
                      <a:rPr lang="zh-CN" altLang="en-US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blipFill>
                <a:blip r:embed="rId5"/>
                <a:stretch>
                  <a:fillRect l="-10101" t="-14151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872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/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F9E112E-DE1C-4528-919B-4929C2C1FDC2}"/>
              </a:ext>
            </a:extLst>
          </p:cNvPr>
          <p:cNvCxnSpPr>
            <a:cxnSpLocks/>
          </p:cNvCxnSpPr>
          <p:nvPr/>
        </p:nvCxnSpPr>
        <p:spPr>
          <a:xfrm>
            <a:off x="5346954" y="2231776"/>
            <a:ext cx="613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/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blipFill>
                <a:blip r:embed="rId4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640D0341-F0BB-4CFE-B63A-73318B382643}"/>
              </a:ext>
            </a:extLst>
          </p:cNvPr>
          <p:cNvSpPr/>
          <p:nvPr/>
        </p:nvSpPr>
        <p:spPr>
          <a:xfrm>
            <a:off x="6929251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/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电压</a:t>
                </a:r>
                <a14:m>
                  <m:oMath xmlns:m="http://schemas.openxmlformats.org/officeDocument/2006/math">
                    <m:r>
                      <a:rPr lang="zh-CN" altLang="en-US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blipFill>
                <a:blip r:embed="rId5"/>
                <a:stretch>
                  <a:fillRect l="-10101" t="-14151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131394-245F-4431-85AF-7E80B7E11E78}"/>
              </a:ext>
            </a:extLst>
          </p:cNvPr>
          <p:cNvCxnSpPr>
            <a:cxnSpLocks/>
          </p:cNvCxnSpPr>
          <p:nvPr/>
        </p:nvCxnSpPr>
        <p:spPr>
          <a:xfrm flipV="1">
            <a:off x="9543290" y="2231776"/>
            <a:ext cx="320040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622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/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F9E112E-DE1C-4528-919B-4929C2C1FDC2}"/>
              </a:ext>
            </a:extLst>
          </p:cNvPr>
          <p:cNvCxnSpPr>
            <a:cxnSpLocks/>
          </p:cNvCxnSpPr>
          <p:nvPr/>
        </p:nvCxnSpPr>
        <p:spPr>
          <a:xfrm>
            <a:off x="5346954" y="2231776"/>
            <a:ext cx="613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/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blipFill>
                <a:blip r:embed="rId4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640D0341-F0BB-4CFE-B63A-73318B382643}"/>
              </a:ext>
            </a:extLst>
          </p:cNvPr>
          <p:cNvSpPr/>
          <p:nvPr/>
        </p:nvSpPr>
        <p:spPr>
          <a:xfrm>
            <a:off x="6929251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/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电压</a:t>
                </a:r>
                <a14:m>
                  <m:oMath xmlns:m="http://schemas.openxmlformats.org/officeDocument/2006/math">
                    <m:r>
                      <a:rPr lang="zh-CN" altLang="en-US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blipFill>
                <a:blip r:embed="rId5"/>
                <a:stretch>
                  <a:fillRect l="-10101" t="-14151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131394-245F-4431-85AF-7E80B7E11E78}"/>
              </a:ext>
            </a:extLst>
          </p:cNvPr>
          <p:cNvCxnSpPr>
            <a:cxnSpLocks/>
          </p:cNvCxnSpPr>
          <p:nvPr/>
        </p:nvCxnSpPr>
        <p:spPr>
          <a:xfrm flipV="1">
            <a:off x="9543290" y="2231776"/>
            <a:ext cx="320040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9475A6-4F24-44F8-93E3-4530611AF8D5}"/>
                  </a:ext>
                </a:extLst>
              </p:cNvPr>
              <p:cNvSpPr txBox="1"/>
              <p:nvPr/>
            </p:nvSpPr>
            <p:spPr>
              <a:xfrm>
                <a:off x="9895334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9475A6-4F24-44F8-93E3-4530611AF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334" y="1954777"/>
                <a:ext cx="297180" cy="553998"/>
              </a:xfrm>
              <a:prstGeom prst="rect">
                <a:avLst/>
              </a:prstGeom>
              <a:blipFill>
                <a:blip r:embed="rId6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879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/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F9E112E-DE1C-4528-919B-4929C2C1FDC2}"/>
              </a:ext>
            </a:extLst>
          </p:cNvPr>
          <p:cNvCxnSpPr>
            <a:cxnSpLocks/>
          </p:cNvCxnSpPr>
          <p:nvPr/>
        </p:nvCxnSpPr>
        <p:spPr>
          <a:xfrm>
            <a:off x="5346954" y="2231776"/>
            <a:ext cx="613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/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blipFill>
                <a:blip r:embed="rId4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640D0341-F0BB-4CFE-B63A-73318B382643}"/>
              </a:ext>
            </a:extLst>
          </p:cNvPr>
          <p:cNvSpPr/>
          <p:nvPr/>
        </p:nvSpPr>
        <p:spPr>
          <a:xfrm>
            <a:off x="6929251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/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电压</a:t>
                </a:r>
                <a14:m>
                  <m:oMath xmlns:m="http://schemas.openxmlformats.org/officeDocument/2006/math">
                    <m:r>
                      <a:rPr lang="zh-CN" altLang="en-US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blipFill>
                <a:blip r:embed="rId5"/>
                <a:stretch>
                  <a:fillRect l="-10101" t="-14151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131394-245F-4431-85AF-7E80B7E11E78}"/>
              </a:ext>
            </a:extLst>
          </p:cNvPr>
          <p:cNvCxnSpPr>
            <a:cxnSpLocks/>
          </p:cNvCxnSpPr>
          <p:nvPr/>
        </p:nvCxnSpPr>
        <p:spPr>
          <a:xfrm flipV="1">
            <a:off x="9543290" y="2231776"/>
            <a:ext cx="320040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9475A6-4F24-44F8-93E3-4530611AF8D5}"/>
                  </a:ext>
                </a:extLst>
              </p:cNvPr>
              <p:cNvSpPr txBox="1"/>
              <p:nvPr/>
            </p:nvSpPr>
            <p:spPr>
              <a:xfrm>
                <a:off x="9895334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9475A6-4F24-44F8-93E3-4530611AF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334" y="1954777"/>
                <a:ext cx="297180" cy="553998"/>
              </a:xfrm>
              <a:prstGeom prst="rect">
                <a:avLst/>
              </a:prstGeom>
              <a:blipFill>
                <a:blip r:embed="rId6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37849B96-146D-4B18-967F-7662EF506E92}"/>
              </a:ext>
            </a:extLst>
          </p:cNvPr>
          <p:cNvGrpSpPr/>
          <p:nvPr/>
        </p:nvGrpSpPr>
        <p:grpSpPr>
          <a:xfrm>
            <a:off x="882656" y="3521560"/>
            <a:ext cx="4769710" cy="1775480"/>
            <a:chOff x="2800386" y="3422812"/>
            <a:chExt cx="5562498" cy="207058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BB1CEA9-725C-4DC5-AF3B-29BF630D9191}"/>
                </a:ext>
              </a:extLst>
            </p:cNvPr>
            <p:cNvGrpSpPr/>
            <p:nvPr/>
          </p:nvGrpSpPr>
          <p:grpSpPr>
            <a:xfrm>
              <a:off x="4168853" y="3801063"/>
              <a:ext cx="592756" cy="1018952"/>
              <a:chOff x="1249757" y="3155041"/>
              <a:chExt cx="592756" cy="1018952"/>
            </a:xfrm>
          </p:grpSpPr>
          <p:sp>
            <p:nvSpPr>
              <p:cNvPr id="16" name="任意多边形 146">
                <a:extLst>
                  <a:ext uri="{FF2B5EF4-FFF2-40B4-BE49-F238E27FC236}">
                    <a16:creationId xmlns:a16="http://schemas.microsoft.com/office/drawing/2014/main" id="{F02CCD59-C18F-4B9B-9454-B30B0CD9A759}"/>
                  </a:ext>
                </a:extLst>
              </p:cNvPr>
              <p:cNvSpPr/>
              <p:nvPr/>
            </p:nvSpPr>
            <p:spPr>
              <a:xfrm rot="5400000">
                <a:off x="1293080" y="3547957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任意多边形 147">
                <a:extLst>
                  <a:ext uri="{FF2B5EF4-FFF2-40B4-BE49-F238E27FC236}">
                    <a16:creationId xmlns:a16="http://schemas.microsoft.com/office/drawing/2014/main" id="{1BE0A513-84CD-4129-9B9D-BE806DB89101}"/>
                  </a:ext>
                </a:extLst>
              </p:cNvPr>
              <p:cNvSpPr/>
              <p:nvPr/>
            </p:nvSpPr>
            <p:spPr>
              <a:xfrm rot="5400000">
                <a:off x="1293080" y="3712263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 148">
                <a:extLst>
                  <a:ext uri="{FF2B5EF4-FFF2-40B4-BE49-F238E27FC236}">
                    <a16:creationId xmlns:a16="http://schemas.microsoft.com/office/drawing/2014/main" id="{53F35778-745E-4873-A9FA-8C97298CE9FB}"/>
                  </a:ext>
                </a:extLst>
              </p:cNvPr>
              <p:cNvSpPr/>
              <p:nvPr/>
            </p:nvSpPr>
            <p:spPr>
              <a:xfrm rot="5400000">
                <a:off x="1293080" y="3871808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任意多边形 149">
                <a:extLst>
                  <a:ext uri="{FF2B5EF4-FFF2-40B4-BE49-F238E27FC236}">
                    <a16:creationId xmlns:a16="http://schemas.microsoft.com/office/drawing/2014/main" id="{64F9D302-3A25-4AB6-B01C-D822D828574D}"/>
                  </a:ext>
                </a:extLst>
              </p:cNvPr>
              <p:cNvSpPr/>
              <p:nvPr/>
            </p:nvSpPr>
            <p:spPr>
              <a:xfrm rot="5400000">
                <a:off x="1293081" y="3388414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26798600-B0F7-469E-B6EA-EEA6FB253078}"/>
                  </a:ext>
                </a:extLst>
              </p:cNvPr>
              <p:cNvGrpSpPr/>
              <p:nvPr/>
            </p:nvGrpSpPr>
            <p:grpSpPr>
              <a:xfrm>
                <a:off x="1674539" y="3342044"/>
                <a:ext cx="73757" cy="647699"/>
                <a:chOff x="2956806" y="3564859"/>
                <a:chExt cx="73757" cy="647699"/>
              </a:xfrm>
            </p:grpSpPr>
            <p:sp>
              <p:nvSpPr>
                <p:cNvPr id="42" name="任意多边形 161">
                  <a:extLst>
                    <a:ext uri="{FF2B5EF4-FFF2-40B4-BE49-F238E27FC236}">
                      <a16:creationId xmlns:a16="http://schemas.microsoft.com/office/drawing/2014/main" id="{8CA051ED-9B40-4DBF-90CE-45236F5948B6}"/>
                    </a:ext>
                  </a:extLst>
                </p:cNvPr>
                <p:cNvSpPr/>
                <p:nvPr/>
              </p:nvSpPr>
              <p:spPr>
                <a:xfrm rot="16200000">
                  <a:off x="2911532" y="3933983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任意多边形 162">
                  <a:extLst>
                    <a:ext uri="{FF2B5EF4-FFF2-40B4-BE49-F238E27FC236}">
                      <a16:creationId xmlns:a16="http://schemas.microsoft.com/office/drawing/2014/main" id="{6B8F7F8D-6C22-4645-9678-4F25D569E28D}"/>
                    </a:ext>
                  </a:extLst>
                </p:cNvPr>
                <p:cNvSpPr/>
                <p:nvPr/>
              </p:nvSpPr>
              <p:spPr>
                <a:xfrm rot="16200000">
                  <a:off x="2911532" y="3769677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任意多边形 163">
                  <a:extLst>
                    <a:ext uri="{FF2B5EF4-FFF2-40B4-BE49-F238E27FC236}">
                      <a16:creationId xmlns:a16="http://schemas.microsoft.com/office/drawing/2014/main" id="{DB27C2D5-91F0-4812-9BF4-EF8F5CD8C5E8}"/>
                    </a:ext>
                  </a:extLst>
                </p:cNvPr>
                <p:cNvSpPr/>
                <p:nvPr/>
              </p:nvSpPr>
              <p:spPr>
                <a:xfrm rot="16200000">
                  <a:off x="2911531" y="3610134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任意多边形 164">
                  <a:extLst>
                    <a:ext uri="{FF2B5EF4-FFF2-40B4-BE49-F238E27FC236}">
                      <a16:creationId xmlns:a16="http://schemas.microsoft.com/office/drawing/2014/main" id="{F40DE9AE-416C-4D47-8CC9-CED169DA2A52}"/>
                    </a:ext>
                  </a:extLst>
                </p:cNvPr>
                <p:cNvSpPr/>
                <p:nvPr/>
              </p:nvSpPr>
              <p:spPr>
                <a:xfrm rot="16200000">
                  <a:off x="2911531" y="4093528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FF2D4752-6BF3-43A5-B8E9-74317373E2E6}"/>
                  </a:ext>
                </a:extLst>
              </p:cNvPr>
              <p:cNvCxnSpPr/>
              <p:nvPr/>
            </p:nvCxnSpPr>
            <p:spPr>
              <a:xfrm>
                <a:off x="1509464" y="3155041"/>
                <a:ext cx="0" cy="10163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69C9308D-D6F2-4720-8ADE-643CAE993C2E}"/>
                  </a:ext>
                </a:extLst>
              </p:cNvPr>
              <p:cNvCxnSpPr/>
              <p:nvPr/>
            </p:nvCxnSpPr>
            <p:spPr>
              <a:xfrm>
                <a:off x="1458211" y="3157599"/>
                <a:ext cx="0" cy="10163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3C1B90CB-A148-41B9-AA90-F983C7DEDE2E}"/>
                  </a:ext>
                </a:extLst>
              </p:cNvPr>
              <p:cNvSpPr/>
              <p:nvPr/>
            </p:nvSpPr>
            <p:spPr>
              <a:xfrm>
                <a:off x="1333776" y="3888206"/>
                <a:ext cx="45719" cy="457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4FCF0733-3FBF-42EE-B06E-275FC3F969F3}"/>
                  </a:ext>
                </a:extLst>
              </p:cNvPr>
              <p:cNvSpPr/>
              <p:nvPr/>
            </p:nvSpPr>
            <p:spPr>
              <a:xfrm>
                <a:off x="1582403" y="3401336"/>
                <a:ext cx="45719" cy="457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19C22202-2BD9-4DB7-B405-781F40FFCEEE}"/>
                  </a:ext>
                </a:extLst>
              </p:cNvPr>
              <p:cNvSpPr/>
              <p:nvPr/>
            </p:nvSpPr>
            <p:spPr>
              <a:xfrm>
                <a:off x="1702576" y="3401336"/>
                <a:ext cx="45719" cy="457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6B8604EC-0AD2-42CA-BE75-849259903893}"/>
                  </a:ext>
                </a:extLst>
              </p:cNvPr>
              <p:cNvGrpSpPr/>
              <p:nvPr/>
            </p:nvGrpSpPr>
            <p:grpSpPr>
              <a:xfrm>
                <a:off x="1554367" y="3342044"/>
                <a:ext cx="73757" cy="647699"/>
                <a:chOff x="2956806" y="3564859"/>
                <a:chExt cx="73757" cy="647699"/>
              </a:xfrm>
            </p:grpSpPr>
            <p:sp>
              <p:nvSpPr>
                <p:cNvPr id="38" name="任意多边形 193">
                  <a:extLst>
                    <a:ext uri="{FF2B5EF4-FFF2-40B4-BE49-F238E27FC236}">
                      <a16:creationId xmlns:a16="http://schemas.microsoft.com/office/drawing/2014/main" id="{C992A0A4-FF74-4E8B-B632-8B97CD31F60D}"/>
                    </a:ext>
                  </a:extLst>
                </p:cNvPr>
                <p:cNvSpPr/>
                <p:nvPr/>
              </p:nvSpPr>
              <p:spPr>
                <a:xfrm rot="16200000">
                  <a:off x="2911532" y="3933983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任意多边形 194">
                  <a:extLst>
                    <a:ext uri="{FF2B5EF4-FFF2-40B4-BE49-F238E27FC236}">
                      <a16:creationId xmlns:a16="http://schemas.microsoft.com/office/drawing/2014/main" id="{A06E045C-CE55-4E21-91B3-DF69A3C2612D}"/>
                    </a:ext>
                  </a:extLst>
                </p:cNvPr>
                <p:cNvSpPr/>
                <p:nvPr/>
              </p:nvSpPr>
              <p:spPr>
                <a:xfrm rot="16200000">
                  <a:off x="2911532" y="3769677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任意多边形 195">
                  <a:extLst>
                    <a:ext uri="{FF2B5EF4-FFF2-40B4-BE49-F238E27FC236}">
                      <a16:creationId xmlns:a16="http://schemas.microsoft.com/office/drawing/2014/main" id="{783F9052-0C57-44AA-8555-29D371E18164}"/>
                    </a:ext>
                  </a:extLst>
                </p:cNvPr>
                <p:cNvSpPr/>
                <p:nvPr/>
              </p:nvSpPr>
              <p:spPr>
                <a:xfrm rot="16200000">
                  <a:off x="2911531" y="3610134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任意多边形 196">
                  <a:extLst>
                    <a:ext uri="{FF2B5EF4-FFF2-40B4-BE49-F238E27FC236}">
                      <a16:creationId xmlns:a16="http://schemas.microsoft.com/office/drawing/2014/main" id="{58394F5A-07EF-484D-AB3E-57CF28493A43}"/>
                    </a:ext>
                  </a:extLst>
                </p:cNvPr>
                <p:cNvSpPr/>
                <p:nvPr/>
              </p:nvSpPr>
              <p:spPr>
                <a:xfrm rot="16200000">
                  <a:off x="2911531" y="4093528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C5D9051E-B88F-477D-AE49-A77EC57EA718}"/>
                  </a:ext>
                </a:extLst>
              </p:cNvPr>
              <p:cNvCxnSpPr/>
              <p:nvPr/>
            </p:nvCxnSpPr>
            <p:spPr>
              <a:xfrm rot="5400000">
                <a:off x="1549827" y="3292538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752557F-D1AF-4833-AB7E-CDA450783275}"/>
                  </a:ext>
                </a:extLst>
              </p:cNvPr>
              <p:cNvCxnSpPr/>
              <p:nvPr/>
            </p:nvCxnSpPr>
            <p:spPr>
              <a:xfrm rot="5400000">
                <a:off x="1549486" y="4042726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584C26C-0F85-4A26-9BF9-9362C7EA2F5D}"/>
                  </a:ext>
                </a:extLst>
              </p:cNvPr>
              <p:cNvCxnSpPr/>
              <p:nvPr/>
            </p:nvCxnSpPr>
            <p:spPr>
              <a:xfrm>
                <a:off x="1731785" y="3345218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583CECC-CA75-475A-90E0-E8B592AF9685}"/>
                  </a:ext>
                </a:extLst>
              </p:cNvPr>
              <p:cNvCxnSpPr/>
              <p:nvPr/>
            </p:nvCxnSpPr>
            <p:spPr>
              <a:xfrm>
                <a:off x="1730976" y="3986077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1CB5D000-732B-4731-8926-D73195A3C6E9}"/>
                  </a:ext>
                </a:extLst>
              </p:cNvPr>
              <p:cNvCxnSpPr/>
              <p:nvPr/>
            </p:nvCxnSpPr>
            <p:spPr>
              <a:xfrm>
                <a:off x="1600689" y="4092473"/>
                <a:ext cx="24101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8F57583B-4BFC-48CE-A3B0-3AF4D2DF0197}"/>
                  </a:ext>
                </a:extLst>
              </p:cNvPr>
              <p:cNvCxnSpPr/>
              <p:nvPr/>
            </p:nvCxnSpPr>
            <p:spPr>
              <a:xfrm>
                <a:off x="1599554" y="3239553"/>
                <a:ext cx="24101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9489CB2C-8668-416B-9BE0-C66F05D2E595}"/>
                  </a:ext>
                </a:extLst>
              </p:cNvPr>
              <p:cNvCxnSpPr/>
              <p:nvPr/>
            </p:nvCxnSpPr>
            <p:spPr>
              <a:xfrm>
                <a:off x="1252257" y="3988922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834CA9E1-20EC-49F7-A269-16B016929990}"/>
                  </a:ext>
                </a:extLst>
              </p:cNvPr>
              <p:cNvCxnSpPr/>
              <p:nvPr/>
            </p:nvCxnSpPr>
            <p:spPr>
              <a:xfrm>
                <a:off x="1249757" y="3346810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53228CC1-9D74-45F7-9CE1-C6A9B4C876C0}"/>
                </a:ext>
              </a:extLst>
            </p:cNvPr>
            <p:cNvGrpSpPr/>
            <p:nvPr/>
          </p:nvGrpSpPr>
          <p:grpSpPr>
            <a:xfrm>
              <a:off x="6096000" y="4929116"/>
              <a:ext cx="381001" cy="299946"/>
              <a:chOff x="1965350" y="2777562"/>
              <a:chExt cx="381001" cy="299946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3F5D177-6EA5-45B9-9FA4-D87F7268D455}"/>
                  </a:ext>
                </a:extLst>
              </p:cNvPr>
              <p:cNvCxnSpPr/>
              <p:nvPr/>
            </p:nvCxnSpPr>
            <p:spPr>
              <a:xfrm>
                <a:off x="2038375" y="2949012"/>
                <a:ext cx="30797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5D3A1270-0B26-4C82-8F3D-546FC6E957D5}"/>
                  </a:ext>
                </a:extLst>
              </p:cNvPr>
              <p:cNvCxnSpPr/>
              <p:nvPr/>
            </p:nvCxnSpPr>
            <p:spPr>
              <a:xfrm flipH="1">
                <a:off x="1965350" y="2949012"/>
                <a:ext cx="73026" cy="12849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11362E2-5BA0-4B58-8C46-2E869E75E4FF}"/>
                  </a:ext>
                </a:extLst>
              </p:cNvPr>
              <p:cNvCxnSpPr/>
              <p:nvPr/>
            </p:nvCxnSpPr>
            <p:spPr>
              <a:xfrm flipH="1">
                <a:off x="2119337" y="2949012"/>
                <a:ext cx="73026" cy="12849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F696741-F9E5-494D-BC96-4D769B41CB1C}"/>
                  </a:ext>
                </a:extLst>
              </p:cNvPr>
              <p:cNvCxnSpPr/>
              <p:nvPr/>
            </p:nvCxnSpPr>
            <p:spPr>
              <a:xfrm flipH="1">
                <a:off x="2273325" y="2949012"/>
                <a:ext cx="73026" cy="12849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EDD6E740-5D60-4ABA-91C9-F8BA153BEBD9}"/>
                  </a:ext>
                </a:extLst>
              </p:cNvPr>
              <p:cNvCxnSpPr/>
              <p:nvPr/>
            </p:nvCxnSpPr>
            <p:spPr>
              <a:xfrm flipV="1">
                <a:off x="2192362" y="2777562"/>
                <a:ext cx="0" cy="17145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F0C85B8B-8E5E-43FE-A416-D66A896D9CE5}"/>
                </a:ext>
              </a:extLst>
            </p:cNvPr>
            <p:cNvGrpSpPr/>
            <p:nvPr/>
          </p:nvGrpSpPr>
          <p:grpSpPr>
            <a:xfrm>
              <a:off x="3486926" y="4419783"/>
              <a:ext cx="233329" cy="376693"/>
              <a:chOff x="3218276" y="2711450"/>
              <a:chExt cx="233329" cy="376693"/>
            </a:xfrm>
            <a:solidFill>
              <a:srgbClr val="FF0000"/>
            </a:solidFill>
          </p:grpSpPr>
          <p:sp>
            <p:nvSpPr>
              <p:cNvPr id="53" name="等腰三角形 52">
                <a:extLst>
                  <a:ext uri="{FF2B5EF4-FFF2-40B4-BE49-F238E27FC236}">
                    <a16:creationId xmlns:a16="http://schemas.microsoft.com/office/drawing/2014/main" id="{68501D09-41AB-4214-BE92-9C7356630BE6}"/>
                  </a:ext>
                </a:extLst>
              </p:cNvPr>
              <p:cNvSpPr/>
              <p:nvPr/>
            </p:nvSpPr>
            <p:spPr>
              <a:xfrm rot="10800000">
                <a:off x="3240088" y="2823006"/>
                <a:ext cx="193399" cy="153581"/>
              </a:xfrm>
              <a:prstGeom prst="triangl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FEFDD31F-21C1-4F0C-A00C-CF1306DA849A}"/>
                  </a:ext>
                </a:extLst>
              </p:cNvPr>
              <p:cNvCxnSpPr/>
              <p:nvPr/>
            </p:nvCxnSpPr>
            <p:spPr>
              <a:xfrm flipH="1">
                <a:off x="3263900" y="2981349"/>
                <a:ext cx="142875" cy="0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CC406B1-2FF7-442C-A1F1-0E9F413A498D}"/>
                  </a:ext>
                </a:extLst>
              </p:cNvPr>
              <p:cNvCxnSpPr>
                <a:endCxn id="53" idx="0"/>
              </p:cNvCxnSpPr>
              <p:nvPr/>
            </p:nvCxnSpPr>
            <p:spPr>
              <a:xfrm rot="10800000">
                <a:off x="3336787" y="2976587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1486E53-3C85-49E6-AFB4-53B815BB9016}"/>
                  </a:ext>
                </a:extLst>
              </p:cNvPr>
              <p:cNvCxnSpPr/>
              <p:nvPr/>
            </p:nvCxnSpPr>
            <p:spPr>
              <a:xfrm rot="10800000">
                <a:off x="3336787" y="2711450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FD601EBE-A29C-4ABE-8699-C9DEF7AC0E69}"/>
                  </a:ext>
                </a:extLst>
              </p:cNvPr>
              <p:cNvCxnSpPr/>
              <p:nvPr/>
            </p:nvCxnSpPr>
            <p:spPr>
              <a:xfrm flipH="1" flipV="1">
                <a:off x="3403842" y="2978968"/>
                <a:ext cx="47763" cy="46013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E03B9A4-E262-4305-82A7-FCD5F459E034}"/>
                  </a:ext>
                </a:extLst>
              </p:cNvPr>
              <p:cNvCxnSpPr/>
              <p:nvPr/>
            </p:nvCxnSpPr>
            <p:spPr>
              <a:xfrm flipH="1" flipV="1">
                <a:off x="3218276" y="2933750"/>
                <a:ext cx="47763" cy="46013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F6ED84B4-92E3-47E6-85DB-6CD47F96558A}"/>
                </a:ext>
              </a:extLst>
            </p:cNvPr>
            <p:cNvGrpSpPr/>
            <p:nvPr/>
          </p:nvGrpSpPr>
          <p:grpSpPr>
            <a:xfrm>
              <a:off x="3506694" y="3887498"/>
              <a:ext cx="196850" cy="376693"/>
              <a:chOff x="3043238" y="1138940"/>
              <a:chExt cx="196850" cy="376693"/>
            </a:xfrm>
            <a:solidFill>
              <a:srgbClr val="FF0000"/>
            </a:solidFill>
          </p:grpSpPr>
          <p:sp>
            <p:nvSpPr>
              <p:cNvPr id="60" name="等腰三角形 59">
                <a:extLst>
                  <a:ext uri="{FF2B5EF4-FFF2-40B4-BE49-F238E27FC236}">
                    <a16:creationId xmlns:a16="http://schemas.microsoft.com/office/drawing/2014/main" id="{DEFA99BE-6C75-4DC4-99FD-D7A967F08885}"/>
                  </a:ext>
                </a:extLst>
              </p:cNvPr>
              <p:cNvSpPr/>
              <p:nvPr/>
            </p:nvSpPr>
            <p:spPr>
              <a:xfrm>
                <a:off x="3045101" y="1250496"/>
                <a:ext cx="193399" cy="153581"/>
              </a:xfrm>
              <a:prstGeom prst="triangl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5F9B4BE-64E1-49AC-84B4-1D8B0A05793B}"/>
                  </a:ext>
                </a:extLst>
              </p:cNvPr>
              <p:cNvCxnSpPr/>
              <p:nvPr/>
            </p:nvCxnSpPr>
            <p:spPr>
              <a:xfrm>
                <a:off x="3043238" y="1245734"/>
                <a:ext cx="196850" cy="0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845C0D2E-92EB-449A-9AC7-CB01B365A504}"/>
                  </a:ext>
                </a:extLst>
              </p:cNvPr>
              <p:cNvCxnSpPr>
                <a:endCxn id="60" idx="0"/>
              </p:cNvCxnSpPr>
              <p:nvPr/>
            </p:nvCxnSpPr>
            <p:spPr>
              <a:xfrm>
                <a:off x="3138625" y="1138940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C6DA4F2F-3D88-46A9-9699-2337E008106D}"/>
                  </a:ext>
                </a:extLst>
              </p:cNvPr>
              <p:cNvCxnSpPr/>
              <p:nvPr/>
            </p:nvCxnSpPr>
            <p:spPr>
              <a:xfrm>
                <a:off x="3138625" y="1404077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D299FF74-73EE-45C2-9EB3-CC8CB113301C}"/>
                </a:ext>
              </a:extLst>
            </p:cNvPr>
            <p:cNvGrpSpPr/>
            <p:nvPr/>
          </p:nvGrpSpPr>
          <p:grpSpPr>
            <a:xfrm rot="5400000">
              <a:off x="5524495" y="3332890"/>
              <a:ext cx="196850" cy="376693"/>
              <a:chOff x="3043238" y="1138940"/>
              <a:chExt cx="196850" cy="376693"/>
            </a:xfrm>
          </p:grpSpPr>
          <p:sp>
            <p:nvSpPr>
              <p:cNvPr id="65" name="等腰三角形 64">
                <a:extLst>
                  <a:ext uri="{FF2B5EF4-FFF2-40B4-BE49-F238E27FC236}">
                    <a16:creationId xmlns:a16="http://schemas.microsoft.com/office/drawing/2014/main" id="{D52120D6-F304-4FBB-8DB1-283CA5146DD9}"/>
                  </a:ext>
                </a:extLst>
              </p:cNvPr>
              <p:cNvSpPr/>
              <p:nvPr/>
            </p:nvSpPr>
            <p:spPr>
              <a:xfrm>
                <a:off x="3045101" y="1250496"/>
                <a:ext cx="193399" cy="153581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5109C750-75ED-4B04-974E-3C61D57E3A98}"/>
                  </a:ext>
                </a:extLst>
              </p:cNvPr>
              <p:cNvCxnSpPr/>
              <p:nvPr/>
            </p:nvCxnSpPr>
            <p:spPr>
              <a:xfrm>
                <a:off x="3043238" y="1245734"/>
                <a:ext cx="196850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0D35274E-F645-446D-AA59-8D7ACA3467BD}"/>
                  </a:ext>
                </a:extLst>
              </p:cNvPr>
              <p:cNvCxnSpPr>
                <a:endCxn id="65" idx="0"/>
              </p:cNvCxnSpPr>
              <p:nvPr/>
            </p:nvCxnSpPr>
            <p:spPr>
              <a:xfrm>
                <a:off x="3138625" y="1138940"/>
                <a:ext cx="3176" cy="11155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A6D4D9E0-8C32-4428-B111-511FBC4CCB3C}"/>
                  </a:ext>
                </a:extLst>
              </p:cNvPr>
              <p:cNvCxnSpPr/>
              <p:nvPr/>
            </p:nvCxnSpPr>
            <p:spPr>
              <a:xfrm>
                <a:off x="3138625" y="1404077"/>
                <a:ext cx="3176" cy="11155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B94ADA6-074E-4309-8458-3772DBE82DE0}"/>
                </a:ext>
              </a:extLst>
            </p:cNvPr>
            <p:cNvGrpSpPr/>
            <p:nvPr/>
          </p:nvGrpSpPr>
          <p:grpSpPr>
            <a:xfrm>
              <a:off x="6491996" y="3461906"/>
              <a:ext cx="862013" cy="73756"/>
              <a:chOff x="1493467" y="1883870"/>
              <a:chExt cx="862013" cy="73756"/>
            </a:xfrm>
          </p:grpSpPr>
          <p:sp>
            <p:nvSpPr>
              <p:cNvPr id="70" name="任意多边形 301">
                <a:extLst>
                  <a:ext uri="{FF2B5EF4-FFF2-40B4-BE49-F238E27FC236}">
                    <a16:creationId xmlns:a16="http://schemas.microsoft.com/office/drawing/2014/main" id="{68BE9CF5-06E0-451A-886E-6188F8FD4FD0}"/>
                  </a:ext>
                </a:extLst>
              </p:cNvPr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任意多边形 302">
                <a:extLst>
                  <a:ext uri="{FF2B5EF4-FFF2-40B4-BE49-F238E27FC236}">
                    <a16:creationId xmlns:a16="http://schemas.microsoft.com/office/drawing/2014/main" id="{50FF1A09-E240-45D3-8AAC-C544598492CF}"/>
                  </a:ext>
                </a:extLst>
              </p:cNvPr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任意多边形 303">
                <a:extLst>
                  <a:ext uri="{FF2B5EF4-FFF2-40B4-BE49-F238E27FC236}">
                    <a16:creationId xmlns:a16="http://schemas.microsoft.com/office/drawing/2014/main" id="{C56C3E3D-892B-46DE-A81E-CD1BFA1D781A}"/>
                  </a:ext>
                </a:extLst>
              </p:cNvPr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任意多边形 304">
                <a:extLst>
                  <a:ext uri="{FF2B5EF4-FFF2-40B4-BE49-F238E27FC236}">
                    <a16:creationId xmlns:a16="http://schemas.microsoft.com/office/drawing/2014/main" id="{0C8C33B2-3D39-4119-9311-10D87C813A03}"/>
                  </a:ext>
                </a:extLst>
              </p:cNvPr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31FFE56F-068E-4C3F-A7E7-3824A4F36805}"/>
                  </a:ext>
                </a:extLst>
              </p:cNvPr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096136C0-7FAB-4C04-B3CB-E54B2831A12A}"/>
                  </a:ext>
                </a:extLst>
              </p:cNvPr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CF705351-6062-49BB-9F2A-114FB7F06050}"/>
                </a:ext>
              </a:extLst>
            </p:cNvPr>
            <p:cNvGrpSpPr/>
            <p:nvPr/>
          </p:nvGrpSpPr>
          <p:grpSpPr>
            <a:xfrm>
              <a:off x="5112146" y="3947665"/>
              <a:ext cx="411164" cy="291983"/>
              <a:chOff x="5612081" y="2321455"/>
              <a:chExt cx="411164" cy="291983"/>
            </a:xfrm>
            <a:solidFill>
              <a:srgbClr val="FF0000">
                <a:alpha val="20000"/>
              </a:srgbClr>
            </a:solidFill>
          </p:grpSpPr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75C72CF3-B0FD-458F-8BEC-ABD69FEFA293}"/>
                  </a:ext>
                </a:extLst>
              </p:cNvPr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F67A6C80-9114-47B3-87FA-11ADAA9BE66F}"/>
                  </a:ext>
                </a:extLst>
              </p:cNvPr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AB8623D0-C847-4A69-AAC3-3B1F8AD01A5A}"/>
                  </a:ext>
                </a:extLst>
              </p:cNvPr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56C42F77-A3DC-406B-A660-1817BA6BF5D2}"/>
                  </a:ext>
                </a:extLst>
              </p:cNvPr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9B7FC9EF-8BFD-429A-BD73-42FA128A4D42}"/>
                  </a:ext>
                </a:extLst>
              </p:cNvPr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BBE42950-9B90-4A15-B066-D5AE982BFFA7}"/>
                </a:ext>
              </a:extLst>
            </p:cNvPr>
            <p:cNvGrpSpPr/>
            <p:nvPr/>
          </p:nvGrpSpPr>
          <p:grpSpPr>
            <a:xfrm>
              <a:off x="5685061" y="4027005"/>
              <a:ext cx="498875" cy="119062"/>
              <a:chOff x="6299131" y="2402242"/>
              <a:chExt cx="498875" cy="119062"/>
            </a:xfrm>
          </p:grpSpPr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1670AB0D-299D-4F30-B562-8F7EC99524CD}"/>
                  </a:ext>
                </a:extLst>
              </p:cNvPr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F0055BD0-547E-455C-AD9E-9D6CBB22BCF7}"/>
                  </a:ext>
                </a:extLst>
              </p:cNvPr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8193305F-B991-439F-89A9-63DA355A2EE6}"/>
                  </a:ext>
                </a:extLst>
              </p:cNvPr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494D0B81-E46A-4D4F-B21B-7FE0C3B62F9B}"/>
                  </a:ext>
                </a:extLst>
              </p:cNvPr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87FB0EFE-EF1C-4A9E-A992-25FBF75AF7F4}"/>
                  </a:ext>
                </a:extLst>
              </p:cNvPr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5B7CC5A8-C88C-4574-A604-7F1F8907E1F3}"/>
                  </a:ext>
                </a:extLst>
              </p:cNvPr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004D3E9B-32B7-45B1-A7CF-AEC5766B7A9B}"/>
                  </a:ext>
                </a:extLst>
              </p:cNvPr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4B0DABBD-383E-4953-BF8B-EBAB8F6DEAC9}"/>
                  </a:ext>
                </a:extLst>
              </p:cNvPr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767E652F-48AB-4B95-9DE4-B49A9D6812F8}"/>
                  </a:ext>
                </a:extLst>
              </p:cNvPr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0565F9FE-E0D6-48FA-A488-F446496604C9}"/>
                </a:ext>
              </a:extLst>
            </p:cNvPr>
            <p:cNvGrpSpPr/>
            <p:nvPr/>
          </p:nvGrpSpPr>
          <p:grpSpPr>
            <a:xfrm rot="5400000">
              <a:off x="6110870" y="4323005"/>
              <a:ext cx="411164" cy="291983"/>
              <a:chOff x="5612081" y="2321455"/>
              <a:chExt cx="411164" cy="291983"/>
            </a:xfrm>
          </p:grpSpPr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B80FC1CC-EB7E-4A60-93C4-751255B3F4A9}"/>
                  </a:ext>
                </a:extLst>
              </p:cNvPr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C12B3B3A-16D9-4C28-8340-A9CE2A7D6FED}"/>
                  </a:ext>
                </a:extLst>
              </p:cNvPr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05603D1D-85DF-4CD7-ADB2-16553F56589D}"/>
                  </a:ext>
                </a:extLst>
              </p:cNvPr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05941F08-8F6C-4D3E-B7E7-F8905EB29EAB}"/>
                  </a:ext>
                </a:extLst>
              </p:cNvPr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FF5561CF-2F2E-487E-ACC1-BDCDB60A85D4}"/>
                  </a:ext>
                </a:extLst>
              </p:cNvPr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DD3AE46C-F696-4908-8374-B81D74D85063}"/>
                </a:ext>
              </a:extLst>
            </p:cNvPr>
            <p:cNvGrpSpPr/>
            <p:nvPr/>
          </p:nvGrpSpPr>
          <p:grpSpPr>
            <a:xfrm rot="5400000">
              <a:off x="7275287" y="3929832"/>
              <a:ext cx="411164" cy="291989"/>
              <a:chOff x="5612081" y="2902738"/>
              <a:chExt cx="411164" cy="291989"/>
            </a:xfrm>
          </p:grpSpPr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77488723-CF3D-4ACD-A44E-7CABA78A434C}"/>
                  </a:ext>
                </a:extLst>
              </p:cNvPr>
              <p:cNvCxnSpPr/>
              <p:nvPr/>
            </p:nvCxnSpPr>
            <p:spPr>
              <a:xfrm>
                <a:off x="5768451" y="2902738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94CB6057-A444-4744-A7B3-CE3592D207EE}"/>
                  </a:ext>
                </a:extLst>
              </p:cNvPr>
              <p:cNvCxnSpPr/>
              <p:nvPr/>
            </p:nvCxnSpPr>
            <p:spPr>
              <a:xfrm flipH="1">
                <a:off x="5866876" y="3046348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04C110D3-E69C-4312-9038-79495523BE08}"/>
                  </a:ext>
                </a:extLst>
              </p:cNvPr>
              <p:cNvCxnSpPr/>
              <p:nvPr/>
            </p:nvCxnSpPr>
            <p:spPr>
              <a:xfrm flipH="1">
                <a:off x="5612081" y="3046231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任意多边形 333">
                <a:extLst>
                  <a:ext uri="{FF2B5EF4-FFF2-40B4-BE49-F238E27FC236}">
                    <a16:creationId xmlns:a16="http://schemas.microsoft.com/office/drawing/2014/main" id="{09777D03-E094-4011-909E-134395B0B36F}"/>
                  </a:ext>
                </a:extLst>
              </p:cNvPr>
              <p:cNvSpPr/>
              <p:nvPr/>
            </p:nvSpPr>
            <p:spPr>
              <a:xfrm>
                <a:off x="5864163" y="2904944"/>
                <a:ext cx="41419" cy="285014"/>
              </a:xfrm>
              <a:custGeom>
                <a:avLst/>
                <a:gdLst>
                  <a:gd name="connsiteX0" fmla="*/ 44786 w 44786"/>
                  <a:gd name="connsiteY0" fmla="*/ 0 h 285750"/>
                  <a:gd name="connsiteX1" fmla="*/ 336 w 44786"/>
                  <a:gd name="connsiteY1" fmla="*/ 133350 h 285750"/>
                  <a:gd name="connsiteX2" fmla="*/ 25736 w 44786"/>
                  <a:gd name="connsiteY2" fmla="*/ 285750 h 285750"/>
                  <a:gd name="connsiteX0" fmla="*/ 44786 w 44786"/>
                  <a:gd name="connsiteY0" fmla="*/ 0 h 285750"/>
                  <a:gd name="connsiteX1" fmla="*/ 336 w 44786"/>
                  <a:gd name="connsiteY1" fmla="*/ 133350 h 285750"/>
                  <a:gd name="connsiteX2" fmla="*/ 25736 w 44786"/>
                  <a:gd name="connsiteY2" fmla="*/ 285750 h 285750"/>
                  <a:gd name="connsiteX0" fmla="*/ 44737 w 44737"/>
                  <a:gd name="connsiteY0" fmla="*/ 0 h 285750"/>
                  <a:gd name="connsiteX1" fmla="*/ 287 w 44737"/>
                  <a:gd name="connsiteY1" fmla="*/ 133350 h 285750"/>
                  <a:gd name="connsiteX2" fmla="*/ 25687 w 44737"/>
                  <a:gd name="connsiteY2" fmla="*/ 285750 h 285750"/>
                  <a:gd name="connsiteX0" fmla="*/ 44453 w 45896"/>
                  <a:gd name="connsiteY0" fmla="*/ 0 h 311162"/>
                  <a:gd name="connsiteX1" fmla="*/ 3 w 45896"/>
                  <a:gd name="connsiteY1" fmla="*/ 133350 h 311162"/>
                  <a:gd name="connsiteX2" fmla="*/ 45896 w 45896"/>
                  <a:gd name="connsiteY2" fmla="*/ 311162 h 311162"/>
                  <a:gd name="connsiteX0" fmla="*/ 44476 w 44476"/>
                  <a:gd name="connsiteY0" fmla="*/ 0 h 292681"/>
                  <a:gd name="connsiteX1" fmla="*/ 26 w 44476"/>
                  <a:gd name="connsiteY1" fmla="*/ 133350 h 292681"/>
                  <a:gd name="connsiteX2" fmla="*/ 37721 w 44476"/>
                  <a:gd name="connsiteY2" fmla="*/ 292681 h 292681"/>
                  <a:gd name="connsiteX0" fmla="*/ 44476 w 44476"/>
                  <a:gd name="connsiteY0" fmla="*/ 0 h 292681"/>
                  <a:gd name="connsiteX1" fmla="*/ 26 w 44476"/>
                  <a:gd name="connsiteY1" fmla="*/ 140280 h 292681"/>
                  <a:gd name="connsiteX2" fmla="*/ 37721 w 44476"/>
                  <a:gd name="connsiteY2" fmla="*/ 292681 h 292681"/>
                  <a:gd name="connsiteX0" fmla="*/ 44486 w 44486"/>
                  <a:gd name="connsiteY0" fmla="*/ 0 h 292681"/>
                  <a:gd name="connsiteX1" fmla="*/ 36 w 44486"/>
                  <a:gd name="connsiteY1" fmla="*/ 140280 h 292681"/>
                  <a:gd name="connsiteX2" fmla="*/ 37731 w 44486"/>
                  <a:gd name="connsiteY2" fmla="*/ 292681 h 292681"/>
                  <a:gd name="connsiteX0" fmla="*/ 44464 w 44464"/>
                  <a:gd name="connsiteY0" fmla="*/ 0 h 292681"/>
                  <a:gd name="connsiteX1" fmla="*/ 14 w 44464"/>
                  <a:gd name="connsiteY1" fmla="*/ 140280 h 292681"/>
                  <a:gd name="connsiteX2" fmla="*/ 37709 w 44464"/>
                  <a:gd name="connsiteY2" fmla="*/ 292681 h 292681"/>
                  <a:gd name="connsiteX0" fmla="*/ 44476 w 44476"/>
                  <a:gd name="connsiteY0" fmla="*/ 0 h 292681"/>
                  <a:gd name="connsiteX1" fmla="*/ 26 w 44476"/>
                  <a:gd name="connsiteY1" fmla="*/ 140280 h 292681"/>
                  <a:gd name="connsiteX2" fmla="*/ 37721 w 44476"/>
                  <a:gd name="connsiteY2" fmla="*/ 292681 h 292681"/>
                  <a:gd name="connsiteX0" fmla="*/ 44935 w 44935"/>
                  <a:gd name="connsiteY0" fmla="*/ 0 h 292681"/>
                  <a:gd name="connsiteX1" fmla="*/ 485 w 44935"/>
                  <a:gd name="connsiteY1" fmla="*/ 140280 h 292681"/>
                  <a:gd name="connsiteX2" fmla="*/ 38180 w 44935"/>
                  <a:gd name="connsiteY2" fmla="*/ 292681 h 292681"/>
                  <a:gd name="connsiteX0" fmla="*/ 44464 w 44464"/>
                  <a:gd name="connsiteY0" fmla="*/ 0 h 292681"/>
                  <a:gd name="connsiteX1" fmla="*/ 14 w 44464"/>
                  <a:gd name="connsiteY1" fmla="*/ 140280 h 292681"/>
                  <a:gd name="connsiteX2" fmla="*/ 37709 w 44464"/>
                  <a:gd name="connsiteY2" fmla="*/ 292681 h 292681"/>
                  <a:gd name="connsiteX0" fmla="*/ 34211 w 37703"/>
                  <a:gd name="connsiteY0" fmla="*/ 0 h 288060"/>
                  <a:gd name="connsiteX1" fmla="*/ 8 w 37703"/>
                  <a:gd name="connsiteY1" fmla="*/ 135659 h 288060"/>
                  <a:gd name="connsiteX2" fmla="*/ 37703 w 37703"/>
                  <a:gd name="connsiteY2" fmla="*/ 288060 h 288060"/>
                  <a:gd name="connsiteX0" fmla="*/ 34211 w 37703"/>
                  <a:gd name="connsiteY0" fmla="*/ 0 h 288060"/>
                  <a:gd name="connsiteX1" fmla="*/ 8 w 37703"/>
                  <a:gd name="connsiteY1" fmla="*/ 135659 h 288060"/>
                  <a:gd name="connsiteX2" fmla="*/ 37703 w 37703"/>
                  <a:gd name="connsiteY2" fmla="*/ 288060 h 288060"/>
                  <a:gd name="connsiteX0" fmla="*/ 34205 w 35647"/>
                  <a:gd name="connsiteY0" fmla="*/ 0 h 276508"/>
                  <a:gd name="connsiteX1" fmla="*/ 2 w 35647"/>
                  <a:gd name="connsiteY1" fmla="*/ 135659 h 276508"/>
                  <a:gd name="connsiteX2" fmla="*/ 35647 w 35647"/>
                  <a:gd name="connsiteY2" fmla="*/ 276508 h 276508"/>
                  <a:gd name="connsiteX0" fmla="*/ 34205 w 35647"/>
                  <a:gd name="connsiteY0" fmla="*/ 0 h 276508"/>
                  <a:gd name="connsiteX1" fmla="*/ 2 w 35647"/>
                  <a:gd name="connsiteY1" fmla="*/ 135659 h 276508"/>
                  <a:gd name="connsiteX2" fmla="*/ 35647 w 35647"/>
                  <a:gd name="connsiteY2" fmla="*/ 276508 h 276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647" h="276508">
                    <a:moveTo>
                      <a:pt x="34205" y="0"/>
                    </a:moveTo>
                    <a:cubicBezTo>
                      <a:pt x="34060" y="5899"/>
                      <a:pt x="-238" y="34129"/>
                      <a:pt x="2" y="135659"/>
                    </a:cubicBezTo>
                    <a:cubicBezTo>
                      <a:pt x="242" y="237189"/>
                      <a:pt x="31278" y="266892"/>
                      <a:pt x="35647" y="276508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1ACF1C96-FD29-488F-9C89-984ADB8E0EEE}"/>
                  </a:ext>
                </a:extLst>
              </p:cNvPr>
              <p:cNvCxnSpPr/>
              <p:nvPr/>
            </p:nvCxnSpPr>
            <p:spPr>
              <a:xfrm flipH="1">
                <a:off x="5640939" y="2966857"/>
                <a:ext cx="78184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FED319B8-FCDE-4A32-9D1A-2F9D146E2613}"/>
                  </a:ext>
                </a:extLst>
              </p:cNvPr>
              <p:cNvCxnSpPr/>
              <p:nvPr/>
            </p:nvCxnSpPr>
            <p:spPr>
              <a:xfrm>
                <a:off x="5676856" y="2924963"/>
                <a:ext cx="0" cy="79808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矩形 88">
                <a:extLst>
                  <a:ext uri="{FF2B5EF4-FFF2-40B4-BE49-F238E27FC236}">
                    <a16:creationId xmlns:a16="http://schemas.microsoft.com/office/drawing/2014/main" id="{FFF8945E-58DC-409A-AE59-3BC731BEE96F}"/>
                  </a:ext>
                </a:extLst>
              </p:cNvPr>
              <p:cNvSpPr/>
              <p:nvPr/>
            </p:nvSpPr>
            <p:spPr>
              <a:xfrm>
                <a:off x="5768446" y="2902744"/>
                <a:ext cx="137132" cy="291983"/>
              </a:xfrm>
              <a:custGeom>
                <a:avLst/>
                <a:gdLst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137132 w 137132"/>
                  <a:gd name="connsiteY2" fmla="*/ 291983 h 291983"/>
                  <a:gd name="connsiteX3" fmla="*/ 0 w 137132"/>
                  <a:gd name="connsiteY3" fmla="*/ 291983 h 291983"/>
                  <a:gd name="connsiteX4" fmla="*/ 0 w 137132"/>
                  <a:gd name="connsiteY4" fmla="*/ 0 h 291983"/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135766 w 137132"/>
                  <a:gd name="connsiteY2" fmla="*/ 132989 h 291983"/>
                  <a:gd name="connsiteX3" fmla="*/ 137132 w 137132"/>
                  <a:gd name="connsiteY3" fmla="*/ 291983 h 291983"/>
                  <a:gd name="connsiteX4" fmla="*/ 0 w 137132"/>
                  <a:gd name="connsiteY4" fmla="*/ 291983 h 291983"/>
                  <a:gd name="connsiteX5" fmla="*/ 0 w 137132"/>
                  <a:gd name="connsiteY5" fmla="*/ 0 h 291983"/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95285 w 137132"/>
                  <a:gd name="connsiteY2" fmla="*/ 140133 h 291983"/>
                  <a:gd name="connsiteX3" fmla="*/ 137132 w 137132"/>
                  <a:gd name="connsiteY3" fmla="*/ 291983 h 291983"/>
                  <a:gd name="connsiteX4" fmla="*/ 0 w 137132"/>
                  <a:gd name="connsiteY4" fmla="*/ 291983 h 291983"/>
                  <a:gd name="connsiteX5" fmla="*/ 0 w 137132"/>
                  <a:gd name="connsiteY5" fmla="*/ 0 h 291983"/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95285 w 137132"/>
                  <a:gd name="connsiteY2" fmla="*/ 140133 h 291983"/>
                  <a:gd name="connsiteX3" fmla="*/ 137132 w 137132"/>
                  <a:gd name="connsiteY3" fmla="*/ 291983 h 291983"/>
                  <a:gd name="connsiteX4" fmla="*/ 0 w 137132"/>
                  <a:gd name="connsiteY4" fmla="*/ 291983 h 291983"/>
                  <a:gd name="connsiteX5" fmla="*/ 0 w 137132"/>
                  <a:gd name="connsiteY5" fmla="*/ 0 h 291983"/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95285 w 137132"/>
                  <a:gd name="connsiteY2" fmla="*/ 140133 h 291983"/>
                  <a:gd name="connsiteX3" fmla="*/ 137132 w 137132"/>
                  <a:gd name="connsiteY3" fmla="*/ 291983 h 291983"/>
                  <a:gd name="connsiteX4" fmla="*/ 0 w 137132"/>
                  <a:gd name="connsiteY4" fmla="*/ 291983 h 291983"/>
                  <a:gd name="connsiteX5" fmla="*/ 0 w 137132"/>
                  <a:gd name="connsiteY5" fmla="*/ 0 h 291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132" h="291983">
                    <a:moveTo>
                      <a:pt x="0" y="0"/>
                    </a:moveTo>
                    <a:lnTo>
                      <a:pt x="137132" y="0"/>
                    </a:lnTo>
                    <a:cubicBezTo>
                      <a:pt x="103339" y="56236"/>
                      <a:pt x="95740" y="95803"/>
                      <a:pt x="95285" y="140133"/>
                    </a:cubicBezTo>
                    <a:cubicBezTo>
                      <a:pt x="95740" y="193131"/>
                      <a:pt x="100959" y="229460"/>
                      <a:pt x="137132" y="291983"/>
                    </a:cubicBezTo>
                    <a:lnTo>
                      <a:pt x="0" y="2919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A45DD71D-DE8E-43C8-AFE4-F781C385B523}"/>
                </a:ext>
              </a:extLst>
            </p:cNvPr>
            <p:cNvCxnSpPr/>
            <p:nvPr/>
          </p:nvCxnSpPr>
          <p:spPr>
            <a:xfrm flipV="1">
              <a:off x="4939687" y="3520580"/>
              <a:ext cx="0" cy="57249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8D4C52CC-5D30-40AD-ADD0-6A59F267AA47}"/>
                </a:ext>
              </a:extLst>
            </p:cNvPr>
            <p:cNvCxnSpPr/>
            <p:nvPr/>
          </p:nvCxnSpPr>
          <p:spPr>
            <a:xfrm>
              <a:off x="4934925" y="3518857"/>
              <a:ext cx="51155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8188AAB6-A045-425B-96DF-27A719240704}"/>
                </a:ext>
              </a:extLst>
            </p:cNvPr>
            <p:cNvCxnSpPr/>
            <p:nvPr/>
          </p:nvCxnSpPr>
          <p:spPr>
            <a:xfrm flipV="1">
              <a:off x="5807056" y="3515335"/>
              <a:ext cx="688115" cy="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FD1E187F-748E-4B68-B278-14EFCB2AE03D}"/>
                </a:ext>
              </a:extLst>
            </p:cNvPr>
            <p:cNvCxnSpPr/>
            <p:nvPr/>
          </p:nvCxnSpPr>
          <p:spPr>
            <a:xfrm>
              <a:off x="4759665" y="3883469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8A2F0F18-DAA7-4837-94BE-80969B2C4396}"/>
                </a:ext>
              </a:extLst>
            </p:cNvPr>
            <p:cNvCxnSpPr/>
            <p:nvPr/>
          </p:nvCxnSpPr>
          <p:spPr>
            <a:xfrm>
              <a:off x="4759665" y="3989563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1309FE2A-316E-4DCE-B54A-21963EB26DD5}"/>
                </a:ext>
              </a:extLst>
            </p:cNvPr>
            <p:cNvCxnSpPr/>
            <p:nvPr/>
          </p:nvCxnSpPr>
          <p:spPr>
            <a:xfrm>
              <a:off x="4936886" y="4088315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E798481C-C8A2-486E-A6EF-4DAE00F3BC71}"/>
                </a:ext>
              </a:extLst>
            </p:cNvPr>
            <p:cNvCxnSpPr/>
            <p:nvPr/>
          </p:nvCxnSpPr>
          <p:spPr>
            <a:xfrm>
              <a:off x="5522070" y="4085895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DED2C176-7B73-42C3-8F6C-C01D644C938F}"/>
                </a:ext>
              </a:extLst>
            </p:cNvPr>
            <p:cNvCxnSpPr/>
            <p:nvPr/>
          </p:nvCxnSpPr>
          <p:spPr>
            <a:xfrm flipV="1">
              <a:off x="6320812" y="3513399"/>
              <a:ext cx="0" cy="75227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B2662EC4-79E0-40EC-892B-87006E065398}"/>
                </a:ext>
              </a:extLst>
            </p:cNvPr>
            <p:cNvCxnSpPr/>
            <p:nvPr/>
          </p:nvCxnSpPr>
          <p:spPr>
            <a:xfrm>
              <a:off x="6180761" y="4086727"/>
              <a:ext cx="13569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A229801E-7C8F-4902-89D8-0F19E29E3A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4925" y="4622667"/>
              <a:ext cx="0" cy="31970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2EDD1D43-C11D-4A86-905D-C159197173F4}"/>
                </a:ext>
              </a:extLst>
            </p:cNvPr>
            <p:cNvCxnSpPr>
              <a:cxnSpLocks/>
            </p:cNvCxnSpPr>
            <p:nvPr/>
          </p:nvCxnSpPr>
          <p:spPr>
            <a:xfrm>
              <a:off x="4759665" y="4632401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194B93E-AC73-4807-B66A-2E69DBD0B4A5}"/>
                </a:ext>
              </a:extLst>
            </p:cNvPr>
            <p:cNvCxnSpPr>
              <a:cxnSpLocks/>
            </p:cNvCxnSpPr>
            <p:nvPr/>
          </p:nvCxnSpPr>
          <p:spPr>
            <a:xfrm>
              <a:off x="4759665" y="4738495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B4E88BA6-6346-488E-9B8E-8417DAB3B8EB}"/>
                </a:ext>
              </a:extLst>
            </p:cNvPr>
            <p:cNvCxnSpPr>
              <a:cxnSpLocks/>
            </p:cNvCxnSpPr>
            <p:nvPr/>
          </p:nvCxnSpPr>
          <p:spPr>
            <a:xfrm>
              <a:off x="4934925" y="4947138"/>
              <a:ext cx="138152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3A40A8D1-5FFD-4D2C-9639-E7C1A61A2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3193" y="4673150"/>
              <a:ext cx="0" cy="27398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B521F98-F7EE-42E7-8B6C-9EF1771B96E9}"/>
                </a:ext>
              </a:extLst>
            </p:cNvPr>
            <p:cNvCxnSpPr/>
            <p:nvPr/>
          </p:nvCxnSpPr>
          <p:spPr>
            <a:xfrm flipV="1">
              <a:off x="7485947" y="3513271"/>
              <a:ext cx="0" cy="36678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7E208F4F-74B6-4A2F-A672-23E867A16A9C}"/>
                </a:ext>
              </a:extLst>
            </p:cNvPr>
            <p:cNvCxnSpPr/>
            <p:nvPr/>
          </p:nvCxnSpPr>
          <p:spPr>
            <a:xfrm>
              <a:off x="7345298" y="3507038"/>
              <a:ext cx="72105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DD609FD-B547-49D8-8846-90997D82B0BF}"/>
                </a:ext>
              </a:extLst>
            </p:cNvPr>
            <p:cNvCxnSpPr/>
            <p:nvPr/>
          </p:nvCxnSpPr>
          <p:spPr>
            <a:xfrm flipV="1">
              <a:off x="7485629" y="4259365"/>
              <a:ext cx="0" cy="69477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DC25C4ED-2CC9-4820-A339-236E0C6A8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6688" y="4945503"/>
              <a:ext cx="1759668" cy="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ECE6F558-53BD-444C-89BA-69E2A44CCF25}"/>
                </a:ext>
              </a:extLst>
            </p:cNvPr>
            <p:cNvCxnSpPr/>
            <p:nvPr/>
          </p:nvCxnSpPr>
          <p:spPr>
            <a:xfrm flipV="1">
              <a:off x="3605326" y="4226669"/>
              <a:ext cx="0" cy="19952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A25E673A-ABDF-4F3D-95A2-33DC7EE2FECD}"/>
                </a:ext>
              </a:extLst>
            </p:cNvPr>
            <p:cNvCxnSpPr/>
            <p:nvPr/>
          </p:nvCxnSpPr>
          <p:spPr>
            <a:xfrm>
              <a:off x="3212416" y="3750139"/>
              <a:ext cx="95643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C52C244F-6A4D-45E4-A935-8D2BDC471FEE}"/>
                </a:ext>
              </a:extLst>
            </p:cNvPr>
            <p:cNvCxnSpPr/>
            <p:nvPr/>
          </p:nvCxnSpPr>
          <p:spPr>
            <a:xfrm flipV="1">
              <a:off x="3602879" y="3748738"/>
              <a:ext cx="0" cy="15036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FED8FA9D-D89E-4B85-BF0D-9DBDB6F3EB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7638" y="4770195"/>
              <a:ext cx="0" cy="15036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0B0945DD-63C4-4C54-8576-72D08B9F5608}"/>
                </a:ext>
              </a:extLst>
            </p:cNvPr>
            <p:cNvCxnSpPr>
              <a:cxnSpLocks/>
            </p:cNvCxnSpPr>
            <p:nvPr/>
          </p:nvCxnSpPr>
          <p:spPr>
            <a:xfrm>
              <a:off x="3212416" y="4916110"/>
              <a:ext cx="95643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47967572-2C01-4934-9C05-F1E73ECB9C39}"/>
                </a:ext>
              </a:extLst>
            </p:cNvPr>
            <p:cNvCxnSpPr/>
            <p:nvPr/>
          </p:nvCxnSpPr>
          <p:spPr>
            <a:xfrm flipV="1">
              <a:off x="4168853" y="3748738"/>
              <a:ext cx="0" cy="24626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77A47026-7625-4C33-9A28-AF88017C59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8853" y="4632100"/>
              <a:ext cx="0" cy="28401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3ECD57E2-5ACB-4538-99A1-C89C4500532D}"/>
                </a:ext>
              </a:extLst>
            </p:cNvPr>
            <p:cNvSpPr/>
            <p:nvPr/>
          </p:nvSpPr>
          <p:spPr>
            <a:xfrm>
              <a:off x="3582419" y="488907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0E8B537F-EB3E-4AA3-A549-FF216D3ACD8E}"/>
                </a:ext>
              </a:extLst>
            </p:cNvPr>
            <p:cNvSpPr/>
            <p:nvPr/>
          </p:nvSpPr>
          <p:spPr>
            <a:xfrm>
              <a:off x="3580991" y="373022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D16728E3-9B8F-47A5-BA88-9DFC4B263368}"/>
                </a:ext>
              </a:extLst>
            </p:cNvPr>
            <p:cNvSpPr/>
            <p:nvPr/>
          </p:nvSpPr>
          <p:spPr>
            <a:xfrm>
              <a:off x="7464582" y="348877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6D45B0B8-A6DF-4E54-8AB8-CFA596146383}"/>
                </a:ext>
              </a:extLst>
            </p:cNvPr>
            <p:cNvSpPr/>
            <p:nvPr/>
          </p:nvSpPr>
          <p:spPr>
            <a:xfrm>
              <a:off x="7464333" y="492545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36954C49-C1BD-4FEE-8324-3277EDE84D0F}"/>
                </a:ext>
              </a:extLst>
            </p:cNvPr>
            <p:cNvSpPr/>
            <p:nvPr/>
          </p:nvSpPr>
          <p:spPr>
            <a:xfrm>
              <a:off x="6300152" y="407186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7F3BB427-A6F8-49D5-B19D-3CD5FF4B221C}"/>
                </a:ext>
              </a:extLst>
            </p:cNvPr>
            <p:cNvSpPr/>
            <p:nvPr/>
          </p:nvSpPr>
          <p:spPr>
            <a:xfrm>
              <a:off x="4904300" y="461338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1C4A6B9D-0693-411B-B085-55D555F7644D}"/>
                </a:ext>
              </a:extLst>
            </p:cNvPr>
            <p:cNvSpPr/>
            <p:nvPr/>
          </p:nvSpPr>
          <p:spPr>
            <a:xfrm>
              <a:off x="4904300" y="471563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58ED9FBE-9B49-445B-8DBF-880F462C8079}"/>
                </a:ext>
              </a:extLst>
            </p:cNvPr>
            <p:cNvSpPr/>
            <p:nvPr/>
          </p:nvSpPr>
          <p:spPr>
            <a:xfrm>
              <a:off x="4919245" y="386697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28AD9EDC-AF3D-46A4-9CC8-5A17AF3E6EB9}"/>
                </a:ext>
              </a:extLst>
            </p:cNvPr>
            <p:cNvSpPr/>
            <p:nvPr/>
          </p:nvSpPr>
          <p:spPr>
            <a:xfrm>
              <a:off x="4915116" y="396630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6F4F06BD-5360-42C3-9ABF-EDC6F8A463EE}"/>
                </a:ext>
              </a:extLst>
            </p:cNvPr>
            <p:cNvSpPr/>
            <p:nvPr/>
          </p:nvSpPr>
          <p:spPr>
            <a:xfrm>
              <a:off x="6302684" y="492743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C0F72E92-FB3C-42A1-B590-3B49D9ADCD65}"/>
                </a:ext>
              </a:extLst>
            </p:cNvPr>
            <p:cNvSpPr/>
            <p:nvPr/>
          </p:nvSpPr>
          <p:spPr>
            <a:xfrm>
              <a:off x="6293916" y="3497541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DEFA9E6B-A0BD-4D05-8223-8A6B3FEBBBF0}"/>
                </a:ext>
              </a:extLst>
            </p:cNvPr>
            <p:cNvCxnSpPr/>
            <p:nvPr/>
          </p:nvCxnSpPr>
          <p:spPr>
            <a:xfrm>
              <a:off x="3218766" y="3866975"/>
              <a:ext cx="0" cy="957552"/>
            </a:xfrm>
            <a:prstGeom prst="straightConnector1">
              <a:avLst/>
            </a:prstGeom>
            <a:ln>
              <a:solidFill>
                <a:schemeClr val="bg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3997191D-54E4-4E33-9062-1C052C0C6111}"/>
                </a:ext>
              </a:extLst>
            </p:cNvPr>
            <p:cNvCxnSpPr/>
            <p:nvPr/>
          </p:nvCxnSpPr>
          <p:spPr>
            <a:xfrm>
              <a:off x="7846646" y="3650983"/>
              <a:ext cx="0" cy="1145494"/>
            </a:xfrm>
            <a:prstGeom prst="straightConnector1">
              <a:avLst/>
            </a:prstGeom>
            <a:ln>
              <a:solidFill>
                <a:schemeClr val="bg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F3B3C6F8-648A-413D-83CF-EE06710B272E}"/>
                </a:ext>
              </a:extLst>
            </p:cNvPr>
            <p:cNvSpPr txBox="1"/>
            <p:nvPr/>
          </p:nvSpPr>
          <p:spPr>
            <a:xfrm>
              <a:off x="2800386" y="4152418"/>
              <a:ext cx="434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</a:rPr>
                <a:t>Vin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B4D68600-FE2E-4743-8D22-30EA529AA2A1}"/>
                </a:ext>
              </a:extLst>
            </p:cNvPr>
            <p:cNvSpPr txBox="1"/>
            <p:nvPr/>
          </p:nvSpPr>
          <p:spPr>
            <a:xfrm>
              <a:off x="7807924" y="4026847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</a:rPr>
                <a:t>Vout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9EDD9EF9-7AE2-442E-B884-759B55F97A44}"/>
                </a:ext>
              </a:extLst>
            </p:cNvPr>
            <p:cNvSpPr/>
            <p:nvPr/>
          </p:nvSpPr>
          <p:spPr>
            <a:xfrm>
              <a:off x="3378347" y="3801063"/>
              <a:ext cx="412750" cy="1038776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5CBA8DD0-72CD-44FA-B1E0-AB1A6C920F8B}"/>
                </a:ext>
              </a:extLst>
            </p:cNvPr>
            <p:cNvSpPr/>
            <p:nvPr/>
          </p:nvSpPr>
          <p:spPr>
            <a:xfrm>
              <a:off x="5101038" y="3865485"/>
              <a:ext cx="1116873" cy="444206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BFEC5C0B-72DA-4181-AE6C-746C995C14A7}"/>
                </a:ext>
              </a:extLst>
            </p:cNvPr>
            <p:cNvSpPr txBox="1"/>
            <p:nvPr/>
          </p:nvSpPr>
          <p:spPr>
            <a:xfrm>
              <a:off x="2951170" y="3483989"/>
              <a:ext cx="120417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二极管，</a:t>
              </a:r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TVS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管缓冲</a:t>
              </a: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6AAE62FE-9027-42E4-B3CA-50C0B8D38696}"/>
                </a:ext>
              </a:extLst>
            </p:cNvPr>
            <p:cNvSpPr txBox="1"/>
            <p:nvPr/>
          </p:nvSpPr>
          <p:spPr>
            <a:xfrm>
              <a:off x="5303691" y="3657796"/>
              <a:ext cx="56778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RC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缓冲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FEF25B4C-7E2F-4ED4-AF91-A94A14B53A05}"/>
                </a:ext>
              </a:extLst>
            </p:cNvPr>
            <p:cNvSpPr txBox="1"/>
            <p:nvPr/>
          </p:nvSpPr>
          <p:spPr>
            <a:xfrm>
              <a:off x="4964600" y="5231790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某开关电源电路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431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E27DF399-7AD6-4749-9663-B1402B698A94}"/>
              </a:ext>
            </a:extLst>
          </p:cNvPr>
          <p:cNvSpPr txBox="1"/>
          <p:nvPr/>
        </p:nvSpPr>
        <p:spPr>
          <a:xfrm>
            <a:off x="718651" y="1908611"/>
            <a:ext cx="2582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电流突变</a:t>
            </a:r>
            <a:endParaRPr lang="zh-CN" altLang="en-US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2507BB-0528-4F4E-B9E6-DF3FA4D8B113}"/>
              </a:ext>
            </a:extLst>
          </p:cNvPr>
          <p:cNvSpPr/>
          <p:nvPr/>
        </p:nvSpPr>
        <p:spPr>
          <a:xfrm>
            <a:off x="3465576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/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CFA77-B2EB-43A5-9A62-A17B37CF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3" y="1659697"/>
                <a:ext cx="546354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F9E112E-DE1C-4528-919B-4929C2C1FDC2}"/>
              </a:ext>
            </a:extLst>
          </p:cNvPr>
          <p:cNvCxnSpPr>
            <a:cxnSpLocks/>
          </p:cNvCxnSpPr>
          <p:nvPr/>
        </p:nvCxnSpPr>
        <p:spPr>
          <a:xfrm>
            <a:off x="5346954" y="2231776"/>
            <a:ext cx="613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/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9B3102-FBFF-4363-A5BA-25B86E03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052" y="1954777"/>
                <a:ext cx="297180" cy="553998"/>
              </a:xfrm>
              <a:prstGeom prst="rect">
                <a:avLst/>
              </a:prstGeom>
              <a:blipFill>
                <a:blip r:embed="rId4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640D0341-F0BB-4CFE-B63A-73318B382643}"/>
              </a:ext>
            </a:extLst>
          </p:cNvPr>
          <p:cNvSpPr/>
          <p:nvPr/>
        </p:nvSpPr>
        <p:spPr>
          <a:xfrm>
            <a:off x="6929251" y="2014851"/>
            <a:ext cx="667512" cy="43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/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电压</a:t>
                </a:r>
                <a14:m>
                  <m:oMath xmlns:m="http://schemas.openxmlformats.org/officeDocument/2006/math">
                    <m:r>
                      <a:rPr lang="zh-CN" altLang="en-US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028491-D058-4EDE-88BD-1BC6878D9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782" y="1908611"/>
                <a:ext cx="1808988" cy="646331"/>
              </a:xfrm>
              <a:prstGeom prst="rect">
                <a:avLst/>
              </a:prstGeom>
              <a:blipFill>
                <a:blip r:embed="rId5"/>
                <a:stretch>
                  <a:fillRect l="-10101" t="-14151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131394-245F-4431-85AF-7E80B7E11E78}"/>
              </a:ext>
            </a:extLst>
          </p:cNvPr>
          <p:cNvCxnSpPr>
            <a:cxnSpLocks/>
          </p:cNvCxnSpPr>
          <p:nvPr/>
        </p:nvCxnSpPr>
        <p:spPr>
          <a:xfrm flipV="1">
            <a:off x="9543290" y="2231776"/>
            <a:ext cx="320040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9475A6-4F24-44F8-93E3-4530611AF8D5}"/>
                  </a:ext>
                </a:extLst>
              </p:cNvPr>
              <p:cNvSpPr txBox="1"/>
              <p:nvPr/>
            </p:nvSpPr>
            <p:spPr>
              <a:xfrm>
                <a:off x="9895334" y="1954777"/>
                <a:ext cx="2971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9475A6-4F24-44F8-93E3-4530611AF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334" y="1954777"/>
                <a:ext cx="297180" cy="553998"/>
              </a:xfrm>
              <a:prstGeom prst="rect">
                <a:avLst/>
              </a:prstGeom>
              <a:blipFill>
                <a:blip r:embed="rId6"/>
                <a:stretch>
                  <a:fillRect r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37849B96-146D-4B18-967F-7662EF506E92}"/>
              </a:ext>
            </a:extLst>
          </p:cNvPr>
          <p:cNvGrpSpPr/>
          <p:nvPr/>
        </p:nvGrpSpPr>
        <p:grpSpPr>
          <a:xfrm>
            <a:off x="882656" y="3521560"/>
            <a:ext cx="4769710" cy="1775480"/>
            <a:chOff x="2800386" y="3422812"/>
            <a:chExt cx="5562498" cy="207058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BB1CEA9-725C-4DC5-AF3B-29BF630D9191}"/>
                </a:ext>
              </a:extLst>
            </p:cNvPr>
            <p:cNvGrpSpPr/>
            <p:nvPr/>
          </p:nvGrpSpPr>
          <p:grpSpPr>
            <a:xfrm>
              <a:off x="4168853" y="3801063"/>
              <a:ext cx="592756" cy="1018952"/>
              <a:chOff x="1249757" y="3155041"/>
              <a:chExt cx="592756" cy="1018952"/>
            </a:xfrm>
          </p:grpSpPr>
          <p:sp>
            <p:nvSpPr>
              <p:cNvPr id="16" name="任意多边形 146">
                <a:extLst>
                  <a:ext uri="{FF2B5EF4-FFF2-40B4-BE49-F238E27FC236}">
                    <a16:creationId xmlns:a16="http://schemas.microsoft.com/office/drawing/2014/main" id="{F02CCD59-C18F-4B9B-9454-B30B0CD9A759}"/>
                  </a:ext>
                </a:extLst>
              </p:cNvPr>
              <p:cNvSpPr/>
              <p:nvPr/>
            </p:nvSpPr>
            <p:spPr>
              <a:xfrm rot="5400000">
                <a:off x="1293080" y="3547957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任意多边形 147">
                <a:extLst>
                  <a:ext uri="{FF2B5EF4-FFF2-40B4-BE49-F238E27FC236}">
                    <a16:creationId xmlns:a16="http://schemas.microsoft.com/office/drawing/2014/main" id="{1BE0A513-84CD-4129-9B9D-BE806DB89101}"/>
                  </a:ext>
                </a:extLst>
              </p:cNvPr>
              <p:cNvSpPr/>
              <p:nvPr/>
            </p:nvSpPr>
            <p:spPr>
              <a:xfrm rot="5400000">
                <a:off x="1293080" y="3712263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 148">
                <a:extLst>
                  <a:ext uri="{FF2B5EF4-FFF2-40B4-BE49-F238E27FC236}">
                    <a16:creationId xmlns:a16="http://schemas.microsoft.com/office/drawing/2014/main" id="{53F35778-745E-4873-A9FA-8C97298CE9FB}"/>
                  </a:ext>
                </a:extLst>
              </p:cNvPr>
              <p:cNvSpPr/>
              <p:nvPr/>
            </p:nvSpPr>
            <p:spPr>
              <a:xfrm rot="5400000">
                <a:off x="1293080" y="3871808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任意多边形 149">
                <a:extLst>
                  <a:ext uri="{FF2B5EF4-FFF2-40B4-BE49-F238E27FC236}">
                    <a16:creationId xmlns:a16="http://schemas.microsoft.com/office/drawing/2014/main" id="{64F9D302-3A25-4AB6-B01C-D822D828574D}"/>
                  </a:ext>
                </a:extLst>
              </p:cNvPr>
              <p:cNvSpPr/>
              <p:nvPr/>
            </p:nvSpPr>
            <p:spPr>
              <a:xfrm rot="5400000">
                <a:off x="1293081" y="3388414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26798600-B0F7-469E-B6EA-EEA6FB253078}"/>
                  </a:ext>
                </a:extLst>
              </p:cNvPr>
              <p:cNvGrpSpPr/>
              <p:nvPr/>
            </p:nvGrpSpPr>
            <p:grpSpPr>
              <a:xfrm>
                <a:off x="1674539" y="3342044"/>
                <a:ext cx="73757" cy="647699"/>
                <a:chOff x="2956806" y="3564859"/>
                <a:chExt cx="73757" cy="647699"/>
              </a:xfrm>
            </p:grpSpPr>
            <p:sp>
              <p:nvSpPr>
                <p:cNvPr id="42" name="任意多边形 161">
                  <a:extLst>
                    <a:ext uri="{FF2B5EF4-FFF2-40B4-BE49-F238E27FC236}">
                      <a16:creationId xmlns:a16="http://schemas.microsoft.com/office/drawing/2014/main" id="{8CA051ED-9B40-4DBF-90CE-45236F5948B6}"/>
                    </a:ext>
                  </a:extLst>
                </p:cNvPr>
                <p:cNvSpPr/>
                <p:nvPr/>
              </p:nvSpPr>
              <p:spPr>
                <a:xfrm rot="16200000">
                  <a:off x="2911532" y="3933983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任意多边形 162">
                  <a:extLst>
                    <a:ext uri="{FF2B5EF4-FFF2-40B4-BE49-F238E27FC236}">
                      <a16:creationId xmlns:a16="http://schemas.microsoft.com/office/drawing/2014/main" id="{6B8F7F8D-6C22-4645-9678-4F25D569E28D}"/>
                    </a:ext>
                  </a:extLst>
                </p:cNvPr>
                <p:cNvSpPr/>
                <p:nvPr/>
              </p:nvSpPr>
              <p:spPr>
                <a:xfrm rot="16200000">
                  <a:off x="2911532" y="3769677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任意多边形 163">
                  <a:extLst>
                    <a:ext uri="{FF2B5EF4-FFF2-40B4-BE49-F238E27FC236}">
                      <a16:creationId xmlns:a16="http://schemas.microsoft.com/office/drawing/2014/main" id="{DB27C2D5-91F0-4812-9BF4-EF8F5CD8C5E8}"/>
                    </a:ext>
                  </a:extLst>
                </p:cNvPr>
                <p:cNvSpPr/>
                <p:nvPr/>
              </p:nvSpPr>
              <p:spPr>
                <a:xfrm rot="16200000">
                  <a:off x="2911531" y="3610134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任意多边形 164">
                  <a:extLst>
                    <a:ext uri="{FF2B5EF4-FFF2-40B4-BE49-F238E27FC236}">
                      <a16:creationId xmlns:a16="http://schemas.microsoft.com/office/drawing/2014/main" id="{F40DE9AE-416C-4D47-8CC9-CED169DA2A52}"/>
                    </a:ext>
                  </a:extLst>
                </p:cNvPr>
                <p:cNvSpPr/>
                <p:nvPr/>
              </p:nvSpPr>
              <p:spPr>
                <a:xfrm rot="16200000">
                  <a:off x="2911531" y="4093528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FF2D4752-6BF3-43A5-B8E9-74317373E2E6}"/>
                  </a:ext>
                </a:extLst>
              </p:cNvPr>
              <p:cNvCxnSpPr/>
              <p:nvPr/>
            </p:nvCxnSpPr>
            <p:spPr>
              <a:xfrm>
                <a:off x="1509464" y="3155041"/>
                <a:ext cx="0" cy="10163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69C9308D-D6F2-4720-8ADE-643CAE993C2E}"/>
                  </a:ext>
                </a:extLst>
              </p:cNvPr>
              <p:cNvCxnSpPr/>
              <p:nvPr/>
            </p:nvCxnSpPr>
            <p:spPr>
              <a:xfrm>
                <a:off x="1458211" y="3157599"/>
                <a:ext cx="0" cy="10163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3C1B90CB-A148-41B9-AA90-F983C7DEDE2E}"/>
                  </a:ext>
                </a:extLst>
              </p:cNvPr>
              <p:cNvSpPr/>
              <p:nvPr/>
            </p:nvSpPr>
            <p:spPr>
              <a:xfrm>
                <a:off x="1333776" y="3888206"/>
                <a:ext cx="45719" cy="457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4FCF0733-3FBF-42EE-B06E-275FC3F969F3}"/>
                  </a:ext>
                </a:extLst>
              </p:cNvPr>
              <p:cNvSpPr/>
              <p:nvPr/>
            </p:nvSpPr>
            <p:spPr>
              <a:xfrm>
                <a:off x="1582403" y="3401336"/>
                <a:ext cx="45719" cy="457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19C22202-2BD9-4DB7-B405-781F40FFCEEE}"/>
                  </a:ext>
                </a:extLst>
              </p:cNvPr>
              <p:cNvSpPr/>
              <p:nvPr/>
            </p:nvSpPr>
            <p:spPr>
              <a:xfrm>
                <a:off x="1702576" y="3401336"/>
                <a:ext cx="45719" cy="457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6B8604EC-0AD2-42CA-BE75-849259903893}"/>
                  </a:ext>
                </a:extLst>
              </p:cNvPr>
              <p:cNvGrpSpPr/>
              <p:nvPr/>
            </p:nvGrpSpPr>
            <p:grpSpPr>
              <a:xfrm>
                <a:off x="1554367" y="3342044"/>
                <a:ext cx="73757" cy="647699"/>
                <a:chOff x="2956806" y="3564859"/>
                <a:chExt cx="73757" cy="647699"/>
              </a:xfrm>
            </p:grpSpPr>
            <p:sp>
              <p:nvSpPr>
                <p:cNvPr id="38" name="任意多边形 193">
                  <a:extLst>
                    <a:ext uri="{FF2B5EF4-FFF2-40B4-BE49-F238E27FC236}">
                      <a16:creationId xmlns:a16="http://schemas.microsoft.com/office/drawing/2014/main" id="{C992A0A4-FF74-4E8B-B632-8B97CD31F60D}"/>
                    </a:ext>
                  </a:extLst>
                </p:cNvPr>
                <p:cNvSpPr/>
                <p:nvPr/>
              </p:nvSpPr>
              <p:spPr>
                <a:xfrm rot="16200000">
                  <a:off x="2911532" y="3933983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任意多边形 194">
                  <a:extLst>
                    <a:ext uri="{FF2B5EF4-FFF2-40B4-BE49-F238E27FC236}">
                      <a16:creationId xmlns:a16="http://schemas.microsoft.com/office/drawing/2014/main" id="{A06E045C-CE55-4E21-91B3-DF69A3C2612D}"/>
                    </a:ext>
                  </a:extLst>
                </p:cNvPr>
                <p:cNvSpPr/>
                <p:nvPr/>
              </p:nvSpPr>
              <p:spPr>
                <a:xfrm rot="16200000">
                  <a:off x="2911532" y="3769677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任意多边形 195">
                  <a:extLst>
                    <a:ext uri="{FF2B5EF4-FFF2-40B4-BE49-F238E27FC236}">
                      <a16:creationId xmlns:a16="http://schemas.microsoft.com/office/drawing/2014/main" id="{783F9052-0C57-44AA-8555-29D371E18164}"/>
                    </a:ext>
                  </a:extLst>
                </p:cNvPr>
                <p:cNvSpPr/>
                <p:nvPr/>
              </p:nvSpPr>
              <p:spPr>
                <a:xfrm rot="16200000">
                  <a:off x="2911531" y="3610134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任意多边形 196">
                  <a:extLst>
                    <a:ext uri="{FF2B5EF4-FFF2-40B4-BE49-F238E27FC236}">
                      <a16:creationId xmlns:a16="http://schemas.microsoft.com/office/drawing/2014/main" id="{58394F5A-07EF-484D-AB3E-57CF28493A43}"/>
                    </a:ext>
                  </a:extLst>
                </p:cNvPr>
                <p:cNvSpPr/>
                <p:nvPr/>
              </p:nvSpPr>
              <p:spPr>
                <a:xfrm rot="16200000">
                  <a:off x="2911531" y="4093528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C5D9051E-B88F-477D-AE49-A77EC57EA718}"/>
                  </a:ext>
                </a:extLst>
              </p:cNvPr>
              <p:cNvCxnSpPr/>
              <p:nvPr/>
            </p:nvCxnSpPr>
            <p:spPr>
              <a:xfrm rot="5400000">
                <a:off x="1549827" y="3292538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752557F-D1AF-4833-AB7E-CDA450783275}"/>
                  </a:ext>
                </a:extLst>
              </p:cNvPr>
              <p:cNvCxnSpPr/>
              <p:nvPr/>
            </p:nvCxnSpPr>
            <p:spPr>
              <a:xfrm rot="5400000">
                <a:off x="1549486" y="4042726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584C26C-0F85-4A26-9BF9-9362C7EA2F5D}"/>
                  </a:ext>
                </a:extLst>
              </p:cNvPr>
              <p:cNvCxnSpPr/>
              <p:nvPr/>
            </p:nvCxnSpPr>
            <p:spPr>
              <a:xfrm>
                <a:off x="1731785" y="3345218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583CECC-CA75-475A-90E0-E8B592AF9685}"/>
                  </a:ext>
                </a:extLst>
              </p:cNvPr>
              <p:cNvCxnSpPr/>
              <p:nvPr/>
            </p:nvCxnSpPr>
            <p:spPr>
              <a:xfrm>
                <a:off x="1730976" y="3986077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1CB5D000-732B-4731-8926-D73195A3C6E9}"/>
                  </a:ext>
                </a:extLst>
              </p:cNvPr>
              <p:cNvCxnSpPr/>
              <p:nvPr/>
            </p:nvCxnSpPr>
            <p:spPr>
              <a:xfrm>
                <a:off x="1600689" y="4092473"/>
                <a:ext cx="24101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8F57583B-4BFC-48CE-A3B0-3AF4D2DF0197}"/>
                  </a:ext>
                </a:extLst>
              </p:cNvPr>
              <p:cNvCxnSpPr/>
              <p:nvPr/>
            </p:nvCxnSpPr>
            <p:spPr>
              <a:xfrm>
                <a:off x="1599554" y="3239553"/>
                <a:ext cx="24101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9489CB2C-8668-416B-9BE0-C66F05D2E595}"/>
                  </a:ext>
                </a:extLst>
              </p:cNvPr>
              <p:cNvCxnSpPr/>
              <p:nvPr/>
            </p:nvCxnSpPr>
            <p:spPr>
              <a:xfrm>
                <a:off x="1252257" y="3988922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834CA9E1-20EC-49F7-A269-16B016929990}"/>
                  </a:ext>
                </a:extLst>
              </p:cNvPr>
              <p:cNvCxnSpPr/>
              <p:nvPr/>
            </p:nvCxnSpPr>
            <p:spPr>
              <a:xfrm>
                <a:off x="1249757" y="3346810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53228CC1-9D74-45F7-9CE1-C6A9B4C876C0}"/>
                </a:ext>
              </a:extLst>
            </p:cNvPr>
            <p:cNvGrpSpPr/>
            <p:nvPr/>
          </p:nvGrpSpPr>
          <p:grpSpPr>
            <a:xfrm>
              <a:off x="6096000" y="4929116"/>
              <a:ext cx="381001" cy="299946"/>
              <a:chOff x="1965350" y="2777562"/>
              <a:chExt cx="381001" cy="299946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3F5D177-6EA5-45B9-9FA4-D87F7268D455}"/>
                  </a:ext>
                </a:extLst>
              </p:cNvPr>
              <p:cNvCxnSpPr/>
              <p:nvPr/>
            </p:nvCxnSpPr>
            <p:spPr>
              <a:xfrm>
                <a:off x="2038375" y="2949012"/>
                <a:ext cx="30797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5D3A1270-0B26-4C82-8F3D-546FC6E957D5}"/>
                  </a:ext>
                </a:extLst>
              </p:cNvPr>
              <p:cNvCxnSpPr/>
              <p:nvPr/>
            </p:nvCxnSpPr>
            <p:spPr>
              <a:xfrm flipH="1">
                <a:off x="1965350" y="2949012"/>
                <a:ext cx="73026" cy="12849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11362E2-5BA0-4B58-8C46-2E869E75E4FF}"/>
                  </a:ext>
                </a:extLst>
              </p:cNvPr>
              <p:cNvCxnSpPr/>
              <p:nvPr/>
            </p:nvCxnSpPr>
            <p:spPr>
              <a:xfrm flipH="1">
                <a:off x="2119337" y="2949012"/>
                <a:ext cx="73026" cy="12849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F696741-F9E5-494D-BC96-4D769B41CB1C}"/>
                  </a:ext>
                </a:extLst>
              </p:cNvPr>
              <p:cNvCxnSpPr/>
              <p:nvPr/>
            </p:nvCxnSpPr>
            <p:spPr>
              <a:xfrm flipH="1">
                <a:off x="2273325" y="2949012"/>
                <a:ext cx="73026" cy="12849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EDD6E740-5D60-4ABA-91C9-F8BA153BEBD9}"/>
                  </a:ext>
                </a:extLst>
              </p:cNvPr>
              <p:cNvCxnSpPr/>
              <p:nvPr/>
            </p:nvCxnSpPr>
            <p:spPr>
              <a:xfrm flipV="1">
                <a:off x="2192362" y="2777562"/>
                <a:ext cx="0" cy="17145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F0C85B8B-8E5E-43FE-A416-D66A896D9CE5}"/>
                </a:ext>
              </a:extLst>
            </p:cNvPr>
            <p:cNvGrpSpPr/>
            <p:nvPr/>
          </p:nvGrpSpPr>
          <p:grpSpPr>
            <a:xfrm>
              <a:off x="3486926" y="4419783"/>
              <a:ext cx="233329" cy="376693"/>
              <a:chOff x="3218276" y="2711450"/>
              <a:chExt cx="233329" cy="376693"/>
            </a:xfrm>
            <a:solidFill>
              <a:srgbClr val="FF0000"/>
            </a:solidFill>
          </p:grpSpPr>
          <p:sp>
            <p:nvSpPr>
              <p:cNvPr id="53" name="等腰三角形 52">
                <a:extLst>
                  <a:ext uri="{FF2B5EF4-FFF2-40B4-BE49-F238E27FC236}">
                    <a16:creationId xmlns:a16="http://schemas.microsoft.com/office/drawing/2014/main" id="{68501D09-41AB-4214-BE92-9C7356630BE6}"/>
                  </a:ext>
                </a:extLst>
              </p:cNvPr>
              <p:cNvSpPr/>
              <p:nvPr/>
            </p:nvSpPr>
            <p:spPr>
              <a:xfrm rot="10800000">
                <a:off x="3240088" y="2823006"/>
                <a:ext cx="193399" cy="153581"/>
              </a:xfrm>
              <a:prstGeom prst="triangl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FEFDD31F-21C1-4F0C-A00C-CF1306DA849A}"/>
                  </a:ext>
                </a:extLst>
              </p:cNvPr>
              <p:cNvCxnSpPr/>
              <p:nvPr/>
            </p:nvCxnSpPr>
            <p:spPr>
              <a:xfrm flipH="1">
                <a:off x="3263900" y="2981349"/>
                <a:ext cx="142875" cy="0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0CC406B1-2FF7-442C-A1F1-0E9F413A498D}"/>
                  </a:ext>
                </a:extLst>
              </p:cNvPr>
              <p:cNvCxnSpPr>
                <a:endCxn id="53" idx="0"/>
              </p:cNvCxnSpPr>
              <p:nvPr/>
            </p:nvCxnSpPr>
            <p:spPr>
              <a:xfrm rot="10800000">
                <a:off x="3336787" y="2976587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1486E53-3C85-49E6-AFB4-53B815BB9016}"/>
                  </a:ext>
                </a:extLst>
              </p:cNvPr>
              <p:cNvCxnSpPr/>
              <p:nvPr/>
            </p:nvCxnSpPr>
            <p:spPr>
              <a:xfrm rot="10800000">
                <a:off x="3336787" y="2711450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FD601EBE-A29C-4ABE-8699-C9DEF7AC0E69}"/>
                  </a:ext>
                </a:extLst>
              </p:cNvPr>
              <p:cNvCxnSpPr/>
              <p:nvPr/>
            </p:nvCxnSpPr>
            <p:spPr>
              <a:xfrm flipH="1" flipV="1">
                <a:off x="3403842" y="2978968"/>
                <a:ext cx="47763" cy="46013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E03B9A4-E262-4305-82A7-FCD5F459E034}"/>
                  </a:ext>
                </a:extLst>
              </p:cNvPr>
              <p:cNvCxnSpPr/>
              <p:nvPr/>
            </p:nvCxnSpPr>
            <p:spPr>
              <a:xfrm flipH="1" flipV="1">
                <a:off x="3218276" y="2933750"/>
                <a:ext cx="47763" cy="46013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F6ED84B4-92E3-47E6-85DB-6CD47F96558A}"/>
                </a:ext>
              </a:extLst>
            </p:cNvPr>
            <p:cNvGrpSpPr/>
            <p:nvPr/>
          </p:nvGrpSpPr>
          <p:grpSpPr>
            <a:xfrm>
              <a:off x="3506694" y="3887498"/>
              <a:ext cx="196850" cy="376693"/>
              <a:chOff x="3043238" y="1138940"/>
              <a:chExt cx="196850" cy="376693"/>
            </a:xfrm>
            <a:solidFill>
              <a:srgbClr val="FF0000"/>
            </a:solidFill>
          </p:grpSpPr>
          <p:sp>
            <p:nvSpPr>
              <p:cNvPr id="60" name="等腰三角形 59">
                <a:extLst>
                  <a:ext uri="{FF2B5EF4-FFF2-40B4-BE49-F238E27FC236}">
                    <a16:creationId xmlns:a16="http://schemas.microsoft.com/office/drawing/2014/main" id="{DEFA99BE-6C75-4DC4-99FD-D7A967F08885}"/>
                  </a:ext>
                </a:extLst>
              </p:cNvPr>
              <p:cNvSpPr/>
              <p:nvPr/>
            </p:nvSpPr>
            <p:spPr>
              <a:xfrm>
                <a:off x="3045101" y="1250496"/>
                <a:ext cx="193399" cy="153581"/>
              </a:xfrm>
              <a:prstGeom prst="triangl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5F9B4BE-64E1-49AC-84B4-1D8B0A05793B}"/>
                  </a:ext>
                </a:extLst>
              </p:cNvPr>
              <p:cNvCxnSpPr/>
              <p:nvPr/>
            </p:nvCxnSpPr>
            <p:spPr>
              <a:xfrm>
                <a:off x="3043238" y="1245734"/>
                <a:ext cx="196850" cy="0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845C0D2E-92EB-449A-9AC7-CB01B365A504}"/>
                  </a:ext>
                </a:extLst>
              </p:cNvPr>
              <p:cNvCxnSpPr>
                <a:endCxn id="60" idx="0"/>
              </p:cNvCxnSpPr>
              <p:nvPr/>
            </p:nvCxnSpPr>
            <p:spPr>
              <a:xfrm>
                <a:off x="3138625" y="1138940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C6DA4F2F-3D88-46A9-9699-2337E008106D}"/>
                  </a:ext>
                </a:extLst>
              </p:cNvPr>
              <p:cNvCxnSpPr/>
              <p:nvPr/>
            </p:nvCxnSpPr>
            <p:spPr>
              <a:xfrm>
                <a:off x="3138625" y="1404077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D299FF74-73EE-45C2-9EB3-CC8CB113301C}"/>
                </a:ext>
              </a:extLst>
            </p:cNvPr>
            <p:cNvGrpSpPr/>
            <p:nvPr/>
          </p:nvGrpSpPr>
          <p:grpSpPr>
            <a:xfrm rot="5400000">
              <a:off x="5524495" y="3332890"/>
              <a:ext cx="196850" cy="376693"/>
              <a:chOff x="3043238" y="1138940"/>
              <a:chExt cx="196850" cy="376693"/>
            </a:xfrm>
          </p:grpSpPr>
          <p:sp>
            <p:nvSpPr>
              <p:cNvPr id="65" name="等腰三角形 64">
                <a:extLst>
                  <a:ext uri="{FF2B5EF4-FFF2-40B4-BE49-F238E27FC236}">
                    <a16:creationId xmlns:a16="http://schemas.microsoft.com/office/drawing/2014/main" id="{D52120D6-F304-4FBB-8DB1-283CA5146DD9}"/>
                  </a:ext>
                </a:extLst>
              </p:cNvPr>
              <p:cNvSpPr/>
              <p:nvPr/>
            </p:nvSpPr>
            <p:spPr>
              <a:xfrm>
                <a:off x="3045101" y="1250496"/>
                <a:ext cx="193399" cy="153581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5109C750-75ED-4B04-974E-3C61D57E3A98}"/>
                  </a:ext>
                </a:extLst>
              </p:cNvPr>
              <p:cNvCxnSpPr/>
              <p:nvPr/>
            </p:nvCxnSpPr>
            <p:spPr>
              <a:xfrm>
                <a:off x="3043238" y="1245734"/>
                <a:ext cx="196850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0D35274E-F645-446D-AA59-8D7ACA3467BD}"/>
                  </a:ext>
                </a:extLst>
              </p:cNvPr>
              <p:cNvCxnSpPr>
                <a:endCxn id="65" idx="0"/>
              </p:cNvCxnSpPr>
              <p:nvPr/>
            </p:nvCxnSpPr>
            <p:spPr>
              <a:xfrm>
                <a:off x="3138625" y="1138940"/>
                <a:ext cx="3176" cy="11155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A6D4D9E0-8C32-4428-B111-511FBC4CCB3C}"/>
                  </a:ext>
                </a:extLst>
              </p:cNvPr>
              <p:cNvCxnSpPr/>
              <p:nvPr/>
            </p:nvCxnSpPr>
            <p:spPr>
              <a:xfrm>
                <a:off x="3138625" y="1404077"/>
                <a:ext cx="3176" cy="11155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B94ADA6-074E-4309-8458-3772DBE82DE0}"/>
                </a:ext>
              </a:extLst>
            </p:cNvPr>
            <p:cNvGrpSpPr/>
            <p:nvPr/>
          </p:nvGrpSpPr>
          <p:grpSpPr>
            <a:xfrm>
              <a:off x="6491996" y="3461906"/>
              <a:ext cx="862013" cy="73756"/>
              <a:chOff x="1493467" y="1883870"/>
              <a:chExt cx="862013" cy="73756"/>
            </a:xfrm>
          </p:grpSpPr>
          <p:sp>
            <p:nvSpPr>
              <p:cNvPr id="70" name="任意多边形 301">
                <a:extLst>
                  <a:ext uri="{FF2B5EF4-FFF2-40B4-BE49-F238E27FC236}">
                    <a16:creationId xmlns:a16="http://schemas.microsoft.com/office/drawing/2014/main" id="{68BE9CF5-06E0-451A-886E-6188F8FD4FD0}"/>
                  </a:ext>
                </a:extLst>
              </p:cNvPr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任意多边形 302">
                <a:extLst>
                  <a:ext uri="{FF2B5EF4-FFF2-40B4-BE49-F238E27FC236}">
                    <a16:creationId xmlns:a16="http://schemas.microsoft.com/office/drawing/2014/main" id="{50FF1A09-E240-45D3-8AAC-C544598492CF}"/>
                  </a:ext>
                </a:extLst>
              </p:cNvPr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任意多边形 303">
                <a:extLst>
                  <a:ext uri="{FF2B5EF4-FFF2-40B4-BE49-F238E27FC236}">
                    <a16:creationId xmlns:a16="http://schemas.microsoft.com/office/drawing/2014/main" id="{C56C3E3D-892B-46DE-A81E-CD1BFA1D781A}"/>
                  </a:ext>
                </a:extLst>
              </p:cNvPr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任意多边形 304">
                <a:extLst>
                  <a:ext uri="{FF2B5EF4-FFF2-40B4-BE49-F238E27FC236}">
                    <a16:creationId xmlns:a16="http://schemas.microsoft.com/office/drawing/2014/main" id="{0C8C33B2-3D39-4119-9311-10D87C813A03}"/>
                  </a:ext>
                </a:extLst>
              </p:cNvPr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31FFE56F-068E-4C3F-A7E7-3824A4F36805}"/>
                  </a:ext>
                </a:extLst>
              </p:cNvPr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096136C0-7FAB-4C04-B3CB-E54B2831A12A}"/>
                  </a:ext>
                </a:extLst>
              </p:cNvPr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CF705351-6062-49BB-9F2A-114FB7F06050}"/>
                </a:ext>
              </a:extLst>
            </p:cNvPr>
            <p:cNvGrpSpPr/>
            <p:nvPr/>
          </p:nvGrpSpPr>
          <p:grpSpPr>
            <a:xfrm>
              <a:off x="5112146" y="3947665"/>
              <a:ext cx="411164" cy="291983"/>
              <a:chOff x="5612081" y="2321455"/>
              <a:chExt cx="411164" cy="291983"/>
            </a:xfrm>
            <a:solidFill>
              <a:srgbClr val="FF0000">
                <a:alpha val="20000"/>
              </a:srgbClr>
            </a:solidFill>
          </p:grpSpPr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75C72CF3-B0FD-458F-8BEC-ABD69FEFA293}"/>
                  </a:ext>
                </a:extLst>
              </p:cNvPr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F67A6C80-9114-47B3-87FA-11ADAA9BE66F}"/>
                  </a:ext>
                </a:extLst>
              </p:cNvPr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AB8623D0-C847-4A69-AAC3-3B1F8AD01A5A}"/>
                  </a:ext>
                </a:extLst>
              </p:cNvPr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56C42F77-A3DC-406B-A660-1817BA6BF5D2}"/>
                  </a:ext>
                </a:extLst>
              </p:cNvPr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9B7FC9EF-8BFD-429A-BD73-42FA128A4D42}"/>
                  </a:ext>
                </a:extLst>
              </p:cNvPr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BBE42950-9B90-4A15-B066-D5AE982BFFA7}"/>
                </a:ext>
              </a:extLst>
            </p:cNvPr>
            <p:cNvGrpSpPr/>
            <p:nvPr/>
          </p:nvGrpSpPr>
          <p:grpSpPr>
            <a:xfrm>
              <a:off x="5685061" y="4027005"/>
              <a:ext cx="498875" cy="119062"/>
              <a:chOff x="6299131" y="2402242"/>
              <a:chExt cx="498875" cy="119062"/>
            </a:xfrm>
          </p:grpSpPr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1670AB0D-299D-4F30-B562-8F7EC99524CD}"/>
                  </a:ext>
                </a:extLst>
              </p:cNvPr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F0055BD0-547E-455C-AD9E-9D6CBB22BCF7}"/>
                  </a:ext>
                </a:extLst>
              </p:cNvPr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8193305F-B991-439F-89A9-63DA355A2EE6}"/>
                  </a:ext>
                </a:extLst>
              </p:cNvPr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494D0B81-E46A-4D4F-B21B-7FE0C3B62F9B}"/>
                  </a:ext>
                </a:extLst>
              </p:cNvPr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87FB0EFE-EF1C-4A9E-A992-25FBF75AF7F4}"/>
                  </a:ext>
                </a:extLst>
              </p:cNvPr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5B7CC5A8-C88C-4574-A604-7F1F8907E1F3}"/>
                  </a:ext>
                </a:extLst>
              </p:cNvPr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004D3E9B-32B7-45B1-A7CF-AEC5766B7A9B}"/>
                  </a:ext>
                </a:extLst>
              </p:cNvPr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4B0DABBD-383E-4953-BF8B-EBAB8F6DEAC9}"/>
                  </a:ext>
                </a:extLst>
              </p:cNvPr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767E652F-48AB-4B95-9DE4-B49A9D6812F8}"/>
                  </a:ext>
                </a:extLst>
              </p:cNvPr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0565F9FE-E0D6-48FA-A488-F446496604C9}"/>
                </a:ext>
              </a:extLst>
            </p:cNvPr>
            <p:cNvGrpSpPr/>
            <p:nvPr/>
          </p:nvGrpSpPr>
          <p:grpSpPr>
            <a:xfrm rot="5400000">
              <a:off x="6110870" y="4323005"/>
              <a:ext cx="411164" cy="291983"/>
              <a:chOff x="5612081" y="2321455"/>
              <a:chExt cx="411164" cy="291983"/>
            </a:xfrm>
          </p:grpSpPr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B80FC1CC-EB7E-4A60-93C4-751255B3F4A9}"/>
                  </a:ext>
                </a:extLst>
              </p:cNvPr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C12B3B3A-16D9-4C28-8340-A9CE2A7D6FED}"/>
                  </a:ext>
                </a:extLst>
              </p:cNvPr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05603D1D-85DF-4CD7-ADB2-16553F56589D}"/>
                  </a:ext>
                </a:extLst>
              </p:cNvPr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05941F08-8F6C-4D3E-B7E7-F8905EB29EAB}"/>
                  </a:ext>
                </a:extLst>
              </p:cNvPr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FF5561CF-2F2E-487E-ACC1-BDCDB60A85D4}"/>
                  </a:ext>
                </a:extLst>
              </p:cNvPr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DD3AE46C-F696-4908-8374-B81D74D85063}"/>
                </a:ext>
              </a:extLst>
            </p:cNvPr>
            <p:cNvGrpSpPr/>
            <p:nvPr/>
          </p:nvGrpSpPr>
          <p:grpSpPr>
            <a:xfrm rot="5400000">
              <a:off x="7275287" y="3929832"/>
              <a:ext cx="411164" cy="291989"/>
              <a:chOff x="5612081" y="2902738"/>
              <a:chExt cx="411164" cy="291989"/>
            </a:xfrm>
          </p:grpSpPr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77488723-CF3D-4ACD-A44E-7CABA78A434C}"/>
                  </a:ext>
                </a:extLst>
              </p:cNvPr>
              <p:cNvCxnSpPr/>
              <p:nvPr/>
            </p:nvCxnSpPr>
            <p:spPr>
              <a:xfrm>
                <a:off x="5768451" y="2902738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94CB6057-A444-4744-A7B3-CE3592D207EE}"/>
                  </a:ext>
                </a:extLst>
              </p:cNvPr>
              <p:cNvCxnSpPr/>
              <p:nvPr/>
            </p:nvCxnSpPr>
            <p:spPr>
              <a:xfrm flipH="1">
                <a:off x="5866876" y="3046348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04C110D3-E69C-4312-9038-79495523BE08}"/>
                  </a:ext>
                </a:extLst>
              </p:cNvPr>
              <p:cNvCxnSpPr/>
              <p:nvPr/>
            </p:nvCxnSpPr>
            <p:spPr>
              <a:xfrm flipH="1">
                <a:off x="5612081" y="3046231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任意多边形 333">
                <a:extLst>
                  <a:ext uri="{FF2B5EF4-FFF2-40B4-BE49-F238E27FC236}">
                    <a16:creationId xmlns:a16="http://schemas.microsoft.com/office/drawing/2014/main" id="{09777D03-E094-4011-909E-134395B0B36F}"/>
                  </a:ext>
                </a:extLst>
              </p:cNvPr>
              <p:cNvSpPr/>
              <p:nvPr/>
            </p:nvSpPr>
            <p:spPr>
              <a:xfrm>
                <a:off x="5864163" y="2904944"/>
                <a:ext cx="41419" cy="285014"/>
              </a:xfrm>
              <a:custGeom>
                <a:avLst/>
                <a:gdLst>
                  <a:gd name="connsiteX0" fmla="*/ 44786 w 44786"/>
                  <a:gd name="connsiteY0" fmla="*/ 0 h 285750"/>
                  <a:gd name="connsiteX1" fmla="*/ 336 w 44786"/>
                  <a:gd name="connsiteY1" fmla="*/ 133350 h 285750"/>
                  <a:gd name="connsiteX2" fmla="*/ 25736 w 44786"/>
                  <a:gd name="connsiteY2" fmla="*/ 285750 h 285750"/>
                  <a:gd name="connsiteX0" fmla="*/ 44786 w 44786"/>
                  <a:gd name="connsiteY0" fmla="*/ 0 h 285750"/>
                  <a:gd name="connsiteX1" fmla="*/ 336 w 44786"/>
                  <a:gd name="connsiteY1" fmla="*/ 133350 h 285750"/>
                  <a:gd name="connsiteX2" fmla="*/ 25736 w 44786"/>
                  <a:gd name="connsiteY2" fmla="*/ 285750 h 285750"/>
                  <a:gd name="connsiteX0" fmla="*/ 44737 w 44737"/>
                  <a:gd name="connsiteY0" fmla="*/ 0 h 285750"/>
                  <a:gd name="connsiteX1" fmla="*/ 287 w 44737"/>
                  <a:gd name="connsiteY1" fmla="*/ 133350 h 285750"/>
                  <a:gd name="connsiteX2" fmla="*/ 25687 w 44737"/>
                  <a:gd name="connsiteY2" fmla="*/ 285750 h 285750"/>
                  <a:gd name="connsiteX0" fmla="*/ 44453 w 45896"/>
                  <a:gd name="connsiteY0" fmla="*/ 0 h 311162"/>
                  <a:gd name="connsiteX1" fmla="*/ 3 w 45896"/>
                  <a:gd name="connsiteY1" fmla="*/ 133350 h 311162"/>
                  <a:gd name="connsiteX2" fmla="*/ 45896 w 45896"/>
                  <a:gd name="connsiteY2" fmla="*/ 311162 h 311162"/>
                  <a:gd name="connsiteX0" fmla="*/ 44476 w 44476"/>
                  <a:gd name="connsiteY0" fmla="*/ 0 h 292681"/>
                  <a:gd name="connsiteX1" fmla="*/ 26 w 44476"/>
                  <a:gd name="connsiteY1" fmla="*/ 133350 h 292681"/>
                  <a:gd name="connsiteX2" fmla="*/ 37721 w 44476"/>
                  <a:gd name="connsiteY2" fmla="*/ 292681 h 292681"/>
                  <a:gd name="connsiteX0" fmla="*/ 44476 w 44476"/>
                  <a:gd name="connsiteY0" fmla="*/ 0 h 292681"/>
                  <a:gd name="connsiteX1" fmla="*/ 26 w 44476"/>
                  <a:gd name="connsiteY1" fmla="*/ 140280 h 292681"/>
                  <a:gd name="connsiteX2" fmla="*/ 37721 w 44476"/>
                  <a:gd name="connsiteY2" fmla="*/ 292681 h 292681"/>
                  <a:gd name="connsiteX0" fmla="*/ 44486 w 44486"/>
                  <a:gd name="connsiteY0" fmla="*/ 0 h 292681"/>
                  <a:gd name="connsiteX1" fmla="*/ 36 w 44486"/>
                  <a:gd name="connsiteY1" fmla="*/ 140280 h 292681"/>
                  <a:gd name="connsiteX2" fmla="*/ 37731 w 44486"/>
                  <a:gd name="connsiteY2" fmla="*/ 292681 h 292681"/>
                  <a:gd name="connsiteX0" fmla="*/ 44464 w 44464"/>
                  <a:gd name="connsiteY0" fmla="*/ 0 h 292681"/>
                  <a:gd name="connsiteX1" fmla="*/ 14 w 44464"/>
                  <a:gd name="connsiteY1" fmla="*/ 140280 h 292681"/>
                  <a:gd name="connsiteX2" fmla="*/ 37709 w 44464"/>
                  <a:gd name="connsiteY2" fmla="*/ 292681 h 292681"/>
                  <a:gd name="connsiteX0" fmla="*/ 44476 w 44476"/>
                  <a:gd name="connsiteY0" fmla="*/ 0 h 292681"/>
                  <a:gd name="connsiteX1" fmla="*/ 26 w 44476"/>
                  <a:gd name="connsiteY1" fmla="*/ 140280 h 292681"/>
                  <a:gd name="connsiteX2" fmla="*/ 37721 w 44476"/>
                  <a:gd name="connsiteY2" fmla="*/ 292681 h 292681"/>
                  <a:gd name="connsiteX0" fmla="*/ 44935 w 44935"/>
                  <a:gd name="connsiteY0" fmla="*/ 0 h 292681"/>
                  <a:gd name="connsiteX1" fmla="*/ 485 w 44935"/>
                  <a:gd name="connsiteY1" fmla="*/ 140280 h 292681"/>
                  <a:gd name="connsiteX2" fmla="*/ 38180 w 44935"/>
                  <a:gd name="connsiteY2" fmla="*/ 292681 h 292681"/>
                  <a:gd name="connsiteX0" fmla="*/ 44464 w 44464"/>
                  <a:gd name="connsiteY0" fmla="*/ 0 h 292681"/>
                  <a:gd name="connsiteX1" fmla="*/ 14 w 44464"/>
                  <a:gd name="connsiteY1" fmla="*/ 140280 h 292681"/>
                  <a:gd name="connsiteX2" fmla="*/ 37709 w 44464"/>
                  <a:gd name="connsiteY2" fmla="*/ 292681 h 292681"/>
                  <a:gd name="connsiteX0" fmla="*/ 34211 w 37703"/>
                  <a:gd name="connsiteY0" fmla="*/ 0 h 288060"/>
                  <a:gd name="connsiteX1" fmla="*/ 8 w 37703"/>
                  <a:gd name="connsiteY1" fmla="*/ 135659 h 288060"/>
                  <a:gd name="connsiteX2" fmla="*/ 37703 w 37703"/>
                  <a:gd name="connsiteY2" fmla="*/ 288060 h 288060"/>
                  <a:gd name="connsiteX0" fmla="*/ 34211 w 37703"/>
                  <a:gd name="connsiteY0" fmla="*/ 0 h 288060"/>
                  <a:gd name="connsiteX1" fmla="*/ 8 w 37703"/>
                  <a:gd name="connsiteY1" fmla="*/ 135659 h 288060"/>
                  <a:gd name="connsiteX2" fmla="*/ 37703 w 37703"/>
                  <a:gd name="connsiteY2" fmla="*/ 288060 h 288060"/>
                  <a:gd name="connsiteX0" fmla="*/ 34205 w 35647"/>
                  <a:gd name="connsiteY0" fmla="*/ 0 h 276508"/>
                  <a:gd name="connsiteX1" fmla="*/ 2 w 35647"/>
                  <a:gd name="connsiteY1" fmla="*/ 135659 h 276508"/>
                  <a:gd name="connsiteX2" fmla="*/ 35647 w 35647"/>
                  <a:gd name="connsiteY2" fmla="*/ 276508 h 276508"/>
                  <a:gd name="connsiteX0" fmla="*/ 34205 w 35647"/>
                  <a:gd name="connsiteY0" fmla="*/ 0 h 276508"/>
                  <a:gd name="connsiteX1" fmla="*/ 2 w 35647"/>
                  <a:gd name="connsiteY1" fmla="*/ 135659 h 276508"/>
                  <a:gd name="connsiteX2" fmla="*/ 35647 w 35647"/>
                  <a:gd name="connsiteY2" fmla="*/ 276508 h 276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647" h="276508">
                    <a:moveTo>
                      <a:pt x="34205" y="0"/>
                    </a:moveTo>
                    <a:cubicBezTo>
                      <a:pt x="34060" y="5899"/>
                      <a:pt x="-238" y="34129"/>
                      <a:pt x="2" y="135659"/>
                    </a:cubicBezTo>
                    <a:cubicBezTo>
                      <a:pt x="242" y="237189"/>
                      <a:pt x="31278" y="266892"/>
                      <a:pt x="35647" y="276508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1ACF1C96-FD29-488F-9C89-984ADB8E0EEE}"/>
                  </a:ext>
                </a:extLst>
              </p:cNvPr>
              <p:cNvCxnSpPr/>
              <p:nvPr/>
            </p:nvCxnSpPr>
            <p:spPr>
              <a:xfrm flipH="1">
                <a:off x="5640939" y="2966857"/>
                <a:ext cx="78184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FED319B8-FCDE-4A32-9D1A-2F9D146E2613}"/>
                  </a:ext>
                </a:extLst>
              </p:cNvPr>
              <p:cNvCxnSpPr/>
              <p:nvPr/>
            </p:nvCxnSpPr>
            <p:spPr>
              <a:xfrm>
                <a:off x="5676856" y="2924963"/>
                <a:ext cx="0" cy="79808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矩形 88">
                <a:extLst>
                  <a:ext uri="{FF2B5EF4-FFF2-40B4-BE49-F238E27FC236}">
                    <a16:creationId xmlns:a16="http://schemas.microsoft.com/office/drawing/2014/main" id="{FFF8945E-58DC-409A-AE59-3BC731BEE96F}"/>
                  </a:ext>
                </a:extLst>
              </p:cNvPr>
              <p:cNvSpPr/>
              <p:nvPr/>
            </p:nvSpPr>
            <p:spPr>
              <a:xfrm>
                <a:off x="5768446" y="2902744"/>
                <a:ext cx="137132" cy="291983"/>
              </a:xfrm>
              <a:custGeom>
                <a:avLst/>
                <a:gdLst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137132 w 137132"/>
                  <a:gd name="connsiteY2" fmla="*/ 291983 h 291983"/>
                  <a:gd name="connsiteX3" fmla="*/ 0 w 137132"/>
                  <a:gd name="connsiteY3" fmla="*/ 291983 h 291983"/>
                  <a:gd name="connsiteX4" fmla="*/ 0 w 137132"/>
                  <a:gd name="connsiteY4" fmla="*/ 0 h 291983"/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135766 w 137132"/>
                  <a:gd name="connsiteY2" fmla="*/ 132989 h 291983"/>
                  <a:gd name="connsiteX3" fmla="*/ 137132 w 137132"/>
                  <a:gd name="connsiteY3" fmla="*/ 291983 h 291983"/>
                  <a:gd name="connsiteX4" fmla="*/ 0 w 137132"/>
                  <a:gd name="connsiteY4" fmla="*/ 291983 h 291983"/>
                  <a:gd name="connsiteX5" fmla="*/ 0 w 137132"/>
                  <a:gd name="connsiteY5" fmla="*/ 0 h 291983"/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95285 w 137132"/>
                  <a:gd name="connsiteY2" fmla="*/ 140133 h 291983"/>
                  <a:gd name="connsiteX3" fmla="*/ 137132 w 137132"/>
                  <a:gd name="connsiteY3" fmla="*/ 291983 h 291983"/>
                  <a:gd name="connsiteX4" fmla="*/ 0 w 137132"/>
                  <a:gd name="connsiteY4" fmla="*/ 291983 h 291983"/>
                  <a:gd name="connsiteX5" fmla="*/ 0 w 137132"/>
                  <a:gd name="connsiteY5" fmla="*/ 0 h 291983"/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95285 w 137132"/>
                  <a:gd name="connsiteY2" fmla="*/ 140133 h 291983"/>
                  <a:gd name="connsiteX3" fmla="*/ 137132 w 137132"/>
                  <a:gd name="connsiteY3" fmla="*/ 291983 h 291983"/>
                  <a:gd name="connsiteX4" fmla="*/ 0 w 137132"/>
                  <a:gd name="connsiteY4" fmla="*/ 291983 h 291983"/>
                  <a:gd name="connsiteX5" fmla="*/ 0 w 137132"/>
                  <a:gd name="connsiteY5" fmla="*/ 0 h 291983"/>
                  <a:gd name="connsiteX0" fmla="*/ 0 w 137132"/>
                  <a:gd name="connsiteY0" fmla="*/ 0 h 291983"/>
                  <a:gd name="connsiteX1" fmla="*/ 137132 w 137132"/>
                  <a:gd name="connsiteY1" fmla="*/ 0 h 291983"/>
                  <a:gd name="connsiteX2" fmla="*/ 95285 w 137132"/>
                  <a:gd name="connsiteY2" fmla="*/ 140133 h 291983"/>
                  <a:gd name="connsiteX3" fmla="*/ 137132 w 137132"/>
                  <a:gd name="connsiteY3" fmla="*/ 291983 h 291983"/>
                  <a:gd name="connsiteX4" fmla="*/ 0 w 137132"/>
                  <a:gd name="connsiteY4" fmla="*/ 291983 h 291983"/>
                  <a:gd name="connsiteX5" fmla="*/ 0 w 137132"/>
                  <a:gd name="connsiteY5" fmla="*/ 0 h 291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132" h="291983">
                    <a:moveTo>
                      <a:pt x="0" y="0"/>
                    </a:moveTo>
                    <a:lnTo>
                      <a:pt x="137132" y="0"/>
                    </a:lnTo>
                    <a:cubicBezTo>
                      <a:pt x="103339" y="56236"/>
                      <a:pt x="95740" y="95803"/>
                      <a:pt x="95285" y="140133"/>
                    </a:cubicBezTo>
                    <a:cubicBezTo>
                      <a:pt x="95740" y="193131"/>
                      <a:pt x="100959" y="229460"/>
                      <a:pt x="137132" y="291983"/>
                    </a:cubicBezTo>
                    <a:lnTo>
                      <a:pt x="0" y="2919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A45DD71D-DE8E-43C8-AFE4-F781C385B523}"/>
                </a:ext>
              </a:extLst>
            </p:cNvPr>
            <p:cNvCxnSpPr/>
            <p:nvPr/>
          </p:nvCxnSpPr>
          <p:spPr>
            <a:xfrm flipV="1">
              <a:off x="4939687" y="3520580"/>
              <a:ext cx="0" cy="57249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8D4C52CC-5D30-40AD-ADD0-6A59F267AA47}"/>
                </a:ext>
              </a:extLst>
            </p:cNvPr>
            <p:cNvCxnSpPr/>
            <p:nvPr/>
          </p:nvCxnSpPr>
          <p:spPr>
            <a:xfrm>
              <a:off x="4934925" y="3518857"/>
              <a:ext cx="51155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8188AAB6-A045-425B-96DF-27A719240704}"/>
                </a:ext>
              </a:extLst>
            </p:cNvPr>
            <p:cNvCxnSpPr/>
            <p:nvPr/>
          </p:nvCxnSpPr>
          <p:spPr>
            <a:xfrm flipV="1">
              <a:off x="5807056" y="3515335"/>
              <a:ext cx="688115" cy="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FD1E187F-748E-4B68-B278-14EFCB2AE03D}"/>
                </a:ext>
              </a:extLst>
            </p:cNvPr>
            <p:cNvCxnSpPr/>
            <p:nvPr/>
          </p:nvCxnSpPr>
          <p:spPr>
            <a:xfrm>
              <a:off x="4759665" y="3883469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8A2F0F18-DAA7-4837-94BE-80969B2C4396}"/>
                </a:ext>
              </a:extLst>
            </p:cNvPr>
            <p:cNvCxnSpPr/>
            <p:nvPr/>
          </p:nvCxnSpPr>
          <p:spPr>
            <a:xfrm>
              <a:off x="4759665" y="3989563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1309FE2A-316E-4DCE-B54A-21963EB26DD5}"/>
                </a:ext>
              </a:extLst>
            </p:cNvPr>
            <p:cNvCxnSpPr/>
            <p:nvPr/>
          </p:nvCxnSpPr>
          <p:spPr>
            <a:xfrm>
              <a:off x="4936886" y="4088315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E798481C-C8A2-486E-A6EF-4DAE00F3BC71}"/>
                </a:ext>
              </a:extLst>
            </p:cNvPr>
            <p:cNvCxnSpPr/>
            <p:nvPr/>
          </p:nvCxnSpPr>
          <p:spPr>
            <a:xfrm>
              <a:off x="5522070" y="4085895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DED2C176-7B73-42C3-8F6C-C01D644C938F}"/>
                </a:ext>
              </a:extLst>
            </p:cNvPr>
            <p:cNvCxnSpPr/>
            <p:nvPr/>
          </p:nvCxnSpPr>
          <p:spPr>
            <a:xfrm flipV="1">
              <a:off x="6320812" y="3513399"/>
              <a:ext cx="0" cy="75227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B2662EC4-79E0-40EC-892B-87006E065398}"/>
                </a:ext>
              </a:extLst>
            </p:cNvPr>
            <p:cNvCxnSpPr/>
            <p:nvPr/>
          </p:nvCxnSpPr>
          <p:spPr>
            <a:xfrm>
              <a:off x="6180761" y="4086727"/>
              <a:ext cx="13569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A229801E-7C8F-4902-89D8-0F19E29E3A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4925" y="4622667"/>
              <a:ext cx="0" cy="31970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2EDD1D43-C11D-4A86-905D-C159197173F4}"/>
                </a:ext>
              </a:extLst>
            </p:cNvPr>
            <p:cNvCxnSpPr>
              <a:cxnSpLocks/>
            </p:cNvCxnSpPr>
            <p:nvPr/>
          </p:nvCxnSpPr>
          <p:spPr>
            <a:xfrm>
              <a:off x="4759665" y="4632401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194B93E-AC73-4807-B66A-2E69DBD0B4A5}"/>
                </a:ext>
              </a:extLst>
            </p:cNvPr>
            <p:cNvCxnSpPr>
              <a:cxnSpLocks/>
            </p:cNvCxnSpPr>
            <p:nvPr/>
          </p:nvCxnSpPr>
          <p:spPr>
            <a:xfrm>
              <a:off x="4759665" y="4738495"/>
              <a:ext cx="17526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B4E88BA6-6346-488E-9B8E-8417DAB3B8EB}"/>
                </a:ext>
              </a:extLst>
            </p:cNvPr>
            <p:cNvCxnSpPr>
              <a:cxnSpLocks/>
            </p:cNvCxnSpPr>
            <p:nvPr/>
          </p:nvCxnSpPr>
          <p:spPr>
            <a:xfrm>
              <a:off x="4934925" y="4947138"/>
              <a:ext cx="138152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3A40A8D1-5FFD-4D2C-9639-E7C1A61A2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3193" y="4673150"/>
              <a:ext cx="0" cy="27398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B521F98-F7EE-42E7-8B6C-9EF1771B96E9}"/>
                </a:ext>
              </a:extLst>
            </p:cNvPr>
            <p:cNvCxnSpPr/>
            <p:nvPr/>
          </p:nvCxnSpPr>
          <p:spPr>
            <a:xfrm flipV="1">
              <a:off x="7485947" y="3513271"/>
              <a:ext cx="0" cy="36678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7E208F4F-74B6-4A2F-A672-23E867A16A9C}"/>
                </a:ext>
              </a:extLst>
            </p:cNvPr>
            <p:cNvCxnSpPr/>
            <p:nvPr/>
          </p:nvCxnSpPr>
          <p:spPr>
            <a:xfrm>
              <a:off x="7345298" y="3507038"/>
              <a:ext cx="72105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DD609FD-B547-49D8-8846-90997D82B0BF}"/>
                </a:ext>
              </a:extLst>
            </p:cNvPr>
            <p:cNvCxnSpPr/>
            <p:nvPr/>
          </p:nvCxnSpPr>
          <p:spPr>
            <a:xfrm flipV="1">
              <a:off x="7485629" y="4259365"/>
              <a:ext cx="0" cy="69477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DC25C4ED-2CC9-4820-A339-236E0C6A8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6688" y="4945503"/>
              <a:ext cx="1759668" cy="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ECE6F558-53BD-444C-89BA-69E2A44CCF25}"/>
                </a:ext>
              </a:extLst>
            </p:cNvPr>
            <p:cNvCxnSpPr/>
            <p:nvPr/>
          </p:nvCxnSpPr>
          <p:spPr>
            <a:xfrm flipV="1">
              <a:off x="3605326" y="4226669"/>
              <a:ext cx="0" cy="19952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A25E673A-ABDF-4F3D-95A2-33DC7EE2FECD}"/>
                </a:ext>
              </a:extLst>
            </p:cNvPr>
            <p:cNvCxnSpPr/>
            <p:nvPr/>
          </p:nvCxnSpPr>
          <p:spPr>
            <a:xfrm>
              <a:off x="3212416" y="3750139"/>
              <a:ext cx="95643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C52C244F-6A4D-45E4-A935-8D2BDC471FEE}"/>
                </a:ext>
              </a:extLst>
            </p:cNvPr>
            <p:cNvCxnSpPr/>
            <p:nvPr/>
          </p:nvCxnSpPr>
          <p:spPr>
            <a:xfrm flipV="1">
              <a:off x="3602879" y="3748738"/>
              <a:ext cx="0" cy="15036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FED8FA9D-D89E-4B85-BF0D-9DBDB6F3EB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7638" y="4770195"/>
              <a:ext cx="0" cy="15036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0B0945DD-63C4-4C54-8576-72D08B9F5608}"/>
                </a:ext>
              </a:extLst>
            </p:cNvPr>
            <p:cNvCxnSpPr>
              <a:cxnSpLocks/>
            </p:cNvCxnSpPr>
            <p:nvPr/>
          </p:nvCxnSpPr>
          <p:spPr>
            <a:xfrm>
              <a:off x="3212416" y="4916110"/>
              <a:ext cx="95643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47967572-2C01-4934-9C05-F1E73ECB9C39}"/>
                </a:ext>
              </a:extLst>
            </p:cNvPr>
            <p:cNvCxnSpPr/>
            <p:nvPr/>
          </p:nvCxnSpPr>
          <p:spPr>
            <a:xfrm flipV="1">
              <a:off x="4168853" y="3748738"/>
              <a:ext cx="0" cy="24626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77A47026-7625-4C33-9A28-AF88017C59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8853" y="4632100"/>
              <a:ext cx="0" cy="28401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3ECD57E2-5ACB-4538-99A1-C89C4500532D}"/>
                </a:ext>
              </a:extLst>
            </p:cNvPr>
            <p:cNvSpPr/>
            <p:nvPr/>
          </p:nvSpPr>
          <p:spPr>
            <a:xfrm>
              <a:off x="3582419" y="488907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0E8B537F-EB3E-4AA3-A549-FF216D3ACD8E}"/>
                </a:ext>
              </a:extLst>
            </p:cNvPr>
            <p:cNvSpPr/>
            <p:nvPr/>
          </p:nvSpPr>
          <p:spPr>
            <a:xfrm>
              <a:off x="3580991" y="373022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D16728E3-9B8F-47A5-BA88-9DFC4B263368}"/>
                </a:ext>
              </a:extLst>
            </p:cNvPr>
            <p:cNvSpPr/>
            <p:nvPr/>
          </p:nvSpPr>
          <p:spPr>
            <a:xfrm>
              <a:off x="7464582" y="348877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6D45B0B8-A6DF-4E54-8AB8-CFA596146383}"/>
                </a:ext>
              </a:extLst>
            </p:cNvPr>
            <p:cNvSpPr/>
            <p:nvPr/>
          </p:nvSpPr>
          <p:spPr>
            <a:xfrm>
              <a:off x="7464333" y="492545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36954C49-C1BD-4FEE-8324-3277EDE84D0F}"/>
                </a:ext>
              </a:extLst>
            </p:cNvPr>
            <p:cNvSpPr/>
            <p:nvPr/>
          </p:nvSpPr>
          <p:spPr>
            <a:xfrm>
              <a:off x="6300152" y="407186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7F3BB427-A6F8-49D5-B19D-3CD5FF4B221C}"/>
                </a:ext>
              </a:extLst>
            </p:cNvPr>
            <p:cNvSpPr/>
            <p:nvPr/>
          </p:nvSpPr>
          <p:spPr>
            <a:xfrm>
              <a:off x="4904300" y="461338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1C4A6B9D-0693-411B-B085-55D555F7644D}"/>
                </a:ext>
              </a:extLst>
            </p:cNvPr>
            <p:cNvSpPr/>
            <p:nvPr/>
          </p:nvSpPr>
          <p:spPr>
            <a:xfrm>
              <a:off x="4904300" y="471563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58ED9FBE-9B49-445B-8DBF-880F462C8079}"/>
                </a:ext>
              </a:extLst>
            </p:cNvPr>
            <p:cNvSpPr/>
            <p:nvPr/>
          </p:nvSpPr>
          <p:spPr>
            <a:xfrm>
              <a:off x="4919245" y="386697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28AD9EDC-AF3D-46A4-9CC8-5A17AF3E6EB9}"/>
                </a:ext>
              </a:extLst>
            </p:cNvPr>
            <p:cNvSpPr/>
            <p:nvPr/>
          </p:nvSpPr>
          <p:spPr>
            <a:xfrm>
              <a:off x="4915116" y="396630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6F4F06BD-5360-42C3-9ABF-EDC6F8A463EE}"/>
                </a:ext>
              </a:extLst>
            </p:cNvPr>
            <p:cNvSpPr/>
            <p:nvPr/>
          </p:nvSpPr>
          <p:spPr>
            <a:xfrm>
              <a:off x="6302684" y="492743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C0F72E92-FB3C-42A1-B590-3B49D9ADCD65}"/>
                </a:ext>
              </a:extLst>
            </p:cNvPr>
            <p:cNvSpPr/>
            <p:nvPr/>
          </p:nvSpPr>
          <p:spPr>
            <a:xfrm>
              <a:off x="6293916" y="3497541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DEFA9E6B-A0BD-4D05-8223-8A6B3FEBBBF0}"/>
                </a:ext>
              </a:extLst>
            </p:cNvPr>
            <p:cNvCxnSpPr/>
            <p:nvPr/>
          </p:nvCxnSpPr>
          <p:spPr>
            <a:xfrm>
              <a:off x="3218766" y="3866975"/>
              <a:ext cx="0" cy="957552"/>
            </a:xfrm>
            <a:prstGeom prst="straightConnector1">
              <a:avLst/>
            </a:prstGeom>
            <a:ln>
              <a:solidFill>
                <a:schemeClr val="bg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3997191D-54E4-4E33-9062-1C052C0C6111}"/>
                </a:ext>
              </a:extLst>
            </p:cNvPr>
            <p:cNvCxnSpPr/>
            <p:nvPr/>
          </p:nvCxnSpPr>
          <p:spPr>
            <a:xfrm>
              <a:off x="7846646" y="3650983"/>
              <a:ext cx="0" cy="1145494"/>
            </a:xfrm>
            <a:prstGeom prst="straightConnector1">
              <a:avLst/>
            </a:prstGeom>
            <a:ln>
              <a:solidFill>
                <a:schemeClr val="bg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F3B3C6F8-648A-413D-83CF-EE06710B272E}"/>
                </a:ext>
              </a:extLst>
            </p:cNvPr>
            <p:cNvSpPr txBox="1"/>
            <p:nvPr/>
          </p:nvSpPr>
          <p:spPr>
            <a:xfrm>
              <a:off x="2800386" y="4152418"/>
              <a:ext cx="434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</a:rPr>
                <a:t>Vin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B4D68600-FE2E-4743-8D22-30EA529AA2A1}"/>
                </a:ext>
              </a:extLst>
            </p:cNvPr>
            <p:cNvSpPr txBox="1"/>
            <p:nvPr/>
          </p:nvSpPr>
          <p:spPr>
            <a:xfrm>
              <a:off x="7807924" y="4026847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</a:rPr>
                <a:t>Vout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9EDD9EF9-7AE2-442E-B884-759B55F97A44}"/>
                </a:ext>
              </a:extLst>
            </p:cNvPr>
            <p:cNvSpPr/>
            <p:nvPr/>
          </p:nvSpPr>
          <p:spPr>
            <a:xfrm>
              <a:off x="3378347" y="3801063"/>
              <a:ext cx="412750" cy="1038776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5CBA8DD0-72CD-44FA-B1E0-AB1A6C920F8B}"/>
                </a:ext>
              </a:extLst>
            </p:cNvPr>
            <p:cNvSpPr/>
            <p:nvPr/>
          </p:nvSpPr>
          <p:spPr>
            <a:xfrm>
              <a:off x="5101038" y="3865485"/>
              <a:ext cx="1116873" cy="444206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BFEC5C0B-72DA-4181-AE6C-746C995C14A7}"/>
                </a:ext>
              </a:extLst>
            </p:cNvPr>
            <p:cNvSpPr txBox="1"/>
            <p:nvPr/>
          </p:nvSpPr>
          <p:spPr>
            <a:xfrm>
              <a:off x="2951170" y="3483989"/>
              <a:ext cx="120417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二极管，</a:t>
              </a:r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TVS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管缓冲</a:t>
              </a: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6AAE62FE-9027-42E4-B3CA-50C0B8D38696}"/>
                </a:ext>
              </a:extLst>
            </p:cNvPr>
            <p:cNvSpPr txBox="1"/>
            <p:nvPr/>
          </p:nvSpPr>
          <p:spPr>
            <a:xfrm>
              <a:off x="5303691" y="3657796"/>
              <a:ext cx="56778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RC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缓冲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FEF25B4C-7E2F-4ED4-AF91-A94A14B53A05}"/>
                </a:ext>
              </a:extLst>
            </p:cNvPr>
            <p:cNvSpPr txBox="1"/>
            <p:nvPr/>
          </p:nvSpPr>
          <p:spPr>
            <a:xfrm>
              <a:off x="4964600" y="5231790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某开关电源电路</a:t>
              </a:r>
            </a:p>
          </p:txBody>
        </p:sp>
      </p:grp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33E6DC89-6DC7-42B4-BB80-43FB68F42150}"/>
              </a:ext>
            </a:extLst>
          </p:cNvPr>
          <p:cNvGrpSpPr/>
          <p:nvPr/>
        </p:nvGrpSpPr>
        <p:grpSpPr>
          <a:xfrm>
            <a:off x="7495585" y="2878107"/>
            <a:ext cx="2970847" cy="2809875"/>
            <a:chOff x="6999738" y="3020834"/>
            <a:chExt cx="2970847" cy="2809875"/>
          </a:xfrm>
        </p:grpSpPr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60F37278-C968-4931-A120-9939F40EB393}"/>
                </a:ext>
              </a:extLst>
            </p:cNvPr>
            <p:cNvSpPr/>
            <p:nvPr/>
          </p:nvSpPr>
          <p:spPr>
            <a:xfrm>
              <a:off x="7741566" y="3729428"/>
              <a:ext cx="412750" cy="539913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8E022ADB-91D5-46F5-84BB-369DA942A000}"/>
                </a:ext>
              </a:extLst>
            </p:cNvPr>
            <p:cNvGrpSpPr/>
            <p:nvPr/>
          </p:nvGrpSpPr>
          <p:grpSpPr>
            <a:xfrm>
              <a:off x="8534828" y="3243793"/>
              <a:ext cx="53340" cy="147320"/>
              <a:chOff x="2156460" y="2773680"/>
              <a:chExt cx="53340" cy="147320"/>
            </a:xfrm>
          </p:grpSpPr>
          <p:sp>
            <p:nvSpPr>
              <p:cNvPr id="247" name="椭圆 246">
                <a:extLst>
                  <a:ext uri="{FF2B5EF4-FFF2-40B4-BE49-F238E27FC236}">
                    <a16:creationId xmlns:a16="http://schemas.microsoft.com/office/drawing/2014/main" id="{D19FDFAD-AF3D-4731-B3E0-38E756D556DC}"/>
                  </a:ext>
                </a:extLst>
              </p:cNvPr>
              <p:cNvSpPr/>
              <p:nvPr/>
            </p:nvSpPr>
            <p:spPr>
              <a:xfrm>
                <a:off x="2156460" y="2773680"/>
                <a:ext cx="53340" cy="5334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6EEA98EA-562C-4379-B6AA-E96AAF108D28}"/>
                  </a:ext>
                </a:extLst>
              </p:cNvPr>
              <p:cNvCxnSpPr/>
              <p:nvPr/>
            </p:nvCxnSpPr>
            <p:spPr>
              <a:xfrm>
                <a:off x="2183321" y="2819209"/>
                <a:ext cx="0" cy="10179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D154733D-0438-4D64-94BE-FDCCCA2D67D9}"/>
                </a:ext>
              </a:extLst>
            </p:cNvPr>
            <p:cNvGrpSpPr/>
            <p:nvPr/>
          </p:nvGrpSpPr>
          <p:grpSpPr>
            <a:xfrm>
              <a:off x="7855219" y="3831503"/>
              <a:ext cx="196850" cy="376693"/>
              <a:chOff x="3043238" y="1138940"/>
              <a:chExt cx="196850" cy="376693"/>
            </a:xfrm>
            <a:solidFill>
              <a:srgbClr val="FF0000"/>
            </a:solidFill>
          </p:grpSpPr>
          <p:sp>
            <p:nvSpPr>
              <p:cNvPr id="243" name="等腰三角形 242">
                <a:extLst>
                  <a:ext uri="{FF2B5EF4-FFF2-40B4-BE49-F238E27FC236}">
                    <a16:creationId xmlns:a16="http://schemas.microsoft.com/office/drawing/2014/main" id="{C1C48749-C75E-4D98-8485-B898C5552B56}"/>
                  </a:ext>
                </a:extLst>
              </p:cNvPr>
              <p:cNvSpPr/>
              <p:nvPr/>
            </p:nvSpPr>
            <p:spPr>
              <a:xfrm>
                <a:off x="3045101" y="1250496"/>
                <a:ext cx="193399" cy="153581"/>
              </a:xfrm>
              <a:prstGeom prst="triangl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4" name="直接连接符 243">
                <a:extLst>
                  <a:ext uri="{FF2B5EF4-FFF2-40B4-BE49-F238E27FC236}">
                    <a16:creationId xmlns:a16="http://schemas.microsoft.com/office/drawing/2014/main" id="{238B3DAE-6271-4629-AEB2-59B699F4D1A9}"/>
                  </a:ext>
                </a:extLst>
              </p:cNvPr>
              <p:cNvCxnSpPr/>
              <p:nvPr/>
            </p:nvCxnSpPr>
            <p:spPr>
              <a:xfrm>
                <a:off x="3043238" y="1245734"/>
                <a:ext cx="196850" cy="0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>
                <a:extLst>
                  <a:ext uri="{FF2B5EF4-FFF2-40B4-BE49-F238E27FC236}">
                    <a16:creationId xmlns:a16="http://schemas.microsoft.com/office/drawing/2014/main" id="{3429F2C9-BB55-4C53-B5D7-869A98C5626F}"/>
                  </a:ext>
                </a:extLst>
              </p:cNvPr>
              <p:cNvCxnSpPr>
                <a:endCxn id="243" idx="0"/>
              </p:cNvCxnSpPr>
              <p:nvPr/>
            </p:nvCxnSpPr>
            <p:spPr>
              <a:xfrm>
                <a:off x="3138625" y="1138940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71A0E2EA-5F2C-45FF-9712-0B22682E4B7B}"/>
                  </a:ext>
                </a:extLst>
              </p:cNvPr>
              <p:cNvCxnSpPr/>
              <p:nvPr/>
            </p:nvCxnSpPr>
            <p:spPr>
              <a:xfrm>
                <a:off x="3138625" y="1404077"/>
                <a:ext cx="3176" cy="111556"/>
              </a:xfrm>
              <a:prstGeom prst="line">
                <a:avLst/>
              </a:prstGeom>
              <a:grp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770F0D30-DF90-400C-8688-D39DCC1A17B2}"/>
                </a:ext>
              </a:extLst>
            </p:cNvPr>
            <p:cNvGrpSpPr/>
            <p:nvPr/>
          </p:nvGrpSpPr>
          <p:grpSpPr>
            <a:xfrm>
              <a:off x="8426648" y="5287387"/>
              <a:ext cx="279400" cy="265112"/>
              <a:chOff x="4276725" y="3573463"/>
              <a:chExt cx="279400" cy="265112"/>
            </a:xfrm>
          </p:grpSpPr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0CC5026E-C61B-4CEF-AAAB-7F956441A86A}"/>
                  </a:ext>
                </a:extLst>
              </p:cNvPr>
              <p:cNvCxnSpPr/>
              <p:nvPr/>
            </p:nvCxnSpPr>
            <p:spPr>
              <a:xfrm>
                <a:off x="4276725" y="3717925"/>
                <a:ext cx="279400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507F141D-B67F-484C-B708-97FACADFB3C3}"/>
                  </a:ext>
                </a:extLst>
              </p:cNvPr>
              <p:cNvCxnSpPr/>
              <p:nvPr/>
            </p:nvCxnSpPr>
            <p:spPr>
              <a:xfrm>
                <a:off x="4318000" y="3759200"/>
                <a:ext cx="19367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804FD501-9511-4C52-995D-E2F5B820D649}"/>
                  </a:ext>
                </a:extLst>
              </p:cNvPr>
              <p:cNvCxnSpPr/>
              <p:nvPr/>
            </p:nvCxnSpPr>
            <p:spPr>
              <a:xfrm>
                <a:off x="4359275" y="3800475"/>
                <a:ext cx="107950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>
                <a:extLst>
                  <a:ext uri="{FF2B5EF4-FFF2-40B4-BE49-F238E27FC236}">
                    <a16:creationId xmlns:a16="http://schemas.microsoft.com/office/drawing/2014/main" id="{208FD46D-5522-405E-A52B-5FE970F2D2DC}"/>
                  </a:ext>
                </a:extLst>
              </p:cNvPr>
              <p:cNvCxnSpPr/>
              <p:nvPr/>
            </p:nvCxnSpPr>
            <p:spPr>
              <a:xfrm>
                <a:off x="4414837" y="3838575"/>
                <a:ext cx="0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>
                <a:extLst>
                  <a:ext uri="{FF2B5EF4-FFF2-40B4-BE49-F238E27FC236}">
                    <a16:creationId xmlns:a16="http://schemas.microsoft.com/office/drawing/2014/main" id="{4295C633-5ABD-42EE-9003-159D2070E69E}"/>
                  </a:ext>
                </a:extLst>
              </p:cNvPr>
              <p:cNvCxnSpPr/>
              <p:nvPr/>
            </p:nvCxnSpPr>
            <p:spPr>
              <a:xfrm flipV="1">
                <a:off x="4413250" y="3573463"/>
                <a:ext cx="0" cy="1444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 241">
                <a:extLst>
                  <a:ext uri="{FF2B5EF4-FFF2-40B4-BE49-F238E27FC236}">
                    <a16:creationId xmlns:a16="http://schemas.microsoft.com/office/drawing/2014/main" id="{21C97A61-0049-48C8-9958-72486B709BF9}"/>
                  </a:ext>
                </a:extLst>
              </p:cNvPr>
              <p:cNvCxnSpPr/>
              <p:nvPr/>
            </p:nvCxnSpPr>
            <p:spPr>
              <a:xfrm>
                <a:off x="4384675" y="3835400"/>
                <a:ext cx="5397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D924C5A8-0F9F-4155-8964-A3174B80A811}"/>
                </a:ext>
              </a:extLst>
            </p:cNvPr>
            <p:cNvGrpSpPr/>
            <p:nvPr/>
          </p:nvGrpSpPr>
          <p:grpSpPr>
            <a:xfrm rot="5400000">
              <a:off x="7288211" y="4318753"/>
              <a:ext cx="498875" cy="119062"/>
              <a:chOff x="6299131" y="2402242"/>
              <a:chExt cx="498875" cy="119062"/>
            </a:xfrm>
          </p:grpSpPr>
          <p:cxnSp>
            <p:nvCxnSpPr>
              <p:cNvPr id="228" name="直接连接符 227">
                <a:extLst>
                  <a:ext uri="{FF2B5EF4-FFF2-40B4-BE49-F238E27FC236}">
                    <a16:creationId xmlns:a16="http://schemas.microsoft.com/office/drawing/2014/main" id="{906FD5B4-1ACC-413C-B191-BAA966AB2C36}"/>
                  </a:ext>
                </a:extLst>
              </p:cNvPr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>
                <a:extLst>
                  <a:ext uri="{FF2B5EF4-FFF2-40B4-BE49-F238E27FC236}">
                    <a16:creationId xmlns:a16="http://schemas.microsoft.com/office/drawing/2014/main" id="{B8B63E7C-60B2-48A9-A300-9140B46A868A}"/>
                  </a:ext>
                </a:extLst>
              </p:cNvPr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>
                <a:extLst>
                  <a:ext uri="{FF2B5EF4-FFF2-40B4-BE49-F238E27FC236}">
                    <a16:creationId xmlns:a16="http://schemas.microsoft.com/office/drawing/2014/main" id="{8B46D1D2-523E-44E5-93CC-17F23DD5F548}"/>
                  </a:ext>
                </a:extLst>
              </p:cNvPr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>
                <a:extLst>
                  <a:ext uri="{FF2B5EF4-FFF2-40B4-BE49-F238E27FC236}">
                    <a16:creationId xmlns:a16="http://schemas.microsoft.com/office/drawing/2014/main" id="{12648B5C-57B1-4B98-9BEC-193624C86B2E}"/>
                  </a:ext>
                </a:extLst>
              </p:cNvPr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>
                <a:extLst>
                  <a:ext uri="{FF2B5EF4-FFF2-40B4-BE49-F238E27FC236}">
                    <a16:creationId xmlns:a16="http://schemas.microsoft.com/office/drawing/2014/main" id="{FBA566EE-AB0B-4DEF-A00C-302E53CEAFD4}"/>
                  </a:ext>
                </a:extLst>
              </p:cNvPr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DAC5B2E0-E343-41EA-B107-8279964BC135}"/>
                  </a:ext>
                </a:extLst>
              </p:cNvPr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>
                <a:extLst>
                  <a:ext uri="{FF2B5EF4-FFF2-40B4-BE49-F238E27FC236}">
                    <a16:creationId xmlns:a16="http://schemas.microsoft.com/office/drawing/2014/main" id="{3F53FCD2-F4B3-42D0-BE69-D513B8C58BEF}"/>
                  </a:ext>
                </a:extLst>
              </p:cNvPr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>
                <a:extLst>
                  <a:ext uri="{FF2B5EF4-FFF2-40B4-BE49-F238E27FC236}">
                    <a16:creationId xmlns:a16="http://schemas.microsoft.com/office/drawing/2014/main" id="{3713DC93-70FE-44A4-A099-EA96CA33781C}"/>
                  </a:ext>
                </a:extLst>
              </p:cNvPr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>
                <a:extLst>
                  <a:ext uri="{FF2B5EF4-FFF2-40B4-BE49-F238E27FC236}">
                    <a16:creationId xmlns:a16="http://schemas.microsoft.com/office/drawing/2014/main" id="{F807A757-4AC8-4CFD-B62A-981046751D10}"/>
                  </a:ext>
                </a:extLst>
              </p:cNvPr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1E99A872-64C4-4EB9-9069-817035DDDD71}"/>
                </a:ext>
              </a:extLst>
            </p:cNvPr>
            <p:cNvGrpSpPr/>
            <p:nvPr/>
          </p:nvGrpSpPr>
          <p:grpSpPr>
            <a:xfrm rot="10800000">
              <a:off x="7617332" y="4801352"/>
              <a:ext cx="498875" cy="119062"/>
              <a:chOff x="6299131" y="2402242"/>
              <a:chExt cx="498875" cy="119062"/>
            </a:xfrm>
          </p:grpSpPr>
          <p:cxnSp>
            <p:nvCxnSpPr>
              <p:cNvPr id="219" name="直接连接符 218">
                <a:extLst>
                  <a:ext uri="{FF2B5EF4-FFF2-40B4-BE49-F238E27FC236}">
                    <a16:creationId xmlns:a16="http://schemas.microsoft.com/office/drawing/2014/main" id="{9D766026-9E90-4D4E-BDDC-0B903D189629}"/>
                  </a:ext>
                </a:extLst>
              </p:cNvPr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>
                <a:extLst>
                  <a:ext uri="{FF2B5EF4-FFF2-40B4-BE49-F238E27FC236}">
                    <a16:creationId xmlns:a16="http://schemas.microsoft.com/office/drawing/2014/main" id="{36970267-D3A7-429E-BE17-CC66A4EB48E2}"/>
                  </a:ext>
                </a:extLst>
              </p:cNvPr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>
                <a:extLst>
                  <a:ext uri="{FF2B5EF4-FFF2-40B4-BE49-F238E27FC236}">
                    <a16:creationId xmlns:a16="http://schemas.microsoft.com/office/drawing/2014/main" id="{19CBD134-167B-4218-B72F-FF3602D32D3D}"/>
                  </a:ext>
                </a:extLst>
              </p:cNvPr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>
                <a:extLst>
                  <a:ext uri="{FF2B5EF4-FFF2-40B4-BE49-F238E27FC236}">
                    <a16:creationId xmlns:a16="http://schemas.microsoft.com/office/drawing/2014/main" id="{696B20C2-F17A-4382-B2EB-80565988BF7F}"/>
                  </a:ext>
                </a:extLst>
              </p:cNvPr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>
                <a:extLst>
                  <a:ext uri="{FF2B5EF4-FFF2-40B4-BE49-F238E27FC236}">
                    <a16:creationId xmlns:a16="http://schemas.microsoft.com/office/drawing/2014/main" id="{47B6DD07-38D5-4627-ADDE-3DAA10582BD8}"/>
                  </a:ext>
                </a:extLst>
              </p:cNvPr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>
                <a:extLst>
                  <a:ext uri="{FF2B5EF4-FFF2-40B4-BE49-F238E27FC236}">
                    <a16:creationId xmlns:a16="http://schemas.microsoft.com/office/drawing/2014/main" id="{270E3649-6390-45BB-ACD0-6ADBEBF743BF}"/>
                  </a:ext>
                </a:extLst>
              </p:cNvPr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>
                <a:extLst>
                  <a:ext uri="{FF2B5EF4-FFF2-40B4-BE49-F238E27FC236}">
                    <a16:creationId xmlns:a16="http://schemas.microsoft.com/office/drawing/2014/main" id="{366CACFC-331B-4A04-8AAD-CE18B35A13B8}"/>
                  </a:ext>
                </a:extLst>
              </p:cNvPr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>
                <a:extLst>
                  <a:ext uri="{FF2B5EF4-FFF2-40B4-BE49-F238E27FC236}">
                    <a16:creationId xmlns:a16="http://schemas.microsoft.com/office/drawing/2014/main" id="{CBF2D762-E18B-4B76-8E75-66FB8BCA8A83}"/>
                  </a:ext>
                </a:extLst>
              </p:cNvPr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>
                <a:extLst>
                  <a:ext uri="{FF2B5EF4-FFF2-40B4-BE49-F238E27FC236}">
                    <a16:creationId xmlns:a16="http://schemas.microsoft.com/office/drawing/2014/main" id="{525A3DA4-7508-4A4E-9246-8E9040D7842B}"/>
                  </a:ext>
                </a:extLst>
              </p:cNvPr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21990E0B-378E-4716-8335-98ED93D59BC6}"/>
                </a:ext>
              </a:extLst>
            </p:cNvPr>
            <p:cNvCxnSpPr/>
            <p:nvPr/>
          </p:nvCxnSpPr>
          <p:spPr>
            <a:xfrm>
              <a:off x="7091704" y="4860881"/>
              <a:ext cx="53538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E0DC1A32-40AA-4AAF-8058-94DAEEE0ECAE}"/>
                </a:ext>
              </a:extLst>
            </p:cNvPr>
            <p:cNvCxnSpPr/>
            <p:nvPr/>
          </p:nvCxnSpPr>
          <p:spPr>
            <a:xfrm flipV="1">
              <a:off x="7537647" y="3526593"/>
              <a:ext cx="0" cy="61340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2285ED2F-29DC-4821-953E-215A1C0A70F6}"/>
                </a:ext>
              </a:extLst>
            </p:cNvPr>
            <p:cNvCxnSpPr/>
            <p:nvPr/>
          </p:nvCxnSpPr>
          <p:spPr>
            <a:xfrm flipV="1">
              <a:off x="8561498" y="3391113"/>
              <a:ext cx="0" cy="30148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52191944-7325-4F1B-8926-770D777D1385}"/>
                </a:ext>
              </a:extLst>
            </p:cNvPr>
            <p:cNvCxnSpPr/>
            <p:nvPr/>
          </p:nvCxnSpPr>
          <p:spPr>
            <a:xfrm flipV="1">
              <a:off x="8562377" y="4225681"/>
              <a:ext cx="0" cy="44427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60A34FFA-A923-4666-A0DE-A392616A37EF}"/>
                </a:ext>
              </a:extLst>
            </p:cNvPr>
            <p:cNvCxnSpPr/>
            <p:nvPr/>
          </p:nvCxnSpPr>
          <p:spPr>
            <a:xfrm flipV="1">
              <a:off x="8561814" y="5069899"/>
              <a:ext cx="0" cy="22066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0CA7510A-2D7B-4E04-94C4-5BD82DF2C8FF}"/>
                </a:ext>
              </a:extLst>
            </p:cNvPr>
            <p:cNvCxnSpPr/>
            <p:nvPr/>
          </p:nvCxnSpPr>
          <p:spPr>
            <a:xfrm>
              <a:off x="8113826" y="4860881"/>
              <a:ext cx="1717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76D9E1DA-38C1-4599-8C41-1987B9ABD37E}"/>
                </a:ext>
              </a:extLst>
            </p:cNvPr>
            <p:cNvCxnSpPr/>
            <p:nvPr/>
          </p:nvCxnSpPr>
          <p:spPr>
            <a:xfrm flipV="1">
              <a:off x="7954032" y="4196227"/>
              <a:ext cx="0" cy="20170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F8364376-BCA0-4293-B76F-C761228ACFAB}"/>
                </a:ext>
              </a:extLst>
            </p:cNvPr>
            <p:cNvCxnSpPr/>
            <p:nvPr/>
          </p:nvCxnSpPr>
          <p:spPr>
            <a:xfrm>
              <a:off x="7955102" y="4394755"/>
              <a:ext cx="60692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84100934-0DE4-4C82-9AEE-B167FD49BBFF}"/>
                </a:ext>
              </a:extLst>
            </p:cNvPr>
            <p:cNvCxnSpPr/>
            <p:nvPr/>
          </p:nvCxnSpPr>
          <p:spPr>
            <a:xfrm>
              <a:off x="7948535" y="3530899"/>
              <a:ext cx="60692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B8F2C999-B54A-4D23-BBF1-0B040C405921}"/>
                </a:ext>
              </a:extLst>
            </p:cNvPr>
            <p:cNvCxnSpPr/>
            <p:nvPr/>
          </p:nvCxnSpPr>
          <p:spPr>
            <a:xfrm flipV="1">
              <a:off x="7950655" y="3526593"/>
              <a:ext cx="0" cy="30255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2500948C-1936-416F-A317-27CAC26DFE86}"/>
                </a:ext>
              </a:extLst>
            </p:cNvPr>
            <p:cNvCxnSpPr/>
            <p:nvPr/>
          </p:nvCxnSpPr>
          <p:spPr>
            <a:xfrm flipV="1">
              <a:off x="7537647" y="4627723"/>
              <a:ext cx="0" cy="23315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6E49E9D7-8097-4B2F-BD02-D15D1D6AFF55}"/>
                </a:ext>
              </a:extLst>
            </p:cNvPr>
            <p:cNvCxnSpPr/>
            <p:nvPr/>
          </p:nvCxnSpPr>
          <p:spPr>
            <a:xfrm>
              <a:off x="7531478" y="3531355"/>
              <a:ext cx="42362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61B28C89-BAE0-42BD-98A9-B1CD3B86B1E2}"/>
                </a:ext>
              </a:extLst>
            </p:cNvPr>
            <p:cNvCxnSpPr/>
            <p:nvPr/>
          </p:nvCxnSpPr>
          <p:spPr>
            <a:xfrm flipV="1">
              <a:off x="8967003" y="4225681"/>
              <a:ext cx="0" cy="16907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3D1AC8E3-2744-4B34-88A1-04A5F1C55655}"/>
                </a:ext>
              </a:extLst>
            </p:cNvPr>
            <p:cNvCxnSpPr/>
            <p:nvPr/>
          </p:nvCxnSpPr>
          <p:spPr>
            <a:xfrm>
              <a:off x="9099241" y="3691840"/>
              <a:ext cx="47433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426E30A9-9095-42CA-B2F3-EDAABAA5A570}"/>
                </a:ext>
              </a:extLst>
            </p:cNvPr>
            <p:cNvCxnSpPr/>
            <p:nvPr/>
          </p:nvCxnSpPr>
          <p:spPr>
            <a:xfrm>
              <a:off x="8966643" y="4393505"/>
              <a:ext cx="60692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CA7C6796-D438-406E-8127-FA7FCEF3022E}"/>
                </a:ext>
              </a:extLst>
            </p:cNvPr>
            <p:cNvCxnSpPr/>
            <p:nvPr/>
          </p:nvCxnSpPr>
          <p:spPr>
            <a:xfrm>
              <a:off x="9486289" y="3715387"/>
              <a:ext cx="0" cy="639679"/>
            </a:xfrm>
            <a:prstGeom prst="straightConnector1">
              <a:avLst/>
            </a:prstGeom>
            <a:ln>
              <a:solidFill>
                <a:schemeClr val="bg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0954D769-7BC3-49F9-90FB-6F1BCBC82C72}"/>
                </a:ext>
              </a:extLst>
            </p:cNvPr>
            <p:cNvSpPr txBox="1"/>
            <p:nvPr/>
          </p:nvSpPr>
          <p:spPr>
            <a:xfrm>
              <a:off x="9468524" y="3860433"/>
              <a:ext cx="5020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Vout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B0B78ADE-6E2C-472C-AFB9-7EEAC6825574}"/>
                </a:ext>
              </a:extLst>
            </p:cNvPr>
            <p:cNvSpPr txBox="1"/>
            <p:nvPr/>
          </p:nvSpPr>
          <p:spPr>
            <a:xfrm>
              <a:off x="6999738" y="4830462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Vin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CD528530-BABD-4C1D-98DA-F9397296E497}"/>
                </a:ext>
              </a:extLst>
            </p:cNvPr>
            <p:cNvSpPr txBox="1"/>
            <p:nvPr/>
          </p:nvSpPr>
          <p:spPr>
            <a:xfrm>
              <a:off x="7007563" y="4618142"/>
              <a:ext cx="5293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GPIO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9F7A05AD-A1F3-48F2-966A-F97CC602C8FC}"/>
                </a:ext>
              </a:extLst>
            </p:cNvPr>
            <p:cNvSpPr txBox="1"/>
            <p:nvPr/>
          </p:nvSpPr>
          <p:spPr>
            <a:xfrm>
              <a:off x="8359512" y="3020834"/>
              <a:ext cx="471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VCC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390AF10E-820F-4A4D-95A8-EB278AA7E628}"/>
                </a:ext>
              </a:extLst>
            </p:cNvPr>
            <p:cNvSpPr/>
            <p:nvPr/>
          </p:nvSpPr>
          <p:spPr>
            <a:xfrm>
              <a:off x="8538829" y="436473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704E5307-CF74-483D-B6B0-D5D9D76AD888}"/>
                </a:ext>
              </a:extLst>
            </p:cNvPr>
            <p:cNvSpPr/>
            <p:nvPr/>
          </p:nvSpPr>
          <p:spPr>
            <a:xfrm>
              <a:off x="7515060" y="4838271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261775E1-5F8D-4923-9472-41830E4416DF}"/>
                </a:ext>
              </a:extLst>
            </p:cNvPr>
            <p:cNvSpPr/>
            <p:nvPr/>
          </p:nvSpPr>
          <p:spPr>
            <a:xfrm>
              <a:off x="7928373" y="351101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B27C5F29-1C56-4DAB-99B9-84279B3294E3}"/>
                </a:ext>
              </a:extLst>
            </p:cNvPr>
            <p:cNvSpPr/>
            <p:nvPr/>
          </p:nvSpPr>
          <p:spPr>
            <a:xfrm>
              <a:off x="8534828" y="3503131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7A2E6BD0-699B-4AED-8503-43DF7B018714}"/>
                </a:ext>
              </a:extLst>
            </p:cNvPr>
            <p:cNvSpPr txBox="1"/>
            <p:nvPr/>
          </p:nvSpPr>
          <p:spPr>
            <a:xfrm>
              <a:off x="7871125" y="3511060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二极管续流</a:t>
              </a:r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3A6F698E-5C38-4E0F-9F07-D5A575A4AB6D}"/>
                </a:ext>
              </a:extLst>
            </p:cNvPr>
            <p:cNvSpPr txBox="1"/>
            <p:nvPr/>
          </p:nvSpPr>
          <p:spPr>
            <a:xfrm>
              <a:off x="7958049" y="5569099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电磁继电器电路</a:t>
              </a:r>
            </a:p>
          </p:txBody>
        </p:sp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4EC983CB-0CB1-404E-9463-E443ADFD8C5F}"/>
                </a:ext>
              </a:extLst>
            </p:cNvPr>
            <p:cNvGrpSpPr/>
            <p:nvPr/>
          </p:nvGrpSpPr>
          <p:grpSpPr>
            <a:xfrm>
              <a:off x="8201026" y="3687621"/>
              <a:ext cx="1135380" cy="556355"/>
              <a:chOff x="2628900" y="4149103"/>
              <a:chExt cx="1135380" cy="556355"/>
            </a:xfrm>
          </p:grpSpPr>
          <p:grpSp>
            <p:nvGrpSpPr>
              <p:cNvPr id="206" name="组合 205">
                <a:extLst>
                  <a:ext uri="{FF2B5EF4-FFF2-40B4-BE49-F238E27FC236}">
                    <a16:creationId xmlns:a16="http://schemas.microsoft.com/office/drawing/2014/main" id="{0AEBD319-7190-4E81-B41F-BB5205D0A3FF}"/>
                  </a:ext>
                </a:extLst>
              </p:cNvPr>
              <p:cNvGrpSpPr/>
              <p:nvPr/>
            </p:nvGrpSpPr>
            <p:grpSpPr>
              <a:xfrm>
                <a:off x="2712115" y="4149103"/>
                <a:ext cx="975792" cy="556355"/>
                <a:chOff x="7108552" y="2099213"/>
                <a:chExt cx="975792" cy="556355"/>
              </a:xfrm>
            </p:grpSpPr>
            <p:sp>
              <p:nvSpPr>
                <p:cNvPr id="208" name="矩形 207">
                  <a:extLst>
                    <a:ext uri="{FF2B5EF4-FFF2-40B4-BE49-F238E27FC236}">
                      <a16:creationId xmlns:a16="http://schemas.microsoft.com/office/drawing/2014/main" id="{D9061632-A841-4B2F-B7B8-E23D3C387A87}"/>
                    </a:ext>
                  </a:extLst>
                </p:cNvPr>
                <p:cNvSpPr/>
                <p:nvPr/>
              </p:nvSpPr>
              <p:spPr>
                <a:xfrm>
                  <a:off x="7108552" y="2240103"/>
                  <a:ext cx="551929" cy="27211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9" name="直接连接符 208">
                  <a:extLst>
                    <a:ext uri="{FF2B5EF4-FFF2-40B4-BE49-F238E27FC236}">
                      <a16:creationId xmlns:a16="http://schemas.microsoft.com/office/drawing/2014/main" id="{493F3174-9075-4106-8D17-F0B6FEB80D02}"/>
                    </a:ext>
                  </a:extLst>
                </p:cNvPr>
                <p:cNvCxnSpPr/>
                <p:nvPr/>
              </p:nvCxnSpPr>
              <p:spPr>
                <a:xfrm>
                  <a:off x="7687469" y="2376161"/>
                  <a:ext cx="250825" cy="0"/>
                </a:xfrm>
                <a:prstGeom prst="line">
                  <a:avLst/>
                </a:prstGeom>
                <a:ln w="1270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椭圆 209">
                  <a:extLst>
                    <a:ext uri="{FF2B5EF4-FFF2-40B4-BE49-F238E27FC236}">
                      <a16:creationId xmlns:a16="http://schemas.microsoft.com/office/drawing/2014/main" id="{589A59B4-3E25-4F91-84CB-4F976BA342DB}"/>
                    </a:ext>
                  </a:extLst>
                </p:cNvPr>
                <p:cNvSpPr/>
                <p:nvPr/>
              </p:nvSpPr>
              <p:spPr>
                <a:xfrm>
                  <a:off x="7903369" y="224010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1" name="椭圆 210">
                  <a:extLst>
                    <a:ext uri="{FF2B5EF4-FFF2-40B4-BE49-F238E27FC236}">
                      <a16:creationId xmlns:a16="http://schemas.microsoft.com/office/drawing/2014/main" id="{D1C6FB59-7F1A-47E2-88C2-0A143438275B}"/>
                    </a:ext>
                  </a:extLst>
                </p:cNvPr>
                <p:cNvSpPr/>
                <p:nvPr/>
              </p:nvSpPr>
              <p:spPr>
                <a:xfrm>
                  <a:off x="7767162" y="2466500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2" name="椭圆 211">
                  <a:extLst>
                    <a:ext uri="{FF2B5EF4-FFF2-40B4-BE49-F238E27FC236}">
                      <a16:creationId xmlns:a16="http://schemas.microsoft.com/office/drawing/2014/main" id="{1B7DCD98-EEB4-4E95-A3E9-4C669E77C964}"/>
                    </a:ext>
                  </a:extLst>
                </p:cNvPr>
                <p:cNvSpPr/>
                <p:nvPr/>
              </p:nvSpPr>
              <p:spPr>
                <a:xfrm>
                  <a:off x="8038625" y="2466499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13" name="直接连接符 212">
                  <a:extLst>
                    <a:ext uri="{FF2B5EF4-FFF2-40B4-BE49-F238E27FC236}">
                      <a16:creationId xmlns:a16="http://schemas.microsoft.com/office/drawing/2014/main" id="{1572A8FD-73FD-476A-8E5C-BEA3D141C717}"/>
                    </a:ext>
                  </a:extLst>
                </p:cNvPr>
                <p:cNvCxnSpPr>
                  <a:stCxn id="210" idx="4"/>
                  <a:endCxn id="212" idx="3"/>
                </p:cNvCxnSpPr>
                <p:nvPr/>
              </p:nvCxnSpPr>
              <p:spPr>
                <a:xfrm>
                  <a:off x="7926229" y="2285822"/>
                  <a:ext cx="119091" cy="219701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接连接符 213">
                  <a:extLst>
                    <a:ext uri="{FF2B5EF4-FFF2-40B4-BE49-F238E27FC236}">
                      <a16:creationId xmlns:a16="http://schemas.microsoft.com/office/drawing/2014/main" id="{BB703056-9D1F-4E77-B65F-0A4671080483}"/>
                    </a:ext>
                  </a:extLst>
                </p:cNvPr>
                <p:cNvCxnSpPr>
                  <a:stCxn id="208" idx="2"/>
                </p:cNvCxnSpPr>
                <p:nvPr/>
              </p:nvCxnSpPr>
              <p:spPr>
                <a:xfrm>
                  <a:off x="7384517" y="2512219"/>
                  <a:ext cx="533" cy="13890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接连接符 214">
                  <a:extLst>
                    <a:ext uri="{FF2B5EF4-FFF2-40B4-BE49-F238E27FC236}">
                      <a16:creationId xmlns:a16="http://schemas.microsoft.com/office/drawing/2014/main" id="{B0D42923-0E1C-4324-8B64-E3B74D31699D}"/>
                    </a:ext>
                  </a:extLst>
                </p:cNvPr>
                <p:cNvCxnSpPr/>
                <p:nvPr/>
              </p:nvCxnSpPr>
              <p:spPr>
                <a:xfrm>
                  <a:off x="7384516" y="2099213"/>
                  <a:ext cx="533" cy="13890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接连接符 215">
                  <a:extLst>
                    <a:ext uri="{FF2B5EF4-FFF2-40B4-BE49-F238E27FC236}">
                      <a16:creationId xmlns:a16="http://schemas.microsoft.com/office/drawing/2014/main" id="{2B7B05D0-4457-4B1C-B658-709ECDE2567B}"/>
                    </a:ext>
                  </a:extLst>
                </p:cNvPr>
                <p:cNvCxnSpPr/>
                <p:nvPr/>
              </p:nvCxnSpPr>
              <p:spPr>
                <a:xfrm>
                  <a:off x="7790021" y="2516662"/>
                  <a:ext cx="533" cy="13890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接连接符 216">
                  <a:extLst>
                    <a:ext uri="{FF2B5EF4-FFF2-40B4-BE49-F238E27FC236}">
                      <a16:creationId xmlns:a16="http://schemas.microsoft.com/office/drawing/2014/main" id="{C80F79B2-872F-4915-B9BB-B6B4ADB7AA50}"/>
                    </a:ext>
                  </a:extLst>
                </p:cNvPr>
                <p:cNvCxnSpPr/>
                <p:nvPr/>
              </p:nvCxnSpPr>
              <p:spPr>
                <a:xfrm>
                  <a:off x="8059103" y="2512219"/>
                  <a:ext cx="533" cy="13890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接连接符 217">
                  <a:extLst>
                    <a:ext uri="{FF2B5EF4-FFF2-40B4-BE49-F238E27FC236}">
                      <a16:creationId xmlns:a16="http://schemas.microsoft.com/office/drawing/2014/main" id="{18322DAE-FB92-44C7-B393-7A8FD72D9CDF}"/>
                    </a:ext>
                  </a:extLst>
                </p:cNvPr>
                <p:cNvCxnSpPr/>
                <p:nvPr/>
              </p:nvCxnSpPr>
              <p:spPr>
                <a:xfrm>
                  <a:off x="7926228" y="2099213"/>
                  <a:ext cx="533" cy="13890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7" name="矩形 206">
                <a:extLst>
                  <a:ext uri="{FF2B5EF4-FFF2-40B4-BE49-F238E27FC236}">
                    <a16:creationId xmlns:a16="http://schemas.microsoft.com/office/drawing/2014/main" id="{0FE961B9-33A5-487E-978E-990B49DA5D65}"/>
                  </a:ext>
                </a:extLst>
              </p:cNvPr>
              <p:cNvSpPr/>
              <p:nvPr/>
            </p:nvSpPr>
            <p:spPr>
              <a:xfrm>
                <a:off x="2628900" y="4218556"/>
                <a:ext cx="1135380" cy="413006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BC8DAA97-FBD5-424D-9FA9-85CF703AA699}"/>
                </a:ext>
              </a:extLst>
            </p:cNvPr>
            <p:cNvGrpSpPr/>
            <p:nvPr/>
          </p:nvGrpSpPr>
          <p:grpSpPr>
            <a:xfrm>
              <a:off x="8226044" y="4626526"/>
              <a:ext cx="432957" cy="468267"/>
              <a:chOff x="3068135" y="2387476"/>
              <a:chExt cx="432957" cy="468267"/>
            </a:xfrm>
          </p:grpSpPr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F840DB38-76C6-47C0-94FF-70E3F709EBE9}"/>
                  </a:ext>
                </a:extLst>
              </p:cNvPr>
              <p:cNvCxnSpPr/>
              <p:nvPr/>
            </p:nvCxnSpPr>
            <p:spPr>
              <a:xfrm>
                <a:off x="3263834" y="2483869"/>
                <a:ext cx="0" cy="25400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>
                <a:extLst>
                  <a:ext uri="{FF2B5EF4-FFF2-40B4-BE49-F238E27FC236}">
                    <a16:creationId xmlns:a16="http://schemas.microsoft.com/office/drawing/2014/main" id="{0EC9AF16-59C6-488D-B71A-E00151BD2B61}"/>
                  </a:ext>
                </a:extLst>
              </p:cNvPr>
              <p:cNvCxnSpPr/>
              <p:nvPr/>
            </p:nvCxnSpPr>
            <p:spPr>
              <a:xfrm flipH="1">
                <a:off x="3263836" y="2474345"/>
                <a:ext cx="140492" cy="10001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箭头连接符 200">
                <a:extLst>
                  <a:ext uri="{FF2B5EF4-FFF2-40B4-BE49-F238E27FC236}">
                    <a16:creationId xmlns:a16="http://schemas.microsoft.com/office/drawing/2014/main" id="{C942FCC4-6DC5-4C4D-A23C-130D1A136C18}"/>
                  </a:ext>
                </a:extLst>
              </p:cNvPr>
              <p:cNvCxnSpPr/>
              <p:nvPr/>
            </p:nvCxnSpPr>
            <p:spPr>
              <a:xfrm>
                <a:off x="3263834" y="2660082"/>
                <a:ext cx="147638" cy="105965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>
                <a:extLst>
                  <a:ext uri="{FF2B5EF4-FFF2-40B4-BE49-F238E27FC236}">
                    <a16:creationId xmlns:a16="http://schemas.microsoft.com/office/drawing/2014/main" id="{5992FB6A-C614-44BA-99BF-32FD4FF2BCBE}"/>
                  </a:ext>
                </a:extLst>
              </p:cNvPr>
              <p:cNvCxnSpPr/>
              <p:nvPr/>
            </p:nvCxnSpPr>
            <p:spPr>
              <a:xfrm>
                <a:off x="3404328" y="2758904"/>
                <a:ext cx="0" cy="96839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>
                <a:extLst>
                  <a:ext uri="{FF2B5EF4-FFF2-40B4-BE49-F238E27FC236}">
                    <a16:creationId xmlns:a16="http://schemas.microsoft.com/office/drawing/2014/main" id="{D8938C39-09C5-475F-B334-35DA988E2793}"/>
                  </a:ext>
                </a:extLst>
              </p:cNvPr>
              <p:cNvCxnSpPr/>
              <p:nvPr/>
            </p:nvCxnSpPr>
            <p:spPr>
              <a:xfrm>
                <a:off x="3404329" y="2387476"/>
                <a:ext cx="0" cy="86869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>
                <a:extLst>
                  <a:ext uri="{FF2B5EF4-FFF2-40B4-BE49-F238E27FC236}">
                    <a16:creationId xmlns:a16="http://schemas.microsoft.com/office/drawing/2014/main" id="{CC9DFD2C-3A46-4BE8-B36E-778F39DB32C4}"/>
                  </a:ext>
                </a:extLst>
              </p:cNvPr>
              <p:cNvCxnSpPr/>
              <p:nvPr/>
            </p:nvCxnSpPr>
            <p:spPr>
              <a:xfrm flipH="1">
                <a:off x="3068135" y="2622774"/>
                <a:ext cx="195699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椭圆 204">
                <a:extLst>
                  <a:ext uri="{FF2B5EF4-FFF2-40B4-BE49-F238E27FC236}">
                    <a16:creationId xmlns:a16="http://schemas.microsoft.com/office/drawing/2014/main" id="{CD05D7C4-4162-4564-B252-0B9D9E36B473}"/>
                  </a:ext>
                </a:extLst>
              </p:cNvPr>
              <p:cNvSpPr/>
              <p:nvPr/>
            </p:nvSpPr>
            <p:spPr>
              <a:xfrm>
                <a:off x="3139142" y="2435120"/>
                <a:ext cx="361950" cy="361950"/>
              </a:xfrm>
              <a:prstGeom prst="ellipse">
                <a:avLst/>
              </a:prstGeom>
              <a:solidFill>
                <a:schemeClr val="accent1">
                  <a:alpha val="10000"/>
                </a:schemeClr>
              </a:solidFill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3003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986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文本框 250">
            <a:extLst>
              <a:ext uri="{FF2B5EF4-FFF2-40B4-BE49-F238E27FC236}">
                <a16:creationId xmlns:a16="http://schemas.microsoft.com/office/drawing/2014/main" id="{1D24AB69-267A-4B2F-8F58-4F72F9676811}"/>
              </a:ext>
            </a:extLst>
          </p:cNvPr>
          <p:cNvSpPr txBox="1"/>
          <p:nvPr/>
        </p:nvSpPr>
        <p:spPr>
          <a:xfrm>
            <a:off x="2500312" y="2153913"/>
            <a:ext cx="6283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电感在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时间内，电流从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达到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，电源传输到电感的能量</a:t>
            </a:r>
          </a:p>
        </p:txBody>
      </p:sp>
    </p:spTree>
    <p:extLst>
      <p:ext uri="{BB962C8B-B14F-4D97-AF65-F5344CB8AC3E}">
        <p14:creationId xmlns:p14="http://schemas.microsoft.com/office/powerpoint/2010/main" val="2856798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/>
              <p:nvPr/>
            </p:nvSpPr>
            <p:spPr>
              <a:xfrm>
                <a:off x="2500312" y="2749284"/>
                <a:ext cx="719137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FFFF00"/>
                    </a:solidFill>
                  </a:rPr>
                  <a:t>电感储能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12" y="2749284"/>
                <a:ext cx="7191376" cy="461665"/>
              </a:xfrm>
              <a:prstGeom prst="rect">
                <a:avLst/>
              </a:prstGeom>
              <a:blipFill>
                <a:blip r:embed="rId3"/>
                <a:stretch>
                  <a:fillRect l="-1271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文本框 250">
            <a:extLst>
              <a:ext uri="{FF2B5EF4-FFF2-40B4-BE49-F238E27FC236}">
                <a16:creationId xmlns:a16="http://schemas.microsoft.com/office/drawing/2014/main" id="{1D24AB69-267A-4B2F-8F58-4F72F9676811}"/>
              </a:ext>
            </a:extLst>
          </p:cNvPr>
          <p:cNvSpPr txBox="1"/>
          <p:nvPr/>
        </p:nvSpPr>
        <p:spPr>
          <a:xfrm>
            <a:off x="2500312" y="2153913"/>
            <a:ext cx="6283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电感在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时间内，电流从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达到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，电源传输到电感的能量</a:t>
            </a:r>
          </a:p>
        </p:txBody>
      </p:sp>
    </p:spTree>
    <p:extLst>
      <p:ext uri="{BB962C8B-B14F-4D97-AF65-F5344CB8AC3E}">
        <p14:creationId xmlns:p14="http://schemas.microsoft.com/office/powerpoint/2010/main" val="1683962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/>
              <p:nvPr/>
            </p:nvSpPr>
            <p:spPr>
              <a:xfrm>
                <a:off x="2500312" y="2749284"/>
                <a:ext cx="7191376" cy="589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FFFF00"/>
                    </a:solidFill>
                  </a:rPr>
                  <a:t>电感储能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uidt</m:t>
                        </m:r>
                      </m:e>
                    </m:nary>
                  </m:oMath>
                </a14:m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12" y="2749284"/>
                <a:ext cx="7191376" cy="589457"/>
              </a:xfrm>
              <a:prstGeom prst="rect">
                <a:avLst/>
              </a:prstGeom>
              <a:blipFill>
                <a:blip r:embed="rId3"/>
                <a:stretch>
                  <a:fillRect l="-1271" b="-15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文本框 250">
            <a:extLst>
              <a:ext uri="{FF2B5EF4-FFF2-40B4-BE49-F238E27FC236}">
                <a16:creationId xmlns:a16="http://schemas.microsoft.com/office/drawing/2014/main" id="{1D24AB69-267A-4B2F-8F58-4F72F9676811}"/>
              </a:ext>
            </a:extLst>
          </p:cNvPr>
          <p:cNvSpPr txBox="1"/>
          <p:nvPr/>
        </p:nvSpPr>
        <p:spPr>
          <a:xfrm>
            <a:off x="2500312" y="2153913"/>
            <a:ext cx="6283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电感在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时间内，电流从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达到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，电源传输到电感的能量</a:t>
            </a:r>
          </a:p>
        </p:txBody>
      </p:sp>
    </p:spTree>
    <p:extLst>
      <p:ext uri="{BB962C8B-B14F-4D97-AF65-F5344CB8AC3E}">
        <p14:creationId xmlns:p14="http://schemas.microsoft.com/office/powerpoint/2010/main" val="4103487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/>
              <p:nvPr/>
            </p:nvSpPr>
            <p:spPr>
              <a:xfrm>
                <a:off x="2500312" y="2749284"/>
                <a:ext cx="7191376" cy="634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FFFF00"/>
                    </a:solidFill>
                  </a:rPr>
                  <a:t>电感储能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uidt</m:t>
                        </m:r>
                      </m:e>
                    </m:nary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iL</m:t>
                        </m:r>
                        <m:f>
                          <m:fPr>
                            <m:ctrlPr>
                              <a:rPr lang="zh-CN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di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dt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dt</m:t>
                        </m:r>
                      </m:e>
                    </m:nary>
                  </m:oMath>
                </a14:m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12" y="2749284"/>
                <a:ext cx="7191376" cy="634148"/>
              </a:xfrm>
              <a:prstGeom prst="rect">
                <a:avLst/>
              </a:prstGeom>
              <a:blipFill>
                <a:blip r:embed="rId3"/>
                <a:stretch>
                  <a:fillRect l="-1271" b="-10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文本框 250">
            <a:extLst>
              <a:ext uri="{FF2B5EF4-FFF2-40B4-BE49-F238E27FC236}">
                <a16:creationId xmlns:a16="http://schemas.microsoft.com/office/drawing/2014/main" id="{1D24AB69-267A-4B2F-8F58-4F72F9676811}"/>
              </a:ext>
            </a:extLst>
          </p:cNvPr>
          <p:cNvSpPr txBox="1"/>
          <p:nvPr/>
        </p:nvSpPr>
        <p:spPr>
          <a:xfrm>
            <a:off x="2500312" y="2153913"/>
            <a:ext cx="6283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电感在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时间内，电流从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达到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，电源传输到电感的能量</a:t>
            </a:r>
          </a:p>
        </p:txBody>
      </p:sp>
    </p:spTree>
    <p:extLst>
      <p:ext uri="{BB962C8B-B14F-4D97-AF65-F5344CB8AC3E}">
        <p14:creationId xmlns:p14="http://schemas.microsoft.com/office/powerpoint/2010/main" val="3326490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/>
              <p:nvPr/>
            </p:nvSpPr>
            <p:spPr>
              <a:xfrm>
                <a:off x="2500312" y="2749284"/>
                <a:ext cx="7191376" cy="634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FFFF00"/>
                    </a:solidFill>
                  </a:rPr>
                  <a:t>电感储能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uidt</m:t>
                        </m:r>
                      </m:e>
                    </m:nary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iL</m:t>
                        </m:r>
                        <m:f>
                          <m:fPr>
                            <m:ctrlPr>
                              <a:rPr lang="zh-CN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di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dt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dt</m:t>
                        </m:r>
                      </m:e>
                    </m:nary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Lidi</m:t>
                        </m:r>
                      </m:e>
                    </m:nary>
                  </m:oMath>
                </a14:m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12" y="2749284"/>
                <a:ext cx="7191376" cy="634148"/>
              </a:xfrm>
              <a:prstGeom prst="rect">
                <a:avLst/>
              </a:prstGeom>
              <a:blipFill>
                <a:blip r:embed="rId3"/>
                <a:stretch>
                  <a:fillRect l="-1271" b="-10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文本框 250">
            <a:extLst>
              <a:ext uri="{FF2B5EF4-FFF2-40B4-BE49-F238E27FC236}">
                <a16:creationId xmlns:a16="http://schemas.microsoft.com/office/drawing/2014/main" id="{1D24AB69-267A-4B2F-8F58-4F72F9676811}"/>
              </a:ext>
            </a:extLst>
          </p:cNvPr>
          <p:cNvSpPr txBox="1"/>
          <p:nvPr/>
        </p:nvSpPr>
        <p:spPr>
          <a:xfrm>
            <a:off x="2500312" y="2153913"/>
            <a:ext cx="6283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电感在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时间内，电流从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达到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，电源传输到电感的能量</a:t>
            </a:r>
          </a:p>
        </p:txBody>
      </p:sp>
    </p:spTree>
    <p:extLst>
      <p:ext uri="{BB962C8B-B14F-4D97-AF65-F5344CB8AC3E}">
        <p14:creationId xmlns:p14="http://schemas.microsoft.com/office/powerpoint/2010/main" val="2887510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/>
              <p:nvPr/>
            </p:nvSpPr>
            <p:spPr>
              <a:xfrm>
                <a:off x="2500312" y="2749284"/>
                <a:ext cx="7191376" cy="634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FFFF00"/>
                    </a:solidFill>
                  </a:rPr>
                  <a:t>电感储能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uidt</m:t>
                        </m:r>
                      </m:e>
                    </m:nary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iL</m:t>
                        </m:r>
                        <m:f>
                          <m:fPr>
                            <m:ctrlPr>
                              <a:rPr lang="zh-CN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di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dt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dt</m:t>
                        </m:r>
                      </m:e>
                    </m:nary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Lidi</m:t>
                        </m:r>
                      </m:e>
                    </m:nary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 sz="24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L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zh-CN" altLang="en-US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12" y="2749284"/>
                <a:ext cx="7191376" cy="634148"/>
              </a:xfrm>
              <a:prstGeom prst="rect">
                <a:avLst/>
              </a:prstGeom>
              <a:blipFill>
                <a:blip r:embed="rId3"/>
                <a:stretch>
                  <a:fillRect l="-1271" b="-10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文本框 250">
            <a:extLst>
              <a:ext uri="{FF2B5EF4-FFF2-40B4-BE49-F238E27FC236}">
                <a16:creationId xmlns:a16="http://schemas.microsoft.com/office/drawing/2014/main" id="{1D24AB69-267A-4B2F-8F58-4F72F9676811}"/>
              </a:ext>
            </a:extLst>
          </p:cNvPr>
          <p:cNvSpPr txBox="1"/>
          <p:nvPr/>
        </p:nvSpPr>
        <p:spPr>
          <a:xfrm>
            <a:off x="2500312" y="2153913"/>
            <a:ext cx="6283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电感在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时间内，电流从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达到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，电源传输到电感的能量</a:t>
            </a:r>
          </a:p>
        </p:txBody>
      </p:sp>
    </p:spTree>
    <p:extLst>
      <p:ext uri="{BB962C8B-B14F-4D97-AF65-F5344CB8AC3E}">
        <p14:creationId xmlns:p14="http://schemas.microsoft.com/office/powerpoint/2010/main" val="3668614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/>
              <p:nvPr/>
            </p:nvSpPr>
            <p:spPr>
              <a:xfrm>
                <a:off x="2500312" y="2749284"/>
                <a:ext cx="7191376" cy="634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FFFF00"/>
                    </a:solidFill>
                  </a:rPr>
                  <a:t>电感储能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uidt</m:t>
                        </m:r>
                      </m:e>
                    </m:nary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iL</m:t>
                        </m:r>
                        <m:f>
                          <m:fPr>
                            <m:ctrlPr>
                              <a:rPr lang="zh-CN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di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dt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dt</m:t>
                        </m:r>
                      </m:e>
                    </m:nary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Lidi</m:t>
                        </m:r>
                      </m:e>
                    </m:nary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 sz="24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L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zh-CN" altLang="en-US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92266A0C-B198-4A94-8B4F-19C25A570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12" y="2749284"/>
                <a:ext cx="7191376" cy="634148"/>
              </a:xfrm>
              <a:prstGeom prst="rect">
                <a:avLst/>
              </a:prstGeom>
              <a:blipFill>
                <a:blip r:embed="rId3"/>
                <a:stretch>
                  <a:fillRect l="-1271" b="-10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文本框 250">
            <a:extLst>
              <a:ext uri="{FF2B5EF4-FFF2-40B4-BE49-F238E27FC236}">
                <a16:creationId xmlns:a16="http://schemas.microsoft.com/office/drawing/2014/main" id="{1D24AB69-267A-4B2F-8F58-4F72F9676811}"/>
              </a:ext>
            </a:extLst>
          </p:cNvPr>
          <p:cNvSpPr txBox="1"/>
          <p:nvPr/>
        </p:nvSpPr>
        <p:spPr>
          <a:xfrm>
            <a:off x="2500312" y="2153913"/>
            <a:ext cx="6283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电感在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时间内，电流从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达到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，电源传输到电感的能量</a:t>
            </a: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2B43277A-64A5-4250-8468-EF54A1C11D2C}"/>
              </a:ext>
            </a:extLst>
          </p:cNvPr>
          <p:cNvSpPr txBox="1"/>
          <p:nvPr/>
        </p:nvSpPr>
        <p:spPr>
          <a:xfrm>
            <a:off x="2500312" y="3711059"/>
            <a:ext cx="3819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电感储存的能量是依存电流而存在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864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556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ABD0138A-2ED2-4842-BA57-E39A146BEBCB}"/>
              </a:ext>
            </a:extLst>
          </p:cNvPr>
          <p:cNvSpPr txBox="1"/>
          <p:nvPr/>
        </p:nvSpPr>
        <p:spPr>
          <a:xfrm>
            <a:off x="3490913" y="1558409"/>
            <a:ext cx="52101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相位：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电压</a:t>
            </a:r>
            <a:r>
              <a:rPr lang="zh-CN" altLang="en-US" sz="1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相位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超前电流</a:t>
            </a:r>
            <a:r>
              <a:rPr lang="en-US" altLang="zh-CN" sz="1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°</a:t>
            </a:r>
            <a:endParaRPr lang="en-US" altLang="zh-CN" sz="1800" dirty="0">
              <a:solidFill>
                <a:srgbClr val="FFFF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959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/>
              <p:nvPr/>
            </p:nvSpPr>
            <p:spPr>
              <a:xfrm>
                <a:off x="3490913" y="1558409"/>
                <a:ext cx="5210175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相位：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电压</a:t>
                </a:r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超前电流</a:t>
                </a:r>
                <a:r>
                  <a:rPr lang="en-US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  <a:endParaRPr lang="en-US" altLang="zh-CN" sz="1800" dirty="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kern="1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假定</m:t>
                      </m:r>
                      <m:r>
                        <a:rPr lang="zh-CN" altLang="en-US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：</m:t>
                      </m:r>
                      <m:r>
                        <a:rPr lang="en-US" altLang="zh-CN" b="0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13" y="1558409"/>
                <a:ext cx="5210175" cy="1477328"/>
              </a:xfrm>
              <a:prstGeom prst="rect">
                <a:avLst/>
              </a:prstGeom>
              <a:blipFill>
                <a:blip r:embed="rId3"/>
                <a:stretch>
                  <a:fillRect l="-1054" t="-3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8757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/>
              <p:nvPr/>
            </p:nvSpPr>
            <p:spPr>
              <a:xfrm>
                <a:off x="3490913" y="1558409"/>
                <a:ext cx="5210175" cy="2157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相位：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电压</a:t>
                </a:r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超前电流</a:t>
                </a:r>
                <a:r>
                  <a:rPr lang="en-US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  <a:endParaRPr lang="en-US" altLang="zh-CN" sz="1800" dirty="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kern="1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假定</m:t>
                      </m:r>
                      <m:r>
                        <a:rPr lang="zh-CN" altLang="en-US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：</m:t>
                      </m:r>
                      <m:r>
                        <a:rPr lang="en-US" altLang="zh-CN" b="0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则：</a:t>
                </a:r>
                <a14:m>
                  <m:oMath xmlns:m="http://schemas.openxmlformats.org/officeDocument/2006/math">
                    <m:r>
                      <a:rPr lang="en-US" altLang="zh-CN" sz="1800" i="1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f>
                      <m:f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CN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+90°</m:t>
                            </m:r>
                          </m:e>
                        </m:d>
                      </m:e>
                    </m:func>
                  </m:oMath>
                </a14:m>
                <a:endParaRPr lang="en-US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13" y="1558409"/>
                <a:ext cx="5210175" cy="2157257"/>
              </a:xfrm>
              <a:prstGeom prst="rect">
                <a:avLst/>
              </a:prstGeom>
              <a:blipFill>
                <a:blip r:embed="rId3"/>
                <a:stretch>
                  <a:fillRect l="-1054" t="-2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513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/>
              <p:nvPr/>
            </p:nvSpPr>
            <p:spPr>
              <a:xfrm>
                <a:off x="3490913" y="1558409"/>
                <a:ext cx="5210175" cy="2988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相位：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电压</a:t>
                </a:r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超前电流</a:t>
                </a:r>
                <a:r>
                  <a:rPr lang="en-US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  <a:endParaRPr lang="en-US" altLang="zh-CN" sz="1800" dirty="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kern="1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假定</m:t>
                      </m:r>
                      <m:r>
                        <a:rPr lang="zh-CN" altLang="en-US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：</m:t>
                      </m:r>
                      <m:r>
                        <a:rPr lang="en-US" altLang="zh-CN" b="0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则：</a:t>
                </a:r>
                <a14:m>
                  <m:oMath xmlns:m="http://schemas.openxmlformats.org/officeDocument/2006/math">
                    <m:r>
                      <a:rPr lang="en-US" altLang="zh-CN" sz="1800" i="1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f>
                      <m:f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CN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+90°</m:t>
                            </m:r>
                          </m:e>
                        </m:d>
                      </m:e>
                    </m:func>
                  </m:oMath>
                </a14:m>
                <a:endParaRPr lang="en-US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solidFill>
                      <a:srgbClr val="FFFF00"/>
                    </a:solidFill>
                  </a:rPr>
                  <a:t>阻抗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CN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zh-CN" altLang="zh-CN" dirty="0">
                  <a:solidFill>
                    <a:srgbClr val="FFFF00"/>
                  </a:solidFill>
                </a:endParaRPr>
              </a:p>
              <a:p>
                <a:endParaRPr lang="en-US" altLang="zh-CN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13" y="1558409"/>
                <a:ext cx="5210175" cy="2988254"/>
              </a:xfrm>
              <a:prstGeom prst="rect">
                <a:avLst/>
              </a:prstGeom>
              <a:blipFill>
                <a:blip r:embed="rId3"/>
                <a:stretch>
                  <a:fillRect l="-1054" t="-18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697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/>
              <p:nvPr/>
            </p:nvSpPr>
            <p:spPr>
              <a:xfrm>
                <a:off x="3490913" y="1558409"/>
                <a:ext cx="5210175" cy="3851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相位：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电压</a:t>
                </a:r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超前电流</a:t>
                </a:r>
                <a:r>
                  <a:rPr lang="en-US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  <a:endParaRPr lang="en-US" altLang="zh-CN" sz="1800" dirty="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kern="1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假定</m:t>
                      </m:r>
                      <m:r>
                        <a:rPr lang="zh-CN" altLang="en-US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：</m:t>
                      </m:r>
                      <m:r>
                        <a:rPr lang="en-US" altLang="zh-CN" b="0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则：</a:t>
                </a:r>
                <a14:m>
                  <m:oMath xmlns:m="http://schemas.openxmlformats.org/officeDocument/2006/math">
                    <m:r>
                      <a:rPr lang="en-US" altLang="zh-CN" sz="1800" i="1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f>
                      <m:f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CN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+90°</m:t>
                            </m:r>
                          </m:e>
                        </m:d>
                      </m:e>
                    </m:func>
                  </m:oMath>
                </a14:m>
                <a:endParaRPr lang="en-US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solidFill>
                      <a:srgbClr val="FFFF00"/>
                    </a:solidFill>
                  </a:rPr>
                  <a:t>阻抗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CN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zh-CN" altLang="zh-CN" dirty="0">
                  <a:solidFill>
                    <a:srgbClr val="FFFF00"/>
                  </a:solidFill>
                </a:endParaRPr>
              </a:p>
              <a:p>
                <a:endParaRPr lang="en-US" altLang="zh-CN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fName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+90°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fName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800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13" y="1558409"/>
                <a:ext cx="5210175" cy="3851952"/>
              </a:xfrm>
              <a:prstGeom prst="rect">
                <a:avLst/>
              </a:prstGeom>
              <a:blipFill>
                <a:blip r:embed="rId3"/>
                <a:stretch>
                  <a:fillRect l="-1054" t="-1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037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/>
              <p:nvPr/>
            </p:nvSpPr>
            <p:spPr>
              <a:xfrm>
                <a:off x="3490913" y="1558409"/>
                <a:ext cx="5210175" cy="41289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相位：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电压</a:t>
                </a:r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超前电流</a:t>
                </a:r>
                <a:r>
                  <a:rPr lang="en-US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  <a:endParaRPr lang="en-US" altLang="zh-CN" sz="1800" dirty="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kern="1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假定</m:t>
                      </m:r>
                      <m:r>
                        <a:rPr lang="zh-CN" altLang="en-US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：</m:t>
                      </m:r>
                      <m:r>
                        <a:rPr lang="en-US" altLang="zh-CN" b="0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则：</a:t>
                </a:r>
                <a14:m>
                  <m:oMath xmlns:m="http://schemas.openxmlformats.org/officeDocument/2006/math">
                    <m:r>
                      <a:rPr lang="en-US" altLang="zh-CN" sz="1800" i="1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f>
                      <m:f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CN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+90°</m:t>
                            </m:r>
                          </m:e>
                        </m:d>
                      </m:e>
                    </m:func>
                  </m:oMath>
                </a14:m>
                <a:endParaRPr lang="en-US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solidFill>
                      <a:srgbClr val="FFFF00"/>
                    </a:solidFill>
                  </a:rPr>
                  <a:t>阻抗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CN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zh-CN" altLang="zh-CN" dirty="0">
                  <a:solidFill>
                    <a:srgbClr val="FFFF00"/>
                  </a:solidFill>
                </a:endParaRPr>
              </a:p>
              <a:p>
                <a:endParaRPr lang="en-US" altLang="zh-CN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fName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+90°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fName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800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j </a:t>
                </a:r>
                <a:r>
                  <a:rPr lang="zh-CN" altLang="en-US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的物理意义就是电压比电流相位超前</a:t>
                </a:r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90°</a:t>
                </a:r>
              </a:p>
              <a:p>
                <a:endParaRPr lang="en-US" altLang="zh-CN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13" y="1558409"/>
                <a:ext cx="5210175" cy="4128951"/>
              </a:xfrm>
              <a:prstGeom prst="rect">
                <a:avLst/>
              </a:prstGeom>
              <a:blipFill>
                <a:blip r:embed="rId3"/>
                <a:stretch>
                  <a:fillRect l="-1054" t="-1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887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/>
              <p:nvPr/>
            </p:nvSpPr>
            <p:spPr>
              <a:xfrm>
                <a:off x="3490913" y="1558409"/>
                <a:ext cx="5210175" cy="4682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相位：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电压</a:t>
                </a:r>
                <a:r>
                  <a:rPr lang="zh-CN" altLang="en-US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相位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超前电流</a:t>
                </a:r>
                <a:r>
                  <a:rPr lang="en-US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zh-CN" sz="18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  <a:endParaRPr lang="en-US" altLang="zh-CN" sz="1800" dirty="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kern="1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假定</m:t>
                      </m:r>
                      <m:r>
                        <a:rPr lang="zh-CN" altLang="en-US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：</m:t>
                      </m:r>
                      <m:r>
                        <a:rPr lang="en-US" altLang="zh-CN" b="0" i="1" kern="1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zh-CN" altLang="zh-CN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altLang="zh-CN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则：</a:t>
                </a:r>
                <a14:m>
                  <m:oMath xmlns:m="http://schemas.openxmlformats.org/officeDocument/2006/math">
                    <m:r>
                      <a:rPr lang="en-US" altLang="zh-CN" sz="1800" i="1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f>
                      <m:f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CN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800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func>
                      <m:funcPr>
                        <m:ctrlPr>
                          <a:rPr lang="en-US" altLang="zh-CN" sz="18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8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+90°</m:t>
                            </m:r>
                          </m:e>
                        </m:d>
                      </m:e>
                    </m:func>
                  </m:oMath>
                </a14:m>
                <a:endParaRPr lang="en-US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solidFill>
                      <a:srgbClr val="FFFF00"/>
                    </a:solidFill>
                  </a:rPr>
                  <a:t>阻抗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CN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zh-CN" altLang="zh-CN" dirty="0">
                  <a:solidFill>
                    <a:srgbClr val="FFFF00"/>
                  </a:solidFill>
                </a:endParaRPr>
              </a:p>
              <a:p>
                <a:endParaRPr lang="en-US" altLang="zh-CN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fName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+90°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fName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800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j </a:t>
                </a:r>
                <a:r>
                  <a:rPr lang="zh-CN" altLang="en-US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的物理意义就是电压比电流相位超前</a:t>
                </a:r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90°</a:t>
                </a:r>
              </a:p>
              <a:p>
                <a:endParaRPr lang="en-US" altLang="zh-CN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所以，</a:t>
                </a:r>
                <a:r>
                  <a:rPr lang="en-US" altLang="zh-CN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BD0138A-2ED2-4842-BA57-E39A146BE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13" y="1558409"/>
                <a:ext cx="5210175" cy="4682949"/>
              </a:xfrm>
              <a:prstGeom prst="rect">
                <a:avLst/>
              </a:prstGeom>
              <a:blipFill>
                <a:blip r:embed="rId3"/>
                <a:stretch>
                  <a:fillRect l="-1054" t="-1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071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859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/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总结</m:t>
                      </m:r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4999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E84A9076-4507-4B21-B05E-A3B84D685FB4}"/>
              </a:ext>
            </a:extLst>
          </p:cNvPr>
          <p:cNvSpPr txBox="1"/>
          <p:nvPr/>
        </p:nvSpPr>
        <p:spPr>
          <a:xfrm>
            <a:off x="3686175" y="2828836"/>
            <a:ext cx="4819650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一、它直接描述了电感的特性，电流不能突变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/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总结</m:t>
                      </m:r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908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84A9076-4507-4B21-B05E-A3B84D685FB4}"/>
                  </a:ext>
                </a:extLst>
              </p:cNvPr>
              <p:cNvSpPr txBox="1"/>
              <p:nvPr/>
            </p:nvSpPr>
            <p:spPr>
              <a:xfrm>
                <a:off x="3686175" y="2828836"/>
                <a:ext cx="4819650" cy="1045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一、它直接描述了电感的特性，电流不能突变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二、可以导出电感的储能公式，</a:t>
                </a:r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W=</a:t>
                </a:r>
                <a:r>
                  <a:rPr lang="zh-CN" altLang="en-US" sz="1800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8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 sz="18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L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84A9076-4507-4B21-B05E-A3B84D685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175" y="2828836"/>
                <a:ext cx="4819650" cy="1045671"/>
              </a:xfrm>
              <a:prstGeom prst="rect">
                <a:avLst/>
              </a:prstGeom>
              <a:blipFill>
                <a:blip r:embed="rId3"/>
                <a:stretch>
                  <a:fillRect l="-1139" r="-127" b="-2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/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总结</m:t>
                      </m:r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416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84A9076-4507-4B21-B05E-A3B84D685FB4}"/>
                  </a:ext>
                </a:extLst>
              </p:cNvPr>
              <p:cNvSpPr txBox="1"/>
              <p:nvPr/>
            </p:nvSpPr>
            <p:spPr>
              <a:xfrm>
                <a:off x="3686175" y="2828836"/>
                <a:ext cx="4819650" cy="1462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一、它直接描述了电感的特性，电流不能突变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二、可以导出电感的储能公式，</a:t>
                </a:r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W=</a:t>
                </a:r>
                <a:r>
                  <a:rPr lang="zh-CN" altLang="en-US" sz="1800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8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 sz="18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L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三、可以导出电感电压比电流相位超前</a:t>
                </a:r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kern="1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zh-CN" sz="1800" kern="1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84A9076-4507-4B21-B05E-A3B84D685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175" y="2828836"/>
                <a:ext cx="4819650" cy="1462580"/>
              </a:xfrm>
              <a:prstGeom prst="rect">
                <a:avLst/>
              </a:prstGeom>
              <a:blipFill>
                <a:blip r:embed="rId3"/>
                <a:stretch>
                  <a:fillRect l="-1139" r="-127" b="-5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/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总结</m:t>
                      </m:r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129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/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6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3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zh-CN" alt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E3B15F2-5FDE-4BD5-900E-E1E8E3E6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251736"/>
                <a:ext cx="208636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84A9076-4507-4B21-B05E-A3B84D685FB4}"/>
                  </a:ext>
                </a:extLst>
              </p:cNvPr>
              <p:cNvSpPr txBox="1"/>
              <p:nvPr/>
            </p:nvSpPr>
            <p:spPr>
              <a:xfrm>
                <a:off x="3686175" y="2828836"/>
                <a:ext cx="4819650" cy="18780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一、它直接描述了电感的特性，电流不能突变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二、可以导出电感的储能公式，</a:t>
                </a:r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W=</a:t>
                </a:r>
                <a:r>
                  <a:rPr lang="zh-CN" altLang="en-US" sz="1800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8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 sz="18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L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zh-CN" alt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18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三、可以导出电感电压比电流相位超前</a:t>
                </a:r>
                <a:r>
                  <a:rPr lang="en-US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kern="1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zh-CN" sz="1800" kern="100" dirty="0">
                    <a:solidFill>
                      <a:srgbClr val="FFFF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四、可以导出电感的复阻抗公式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18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84A9076-4507-4B21-B05E-A3B84D685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175" y="2828836"/>
                <a:ext cx="4819650" cy="1878078"/>
              </a:xfrm>
              <a:prstGeom prst="rect">
                <a:avLst/>
              </a:prstGeom>
              <a:blipFill>
                <a:blip r:embed="rId3"/>
                <a:stretch>
                  <a:fillRect l="-1139" r="-127" b="-3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/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总结</m:t>
                      </m:r>
                    </m:oMath>
                  </m:oMathPara>
                </a14:m>
                <a:endParaRPr lang="zh-CN" altLang="en-US" sz="12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1702211"/>
                <a:ext cx="20863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5853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785</Words>
  <Application>Microsoft Office PowerPoint</Application>
  <PresentationFormat>宽屏</PresentationFormat>
  <Paragraphs>173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等线</vt:lpstr>
      <vt:lpstr>等线 Light</vt:lpstr>
      <vt:lpstr>华文琥珀</vt:lpstr>
      <vt:lpstr>微软雅黑</vt:lpstr>
      <vt:lpstr>微软雅黑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270</cp:revision>
  <dcterms:created xsi:type="dcterms:W3CDTF">2020-06-10T12:57:46Z</dcterms:created>
  <dcterms:modified xsi:type="dcterms:W3CDTF">2020-09-07T14:52:48Z</dcterms:modified>
</cp:coreProperties>
</file>