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9" r:id="rId2"/>
    <p:sldId id="280" r:id="rId3"/>
    <p:sldId id="283" r:id="rId4"/>
    <p:sldId id="281" r:id="rId5"/>
    <p:sldId id="282" r:id="rId6"/>
    <p:sldId id="284" r:id="rId7"/>
    <p:sldId id="285" r:id="rId8"/>
    <p:sldId id="287" r:id="rId9"/>
    <p:sldId id="286" r:id="rId10"/>
    <p:sldId id="288" r:id="rId11"/>
    <p:sldId id="289" r:id="rId12"/>
    <p:sldId id="290" r:id="rId13"/>
    <p:sldId id="291" r:id="rId14"/>
    <p:sldId id="292" r:id="rId15"/>
    <p:sldId id="293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  <a:srgbClr val="B1510F"/>
    <a:srgbClr val="2D2DFF"/>
    <a:srgbClr val="0000FF"/>
    <a:srgbClr val="080343"/>
    <a:srgbClr val="E77A30"/>
    <a:srgbClr val="ED7D31"/>
    <a:srgbClr val="868913"/>
    <a:srgbClr val="FFFF00"/>
    <a:srgbClr val="2025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25" autoAdjust="0"/>
    <p:restoredTop sz="94700" autoAdjust="0"/>
  </p:normalViewPr>
  <p:slideViewPr>
    <p:cSldViewPr snapToGrid="0">
      <p:cViewPr varScale="1">
        <p:scale>
          <a:sx n="108" d="100"/>
          <a:sy n="108" d="100"/>
        </p:scale>
        <p:origin x="732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B766AE-4D0B-461C-A4C6-977237053124}" type="datetimeFigureOut">
              <a:rPr lang="zh-CN" altLang="en-US" smtClean="0"/>
              <a:t>2020/10/1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595245-F423-4F68-8CDF-B526A0DA6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9530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95245-F423-4F68-8CDF-B526A0DA6AB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083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95245-F423-4F68-8CDF-B526A0DA6AB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5855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E0D5-9702-4085-A96F-38F707CDD7D1}" type="datetimeFigureOut">
              <a:rPr lang="zh-CN" altLang="en-US" smtClean="0"/>
              <a:t>2020/10/1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E438E-1FD7-4AAC-A08C-10145EC80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563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E0D5-9702-4085-A96F-38F707CDD7D1}" type="datetimeFigureOut">
              <a:rPr lang="zh-CN" altLang="en-US" smtClean="0"/>
              <a:t>2020/10/1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E438E-1FD7-4AAC-A08C-10145EC80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382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E0D5-9702-4085-A96F-38F707CDD7D1}" type="datetimeFigureOut">
              <a:rPr lang="zh-CN" altLang="en-US" smtClean="0"/>
              <a:t>2020/10/1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E438E-1FD7-4AAC-A08C-10145EC80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8328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E0D5-9702-4085-A96F-38F707CDD7D1}" type="datetimeFigureOut">
              <a:rPr lang="zh-CN" altLang="en-US" smtClean="0"/>
              <a:t>2020/10/1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E438E-1FD7-4AAC-A08C-10145EC80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796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E0D5-9702-4085-A96F-38F707CDD7D1}" type="datetimeFigureOut">
              <a:rPr lang="zh-CN" altLang="en-US" smtClean="0"/>
              <a:t>2020/10/1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E438E-1FD7-4AAC-A08C-10145EC80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6263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E0D5-9702-4085-A96F-38F707CDD7D1}" type="datetimeFigureOut">
              <a:rPr lang="zh-CN" altLang="en-US" smtClean="0"/>
              <a:t>2020/10/1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E438E-1FD7-4AAC-A08C-10145EC80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8081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E0D5-9702-4085-A96F-38F707CDD7D1}" type="datetimeFigureOut">
              <a:rPr lang="zh-CN" altLang="en-US" smtClean="0"/>
              <a:t>2020/10/1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E438E-1FD7-4AAC-A08C-10145EC80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157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E0D5-9702-4085-A96F-38F707CDD7D1}" type="datetimeFigureOut">
              <a:rPr lang="zh-CN" altLang="en-US" smtClean="0"/>
              <a:t>2020/10/1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E438E-1FD7-4AAC-A08C-10145EC80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165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E0D5-9702-4085-A96F-38F707CDD7D1}" type="datetimeFigureOut">
              <a:rPr lang="zh-CN" altLang="en-US" smtClean="0"/>
              <a:t>2020/10/1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E438E-1FD7-4AAC-A08C-10145EC80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650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E0D5-9702-4085-A96F-38F707CDD7D1}" type="datetimeFigureOut">
              <a:rPr lang="zh-CN" altLang="en-US" smtClean="0"/>
              <a:t>2020/10/1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E438E-1FD7-4AAC-A08C-10145EC80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3731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E0D5-9702-4085-A96F-38F707CDD7D1}" type="datetimeFigureOut">
              <a:rPr lang="zh-CN" altLang="en-US" smtClean="0"/>
              <a:t>2020/10/1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E438E-1FD7-4AAC-A08C-10145EC80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2330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AE0D5-9702-4085-A96F-38F707CDD7D1}" type="datetimeFigureOut">
              <a:rPr lang="zh-CN" altLang="en-US" smtClean="0"/>
              <a:t>2020/10/1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E438E-1FD7-4AAC-A08C-10145EC80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691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8881" y="-711200"/>
            <a:ext cx="8045415" cy="7437142"/>
          </a:xfrm>
          <a:prstGeom prst="rect">
            <a:avLst/>
          </a:prstGeom>
        </p:spPr>
      </p:pic>
      <p:sp>
        <p:nvSpPr>
          <p:cNvPr id="10" name="任意多边形 9"/>
          <p:cNvSpPr/>
          <p:nvPr/>
        </p:nvSpPr>
        <p:spPr>
          <a:xfrm>
            <a:off x="-537025" y="0"/>
            <a:ext cx="12760059" cy="7187502"/>
          </a:xfrm>
          <a:custGeom>
            <a:avLst/>
            <a:gdLst>
              <a:gd name="connsiteX0" fmla="*/ 3437489 w 12192000"/>
              <a:gd name="connsiteY0" fmla="*/ 971550 h 6857999"/>
              <a:gd name="connsiteX1" fmla="*/ 2596097 w 12192000"/>
              <a:gd name="connsiteY1" fmla="*/ 1812942 h 6857999"/>
              <a:gd name="connsiteX2" fmla="*/ 2596097 w 12192000"/>
              <a:gd name="connsiteY2" fmla="*/ 5178408 h 6857999"/>
              <a:gd name="connsiteX3" fmla="*/ 3437489 w 12192000"/>
              <a:gd name="connsiteY3" fmla="*/ 6019800 h 6857999"/>
              <a:gd name="connsiteX4" fmla="*/ 9173610 w 12192000"/>
              <a:gd name="connsiteY4" fmla="*/ 6019800 h 6857999"/>
              <a:gd name="connsiteX5" fmla="*/ 10015002 w 12192000"/>
              <a:gd name="connsiteY5" fmla="*/ 5178408 h 6857999"/>
              <a:gd name="connsiteX6" fmla="*/ 10015002 w 12192000"/>
              <a:gd name="connsiteY6" fmla="*/ 1812942 h 6857999"/>
              <a:gd name="connsiteX7" fmla="*/ 9173610 w 12192000"/>
              <a:gd name="connsiteY7" fmla="*/ 971550 h 6857999"/>
              <a:gd name="connsiteX8" fmla="*/ 0 w 12192000"/>
              <a:gd name="connsiteY8" fmla="*/ 0 h 6857999"/>
              <a:gd name="connsiteX9" fmla="*/ 12192000 w 12192000"/>
              <a:gd name="connsiteY9" fmla="*/ 0 h 6857999"/>
              <a:gd name="connsiteX10" fmla="*/ 12192000 w 12192000"/>
              <a:gd name="connsiteY10" fmla="*/ 6857999 h 6857999"/>
              <a:gd name="connsiteX11" fmla="*/ 0 w 12192000"/>
              <a:gd name="connsiteY11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7999">
                <a:moveTo>
                  <a:pt x="3437489" y="971550"/>
                </a:moveTo>
                <a:cubicBezTo>
                  <a:pt x="2972801" y="971550"/>
                  <a:pt x="2596097" y="1348254"/>
                  <a:pt x="2596097" y="1812942"/>
                </a:cubicBezTo>
                <a:lnTo>
                  <a:pt x="2596097" y="5178408"/>
                </a:lnTo>
                <a:cubicBezTo>
                  <a:pt x="2596097" y="5643096"/>
                  <a:pt x="2972801" y="6019800"/>
                  <a:pt x="3437489" y="6019800"/>
                </a:cubicBezTo>
                <a:lnTo>
                  <a:pt x="9173610" y="6019800"/>
                </a:lnTo>
                <a:cubicBezTo>
                  <a:pt x="9638298" y="6019800"/>
                  <a:pt x="10015002" y="5643096"/>
                  <a:pt x="10015002" y="5178408"/>
                </a:cubicBezTo>
                <a:lnTo>
                  <a:pt x="10015002" y="1812942"/>
                </a:lnTo>
                <a:cubicBezTo>
                  <a:pt x="10015002" y="1348254"/>
                  <a:pt x="9638298" y="971550"/>
                  <a:pt x="9173610" y="97155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202524"/>
          </a:solidFill>
          <a:ln>
            <a:solidFill>
              <a:srgbClr val="2025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圆角矩形 11"/>
          <p:cNvSpPr/>
          <p:nvPr/>
        </p:nvSpPr>
        <p:spPr>
          <a:xfrm>
            <a:off x="7088041" y="4686299"/>
            <a:ext cx="504557" cy="1254925"/>
          </a:xfrm>
          <a:prstGeom prst="roundRect">
            <a:avLst/>
          </a:prstGeom>
          <a:solidFill>
            <a:srgbClr val="FF0000">
              <a:alpha val="23000"/>
            </a:srgb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6212120" y="4686299"/>
            <a:ext cx="504557" cy="1254925"/>
          </a:xfrm>
          <a:prstGeom prst="roundRect">
            <a:avLst/>
          </a:prstGeom>
          <a:solidFill>
            <a:srgbClr val="FF0000">
              <a:alpha val="23000"/>
            </a:srgb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>
            <a:off x="6452686" y="3910575"/>
            <a:ext cx="2193500" cy="788582"/>
            <a:chOff x="6950938" y="3910569"/>
            <a:chExt cx="2148612" cy="774111"/>
          </a:xfrm>
        </p:grpSpPr>
        <p:cxnSp>
          <p:nvCxnSpPr>
            <p:cNvPr id="14" name="直接连接符 13"/>
            <p:cNvCxnSpPr/>
            <p:nvPr/>
          </p:nvCxnSpPr>
          <p:spPr>
            <a:xfrm flipV="1">
              <a:off x="6950938" y="4170333"/>
              <a:ext cx="477972" cy="514347"/>
            </a:xfrm>
            <a:prstGeom prst="line">
              <a:avLst/>
            </a:prstGeom>
            <a:ln w="12700">
              <a:solidFill>
                <a:srgbClr val="ED7D3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7423150" y="4178295"/>
              <a:ext cx="1676400" cy="0"/>
            </a:xfrm>
            <a:prstGeom prst="line">
              <a:avLst/>
            </a:prstGeom>
            <a:ln w="12700">
              <a:solidFill>
                <a:srgbClr val="ED7D3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/>
            <p:cNvSpPr txBox="1"/>
            <p:nvPr/>
          </p:nvSpPr>
          <p:spPr>
            <a:xfrm>
              <a:off x="8137682" y="3910569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solidFill>
                    <a:srgbClr val="ED7D3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饱和电流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7329194" y="4205646"/>
            <a:ext cx="1307086" cy="489637"/>
            <a:chOff x="7827446" y="4205646"/>
            <a:chExt cx="1278451" cy="480652"/>
          </a:xfrm>
        </p:grpSpPr>
        <p:cxnSp>
          <p:nvCxnSpPr>
            <p:cNvPr id="17" name="直接连接符 16"/>
            <p:cNvCxnSpPr/>
            <p:nvPr/>
          </p:nvCxnSpPr>
          <p:spPr>
            <a:xfrm flipV="1">
              <a:off x="7827446" y="4464050"/>
              <a:ext cx="207661" cy="222248"/>
            </a:xfrm>
            <a:prstGeom prst="line">
              <a:avLst/>
            </a:prstGeom>
            <a:ln w="12700">
              <a:solidFill>
                <a:srgbClr val="ED7D3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8035107" y="4464050"/>
              <a:ext cx="1070790" cy="0"/>
            </a:xfrm>
            <a:prstGeom prst="line">
              <a:avLst/>
            </a:prstGeom>
            <a:ln w="12700">
              <a:solidFill>
                <a:srgbClr val="ED7D3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/>
            <p:cNvSpPr txBox="1"/>
            <p:nvPr/>
          </p:nvSpPr>
          <p:spPr>
            <a:xfrm>
              <a:off x="8137682" y="4205646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solidFill>
                    <a:srgbClr val="ED7D3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温升电流</a:t>
              </a: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4538252" y="490330"/>
            <a:ext cx="2712221" cy="407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TDK VLS-EX</a:t>
            </a:r>
            <a:r>
              <a:rPr lang="zh-CN" altLang="en-US" sz="20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电感系列</a:t>
            </a:r>
          </a:p>
        </p:txBody>
      </p:sp>
    </p:spTree>
    <p:extLst>
      <p:ext uri="{BB962C8B-B14F-4D97-AF65-F5344CB8AC3E}">
        <p14:creationId xmlns:p14="http://schemas.microsoft.com/office/powerpoint/2010/main" val="344252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accel="41000" decel="59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1" grpId="0" animBg="1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/>
          <p:nvPr/>
        </p:nvGrpSpPr>
        <p:grpSpPr>
          <a:xfrm>
            <a:off x="-537025" y="-711200"/>
            <a:ext cx="12760059" cy="7898702"/>
            <a:chOff x="-537025" y="-711200"/>
            <a:chExt cx="12760059" cy="7898702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48881" y="-711200"/>
              <a:ext cx="8045415" cy="7437142"/>
            </a:xfrm>
            <a:prstGeom prst="rect">
              <a:avLst/>
            </a:prstGeom>
          </p:spPr>
        </p:pic>
        <p:sp>
          <p:nvSpPr>
            <p:cNvPr id="17" name="任意多边形 16"/>
            <p:cNvSpPr/>
            <p:nvPr/>
          </p:nvSpPr>
          <p:spPr>
            <a:xfrm>
              <a:off x="-537025" y="0"/>
              <a:ext cx="12760059" cy="7187502"/>
            </a:xfrm>
            <a:custGeom>
              <a:avLst/>
              <a:gdLst>
                <a:gd name="connsiteX0" fmla="*/ 3437489 w 12192000"/>
                <a:gd name="connsiteY0" fmla="*/ 971550 h 6857999"/>
                <a:gd name="connsiteX1" fmla="*/ 2596097 w 12192000"/>
                <a:gd name="connsiteY1" fmla="*/ 1812942 h 6857999"/>
                <a:gd name="connsiteX2" fmla="*/ 2596097 w 12192000"/>
                <a:gd name="connsiteY2" fmla="*/ 5178408 h 6857999"/>
                <a:gd name="connsiteX3" fmla="*/ 3437489 w 12192000"/>
                <a:gd name="connsiteY3" fmla="*/ 6019800 h 6857999"/>
                <a:gd name="connsiteX4" fmla="*/ 9173610 w 12192000"/>
                <a:gd name="connsiteY4" fmla="*/ 6019800 h 6857999"/>
                <a:gd name="connsiteX5" fmla="*/ 10015002 w 12192000"/>
                <a:gd name="connsiteY5" fmla="*/ 5178408 h 6857999"/>
                <a:gd name="connsiteX6" fmla="*/ 10015002 w 12192000"/>
                <a:gd name="connsiteY6" fmla="*/ 1812942 h 6857999"/>
                <a:gd name="connsiteX7" fmla="*/ 9173610 w 12192000"/>
                <a:gd name="connsiteY7" fmla="*/ 971550 h 6857999"/>
                <a:gd name="connsiteX8" fmla="*/ 0 w 12192000"/>
                <a:gd name="connsiteY8" fmla="*/ 0 h 6857999"/>
                <a:gd name="connsiteX9" fmla="*/ 12192000 w 12192000"/>
                <a:gd name="connsiteY9" fmla="*/ 0 h 6857999"/>
                <a:gd name="connsiteX10" fmla="*/ 12192000 w 12192000"/>
                <a:gd name="connsiteY10" fmla="*/ 6857999 h 6857999"/>
                <a:gd name="connsiteX11" fmla="*/ 0 w 12192000"/>
                <a:gd name="connsiteY11" fmla="*/ 6857999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857999">
                  <a:moveTo>
                    <a:pt x="3437489" y="971550"/>
                  </a:moveTo>
                  <a:cubicBezTo>
                    <a:pt x="2972801" y="971550"/>
                    <a:pt x="2596097" y="1348254"/>
                    <a:pt x="2596097" y="1812942"/>
                  </a:cubicBezTo>
                  <a:lnTo>
                    <a:pt x="2596097" y="5178408"/>
                  </a:lnTo>
                  <a:cubicBezTo>
                    <a:pt x="2596097" y="5643096"/>
                    <a:pt x="2972801" y="6019800"/>
                    <a:pt x="3437489" y="6019800"/>
                  </a:cubicBezTo>
                  <a:lnTo>
                    <a:pt x="9173610" y="6019800"/>
                  </a:lnTo>
                  <a:cubicBezTo>
                    <a:pt x="9638298" y="6019800"/>
                    <a:pt x="10015002" y="5643096"/>
                    <a:pt x="10015002" y="5178408"/>
                  </a:cubicBezTo>
                  <a:lnTo>
                    <a:pt x="10015002" y="1812942"/>
                  </a:lnTo>
                  <a:cubicBezTo>
                    <a:pt x="10015002" y="1348254"/>
                    <a:pt x="9638298" y="971550"/>
                    <a:pt x="9173610" y="971550"/>
                  </a:cubicBez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7999"/>
                  </a:lnTo>
                  <a:lnTo>
                    <a:pt x="0" y="6857999"/>
                  </a:lnTo>
                  <a:close/>
                </a:path>
              </a:pathLst>
            </a:custGeom>
            <a:solidFill>
              <a:srgbClr val="202524"/>
            </a:solidFill>
            <a:ln>
              <a:solidFill>
                <a:srgbClr val="20252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圆角矩形 17"/>
            <p:cNvSpPr/>
            <p:nvPr/>
          </p:nvSpPr>
          <p:spPr>
            <a:xfrm>
              <a:off x="7088041" y="4686299"/>
              <a:ext cx="504557" cy="1254925"/>
            </a:xfrm>
            <a:prstGeom prst="roundRect">
              <a:avLst/>
            </a:prstGeom>
            <a:solidFill>
              <a:srgbClr val="FF0000">
                <a:alpha val="23000"/>
              </a:srgb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圆角矩形 18"/>
            <p:cNvSpPr/>
            <p:nvPr/>
          </p:nvSpPr>
          <p:spPr>
            <a:xfrm>
              <a:off x="6212120" y="4686299"/>
              <a:ext cx="504557" cy="1254925"/>
            </a:xfrm>
            <a:prstGeom prst="roundRect">
              <a:avLst/>
            </a:prstGeom>
            <a:solidFill>
              <a:srgbClr val="FF0000">
                <a:alpha val="23000"/>
              </a:srgb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6452686" y="3910575"/>
              <a:ext cx="2193500" cy="788582"/>
              <a:chOff x="6950938" y="3910569"/>
              <a:chExt cx="2148612" cy="774111"/>
            </a:xfrm>
          </p:grpSpPr>
          <p:cxnSp>
            <p:nvCxnSpPr>
              <p:cNvPr id="21" name="直接连接符 20"/>
              <p:cNvCxnSpPr/>
              <p:nvPr/>
            </p:nvCxnSpPr>
            <p:spPr>
              <a:xfrm flipV="1">
                <a:off x="6950938" y="4170333"/>
                <a:ext cx="477972" cy="514347"/>
              </a:xfrm>
              <a:prstGeom prst="line">
                <a:avLst/>
              </a:prstGeom>
              <a:ln w="12700">
                <a:solidFill>
                  <a:srgbClr val="ED7D3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>
                <a:off x="7423150" y="4178295"/>
                <a:ext cx="1676400" cy="0"/>
              </a:xfrm>
              <a:prstGeom prst="line">
                <a:avLst/>
              </a:prstGeom>
              <a:ln w="12700">
                <a:solidFill>
                  <a:srgbClr val="ED7D3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文本框 22"/>
              <p:cNvSpPr txBox="1"/>
              <p:nvPr/>
            </p:nvSpPr>
            <p:spPr>
              <a:xfrm>
                <a:off x="8137682" y="3910569"/>
                <a:ext cx="80021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>
                    <a:solidFill>
                      <a:srgbClr val="ED7D3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饱和电流</a:t>
                </a:r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7329194" y="4205646"/>
              <a:ext cx="1307086" cy="489637"/>
              <a:chOff x="7827446" y="4205646"/>
              <a:chExt cx="1278451" cy="480652"/>
            </a:xfrm>
          </p:grpSpPr>
          <p:cxnSp>
            <p:nvCxnSpPr>
              <p:cNvPr id="25" name="直接连接符 24"/>
              <p:cNvCxnSpPr/>
              <p:nvPr/>
            </p:nvCxnSpPr>
            <p:spPr>
              <a:xfrm flipV="1">
                <a:off x="7827446" y="4464050"/>
                <a:ext cx="207661" cy="222248"/>
              </a:xfrm>
              <a:prstGeom prst="line">
                <a:avLst/>
              </a:prstGeom>
              <a:ln w="12700">
                <a:solidFill>
                  <a:srgbClr val="ED7D3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/>
            </p:nvCxnSpPr>
            <p:spPr>
              <a:xfrm>
                <a:off x="8035107" y="4464050"/>
                <a:ext cx="1070790" cy="0"/>
              </a:xfrm>
              <a:prstGeom prst="line">
                <a:avLst/>
              </a:prstGeom>
              <a:ln w="12700">
                <a:solidFill>
                  <a:srgbClr val="ED7D3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文本框 26"/>
              <p:cNvSpPr txBox="1"/>
              <p:nvPr/>
            </p:nvSpPr>
            <p:spPr>
              <a:xfrm>
                <a:off x="8137682" y="4205646"/>
                <a:ext cx="80021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>
                    <a:solidFill>
                      <a:srgbClr val="ED7D3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温升电流</a:t>
                </a:r>
              </a:p>
            </p:txBody>
          </p:sp>
        </p:grpSp>
        <p:sp>
          <p:nvSpPr>
            <p:cNvPr id="28" name="文本框 27"/>
            <p:cNvSpPr txBox="1"/>
            <p:nvPr/>
          </p:nvSpPr>
          <p:spPr>
            <a:xfrm>
              <a:off x="4538252" y="490330"/>
              <a:ext cx="2712221" cy="407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TDK VLS-EX</a:t>
              </a:r>
              <a:r>
                <a:rPr lang="zh-CN" altLang="en-US" sz="20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电感系列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77461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935" y="0"/>
            <a:ext cx="9742129" cy="6858000"/>
          </a:xfrm>
          <a:prstGeom prst="rect">
            <a:avLst/>
          </a:prstGeom>
        </p:spPr>
      </p:pic>
      <p:sp>
        <p:nvSpPr>
          <p:cNvPr id="17" name="任意多边形 16"/>
          <p:cNvSpPr/>
          <p:nvPr/>
        </p:nvSpPr>
        <p:spPr>
          <a:xfrm>
            <a:off x="-537025" y="0"/>
            <a:ext cx="12760059" cy="7187502"/>
          </a:xfrm>
          <a:custGeom>
            <a:avLst/>
            <a:gdLst>
              <a:gd name="connsiteX0" fmla="*/ 3437489 w 12192000"/>
              <a:gd name="connsiteY0" fmla="*/ 971550 h 6857999"/>
              <a:gd name="connsiteX1" fmla="*/ 2596097 w 12192000"/>
              <a:gd name="connsiteY1" fmla="*/ 1812942 h 6857999"/>
              <a:gd name="connsiteX2" fmla="*/ 2596097 w 12192000"/>
              <a:gd name="connsiteY2" fmla="*/ 5178408 h 6857999"/>
              <a:gd name="connsiteX3" fmla="*/ 3437489 w 12192000"/>
              <a:gd name="connsiteY3" fmla="*/ 6019800 h 6857999"/>
              <a:gd name="connsiteX4" fmla="*/ 9173610 w 12192000"/>
              <a:gd name="connsiteY4" fmla="*/ 6019800 h 6857999"/>
              <a:gd name="connsiteX5" fmla="*/ 10015002 w 12192000"/>
              <a:gd name="connsiteY5" fmla="*/ 5178408 h 6857999"/>
              <a:gd name="connsiteX6" fmla="*/ 10015002 w 12192000"/>
              <a:gd name="connsiteY6" fmla="*/ 1812942 h 6857999"/>
              <a:gd name="connsiteX7" fmla="*/ 9173610 w 12192000"/>
              <a:gd name="connsiteY7" fmla="*/ 971550 h 6857999"/>
              <a:gd name="connsiteX8" fmla="*/ 0 w 12192000"/>
              <a:gd name="connsiteY8" fmla="*/ 0 h 6857999"/>
              <a:gd name="connsiteX9" fmla="*/ 12192000 w 12192000"/>
              <a:gd name="connsiteY9" fmla="*/ 0 h 6857999"/>
              <a:gd name="connsiteX10" fmla="*/ 12192000 w 12192000"/>
              <a:gd name="connsiteY10" fmla="*/ 6857999 h 6857999"/>
              <a:gd name="connsiteX11" fmla="*/ 0 w 12192000"/>
              <a:gd name="connsiteY11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7999">
                <a:moveTo>
                  <a:pt x="3437489" y="971550"/>
                </a:moveTo>
                <a:cubicBezTo>
                  <a:pt x="2972801" y="971550"/>
                  <a:pt x="2596097" y="1348254"/>
                  <a:pt x="2596097" y="1812942"/>
                </a:cubicBezTo>
                <a:lnTo>
                  <a:pt x="2596097" y="5178408"/>
                </a:lnTo>
                <a:cubicBezTo>
                  <a:pt x="2596097" y="5643096"/>
                  <a:pt x="2972801" y="6019800"/>
                  <a:pt x="3437489" y="6019800"/>
                </a:cubicBezTo>
                <a:lnTo>
                  <a:pt x="9173610" y="6019800"/>
                </a:lnTo>
                <a:cubicBezTo>
                  <a:pt x="9638298" y="6019800"/>
                  <a:pt x="10015002" y="5643096"/>
                  <a:pt x="10015002" y="5178408"/>
                </a:cubicBezTo>
                <a:lnTo>
                  <a:pt x="10015002" y="1812942"/>
                </a:lnTo>
                <a:cubicBezTo>
                  <a:pt x="10015002" y="1348254"/>
                  <a:pt x="9638298" y="971550"/>
                  <a:pt x="9173610" y="97155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202524"/>
          </a:solidFill>
          <a:ln>
            <a:solidFill>
              <a:srgbClr val="2025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文本框 29"/>
          <p:cNvSpPr txBox="1"/>
          <p:nvPr/>
        </p:nvSpPr>
        <p:spPr>
          <a:xfrm>
            <a:off x="4344669" y="490330"/>
            <a:ext cx="3502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台庆</a:t>
            </a:r>
            <a:r>
              <a:rPr lang="en-US" altLang="zh-CN" sz="20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UHP252012NF</a:t>
            </a:r>
            <a:r>
              <a:rPr lang="zh-CN" altLang="en-US" sz="20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电感系列</a:t>
            </a:r>
          </a:p>
        </p:txBody>
      </p:sp>
      <p:sp>
        <p:nvSpPr>
          <p:cNvPr id="31" name="圆角矩形 30"/>
          <p:cNvSpPr/>
          <p:nvPr/>
        </p:nvSpPr>
        <p:spPr>
          <a:xfrm>
            <a:off x="7039433" y="2338826"/>
            <a:ext cx="504557" cy="3583003"/>
          </a:xfrm>
          <a:prstGeom prst="roundRect">
            <a:avLst/>
          </a:prstGeom>
          <a:solidFill>
            <a:srgbClr val="FF0000">
              <a:alpha val="23000"/>
            </a:srgb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60" name="组合 59"/>
          <p:cNvGrpSpPr/>
          <p:nvPr/>
        </p:nvGrpSpPr>
        <p:grpSpPr>
          <a:xfrm>
            <a:off x="5891884" y="1526175"/>
            <a:ext cx="1385593" cy="812656"/>
            <a:chOff x="5891884" y="1526175"/>
            <a:chExt cx="1385593" cy="812656"/>
          </a:xfrm>
        </p:grpSpPr>
        <p:cxnSp>
          <p:nvCxnSpPr>
            <p:cNvPr id="32" name="直接连接符 31"/>
            <p:cNvCxnSpPr/>
            <p:nvPr/>
          </p:nvCxnSpPr>
          <p:spPr>
            <a:xfrm flipH="1" flipV="1">
              <a:off x="6841942" y="1795464"/>
              <a:ext cx="435535" cy="543367"/>
            </a:xfrm>
            <a:prstGeom prst="line">
              <a:avLst/>
            </a:prstGeom>
            <a:ln w="12700">
              <a:solidFill>
                <a:srgbClr val="ED7D3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>
              <a:off x="6000750" y="1795464"/>
              <a:ext cx="837142" cy="0"/>
            </a:xfrm>
            <a:prstGeom prst="line">
              <a:avLst/>
            </a:prstGeom>
            <a:ln w="12700">
              <a:solidFill>
                <a:srgbClr val="ED7D3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本框 33"/>
            <p:cNvSpPr txBox="1"/>
            <p:nvPr/>
          </p:nvSpPr>
          <p:spPr>
            <a:xfrm>
              <a:off x="5891884" y="1526175"/>
              <a:ext cx="103425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50" dirty="0">
                  <a:solidFill>
                    <a:srgbClr val="ED7D3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饱和电流</a:t>
              </a:r>
              <a:r>
                <a:rPr lang="en-US" altLang="zh-CN" sz="1050" dirty="0">
                  <a:solidFill>
                    <a:srgbClr val="ED7D3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Type</a:t>
              </a:r>
              <a:endParaRPr lang="zh-CN" altLang="en-US" sz="1200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5" name="圆角矩形 34"/>
          <p:cNvSpPr/>
          <p:nvPr/>
        </p:nvSpPr>
        <p:spPr>
          <a:xfrm>
            <a:off x="7782033" y="2338826"/>
            <a:ext cx="504557" cy="3583003"/>
          </a:xfrm>
          <a:prstGeom prst="roundRect">
            <a:avLst/>
          </a:prstGeom>
          <a:solidFill>
            <a:srgbClr val="FF0000">
              <a:alpha val="23000"/>
            </a:srgb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61" name="组合 60"/>
          <p:cNvGrpSpPr/>
          <p:nvPr/>
        </p:nvGrpSpPr>
        <p:grpSpPr>
          <a:xfrm>
            <a:off x="6904103" y="1541547"/>
            <a:ext cx="1095982" cy="759491"/>
            <a:chOff x="6904103" y="1541547"/>
            <a:chExt cx="1095982" cy="759491"/>
          </a:xfrm>
        </p:grpSpPr>
        <p:cxnSp>
          <p:nvCxnSpPr>
            <p:cNvPr id="36" name="直接连接符 35"/>
            <p:cNvCxnSpPr/>
            <p:nvPr/>
          </p:nvCxnSpPr>
          <p:spPr>
            <a:xfrm flipH="1" flipV="1">
              <a:off x="7701635" y="1780091"/>
              <a:ext cx="298450" cy="520947"/>
            </a:xfrm>
            <a:prstGeom prst="line">
              <a:avLst/>
            </a:prstGeom>
            <a:ln w="12700">
              <a:solidFill>
                <a:srgbClr val="ED7D3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>
              <a:off x="7006959" y="1780091"/>
              <a:ext cx="694676" cy="0"/>
            </a:xfrm>
            <a:prstGeom prst="line">
              <a:avLst/>
            </a:prstGeom>
            <a:ln w="12700">
              <a:solidFill>
                <a:srgbClr val="ED7D3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本框 37"/>
            <p:cNvSpPr txBox="1"/>
            <p:nvPr/>
          </p:nvSpPr>
          <p:spPr>
            <a:xfrm>
              <a:off x="6904103" y="1541547"/>
              <a:ext cx="99738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50" dirty="0">
                  <a:solidFill>
                    <a:srgbClr val="ED7D3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饱和电流</a:t>
              </a:r>
              <a:r>
                <a:rPr lang="en-US" altLang="zh-CN" sz="1050" dirty="0">
                  <a:solidFill>
                    <a:srgbClr val="ED7D3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Max</a:t>
              </a:r>
              <a:endParaRPr lang="zh-CN" altLang="en-US" sz="1200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39" name="直接连接符 38"/>
          <p:cNvCxnSpPr>
            <a:stCxn id="41" idx="0"/>
          </p:cNvCxnSpPr>
          <p:nvPr/>
        </p:nvCxnSpPr>
        <p:spPr>
          <a:xfrm flipV="1">
            <a:off x="8755371" y="2066386"/>
            <a:ext cx="84561" cy="272440"/>
          </a:xfrm>
          <a:prstGeom prst="line">
            <a:avLst/>
          </a:prstGeom>
          <a:ln w="12700">
            <a:solidFill>
              <a:srgbClr val="ED7D3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圆角矩形 40"/>
          <p:cNvSpPr/>
          <p:nvPr/>
        </p:nvSpPr>
        <p:spPr>
          <a:xfrm>
            <a:off x="8503092" y="2338826"/>
            <a:ext cx="504557" cy="3583003"/>
          </a:xfrm>
          <a:prstGeom prst="roundRect">
            <a:avLst/>
          </a:prstGeom>
          <a:solidFill>
            <a:srgbClr val="FF0000">
              <a:alpha val="23000"/>
            </a:srgb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62" name="组合 61"/>
          <p:cNvGrpSpPr/>
          <p:nvPr/>
        </p:nvGrpSpPr>
        <p:grpSpPr>
          <a:xfrm>
            <a:off x="7829571" y="1789155"/>
            <a:ext cx="1034257" cy="253916"/>
            <a:chOff x="7829571" y="1789155"/>
            <a:chExt cx="1034257" cy="253916"/>
          </a:xfrm>
        </p:grpSpPr>
        <p:cxnSp>
          <p:nvCxnSpPr>
            <p:cNvPr id="40" name="直接连接符 39"/>
            <p:cNvCxnSpPr/>
            <p:nvPr/>
          </p:nvCxnSpPr>
          <p:spPr>
            <a:xfrm flipV="1">
              <a:off x="8034311" y="2037208"/>
              <a:ext cx="805621" cy="609"/>
            </a:xfrm>
            <a:prstGeom prst="line">
              <a:avLst/>
            </a:prstGeom>
            <a:ln w="12700">
              <a:solidFill>
                <a:srgbClr val="ED7D3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本框 41"/>
            <p:cNvSpPr txBox="1"/>
            <p:nvPr/>
          </p:nvSpPr>
          <p:spPr>
            <a:xfrm>
              <a:off x="7829571" y="1789155"/>
              <a:ext cx="103425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50" dirty="0">
                  <a:solidFill>
                    <a:srgbClr val="ED7D3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温升电流</a:t>
              </a:r>
              <a:r>
                <a:rPr lang="en-US" altLang="zh-CN" sz="1050" dirty="0">
                  <a:solidFill>
                    <a:srgbClr val="ED7D3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Type</a:t>
              </a:r>
              <a:endParaRPr lang="zh-CN" altLang="en-US" sz="1200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4" name="圆角矩形 53"/>
          <p:cNvSpPr/>
          <p:nvPr/>
        </p:nvSpPr>
        <p:spPr>
          <a:xfrm>
            <a:off x="9230521" y="2338826"/>
            <a:ext cx="504557" cy="3583003"/>
          </a:xfrm>
          <a:prstGeom prst="roundRect">
            <a:avLst/>
          </a:prstGeom>
          <a:solidFill>
            <a:srgbClr val="FF0000">
              <a:alpha val="23000"/>
            </a:srgb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55" name="直接连接符 54"/>
          <p:cNvCxnSpPr/>
          <p:nvPr/>
        </p:nvCxnSpPr>
        <p:spPr>
          <a:xfrm flipH="1" flipV="1">
            <a:off x="9062804" y="2066348"/>
            <a:ext cx="417399" cy="272478"/>
          </a:xfrm>
          <a:prstGeom prst="line">
            <a:avLst/>
          </a:prstGeom>
          <a:ln w="12700">
            <a:solidFill>
              <a:srgbClr val="ED7D3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组合 62"/>
          <p:cNvGrpSpPr/>
          <p:nvPr/>
        </p:nvGrpSpPr>
        <p:grpSpPr>
          <a:xfrm>
            <a:off x="8913711" y="1789155"/>
            <a:ext cx="997389" cy="253916"/>
            <a:chOff x="8913711" y="1789155"/>
            <a:chExt cx="997389" cy="253916"/>
          </a:xfrm>
        </p:grpSpPr>
        <p:cxnSp>
          <p:nvCxnSpPr>
            <p:cNvPr id="57" name="直接连接符 56"/>
            <p:cNvCxnSpPr/>
            <p:nvPr/>
          </p:nvCxnSpPr>
          <p:spPr>
            <a:xfrm flipV="1">
              <a:off x="9039437" y="2037208"/>
              <a:ext cx="805621" cy="609"/>
            </a:xfrm>
            <a:prstGeom prst="line">
              <a:avLst/>
            </a:prstGeom>
            <a:ln w="12700">
              <a:solidFill>
                <a:srgbClr val="ED7D3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/>
            <p:cNvSpPr txBox="1"/>
            <p:nvPr/>
          </p:nvSpPr>
          <p:spPr>
            <a:xfrm>
              <a:off x="8913711" y="1789155"/>
              <a:ext cx="99738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50" dirty="0">
                  <a:solidFill>
                    <a:srgbClr val="ED7D3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温升电流</a:t>
              </a:r>
              <a:r>
                <a:rPr lang="en-US" altLang="zh-CN" sz="1050" dirty="0">
                  <a:solidFill>
                    <a:srgbClr val="ED7D3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Max</a:t>
              </a:r>
              <a:endParaRPr lang="zh-CN" altLang="en-US" sz="1200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740616" y="1468467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719960" y="1731447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91884" y="1137342"/>
            <a:ext cx="2570512" cy="338554"/>
          </a:xfrm>
          <a:prstGeom prst="rect">
            <a:avLst/>
          </a:prstGeom>
          <a:noFill/>
          <a:effectLst>
            <a:innerShdw blurRad="165100" dir="8100000">
              <a:schemeClr val="tx1"/>
            </a:innerShdw>
            <a:softEdge rad="711200"/>
          </a:effectLst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rgbClr val="2D2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典型值</a:t>
            </a:r>
            <a:r>
              <a:rPr lang="en-US" altLang="zh-CN" sz="1600" dirty="0">
                <a:solidFill>
                  <a:srgbClr val="2D2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Type &gt; </a:t>
            </a:r>
            <a:r>
              <a:rPr lang="zh-CN" altLang="en-US" sz="1600" dirty="0">
                <a:solidFill>
                  <a:srgbClr val="2D2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最大值</a:t>
            </a:r>
            <a:r>
              <a:rPr lang="en-US" altLang="zh-CN" sz="1600" dirty="0">
                <a:solidFill>
                  <a:srgbClr val="2D2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</a:t>
            </a:r>
          </a:p>
        </p:txBody>
      </p:sp>
      <p:sp>
        <p:nvSpPr>
          <p:cNvPr id="5" name="矩形 4"/>
          <p:cNvSpPr/>
          <p:nvPr/>
        </p:nvSpPr>
        <p:spPr>
          <a:xfrm>
            <a:off x="8319306" y="1092126"/>
            <a:ext cx="1415772" cy="461665"/>
          </a:xfrm>
          <a:prstGeom prst="rect">
            <a:avLst/>
          </a:prstGeom>
          <a:effectLst>
            <a:innerShdw blurRad="165100" dir="8100000">
              <a:schemeClr val="tx1"/>
            </a:innerShdw>
          </a:effectLst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B151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真奇怪！</a:t>
            </a:r>
          </a:p>
        </p:txBody>
      </p:sp>
    </p:spTree>
    <p:extLst>
      <p:ext uri="{BB962C8B-B14F-4D97-AF65-F5344CB8AC3E}">
        <p14:creationId xmlns:p14="http://schemas.microsoft.com/office/powerpoint/2010/main" val="876617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5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500"/>
                            </p:stCondLst>
                            <p:childTnLst>
                              <p:par>
                                <p:cTn id="4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500"/>
                            </p:stCondLst>
                            <p:childTnLst>
                              <p:par>
                                <p:cTn id="5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000"/>
                            </p:stCondLst>
                            <p:childTnLst>
                              <p:par>
                                <p:cTn id="6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8000"/>
                            </p:stCondLst>
                            <p:childTnLst>
                              <p:par>
                                <p:cTn id="7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 animBg="1"/>
      <p:bldP spid="35" grpId="0" animBg="1"/>
      <p:bldP spid="41" grpId="0" animBg="1"/>
      <p:bldP spid="54" grpId="0" animBg="1"/>
      <p:bldP spid="2" grpId="0"/>
      <p:bldP spid="26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/>
          <p:nvPr/>
        </p:nvGrpSpPr>
        <p:grpSpPr>
          <a:xfrm>
            <a:off x="-537025" y="0"/>
            <a:ext cx="12760059" cy="7187502"/>
            <a:chOff x="-537025" y="0"/>
            <a:chExt cx="12760059" cy="7187502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4935" y="0"/>
              <a:ext cx="9742129" cy="6858000"/>
            </a:xfrm>
            <a:prstGeom prst="rect">
              <a:avLst/>
            </a:prstGeom>
          </p:spPr>
        </p:pic>
        <p:sp>
          <p:nvSpPr>
            <p:cNvPr id="3" name="任意多边形 2"/>
            <p:cNvSpPr/>
            <p:nvPr/>
          </p:nvSpPr>
          <p:spPr>
            <a:xfrm>
              <a:off x="-537025" y="0"/>
              <a:ext cx="12760059" cy="7187502"/>
            </a:xfrm>
            <a:custGeom>
              <a:avLst/>
              <a:gdLst>
                <a:gd name="connsiteX0" fmla="*/ 3437489 w 12192000"/>
                <a:gd name="connsiteY0" fmla="*/ 971550 h 6857999"/>
                <a:gd name="connsiteX1" fmla="*/ 2596097 w 12192000"/>
                <a:gd name="connsiteY1" fmla="*/ 1812942 h 6857999"/>
                <a:gd name="connsiteX2" fmla="*/ 2596097 w 12192000"/>
                <a:gd name="connsiteY2" fmla="*/ 5178408 h 6857999"/>
                <a:gd name="connsiteX3" fmla="*/ 3437489 w 12192000"/>
                <a:gd name="connsiteY3" fmla="*/ 6019800 h 6857999"/>
                <a:gd name="connsiteX4" fmla="*/ 9173610 w 12192000"/>
                <a:gd name="connsiteY4" fmla="*/ 6019800 h 6857999"/>
                <a:gd name="connsiteX5" fmla="*/ 10015002 w 12192000"/>
                <a:gd name="connsiteY5" fmla="*/ 5178408 h 6857999"/>
                <a:gd name="connsiteX6" fmla="*/ 10015002 w 12192000"/>
                <a:gd name="connsiteY6" fmla="*/ 1812942 h 6857999"/>
                <a:gd name="connsiteX7" fmla="*/ 9173610 w 12192000"/>
                <a:gd name="connsiteY7" fmla="*/ 971550 h 6857999"/>
                <a:gd name="connsiteX8" fmla="*/ 0 w 12192000"/>
                <a:gd name="connsiteY8" fmla="*/ 0 h 6857999"/>
                <a:gd name="connsiteX9" fmla="*/ 12192000 w 12192000"/>
                <a:gd name="connsiteY9" fmla="*/ 0 h 6857999"/>
                <a:gd name="connsiteX10" fmla="*/ 12192000 w 12192000"/>
                <a:gd name="connsiteY10" fmla="*/ 6857999 h 6857999"/>
                <a:gd name="connsiteX11" fmla="*/ 0 w 12192000"/>
                <a:gd name="connsiteY11" fmla="*/ 6857999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857999">
                  <a:moveTo>
                    <a:pt x="3437489" y="971550"/>
                  </a:moveTo>
                  <a:cubicBezTo>
                    <a:pt x="2972801" y="971550"/>
                    <a:pt x="2596097" y="1348254"/>
                    <a:pt x="2596097" y="1812942"/>
                  </a:cubicBezTo>
                  <a:lnTo>
                    <a:pt x="2596097" y="5178408"/>
                  </a:lnTo>
                  <a:cubicBezTo>
                    <a:pt x="2596097" y="5643096"/>
                    <a:pt x="2972801" y="6019800"/>
                    <a:pt x="3437489" y="6019800"/>
                  </a:cubicBezTo>
                  <a:lnTo>
                    <a:pt x="9173610" y="6019800"/>
                  </a:lnTo>
                  <a:cubicBezTo>
                    <a:pt x="9638298" y="6019800"/>
                    <a:pt x="10015002" y="5643096"/>
                    <a:pt x="10015002" y="5178408"/>
                  </a:cubicBezTo>
                  <a:lnTo>
                    <a:pt x="10015002" y="1812942"/>
                  </a:lnTo>
                  <a:cubicBezTo>
                    <a:pt x="10015002" y="1348254"/>
                    <a:pt x="9638298" y="971550"/>
                    <a:pt x="9173610" y="971550"/>
                  </a:cubicBez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7999"/>
                  </a:lnTo>
                  <a:lnTo>
                    <a:pt x="0" y="6857999"/>
                  </a:lnTo>
                  <a:close/>
                </a:path>
              </a:pathLst>
            </a:custGeom>
            <a:solidFill>
              <a:srgbClr val="202524"/>
            </a:solidFill>
            <a:ln>
              <a:solidFill>
                <a:srgbClr val="20252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344669" y="490330"/>
              <a:ext cx="35026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台庆</a:t>
              </a:r>
              <a:r>
                <a:rPr lang="en-US" altLang="zh-CN" sz="20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UHP252012NF</a:t>
              </a:r>
              <a:r>
                <a:rPr lang="zh-CN" altLang="en-US" sz="20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电感系列</a:t>
              </a:r>
            </a:p>
          </p:txBody>
        </p:sp>
        <p:sp>
          <p:nvSpPr>
            <p:cNvPr id="5" name="圆角矩形 4"/>
            <p:cNvSpPr/>
            <p:nvPr/>
          </p:nvSpPr>
          <p:spPr>
            <a:xfrm>
              <a:off x="7039433" y="2338826"/>
              <a:ext cx="504557" cy="3583003"/>
            </a:xfrm>
            <a:prstGeom prst="roundRect">
              <a:avLst/>
            </a:prstGeom>
            <a:solidFill>
              <a:srgbClr val="FF0000">
                <a:alpha val="23000"/>
              </a:srgb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5891884" y="1526175"/>
              <a:ext cx="1385593" cy="812656"/>
              <a:chOff x="5891884" y="1526175"/>
              <a:chExt cx="1385593" cy="812656"/>
            </a:xfrm>
          </p:grpSpPr>
          <p:cxnSp>
            <p:nvCxnSpPr>
              <p:cNvPr id="7" name="直接连接符 6"/>
              <p:cNvCxnSpPr/>
              <p:nvPr/>
            </p:nvCxnSpPr>
            <p:spPr>
              <a:xfrm flipH="1" flipV="1">
                <a:off x="6841942" y="1795464"/>
                <a:ext cx="435535" cy="543367"/>
              </a:xfrm>
              <a:prstGeom prst="line">
                <a:avLst/>
              </a:prstGeom>
              <a:ln w="12700">
                <a:solidFill>
                  <a:srgbClr val="ED7D3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连接符 7"/>
              <p:cNvCxnSpPr/>
              <p:nvPr/>
            </p:nvCxnSpPr>
            <p:spPr>
              <a:xfrm>
                <a:off x="6000750" y="1795464"/>
                <a:ext cx="837142" cy="0"/>
              </a:xfrm>
              <a:prstGeom prst="line">
                <a:avLst/>
              </a:prstGeom>
              <a:ln w="12700">
                <a:solidFill>
                  <a:srgbClr val="ED7D3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文本框 8"/>
              <p:cNvSpPr txBox="1"/>
              <p:nvPr/>
            </p:nvSpPr>
            <p:spPr>
              <a:xfrm>
                <a:off x="5891884" y="1526175"/>
                <a:ext cx="1034257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050" dirty="0">
                    <a:solidFill>
                      <a:srgbClr val="ED7D3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饱和电流</a:t>
                </a:r>
                <a:r>
                  <a:rPr lang="en-US" altLang="zh-CN" sz="1050" dirty="0">
                    <a:solidFill>
                      <a:srgbClr val="ED7D3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Type</a:t>
                </a:r>
                <a:endParaRPr lang="zh-CN" altLang="en-US" sz="1200" dirty="0">
                  <a:solidFill>
                    <a:srgbClr val="ED7D3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0" name="圆角矩形 9"/>
            <p:cNvSpPr/>
            <p:nvPr/>
          </p:nvSpPr>
          <p:spPr>
            <a:xfrm>
              <a:off x="7782033" y="2338826"/>
              <a:ext cx="504557" cy="3583003"/>
            </a:xfrm>
            <a:prstGeom prst="roundRect">
              <a:avLst/>
            </a:prstGeom>
            <a:solidFill>
              <a:srgbClr val="FF0000">
                <a:alpha val="23000"/>
              </a:srgb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6904103" y="1541547"/>
              <a:ext cx="1095982" cy="759491"/>
              <a:chOff x="6904103" y="1541547"/>
              <a:chExt cx="1095982" cy="759491"/>
            </a:xfrm>
          </p:grpSpPr>
          <p:cxnSp>
            <p:nvCxnSpPr>
              <p:cNvPr id="12" name="直接连接符 11"/>
              <p:cNvCxnSpPr/>
              <p:nvPr/>
            </p:nvCxnSpPr>
            <p:spPr>
              <a:xfrm flipH="1" flipV="1">
                <a:off x="7701635" y="1780091"/>
                <a:ext cx="298450" cy="520947"/>
              </a:xfrm>
              <a:prstGeom prst="line">
                <a:avLst/>
              </a:prstGeom>
              <a:ln w="12700">
                <a:solidFill>
                  <a:srgbClr val="ED7D3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>
                <a:off x="7006959" y="1780091"/>
                <a:ext cx="694676" cy="0"/>
              </a:xfrm>
              <a:prstGeom prst="line">
                <a:avLst/>
              </a:prstGeom>
              <a:ln w="12700">
                <a:solidFill>
                  <a:srgbClr val="ED7D3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文本框 13"/>
              <p:cNvSpPr txBox="1"/>
              <p:nvPr/>
            </p:nvSpPr>
            <p:spPr>
              <a:xfrm>
                <a:off x="6904103" y="1541547"/>
                <a:ext cx="997389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050" dirty="0">
                    <a:solidFill>
                      <a:srgbClr val="ED7D3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饱和电流</a:t>
                </a:r>
                <a:r>
                  <a:rPr lang="en-US" altLang="zh-CN" sz="1050" dirty="0">
                    <a:solidFill>
                      <a:srgbClr val="ED7D3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Max</a:t>
                </a:r>
                <a:endParaRPr lang="zh-CN" altLang="en-US" sz="1200" dirty="0">
                  <a:solidFill>
                    <a:srgbClr val="ED7D3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15" name="直接连接符 14"/>
            <p:cNvCxnSpPr>
              <a:stCxn id="16" idx="0"/>
            </p:cNvCxnSpPr>
            <p:nvPr/>
          </p:nvCxnSpPr>
          <p:spPr>
            <a:xfrm flipV="1">
              <a:off x="8755371" y="2066386"/>
              <a:ext cx="84561" cy="272440"/>
            </a:xfrm>
            <a:prstGeom prst="line">
              <a:avLst/>
            </a:prstGeom>
            <a:ln w="12700">
              <a:solidFill>
                <a:srgbClr val="ED7D3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圆角矩形 15"/>
            <p:cNvSpPr/>
            <p:nvPr/>
          </p:nvSpPr>
          <p:spPr>
            <a:xfrm>
              <a:off x="8503092" y="2338826"/>
              <a:ext cx="504557" cy="3583003"/>
            </a:xfrm>
            <a:prstGeom prst="roundRect">
              <a:avLst/>
            </a:prstGeom>
            <a:solidFill>
              <a:srgbClr val="FF0000">
                <a:alpha val="23000"/>
              </a:srgb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7829571" y="1789155"/>
              <a:ext cx="1034257" cy="253916"/>
              <a:chOff x="7829571" y="1789155"/>
              <a:chExt cx="1034257" cy="253916"/>
            </a:xfrm>
          </p:grpSpPr>
          <p:cxnSp>
            <p:nvCxnSpPr>
              <p:cNvPr id="18" name="直接连接符 17"/>
              <p:cNvCxnSpPr/>
              <p:nvPr/>
            </p:nvCxnSpPr>
            <p:spPr>
              <a:xfrm flipV="1">
                <a:off x="8034311" y="2037208"/>
                <a:ext cx="805621" cy="609"/>
              </a:xfrm>
              <a:prstGeom prst="line">
                <a:avLst/>
              </a:prstGeom>
              <a:ln w="12700">
                <a:solidFill>
                  <a:srgbClr val="ED7D3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文本框 18"/>
              <p:cNvSpPr txBox="1"/>
              <p:nvPr/>
            </p:nvSpPr>
            <p:spPr>
              <a:xfrm>
                <a:off x="7829571" y="1789155"/>
                <a:ext cx="1034257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050" dirty="0">
                    <a:solidFill>
                      <a:srgbClr val="ED7D3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温升电流</a:t>
                </a:r>
                <a:r>
                  <a:rPr lang="en-US" altLang="zh-CN" sz="1050" dirty="0">
                    <a:solidFill>
                      <a:srgbClr val="ED7D3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Type</a:t>
                </a:r>
                <a:endParaRPr lang="zh-CN" altLang="en-US" sz="1200" dirty="0">
                  <a:solidFill>
                    <a:srgbClr val="ED7D3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0" name="圆角矩形 19"/>
            <p:cNvSpPr/>
            <p:nvPr/>
          </p:nvSpPr>
          <p:spPr>
            <a:xfrm>
              <a:off x="9230521" y="2338826"/>
              <a:ext cx="504557" cy="3583003"/>
            </a:xfrm>
            <a:prstGeom prst="roundRect">
              <a:avLst/>
            </a:prstGeom>
            <a:solidFill>
              <a:srgbClr val="FF0000">
                <a:alpha val="23000"/>
              </a:srgb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21" name="直接连接符 20"/>
            <p:cNvCxnSpPr/>
            <p:nvPr/>
          </p:nvCxnSpPr>
          <p:spPr>
            <a:xfrm flipH="1" flipV="1">
              <a:off x="9062804" y="2066348"/>
              <a:ext cx="417399" cy="272478"/>
            </a:xfrm>
            <a:prstGeom prst="line">
              <a:avLst/>
            </a:prstGeom>
            <a:ln w="12700">
              <a:solidFill>
                <a:srgbClr val="ED7D3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组合 21"/>
            <p:cNvGrpSpPr/>
            <p:nvPr/>
          </p:nvGrpSpPr>
          <p:grpSpPr>
            <a:xfrm>
              <a:off x="8913711" y="1789155"/>
              <a:ext cx="997389" cy="253916"/>
              <a:chOff x="8913711" y="1789155"/>
              <a:chExt cx="997389" cy="253916"/>
            </a:xfrm>
          </p:grpSpPr>
          <p:cxnSp>
            <p:nvCxnSpPr>
              <p:cNvPr id="23" name="直接连接符 22"/>
              <p:cNvCxnSpPr/>
              <p:nvPr/>
            </p:nvCxnSpPr>
            <p:spPr>
              <a:xfrm flipV="1">
                <a:off x="9039437" y="2037208"/>
                <a:ext cx="805621" cy="609"/>
              </a:xfrm>
              <a:prstGeom prst="line">
                <a:avLst/>
              </a:prstGeom>
              <a:ln w="12700">
                <a:solidFill>
                  <a:srgbClr val="ED7D3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文本框 23"/>
              <p:cNvSpPr txBox="1"/>
              <p:nvPr/>
            </p:nvSpPr>
            <p:spPr>
              <a:xfrm>
                <a:off x="8913711" y="1789155"/>
                <a:ext cx="997389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050" dirty="0">
                    <a:solidFill>
                      <a:srgbClr val="ED7D3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温升电流</a:t>
                </a:r>
                <a:r>
                  <a:rPr lang="en-US" altLang="zh-CN" sz="1050" dirty="0">
                    <a:solidFill>
                      <a:srgbClr val="ED7D3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Max</a:t>
                </a:r>
                <a:endParaRPr lang="zh-CN" altLang="en-US" sz="1200" dirty="0">
                  <a:solidFill>
                    <a:srgbClr val="ED7D3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5" name="文本框 24"/>
            <p:cNvSpPr txBox="1"/>
            <p:nvPr/>
          </p:nvSpPr>
          <p:spPr>
            <a:xfrm>
              <a:off x="6740616" y="1468467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&gt;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8719960" y="1731447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&gt;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5891884" y="1137342"/>
              <a:ext cx="2570512" cy="338554"/>
            </a:xfrm>
            <a:prstGeom prst="rect">
              <a:avLst/>
            </a:prstGeom>
            <a:noFill/>
            <a:effectLst>
              <a:innerShdw blurRad="165100" dir="8100000">
                <a:schemeClr val="tx1"/>
              </a:innerShdw>
              <a:softEdge rad="711200"/>
            </a:effectLst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solidFill>
                    <a:srgbClr val="2D2D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典型值</a:t>
              </a:r>
              <a:r>
                <a:rPr lang="en-US" altLang="zh-CN" sz="1600" dirty="0">
                  <a:solidFill>
                    <a:srgbClr val="2D2D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Type &gt; </a:t>
              </a:r>
              <a:r>
                <a:rPr lang="zh-CN" altLang="en-US" sz="1600" dirty="0">
                  <a:solidFill>
                    <a:srgbClr val="2D2D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最大值</a:t>
              </a:r>
              <a:r>
                <a:rPr lang="en-US" altLang="zh-CN" sz="1600" dirty="0">
                  <a:solidFill>
                    <a:srgbClr val="2D2D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Max</a:t>
              </a:r>
            </a:p>
          </p:txBody>
        </p:sp>
        <p:sp>
          <p:nvSpPr>
            <p:cNvPr id="28" name="矩形 27"/>
            <p:cNvSpPr/>
            <p:nvPr/>
          </p:nvSpPr>
          <p:spPr>
            <a:xfrm>
              <a:off x="8319306" y="1092126"/>
              <a:ext cx="1415772" cy="461665"/>
            </a:xfrm>
            <a:prstGeom prst="rect">
              <a:avLst/>
            </a:prstGeom>
            <a:effectLst>
              <a:innerShdw blurRad="165100" dir="8100000">
                <a:schemeClr val="tx1"/>
              </a:innerShdw>
            </a:effectLst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solidFill>
                    <a:srgbClr val="B1510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真奇怪！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60858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344669" y="490330"/>
            <a:ext cx="3502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饱和电流</a:t>
            </a:r>
            <a:r>
              <a:rPr lang="en-US" altLang="zh-CN" sz="20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Isat</a:t>
            </a:r>
            <a:endParaRPr lang="zh-CN" altLang="en-US" sz="20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710913" y="890440"/>
            <a:ext cx="52870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一般是指相对初始电感值衰减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30%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（一些厂家是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10%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40%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）时的偏置电流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6096000" y="1019980"/>
            <a:ext cx="59055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1" name="组合 160"/>
          <p:cNvGrpSpPr/>
          <p:nvPr/>
        </p:nvGrpSpPr>
        <p:grpSpPr>
          <a:xfrm>
            <a:off x="4929241" y="2133791"/>
            <a:ext cx="2818610" cy="3305536"/>
            <a:chOff x="4929241" y="2133791"/>
            <a:chExt cx="2818610" cy="3305536"/>
          </a:xfrm>
        </p:grpSpPr>
        <p:sp>
          <p:nvSpPr>
            <p:cNvPr id="99" name="任意多边形 98"/>
            <p:cNvSpPr/>
            <p:nvPr/>
          </p:nvSpPr>
          <p:spPr>
            <a:xfrm>
              <a:off x="4929241" y="2138497"/>
              <a:ext cx="900352" cy="3300830"/>
            </a:xfrm>
            <a:custGeom>
              <a:avLst/>
              <a:gdLst>
                <a:gd name="connsiteX0" fmla="*/ 416392 w 900352"/>
                <a:gd name="connsiteY0" fmla="*/ 235 h 3300830"/>
                <a:gd name="connsiteX1" fmla="*/ 529862 w 900352"/>
                <a:gd name="connsiteY1" fmla="*/ 60692 h 3300830"/>
                <a:gd name="connsiteX2" fmla="*/ 276793 w 900352"/>
                <a:gd name="connsiteY2" fmla="*/ 438719 h 3300830"/>
                <a:gd name="connsiteX3" fmla="*/ 226120 w 900352"/>
                <a:gd name="connsiteY3" fmla="*/ 815637 h 3300830"/>
                <a:gd name="connsiteX4" fmla="*/ 212865 w 900352"/>
                <a:gd name="connsiteY4" fmla="*/ 2094683 h 3300830"/>
                <a:gd name="connsiteX5" fmla="*/ 219492 w 900352"/>
                <a:gd name="connsiteY5" fmla="*/ 3082133 h 3300830"/>
                <a:gd name="connsiteX6" fmla="*/ 378545 w 900352"/>
                <a:gd name="connsiteY6" fmla="*/ 3128523 h 3300830"/>
                <a:gd name="connsiteX7" fmla="*/ 795229 w 900352"/>
                <a:gd name="connsiteY7" fmla="*/ 3125883 h 3300830"/>
                <a:gd name="connsiteX8" fmla="*/ 900352 w 900352"/>
                <a:gd name="connsiteY8" fmla="*/ 3125745 h 3300830"/>
                <a:gd name="connsiteX9" fmla="*/ 900352 w 900352"/>
                <a:gd name="connsiteY9" fmla="*/ 3300830 h 3300830"/>
                <a:gd name="connsiteX10" fmla="*/ 80322 w 900352"/>
                <a:gd name="connsiteY10" fmla="*/ 3300830 h 3300830"/>
                <a:gd name="connsiteX11" fmla="*/ 14050 w 900352"/>
                <a:gd name="connsiteY11" fmla="*/ 1736816 h 3300830"/>
                <a:gd name="connsiteX12" fmla="*/ 73694 w 900352"/>
                <a:gd name="connsiteY12" fmla="*/ 570432 h 3300830"/>
                <a:gd name="connsiteX13" fmla="*/ 385170 w 900352"/>
                <a:gd name="connsiteY13" fmla="*/ 7121 h 3300830"/>
                <a:gd name="connsiteX14" fmla="*/ 416392 w 900352"/>
                <a:gd name="connsiteY14" fmla="*/ 235 h 3300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0352" h="3300830">
                  <a:moveTo>
                    <a:pt x="416392" y="235"/>
                  </a:moveTo>
                  <a:cubicBezTo>
                    <a:pt x="441709" y="3187"/>
                    <a:pt x="480159" y="20929"/>
                    <a:pt x="529862" y="60692"/>
                  </a:cubicBezTo>
                  <a:cubicBezTo>
                    <a:pt x="408784" y="124897"/>
                    <a:pt x="327416" y="312894"/>
                    <a:pt x="276793" y="438719"/>
                  </a:cubicBezTo>
                  <a:cubicBezTo>
                    <a:pt x="226170" y="564543"/>
                    <a:pt x="236773" y="539644"/>
                    <a:pt x="226120" y="815637"/>
                  </a:cubicBezTo>
                  <a:cubicBezTo>
                    <a:pt x="215466" y="1091631"/>
                    <a:pt x="213969" y="1716934"/>
                    <a:pt x="212865" y="2094683"/>
                  </a:cubicBezTo>
                  <a:cubicBezTo>
                    <a:pt x="211761" y="2472433"/>
                    <a:pt x="198507" y="2969471"/>
                    <a:pt x="219492" y="3082133"/>
                  </a:cubicBezTo>
                  <a:cubicBezTo>
                    <a:pt x="227224" y="3135151"/>
                    <a:pt x="317796" y="3134046"/>
                    <a:pt x="378545" y="3128523"/>
                  </a:cubicBezTo>
                  <a:cubicBezTo>
                    <a:pt x="393732" y="3127143"/>
                    <a:pt x="557134" y="3126315"/>
                    <a:pt x="795229" y="3125883"/>
                  </a:cubicBezTo>
                  <a:lnTo>
                    <a:pt x="900352" y="3125745"/>
                  </a:lnTo>
                  <a:lnTo>
                    <a:pt x="900352" y="3300830"/>
                  </a:lnTo>
                  <a:lnTo>
                    <a:pt x="80322" y="3300830"/>
                  </a:lnTo>
                  <a:cubicBezTo>
                    <a:pt x="-24609" y="3230139"/>
                    <a:pt x="-2517" y="2301230"/>
                    <a:pt x="14050" y="1736816"/>
                  </a:cubicBezTo>
                  <a:cubicBezTo>
                    <a:pt x="30617" y="1119384"/>
                    <a:pt x="11841" y="858713"/>
                    <a:pt x="73694" y="570432"/>
                  </a:cubicBezTo>
                  <a:cubicBezTo>
                    <a:pt x="135547" y="282150"/>
                    <a:pt x="280239" y="83333"/>
                    <a:pt x="385170" y="7121"/>
                  </a:cubicBezTo>
                  <a:cubicBezTo>
                    <a:pt x="398149" y="1323"/>
                    <a:pt x="407951" y="-748"/>
                    <a:pt x="416392" y="235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5" name="任意多边形 84"/>
            <p:cNvSpPr/>
            <p:nvPr/>
          </p:nvSpPr>
          <p:spPr>
            <a:xfrm>
              <a:off x="7216637" y="2133791"/>
              <a:ext cx="531214" cy="1555260"/>
            </a:xfrm>
            <a:custGeom>
              <a:avLst/>
              <a:gdLst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64716 w 538561"/>
                <a:gd name="connsiteY10" fmla="*/ 652618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196454 w 538561"/>
                <a:gd name="connsiteY9" fmla="*/ 102012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396460 w 532192"/>
                <a:gd name="connsiteY0" fmla="*/ 156 h 1555603"/>
                <a:gd name="connsiteX1" fmla="*/ 296447 w 532192"/>
                <a:gd name="connsiteY1" fmla="*/ 93024 h 1555603"/>
                <a:gd name="connsiteX2" fmla="*/ 129760 w 532192"/>
                <a:gd name="connsiteY2" fmla="*/ 328768 h 1555603"/>
                <a:gd name="connsiteX3" fmla="*/ 32128 w 532192"/>
                <a:gd name="connsiteY3" fmla="*/ 662143 h 1555603"/>
                <a:gd name="connsiteX4" fmla="*/ 1172 w 532192"/>
                <a:gd name="connsiteY4" fmla="*/ 976468 h 1555603"/>
                <a:gd name="connsiteX5" fmla="*/ 22603 w 532192"/>
                <a:gd name="connsiteY5" fmla="*/ 1276506 h 1555603"/>
                <a:gd name="connsiteX6" fmla="*/ 163097 w 532192"/>
                <a:gd name="connsiteY6" fmla="*/ 1550349 h 1555603"/>
                <a:gd name="connsiteX7" fmla="*/ 270253 w 532192"/>
                <a:gd name="connsiteY7" fmla="*/ 1447956 h 1555603"/>
                <a:gd name="connsiteX8" fmla="*/ 244060 w 532192"/>
                <a:gd name="connsiteY8" fmla="*/ 1338418 h 1555603"/>
                <a:gd name="connsiteX9" fmla="*/ 190085 w 532192"/>
                <a:gd name="connsiteY9" fmla="*/ 1020124 h 1555603"/>
                <a:gd name="connsiteX10" fmla="*/ 229772 w 532192"/>
                <a:gd name="connsiteY10" fmla="*/ 630393 h 1555603"/>
                <a:gd name="connsiteX11" fmla="*/ 403603 w 532192"/>
                <a:gd name="connsiteY11" fmla="*/ 219231 h 1555603"/>
                <a:gd name="connsiteX12" fmla="*/ 517903 w 532192"/>
                <a:gd name="connsiteY12" fmla="*/ 85881 h 1555603"/>
                <a:gd name="connsiteX13" fmla="*/ 520285 w 532192"/>
                <a:gd name="connsiteY13" fmla="*/ 71593 h 1555603"/>
                <a:gd name="connsiteX14" fmla="*/ 396460 w 532192"/>
                <a:gd name="connsiteY14" fmla="*/ 156 h 1555603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89107 w 531214"/>
                <a:gd name="connsiteY9" fmla="*/ 1020124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45451 w 531214"/>
                <a:gd name="connsiteY2" fmla="*/ 338293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1214" h="1555260">
                  <a:moveTo>
                    <a:pt x="395482" y="156"/>
                  </a:moveTo>
                  <a:cubicBezTo>
                    <a:pt x="358176" y="3728"/>
                    <a:pt x="337141" y="36668"/>
                    <a:pt x="295469" y="93024"/>
                  </a:cubicBezTo>
                  <a:cubicBezTo>
                    <a:pt x="253797" y="149380"/>
                    <a:pt x="189504" y="243440"/>
                    <a:pt x="145451" y="338293"/>
                  </a:cubicBezTo>
                  <a:cubicBezTo>
                    <a:pt x="101398" y="433146"/>
                    <a:pt x="55360" y="555781"/>
                    <a:pt x="31150" y="662143"/>
                  </a:cubicBezTo>
                  <a:cubicBezTo>
                    <a:pt x="6941" y="768506"/>
                    <a:pt x="1781" y="874074"/>
                    <a:pt x="194" y="976468"/>
                  </a:cubicBezTo>
                  <a:cubicBezTo>
                    <a:pt x="-1394" y="1078862"/>
                    <a:pt x="6544" y="1188003"/>
                    <a:pt x="33531" y="1283650"/>
                  </a:cubicBezTo>
                  <a:cubicBezTo>
                    <a:pt x="60518" y="1379297"/>
                    <a:pt x="122828" y="1522965"/>
                    <a:pt x="162119" y="1550349"/>
                  </a:cubicBezTo>
                  <a:cubicBezTo>
                    <a:pt x="201410" y="1577733"/>
                    <a:pt x="255781" y="1483278"/>
                    <a:pt x="269275" y="1447956"/>
                  </a:cubicBezTo>
                  <a:cubicBezTo>
                    <a:pt x="282769" y="1412634"/>
                    <a:pt x="258428" y="1410517"/>
                    <a:pt x="243082" y="1338418"/>
                  </a:cubicBezTo>
                  <a:cubicBezTo>
                    <a:pt x="227736" y="1266319"/>
                    <a:pt x="181567" y="1135349"/>
                    <a:pt x="177201" y="1015361"/>
                  </a:cubicBezTo>
                  <a:cubicBezTo>
                    <a:pt x="172835" y="895373"/>
                    <a:pt x="179317" y="751175"/>
                    <a:pt x="216888" y="618487"/>
                  </a:cubicBezTo>
                  <a:cubicBezTo>
                    <a:pt x="254459" y="485799"/>
                    <a:pt x="352619" y="307999"/>
                    <a:pt x="402625" y="219231"/>
                  </a:cubicBezTo>
                  <a:cubicBezTo>
                    <a:pt x="452631" y="130463"/>
                    <a:pt x="497478" y="110487"/>
                    <a:pt x="516925" y="85881"/>
                  </a:cubicBezTo>
                  <a:cubicBezTo>
                    <a:pt x="536372" y="61275"/>
                    <a:pt x="534785" y="87865"/>
                    <a:pt x="519307" y="71593"/>
                  </a:cubicBezTo>
                  <a:cubicBezTo>
                    <a:pt x="503829" y="55321"/>
                    <a:pt x="432788" y="-3416"/>
                    <a:pt x="395482" y="156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任意多边形 85"/>
            <p:cNvSpPr/>
            <p:nvPr/>
          </p:nvSpPr>
          <p:spPr>
            <a:xfrm>
              <a:off x="6762262" y="2133791"/>
              <a:ext cx="531214" cy="1555260"/>
            </a:xfrm>
            <a:custGeom>
              <a:avLst/>
              <a:gdLst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64716 w 538561"/>
                <a:gd name="connsiteY10" fmla="*/ 652618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196454 w 538561"/>
                <a:gd name="connsiteY9" fmla="*/ 102012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396460 w 532192"/>
                <a:gd name="connsiteY0" fmla="*/ 156 h 1555603"/>
                <a:gd name="connsiteX1" fmla="*/ 296447 w 532192"/>
                <a:gd name="connsiteY1" fmla="*/ 93024 h 1555603"/>
                <a:gd name="connsiteX2" fmla="*/ 129760 w 532192"/>
                <a:gd name="connsiteY2" fmla="*/ 328768 h 1555603"/>
                <a:gd name="connsiteX3" fmla="*/ 32128 w 532192"/>
                <a:gd name="connsiteY3" fmla="*/ 662143 h 1555603"/>
                <a:gd name="connsiteX4" fmla="*/ 1172 w 532192"/>
                <a:gd name="connsiteY4" fmla="*/ 976468 h 1555603"/>
                <a:gd name="connsiteX5" fmla="*/ 22603 w 532192"/>
                <a:gd name="connsiteY5" fmla="*/ 1276506 h 1555603"/>
                <a:gd name="connsiteX6" fmla="*/ 163097 w 532192"/>
                <a:gd name="connsiteY6" fmla="*/ 1550349 h 1555603"/>
                <a:gd name="connsiteX7" fmla="*/ 270253 w 532192"/>
                <a:gd name="connsiteY7" fmla="*/ 1447956 h 1555603"/>
                <a:gd name="connsiteX8" fmla="*/ 244060 w 532192"/>
                <a:gd name="connsiteY8" fmla="*/ 1338418 h 1555603"/>
                <a:gd name="connsiteX9" fmla="*/ 190085 w 532192"/>
                <a:gd name="connsiteY9" fmla="*/ 1020124 h 1555603"/>
                <a:gd name="connsiteX10" fmla="*/ 229772 w 532192"/>
                <a:gd name="connsiteY10" fmla="*/ 630393 h 1555603"/>
                <a:gd name="connsiteX11" fmla="*/ 403603 w 532192"/>
                <a:gd name="connsiteY11" fmla="*/ 219231 h 1555603"/>
                <a:gd name="connsiteX12" fmla="*/ 517903 w 532192"/>
                <a:gd name="connsiteY12" fmla="*/ 85881 h 1555603"/>
                <a:gd name="connsiteX13" fmla="*/ 520285 w 532192"/>
                <a:gd name="connsiteY13" fmla="*/ 71593 h 1555603"/>
                <a:gd name="connsiteX14" fmla="*/ 396460 w 532192"/>
                <a:gd name="connsiteY14" fmla="*/ 156 h 1555603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89107 w 531214"/>
                <a:gd name="connsiteY9" fmla="*/ 1020124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45451 w 531214"/>
                <a:gd name="connsiteY2" fmla="*/ 338293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1214" h="1555260">
                  <a:moveTo>
                    <a:pt x="395482" y="156"/>
                  </a:moveTo>
                  <a:cubicBezTo>
                    <a:pt x="358176" y="3728"/>
                    <a:pt x="337141" y="36668"/>
                    <a:pt x="295469" y="93024"/>
                  </a:cubicBezTo>
                  <a:cubicBezTo>
                    <a:pt x="253797" y="149380"/>
                    <a:pt x="189504" y="243440"/>
                    <a:pt x="145451" y="338293"/>
                  </a:cubicBezTo>
                  <a:cubicBezTo>
                    <a:pt x="101398" y="433146"/>
                    <a:pt x="55360" y="555781"/>
                    <a:pt x="31150" y="662143"/>
                  </a:cubicBezTo>
                  <a:cubicBezTo>
                    <a:pt x="6941" y="768506"/>
                    <a:pt x="1781" y="874074"/>
                    <a:pt x="194" y="976468"/>
                  </a:cubicBezTo>
                  <a:cubicBezTo>
                    <a:pt x="-1394" y="1078862"/>
                    <a:pt x="6544" y="1188003"/>
                    <a:pt x="33531" y="1283650"/>
                  </a:cubicBezTo>
                  <a:cubicBezTo>
                    <a:pt x="60518" y="1379297"/>
                    <a:pt x="122828" y="1522965"/>
                    <a:pt x="162119" y="1550349"/>
                  </a:cubicBezTo>
                  <a:cubicBezTo>
                    <a:pt x="201410" y="1577733"/>
                    <a:pt x="255781" y="1483278"/>
                    <a:pt x="269275" y="1447956"/>
                  </a:cubicBezTo>
                  <a:cubicBezTo>
                    <a:pt x="282769" y="1412634"/>
                    <a:pt x="258428" y="1410517"/>
                    <a:pt x="243082" y="1338418"/>
                  </a:cubicBezTo>
                  <a:cubicBezTo>
                    <a:pt x="227736" y="1266319"/>
                    <a:pt x="181567" y="1135349"/>
                    <a:pt x="177201" y="1015361"/>
                  </a:cubicBezTo>
                  <a:cubicBezTo>
                    <a:pt x="172835" y="895373"/>
                    <a:pt x="179317" y="751175"/>
                    <a:pt x="216888" y="618487"/>
                  </a:cubicBezTo>
                  <a:cubicBezTo>
                    <a:pt x="254459" y="485799"/>
                    <a:pt x="352619" y="307999"/>
                    <a:pt x="402625" y="219231"/>
                  </a:cubicBezTo>
                  <a:cubicBezTo>
                    <a:pt x="452631" y="130463"/>
                    <a:pt x="497478" y="110487"/>
                    <a:pt x="516925" y="85881"/>
                  </a:cubicBezTo>
                  <a:cubicBezTo>
                    <a:pt x="536372" y="61275"/>
                    <a:pt x="534785" y="87865"/>
                    <a:pt x="519307" y="71593"/>
                  </a:cubicBezTo>
                  <a:cubicBezTo>
                    <a:pt x="503829" y="55321"/>
                    <a:pt x="432788" y="-3416"/>
                    <a:pt x="395482" y="156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任意多边形 86"/>
            <p:cNvSpPr/>
            <p:nvPr/>
          </p:nvSpPr>
          <p:spPr>
            <a:xfrm>
              <a:off x="6309424" y="2133791"/>
              <a:ext cx="531214" cy="1555260"/>
            </a:xfrm>
            <a:custGeom>
              <a:avLst/>
              <a:gdLst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64716 w 538561"/>
                <a:gd name="connsiteY10" fmla="*/ 652618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196454 w 538561"/>
                <a:gd name="connsiteY9" fmla="*/ 102012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396460 w 532192"/>
                <a:gd name="connsiteY0" fmla="*/ 156 h 1555603"/>
                <a:gd name="connsiteX1" fmla="*/ 296447 w 532192"/>
                <a:gd name="connsiteY1" fmla="*/ 93024 h 1555603"/>
                <a:gd name="connsiteX2" fmla="*/ 129760 w 532192"/>
                <a:gd name="connsiteY2" fmla="*/ 328768 h 1555603"/>
                <a:gd name="connsiteX3" fmla="*/ 32128 w 532192"/>
                <a:gd name="connsiteY3" fmla="*/ 662143 h 1555603"/>
                <a:gd name="connsiteX4" fmla="*/ 1172 w 532192"/>
                <a:gd name="connsiteY4" fmla="*/ 976468 h 1555603"/>
                <a:gd name="connsiteX5" fmla="*/ 22603 w 532192"/>
                <a:gd name="connsiteY5" fmla="*/ 1276506 h 1555603"/>
                <a:gd name="connsiteX6" fmla="*/ 163097 w 532192"/>
                <a:gd name="connsiteY6" fmla="*/ 1550349 h 1555603"/>
                <a:gd name="connsiteX7" fmla="*/ 270253 w 532192"/>
                <a:gd name="connsiteY7" fmla="*/ 1447956 h 1555603"/>
                <a:gd name="connsiteX8" fmla="*/ 244060 w 532192"/>
                <a:gd name="connsiteY8" fmla="*/ 1338418 h 1555603"/>
                <a:gd name="connsiteX9" fmla="*/ 190085 w 532192"/>
                <a:gd name="connsiteY9" fmla="*/ 1020124 h 1555603"/>
                <a:gd name="connsiteX10" fmla="*/ 229772 w 532192"/>
                <a:gd name="connsiteY10" fmla="*/ 630393 h 1555603"/>
                <a:gd name="connsiteX11" fmla="*/ 403603 w 532192"/>
                <a:gd name="connsiteY11" fmla="*/ 219231 h 1555603"/>
                <a:gd name="connsiteX12" fmla="*/ 517903 w 532192"/>
                <a:gd name="connsiteY12" fmla="*/ 85881 h 1555603"/>
                <a:gd name="connsiteX13" fmla="*/ 520285 w 532192"/>
                <a:gd name="connsiteY13" fmla="*/ 71593 h 1555603"/>
                <a:gd name="connsiteX14" fmla="*/ 396460 w 532192"/>
                <a:gd name="connsiteY14" fmla="*/ 156 h 1555603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89107 w 531214"/>
                <a:gd name="connsiteY9" fmla="*/ 1020124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45451 w 531214"/>
                <a:gd name="connsiteY2" fmla="*/ 338293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1214" h="1555260">
                  <a:moveTo>
                    <a:pt x="395482" y="156"/>
                  </a:moveTo>
                  <a:cubicBezTo>
                    <a:pt x="358176" y="3728"/>
                    <a:pt x="337141" y="36668"/>
                    <a:pt x="295469" y="93024"/>
                  </a:cubicBezTo>
                  <a:cubicBezTo>
                    <a:pt x="253797" y="149380"/>
                    <a:pt x="189504" y="243440"/>
                    <a:pt x="145451" y="338293"/>
                  </a:cubicBezTo>
                  <a:cubicBezTo>
                    <a:pt x="101398" y="433146"/>
                    <a:pt x="55360" y="555781"/>
                    <a:pt x="31150" y="662143"/>
                  </a:cubicBezTo>
                  <a:cubicBezTo>
                    <a:pt x="6941" y="768506"/>
                    <a:pt x="1781" y="874074"/>
                    <a:pt x="194" y="976468"/>
                  </a:cubicBezTo>
                  <a:cubicBezTo>
                    <a:pt x="-1394" y="1078862"/>
                    <a:pt x="6544" y="1188003"/>
                    <a:pt x="33531" y="1283650"/>
                  </a:cubicBezTo>
                  <a:cubicBezTo>
                    <a:pt x="60518" y="1379297"/>
                    <a:pt x="122828" y="1522965"/>
                    <a:pt x="162119" y="1550349"/>
                  </a:cubicBezTo>
                  <a:cubicBezTo>
                    <a:pt x="201410" y="1577733"/>
                    <a:pt x="255781" y="1483278"/>
                    <a:pt x="269275" y="1447956"/>
                  </a:cubicBezTo>
                  <a:cubicBezTo>
                    <a:pt x="282769" y="1412634"/>
                    <a:pt x="258428" y="1410517"/>
                    <a:pt x="243082" y="1338418"/>
                  </a:cubicBezTo>
                  <a:cubicBezTo>
                    <a:pt x="227736" y="1266319"/>
                    <a:pt x="181567" y="1135349"/>
                    <a:pt x="177201" y="1015361"/>
                  </a:cubicBezTo>
                  <a:cubicBezTo>
                    <a:pt x="172835" y="895373"/>
                    <a:pt x="179317" y="751175"/>
                    <a:pt x="216888" y="618487"/>
                  </a:cubicBezTo>
                  <a:cubicBezTo>
                    <a:pt x="254459" y="485799"/>
                    <a:pt x="352619" y="307999"/>
                    <a:pt x="402625" y="219231"/>
                  </a:cubicBezTo>
                  <a:cubicBezTo>
                    <a:pt x="452631" y="130463"/>
                    <a:pt x="497478" y="110487"/>
                    <a:pt x="516925" y="85881"/>
                  </a:cubicBezTo>
                  <a:cubicBezTo>
                    <a:pt x="536372" y="61275"/>
                    <a:pt x="534785" y="87865"/>
                    <a:pt x="519307" y="71593"/>
                  </a:cubicBezTo>
                  <a:cubicBezTo>
                    <a:pt x="503829" y="55321"/>
                    <a:pt x="432788" y="-3416"/>
                    <a:pt x="395482" y="156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任意多边形 87"/>
            <p:cNvSpPr/>
            <p:nvPr/>
          </p:nvSpPr>
          <p:spPr>
            <a:xfrm>
              <a:off x="5855049" y="2133791"/>
              <a:ext cx="531214" cy="1555260"/>
            </a:xfrm>
            <a:custGeom>
              <a:avLst/>
              <a:gdLst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64716 w 538561"/>
                <a:gd name="connsiteY10" fmla="*/ 652618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196454 w 538561"/>
                <a:gd name="connsiteY9" fmla="*/ 102012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396460 w 532192"/>
                <a:gd name="connsiteY0" fmla="*/ 156 h 1555603"/>
                <a:gd name="connsiteX1" fmla="*/ 296447 w 532192"/>
                <a:gd name="connsiteY1" fmla="*/ 93024 h 1555603"/>
                <a:gd name="connsiteX2" fmla="*/ 129760 w 532192"/>
                <a:gd name="connsiteY2" fmla="*/ 328768 h 1555603"/>
                <a:gd name="connsiteX3" fmla="*/ 32128 w 532192"/>
                <a:gd name="connsiteY3" fmla="*/ 662143 h 1555603"/>
                <a:gd name="connsiteX4" fmla="*/ 1172 w 532192"/>
                <a:gd name="connsiteY4" fmla="*/ 976468 h 1555603"/>
                <a:gd name="connsiteX5" fmla="*/ 22603 w 532192"/>
                <a:gd name="connsiteY5" fmla="*/ 1276506 h 1555603"/>
                <a:gd name="connsiteX6" fmla="*/ 163097 w 532192"/>
                <a:gd name="connsiteY6" fmla="*/ 1550349 h 1555603"/>
                <a:gd name="connsiteX7" fmla="*/ 270253 w 532192"/>
                <a:gd name="connsiteY7" fmla="*/ 1447956 h 1555603"/>
                <a:gd name="connsiteX8" fmla="*/ 244060 w 532192"/>
                <a:gd name="connsiteY8" fmla="*/ 1338418 h 1555603"/>
                <a:gd name="connsiteX9" fmla="*/ 190085 w 532192"/>
                <a:gd name="connsiteY9" fmla="*/ 1020124 h 1555603"/>
                <a:gd name="connsiteX10" fmla="*/ 229772 w 532192"/>
                <a:gd name="connsiteY10" fmla="*/ 630393 h 1555603"/>
                <a:gd name="connsiteX11" fmla="*/ 403603 w 532192"/>
                <a:gd name="connsiteY11" fmla="*/ 219231 h 1555603"/>
                <a:gd name="connsiteX12" fmla="*/ 517903 w 532192"/>
                <a:gd name="connsiteY12" fmla="*/ 85881 h 1555603"/>
                <a:gd name="connsiteX13" fmla="*/ 520285 w 532192"/>
                <a:gd name="connsiteY13" fmla="*/ 71593 h 1555603"/>
                <a:gd name="connsiteX14" fmla="*/ 396460 w 532192"/>
                <a:gd name="connsiteY14" fmla="*/ 156 h 1555603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89107 w 531214"/>
                <a:gd name="connsiteY9" fmla="*/ 1020124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45451 w 531214"/>
                <a:gd name="connsiteY2" fmla="*/ 338293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1214" h="1555260">
                  <a:moveTo>
                    <a:pt x="395482" y="156"/>
                  </a:moveTo>
                  <a:cubicBezTo>
                    <a:pt x="358176" y="3728"/>
                    <a:pt x="337141" y="36668"/>
                    <a:pt x="295469" y="93024"/>
                  </a:cubicBezTo>
                  <a:cubicBezTo>
                    <a:pt x="253797" y="149380"/>
                    <a:pt x="189504" y="243440"/>
                    <a:pt x="145451" y="338293"/>
                  </a:cubicBezTo>
                  <a:cubicBezTo>
                    <a:pt x="101398" y="433146"/>
                    <a:pt x="55360" y="555781"/>
                    <a:pt x="31150" y="662143"/>
                  </a:cubicBezTo>
                  <a:cubicBezTo>
                    <a:pt x="6941" y="768506"/>
                    <a:pt x="1781" y="874074"/>
                    <a:pt x="194" y="976468"/>
                  </a:cubicBezTo>
                  <a:cubicBezTo>
                    <a:pt x="-1394" y="1078862"/>
                    <a:pt x="6544" y="1188003"/>
                    <a:pt x="33531" y="1283650"/>
                  </a:cubicBezTo>
                  <a:cubicBezTo>
                    <a:pt x="60518" y="1379297"/>
                    <a:pt x="122828" y="1522965"/>
                    <a:pt x="162119" y="1550349"/>
                  </a:cubicBezTo>
                  <a:cubicBezTo>
                    <a:pt x="201410" y="1577733"/>
                    <a:pt x="255781" y="1483278"/>
                    <a:pt x="269275" y="1447956"/>
                  </a:cubicBezTo>
                  <a:cubicBezTo>
                    <a:pt x="282769" y="1412634"/>
                    <a:pt x="258428" y="1410517"/>
                    <a:pt x="243082" y="1338418"/>
                  </a:cubicBezTo>
                  <a:cubicBezTo>
                    <a:pt x="227736" y="1266319"/>
                    <a:pt x="181567" y="1135349"/>
                    <a:pt x="177201" y="1015361"/>
                  </a:cubicBezTo>
                  <a:cubicBezTo>
                    <a:pt x="172835" y="895373"/>
                    <a:pt x="179317" y="751175"/>
                    <a:pt x="216888" y="618487"/>
                  </a:cubicBezTo>
                  <a:cubicBezTo>
                    <a:pt x="254459" y="485799"/>
                    <a:pt x="352619" y="307999"/>
                    <a:pt x="402625" y="219231"/>
                  </a:cubicBezTo>
                  <a:cubicBezTo>
                    <a:pt x="452631" y="130463"/>
                    <a:pt x="497478" y="110487"/>
                    <a:pt x="516925" y="85881"/>
                  </a:cubicBezTo>
                  <a:cubicBezTo>
                    <a:pt x="536372" y="61275"/>
                    <a:pt x="534785" y="87865"/>
                    <a:pt x="519307" y="71593"/>
                  </a:cubicBezTo>
                  <a:cubicBezTo>
                    <a:pt x="503829" y="55321"/>
                    <a:pt x="432788" y="-3416"/>
                    <a:pt x="395482" y="156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任意多边形 99"/>
            <p:cNvSpPr/>
            <p:nvPr/>
          </p:nvSpPr>
          <p:spPr>
            <a:xfrm>
              <a:off x="5400674" y="2133791"/>
              <a:ext cx="531214" cy="1555260"/>
            </a:xfrm>
            <a:custGeom>
              <a:avLst/>
              <a:gdLst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64716 w 538561"/>
                <a:gd name="connsiteY10" fmla="*/ 652618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196454 w 538561"/>
                <a:gd name="connsiteY9" fmla="*/ 102012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396460 w 532192"/>
                <a:gd name="connsiteY0" fmla="*/ 156 h 1555603"/>
                <a:gd name="connsiteX1" fmla="*/ 296447 w 532192"/>
                <a:gd name="connsiteY1" fmla="*/ 93024 h 1555603"/>
                <a:gd name="connsiteX2" fmla="*/ 129760 w 532192"/>
                <a:gd name="connsiteY2" fmla="*/ 328768 h 1555603"/>
                <a:gd name="connsiteX3" fmla="*/ 32128 w 532192"/>
                <a:gd name="connsiteY3" fmla="*/ 662143 h 1555603"/>
                <a:gd name="connsiteX4" fmla="*/ 1172 w 532192"/>
                <a:gd name="connsiteY4" fmla="*/ 976468 h 1555603"/>
                <a:gd name="connsiteX5" fmla="*/ 22603 w 532192"/>
                <a:gd name="connsiteY5" fmla="*/ 1276506 h 1555603"/>
                <a:gd name="connsiteX6" fmla="*/ 163097 w 532192"/>
                <a:gd name="connsiteY6" fmla="*/ 1550349 h 1555603"/>
                <a:gd name="connsiteX7" fmla="*/ 270253 w 532192"/>
                <a:gd name="connsiteY7" fmla="*/ 1447956 h 1555603"/>
                <a:gd name="connsiteX8" fmla="*/ 244060 w 532192"/>
                <a:gd name="connsiteY8" fmla="*/ 1338418 h 1555603"/>
                <a:gd name="connsiteX9" fmla="*/ 190085 w 532192"/>
                <a:gd name="connsiteY9" fmla="*/ 1020124 h 1555603"/>
                <a:gd name="connsiteX10" fmla="*/ 229772 w 532192"/>
                <a:gd name="connsiteY10" fmla="*/ 630393 h 1555603"/>
                <a:gd name="connsiteX11" fmla="*/ 403603 w 532192"/>
                <a:gd name="connsiteY11" fmla="*/ 219231 h 1555603"/>
                <a:gd name="connsiteX12" fmla="*/ 517903 w 532192"/>
                <a:gd name="connsiteY12" fmla="*/ 85881 h 1555603"/>
                <a:gd name="connsiteX13" fmla="*/ 520285 w 532192"/>
                <a:gd name="connsiteY13" fmla="*/ 71593 h 1555603"/>
                <a:gd name="connsiteX14" fmla="*/ 396460 w 532192"/>
                <a:gd name="connsiteY14" fmla="*/ 156 h 1555603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89107 w 531214"/>
                <a:gd name="connsiteY9" fmla="*/ 1020124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45451 w 531214"/>
                <a:gd name="connsiteY2" fmla="*/ 338293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1214" h="1555260">
                  <a:moveTo>
                    <a:pt x="395482" y="156"/>
                  </a:moveTo>
                  <a:cubicBezTo>
                    <a:pt x="358176" y="3728"/>
                    <a:pt x="337141" y="36668"/>
                    <a:pt x="295469" y="93024"/>
                  </a:cubicBezTo>
                  <a:cubicBezTo>
                    <a:pt x="253797" y="149380"/>
                    <a:pt x="189504" y="243440"/>
                    <a:pt x="145451" y="338293"/>
                  </a:cubicBezTo>
                  <a:cubicBezTo>
                    <a:pt x="101398" y="433146"/>
                    <a:pt x="55360" y="555781"/>
                    <a:pt x="31150" y="662143"/>
                  </a:cubicBezTo>
                  <a:cubicBezTo>
                    <a:pt x="6941" y="768506"/>
                    <a:pt x="1781" y="874074"/>
                    <a:pt x="194" y="976468"/>
                  </a:cubicBezTo>
                  <a:cubicBezTo>
                    <a:pt x="-1394" y="1078862"/>
                    <a:pt x="6544" y="1188003"/>
                    <a:pt x="33531" y="1283650"/>
                  </a:cubicBezTo>
                  <a:cubicBezTo>
                    <a:pt x="60518" y="1379297"/>
                    <a:pt x="122828" y="1522965"/>
                    <a:pt x="162119" y="1550349"/>
                  </a:cubicBezTo>
                  <a:cubicBezTo>
                    <a:pt x="201410" y="1577733"/>
                    <a:pt x="255781" y="1483278"/>
                    <a:pt x="269275" y="1447956"/>
                  </a:cubicBezTo>
                  <a:cubicBezTo>
                    <a:pt x="282769" y="1412634"/>
                    <a:pt x="258428" y="1410517"/>
                    <a:pt x="243082" y="1338418"/>
                  </a:cubicBezTo>
                  <a:cubicBezTo>
                    <a:pt x="227736" y="1266319"/>
                    <a:pt x="181567" y="1135349"/>
                    <a:pt x="177201" y="1015361"/>
                  </a:cubicBezTo>
                  <a:cubicBezTo>
                    <a:pt x="172835" y="895373"/>
                    <a:pt x="179317" y="751175"/>
                    <a:pt x="216888" y="618487"/>
                  </a:cubicBezTo>
                  <a:cubicBezTo>
                    <a:pt x="254459" y="485799"/>
                    <a:pt x="352619" y="307999"/>
                    <a:pt x="402625" y="219231"/>
                  </a:cubicBezTo>
                  <a:cubicBezTo>
                    <a:pt x="452631" y="130463"/>
                    <a:pt x="497478" y="110487"/>
                    <a:pt x="516925" y="85881"/>
                  </a:cubicBezTo>
                  <a:cubicBezTo>
                    <a:pt x="536372" y="61275"/>
                    <a:pt x="534785" y="87865"/>
                    <a:pt x="519307" y="71593"/>
                  </a:cubicBezTo>
                  <a:cubicBezTo>
                    <a:pt x="503829" y="55321"/>
                    <a:pt x="432788" y="-3416"/>
                    <a:pt x="395482" y="156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1" name="组合 100"/>
          <p:cNvGrpSpPr/>
          <p:nvPr/>
        </p:nvGrpSpPr>
        <p:grpSpPr>
          <a:xfrm>
            <a:off x="4579637" y="2272296"/>
            <a:ext cx="4021610" cy="1254703"/>
            <a:chOff x="6747990" y="2676691"/>
            <a:chExt cx="4021610" cy="1161146"/>
          </a:xfrm>
        </p:grpSpPr>
        <p:sp>
          <p:nvSpPr>
            <p:cNvPr id="102" name="任意多边形 101"/>
            <p:cNvSpPr/>
            <p:nvPr/>
          </p:nvSpPr>
          <p:spPr>
            <a:xfrm>
              <a:off x="6747990" y="2676691"/>
              <a:ext cx="4021610" cy="1161146"/>
            </a:xfrm>
            <a:custGeom>
              <a:avLst/>
              <a:gdLst>
                <a:gd name="connsiteX0" fmla="*/ 3381829 w 3468915"/>
                <a:gd name="connsiteY0" fmla="*/ 0 h 1161146"/>
                <a:gd name="connsiteX1" fmla="*/ 3468915 w 3468915"/>
                <a:gd name="connsiteY1" fmla="*/ 580572 h 1161146"/>
                <a:gd name="connsiteX2" fmla="*/ 3381829 w 3468915"/>
                <a:gd name="connsiteY2" fmla="*/ 1161144 h 1161146"/>
                <a:gd name="connsiteX3" fmla="*/ 3381828 w 3468915"/>
                <a:gd name="connsiteY3" fmla="*/ 1161143 h 1161146"/>
                <a:gd name="connsiteX4" fmla="*/ 3381828 w 3468915"/>
                <a:gd name="connsiteY4" fmla="*/ 1161144 h 1161146"/>
                <a:gd name="connsiteX5" fmla="*/ 87089 w 3468915"/>
                <a:gd name="connsiteY5" fmla="*/ 1161144 h 1161146"/>
                <a:gd name="connsiteX6" fmla="*/ 87086 w 3468915"/>
                <a:gd name="connsiteY6" fmla="*/ 1161146 h 1161146"/>
                <a:gd name="connsiteX7" fmla="*/ 0 w 3468915"/>
                <a:gd name="connsiteY7" fmla="*/ 580574 h 1161146"/>
                <a:gd name="connsiteX8" fmla="*/ 87086 w 3468915"/>
                <a:gd name="connsiteY8" fmla="*/ 2 h 1161146"/>
                <a:gd name="connsiteX9" fmla="*/ 87086 w 3468915"/>
                <a:gd name="connsiteY9" fmla="*/ 1 h 1161146"/>
                <a:gd name="connsiteX10" fmla="*/ 3381828 w 3468915"/>
                <a:gd name="connsiteY10" fmla="*/ 1 h 1161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68915" h="1161146">
                  <a:moveTo>
                    <a:pt x="3381829" y="0"/>
                  </a:moveTo>
                  <a:cubicBezTo>
                    <a:pt x="3429925" y="0"/>
                    <a:pt x="3468915" y="259931"/>
                    <a:pt x="3468915" y="580572"/>
                  </a:cubicBezTo>
                  <a:cubicBezTo>
                    <a:pt x="3468915" y="901213"/>
                    <a:pt x="3429925" y="1161144"/>
                    <a:pt x="3381829" y="1161144"/>
                  </a:cubicBezTo>
                  <a:lnTo>
                    <a:pt x="3381828" y="1161143"/>
                  </a:lnTo>
                  <a:lnTo>
                    <a:pt x="3381828" y="1161144"/>
                  </a:lnTo>
                  <a:lnTo>
                    <a:pt x="87089" y="1161144"/>
                  </a:lnTo>
                  <a:lnTo>
                    <a:pt x="87086" y="1161146"/>
                  </a:lnTo>
                  <a:cubicBezTo>
                    <a:pt x="38990" y="1161146"/>
                    <a:pt x="0" y="901215"/>
                    <a:pt x="0" y="580574"/>
                  </a:cubicBezTo>
                  <a:cubicBezTo>
                    <a:pt x="0" y="259933"/>
                    <a:pt x="38990" y="2"/>
                    <a:pt x="87086" y="2"/>
                  </a:cubicBezTo>
                  <a:lnTo>
                    <a:pt x="87086" y="1"/>
                  </a:lnTo>
                  <a:lnTo>
                    <a:pt x="3381828" y="1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椭圆 102"/>
            <p:cNvSpPr/>
            <p:nvPr/>
          </p:nvSpPr>
          <p:spPr>
            <a:xfrm>
              <a:off x="6750432" y="2676691"/>
              <a:ext cx="201921" cy="116114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5" name="上箭头 104"/>
          <p:cNvSpPr/>
          <p:nvPr/>
        </p:nvSpPr>
        <p:spPr>
          <a:xfrm flipH="1">
            <a:off x="4970064" y="4227421"/>
            <a:ext cx="144751" cy="453583"/>
          </a:xfrm>
          <a:prstGeom prst="up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上箭头 133"/>
          <p:cNvSpPr/>
          <p:nvPr/>
        </p:nvSpPr>
        <p:spPr>
          <a:xfrm rot="10800000" flipH="1">
            <a:off x="7997894" y="4116111"/>
            <a:ext cx="122435" cy="415926"/>
          </a:xfrm>
          <a:prstGeom prst="up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4" name="组合 153"/>
          <p:cNvGrpSpPr/>
          <p:nvPr/>
        </p:nvGrpSpPr>
        <p:grpSpPr>
          <a:xfrm>
            <a:off x="4202676" y="1473900"/>
            <a:ext cx="4826000" cy="2884233"/>
            <a:chOff x="4202676" y="1473900"/>
            <a:chExt cx="4826000" cy="2884233"/>
          </a:xfrm>
        </p:grpSpPr>
        <p:grpSp>
          <p:nvGrpSpPr>
            <p:cNvPr id="111" name="组合 110">
              <a:extLst>
                <a:ext uri="{FF2B5EF4-FFF2-40B4-BE49-F238E27FC236}">
                  <a16:creationId xmlns:a16="http://schemas.microsoft.com/office/drawing/2014/main" id="{9D93FB3D-9270-4B0E-AB81-C00BE2117AEC}"/>
                </a:ext>
              </a:extLst>
            </p:cNvPr>
            <p:cNvGrpSpPr/>
            <p:nvPr/>
          </p:nvGrpSpPr>
          <p:grpSpPr>
            <a:xfrm>
              <a:off x="4801675" y="1473900"/>
              <a:ext cx="3636682" cy="1160761"/>
              <a:chOff x="7075999" y="833265"/>
              <a:chExt cx="3636682" cy="1160761"/>
            </a:xfrm>
          </p:grpSpPr>
          <p:sp>
            <p:nvSpPr>
              <p:cNvPr id="112" name="椭圆 111"/>
              <p:cNvSpPr/>
              <p:nvPr/>
            </p:nvSpPr>
            <p:spPr>
              <a:xfrm rot="10800000">
                <a:off x="7075999" y="834586"/>
                <a:ext cx="3636682" cy="1159440"/>
              </a:xfrm>
              <a:prstGeom prst="ellipse">
                <a:avLst/>
              </a:prstGeom>
              <a:noFill/>
              <a:ln w="31750">
                <a:solidFill>
                  <a:srgbClr val="5B9BD5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" name="椭圆 112"/>
              <p:cNvSpPr/>
              <p:nvPr/>
            </p:nvSpPr>
            <p:spPr>
              <a:xfrm rot="10800000">
                <a:off x="7364871" y="1148617"/>
                <a:ext cx="3029782" cy="776162"/>
              </a:xfrm>
              <a:prstGeom prst="ellipse">
                <a:avLst/>
              </a:prstGeom>
              <a:noFill/>
              <a:ln w="31750">
                <a:solidFill>
                  <a:srgbClr val="5B9BD5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" name="椭圆 113"/>
              <p:cNvSpPr/>
              <p:nvPr/>
            </p:nvSpPr>
            <p:spPr>
              <a:xfrm rot="10800000">
                <a:off x="7516121" y="1344800"/>
                <a:ext cx="2706735" cy="487896"/>
              </a:xfrm>
              <a:prstGeom prst="ellipse">
                <a:avLst/>
              </a:prstGeom>
              <a:noFill/>
              <a:ln w="31750">
                <a:solidFill>
                  <a:srgbClr val="5B9BD5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5" name="椭圆 114"/>
              <p:cNvSpPr/>
              <p:nvPr/>
            </p:nvSpPr>
            <p:spPr>
              <a:xfrm rot="10800000">
                <a:off x="7294420" y="1016082"/>
                <a:ext cx="3187070" cy="931508"/>
              </a:xfrm>
              <a:prstGeom prst="ellipse">
                <a:avLst/>
              </a:prstGeom>
              <a:noFill/>
              <a:ln w="31750">
                <a:solidFill>
                  <a:srgbClr val="5B9BD5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16" name="直接箭头连接符 115"/>
              <p:cNvCxnSpPr>
                <a:cxnSpLocks/>
              </p:cNvCxnSpPr>
              <p:nvPr/>
            </p:nvCxnSpPr>
            <p:spPr>
              <a:xfrm rot="10800000" flipV="1">
                <a:off x="8828612" y="1341265"/>
                <a:ext cx="133154" cy="1601"/>
              </a:xfrm>
              <a:prstGeom prst="straightConnector1">
                <a:avLst/>
              </a:prstGeom>
              <a:ln w="31750">
                <a:prstDash val="dash"/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直接箭头连接符 116"/>
              <p:cNvCxnSpPr>
                <a:cxnSpLocks/>
              </p:cNvCxnSpPr>
              <p:nvPr/>
            </p:nvCxnSpPr>
            <p:spPr>
              <a:xfrm rot="10800000" flipV="1">
                <a:off x="8828612" y="1157115"/>
                <a:ext cx="133154" cy="1601"/>
              </a:xfrm>
              <a:prstGeom prst="straightConnector1">
                <a:avLst/>
              </a:prstGeom>
              <a:ln w="31750">
                <a:prstDash val="dash"/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接箭头连接符 117"/>
              <p:cNvCxnSpPr>
                <a:cxnSpLocks/>
              </p:cNvCxnSpPr>
              <p:nvPr/>
            </p:nvCxnSpPr>
            <p:spPr>
              <a:xfrm rot="10800000" flipV="1">
                <a:off x="8828612" y="1004715"/>
                <a:ext cx="133154" cy="1601"/>
              </a:xfrm>
              <a:prstGeom prst="straightConnector1">
                <a:avLst/>
              </a:prstGeom>
              <a:ln w="31750">
                <a:prstDash val="dash"/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接箭头连接符 118"/>
              <p:cNvCxnSpPr>
                <a:cxnSpLocks/>
              </p:cNvCxnSpPr>
              <p:nvPr/>
            </p:nvCxnSpPr>
            <p:spPr>
              <a:xfrm rot="10800000" flipV="1">
                <a:off x="8828612" y="833265"/>
                <a:ext cx="133154" cy="1601"/>
              </a:xfrm>
              <a:prstGeom prst="straightConnector1">
                <a:avLst/>
              </a:prstGeom>
              <a:ln w="31750">
                <a:prstDash val="dash"/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3" name="组合 152"/>
            <p:cNvGrpSpPr/>
            <p:nvPr/>
          </p:nvGrpSpPr>
          <p:grpSpPr>
            <a:xfrm>
              <a:off x="4202676" y="2358253"/>
              <a:ext cx="4826000" cy="1999880"/>
              <a:chOff x="4202676" y="2358253"/>
              <a:chExt cx="4826000" cy="1999880"/>
            </a:xfrm>
          </p:grpSpPr>
          <p:cxnSp>
            <p:nvCxnSpPr>
              <p:cNvPr id="104" name="直接箭头连接符 103"/>
              <p:cNvCxnSpPr/>
              <p:nvPr/>
            </p:nvCxnSpPr>
            <p:spPr>
              <a:xfrm>
                <a:off x="4202676" y="2934281"/>
                <a:ext cx="4826000" cy="0"/>
              </a:xfrm>
              <a:prstGeom prst="straightConnector1">
                <a:avLst/>
              </a:prstGeom>
              <a:ln w="31750">
                <a:prstDash val="dash"/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0" name="任意多边形 119"/>
              <p:cNvSpPr/>
              <p:nvPr/>
            </p:nvSpPr>
            <p:spPr>
              <a:xfrm>
                <a:off x="4215376" y="2634535"/>
                <a:ext cx="4737100" cy="203814"/>
              </a:xfrm>
              <a:custGeom>
                <a:avLst/>
                <a:gdLst>
                  <a:gd name="connsiteX0" fmla="*/ 0 w 4737100"/>
                  <a:gd name="connsiteY0" fmla="*/ 0 h 203814"/>
                  <a:gd name="connsiteX1" fmla="*/ 2463800 w 4737100"/>
                  <a:gd name="connsiteY1" fmla="*/ 203200 h 203814"/>
                  <a:gd name="connsiteX2" fmla="*/ 4737100 w 4737100"/>
                  <a:gd name="connsiteY2" fmla="*/ 50800 h 203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737100" h="203814">
                    <a:moveTo>
                      <a:pt x="0" y="0"/>
                    </a:moveTo>
                    <a:cubicBezTo>
                      <a:pt x="837141" y="97366"/>
                      <a:pt x="1674283" y="194733"/>
                      <a:pt x="2463800" y="203200"/>
                    </a:cubicBezTo>
                    <a:cubicBezTo>
                      <a:pt x="3253317" y="211667"/>
                      <a:pt x="3995208" y="131233"/>
                      <a:pt x="4737100" y="50800"/>
                    </a:cubicBezTo>
                  </a:path>
                </a:pathLst>
              </a:custGeom>
              <a:noFill/>
              <a:ln w="31750">
                <a:solidFill>
                  <a:srgbClr val="5B9BD5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1" name="任意多边形 120"/>
              <p:cNvSpPr/>
              <p:nvPr/>
            </p:nvSpPr>
            <p:spPr>
              <a:xfrm>
                <a:off x="4240776" y="2367835"/>
                <a:ext cx="4711700" cy="381017"/>
              </a:xfrm>
              <a:custGeom>
                <a:avLst/>
                <a:gdLst>
                  <a:gd name="connsiteX0" fmla="*/ 0 w 4711700"/>
                  <a:gd name="connsiteY0" fmla="*/ 0 h 381017"/>
                  <a:gd name="connsiteX1" fmla="*/ 2362200 w 4711700"/>
                  <a:gd name="connsiteY1" fmla="*/ 381000 h 381017"/>
                  <a:gd name="connsiteX2" fmla="*/ 4711700 w 4711700"/>
                  <a:gd name="connsiteY2" fmla="*/ 12700 h 381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711700" h="381017">
                    <a:moveTo>
                      <a:pt x="0" y="0"/>
                    </a:moveTo>
                    <a:cubicBezTo>
                      <a:pt x="788458" y="189441"/>
                      <a:pt x="1576917" y="378883"/>
                      <a:pt x="2362200" y="381000"/>
                    </a:cubicBezTo>
                    <a:cubicBezTo>
                      <a:pt x="3147483" y="383117"/>
                      <a:pt x="3929591" y="197908"/>
                      <a:pt x="4711700" y="12700"/>
                    </a:cubicBezTo>
                  </a:path>
                </a:pathLst>
              </a:custGeom>
              <a:noFill/>
              <a:ln w="31750">
                <a:solidFill>
                  <a:srgbClr val="5B9BD5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2" name="任意多边形 121"/>
              <p:cNvSpPr/>
              <p:nvPr/>
            </p:nvSpPr>
            <p:spPr>
              <a:xfrm>
                <a:off x="4228076" y="3028143"/>
                <a:ext cx="4711700" cy="190592"/>
              </a:xfrm>
              <a:custGeom>
                <a:avLst/>
                <a:gdLst>
                  <a:gd name="connsiteX0" fmla="*/ 0 w 4711700"/>
                  <a:gd name="connsiteY0" fmla="*/ 190592 h 190592"/>
                  <a:gd name="connsiteX1" fmla="*/ 2463800 w 4711700"/>
                  <a:gd name="connsiteY1" fmla="*/ 92 h 190592"/>
                  <a:gd name="connsiteX2" fmla="*/ 4711700 w 4711700"/>
                  <a:gd name="connsiteY2" fmla="*/ 165192 h 190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711700" h="190592">
                    <a:moveTo>
                      <a:pt x="0" y="190592"/>
                    </a:moveTo>
                    <a:cubicBezTo>
                      <a:pt x="839258" y="97458"/>
                      <a:pt x="1678517" y="4325"/>
                      <a:pt x="2463800" y="92"/>
                    </a:cubicBezTo>
                    <a:cubicBezTo>
                      <a:pt x="3249083" y="-4141"/>
                      <a:pt x="4351867" y="137675"/>
                      <a:pt x="4711700" y="165192"/>
                    </a:cubicBezTo>
                  </a:path>
                </a:pathLst>
              </a:custGeom>
              <a:noFill/>
              <a:ln w="31750">
                <a:solidFill>
                  <a:srgbClr val="5B9BD5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3" name="任意多边形 122"/>
              <p:cNvSpPr/>
              <p:nvPr/>
            </p:nvSpPr>
            <p:spPr>
              <a:xfrm>
                <a:off x="4240776" y="3091392"/>
                <a:ext cx="4724400" cy="457543"/>
              </a:xfrm>
              <a:custGeom>
                <a:avLst/>
                <a:gdLst>
                  <a:gd name="connsiteX0" fmla="*/ 0 w 4724400"/>
                  <a:gd name="connsiteY0" fmla="*/ 457543 h 457543"/>
                  <a:gd name="connsiteX1" fmla="*/ 2463800 w 4724400"/>
                  <a:gd name="connsiteY1" fmla="*/ 343 h 457543"/>
                  <a:gd name="connsiteX2" fmla="*/ 4724400 w 4724400"/>
                  <a:gd name="connsiteY2" fmla="*/ 381343 h 457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724400" h="457543">
                    <a:moveTo>
                      <a:pt x="0" y="457543"/>
                    </a:moveTo>
                    <a:cubicBezTo>
                      <a:pt x="838200" y="235293"/>
                      <a:pt x="1676400" y="13043"/>
                      <a:pt x="2463800" y="343"/>
                    </a:cubicBezTo>
                    <a:cubicBezTo>
                      <a:pt x="3251200" y="-12357"/>
                      <a:pt x="4353983" y="330543"/>
                      <a:pt x="4724400" y="381343"/>
                    </a:cubicBezTo>
                  </a:path>
                </a:pathLst>
              </a:custGeom>
              <a:noFill/>
              <a:ln w="31750">
                <a:solidFill>
                  <a:srgbClr val="5B9BD5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4" name="直接箭头连接符 123"/>
              <p:cNvCxnSpPr/>
              <p:nvPr/>
            </p:nvCxnSpPr>
            <p:spPr>
              <a:xfrm>
                <a:off x="8805679" y="3453724"/>
                <a:ext cx="154843" cy="57111"/>
              </a:xfrm>
              <a:prstGeom prst="straightConnector1">
                <a:avLst/>
              </a:prstGeom>
              <a:ln w="31750">
                <a:prstDash val="dash"/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接箭头连接符 124"/>
              <p:cNvCxnSpPr/>
              <p:nvPr/>
            </p:nvCxnSpPr>
            <p:spPr>
              <a:xfrm>
                <a:off x="8869179" y="3174324"/>
                <a:ext cx="159497" cy="22773"/>
              </a:xfrm>
              <a:prstGeom prst="straightConnector1">
                <a:avLst/>
              </a:prstGeom>
              <a:ln w="31750">
                <a:prstDash val="dash"/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接箭头连接符 125"/>
              <p:cNvCxnSpPr/>
              <p:nvPr/>
            </p:nvCxnSpPr>
            <p:spPr>
              <a:xfrm flipV="1">
                <a:off x="8843883" y="2681539"/>
                <a:ext cx="182731" cy="9545"/>
              </a:xfrm>
              <a:prstGeom prst="straightConnector1">
                <a:avLst/>
              </a:prstGeom>
              <a:ln w="31750">
                <a:prstDash val="dash"/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直接箭头连接符 126"/>
              <p:cNvCxnSpPr/>
              <p:nvPr/>
            </p:nvCxnSpPr>
            <p:spPr>
              <a:xfrm flipV="1">
                <a:off x="8754918" y="2358253"/>
                <a:ext cx="215799" cy="92701"/>
              </a:xfrm>
              <a:prstGeom prst="straightConnector1">
                <a:avLst/>
              </a:prstGeom>
              <a:ln w="31750">
                <a:prstDash val="dash"/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2" name="组合 151"/>
              <p:cNvGrpSpPr/>
              <p:nvPr/>
            </p:nvGrpSpPr>
            <p:grpSpPr>
              <a:xfrm>
                <a:off x="4801675" y="3186134"/>
                <a:ext cx="3636682" cy="1171999"/>
                <a:chOff x="4801675" y="3186134"/>
                <a:chExt cx="3636682" cy="1171999"/>
              </a:xfrm>
            </p:grpSpPr>
            <p:sp>
              <p:nvSpPr>
                <p:cNvPr id="107" name="椭圆 106"/>
                <p:cNvSpPr/>
                <p:nvPr/>
              </p:nvSpPr>
              <p:spPr>
                <a:xfrm>
                  <a:off x="4801675" y="3186134"/>
                  <a:ext cx="3636682" cy="1159440"/>
                </a:xfrm>
                <a:prstGeom prst="ellipse">
                  <a:avLst/>
                </a:prstGeom>
                <a:noFill/>
                <a:ln w="31750">
                  <a:solidFill>
                    <a:srgbClr val="5B9BD5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8" name="椭圆 107"/>
                <p:cNvSpPr/>
                <p:nvPr/>
              </p:nvSpPr>
              <p:spPr>
                <a:xfrm>
                  <a:off x="5119703" y="3255381"/>
                  <a:ext cx="3029782" cy="776162"/>
                </a:xfrm>
                <a:prstGeom prst="ellipse">
                  <a:avLst/>
                </a:prstGeom>
                <a:noFill/>
                <a:ln w="31750">
                  <a:solidFill>
                    <a:srgbClr val="5B9BD5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9" name="椭圆 108"/>
                <p:cNvSpPr/>
                <p:nvPr/>
              </p:nvSpPr>
              <p:spPr>
                <a:xfrm>
                  <a:off x="5291500" y="3347464"/>
                  <a:ext cx="2706735" cy="487896"/>
                </a:xfrm>
                <a:prstGeom prst="ellipse">
                  <a:avLst/>
                </a:prstGeom>
                <a:noFill/>
                <a:ln w="31750">
                  <a:solidFill>
                    <a:srgbClr val="5B9BD5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0" name="椭圆 109"/>
                <p:cNvSpPr/>
                <p:nvPr/>
              </p:nvSpPr>
              <p:spPr>
                <a:xfrm>
                  <a:off x="5032866" y="3232570"/>
                  <a:ext cx="3187070" cy="931508"/>
                </a:xfrm>
                <a:prstGeom prst="ellipse">
                  <a:avLst/>
                </a:prstGeom>
                <a:noFill/>
                <a:ln w="31750">
                  <a:solidFill>
                    <a:srgbClr val="5B9BD5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35" name="直接箭头连接符 134">
                  <a:extLst>
                    <a:ext uri="{FF2B5EF4-FFF2-40B4-BE49-F238E27FC236}">
                      <a16:creationId xmlns:a16="http://schemas.microsoft.com/office/drawing/2014/main" id="{94B84986-6504-4AD1-9C4E-A7DAFCE33B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6519505" y="4356532"/>
                  <a:ext cx="133154" cy="1601"/>
                </a:xfrm>
                <a:prstGeom prst="straightConnector1">
                  <a:avLst/>
                </a:prstGeom>
                <a:ln w="31750">
                  <a:prstDash val="dash"/>
                  <a:headEnd type="none" w="lg" len="lg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直接箭头连接符 135">
                  <a:extLst>
                    <a:ext uri="{FF2B5EF4-FFF2-40B4-BE49-F238E27FC236}">
                      <a16:creationId xmlns:a16="http://schemas.microsoft.com/office/drawing/2014/main" id="{CB95A9A2-539D-4678-B4B4-B66C981165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6519505" y="4172382"/>
                  <a:ext cx="133154" cy="1601"/>
                </a:xfrm>
                <a:prstGeom prst="straightConnector1">
                  <a:avLst/>
                </a:prstGeom>
                <a:ln w="31750">
                  <a:prstDash val="dash"/>
                  <a:headEnd type="none" w="lg" len="lg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直接箭头连接符 136">
                  <a:extLst>
                    <a:ext uri="{FF2B5EF4-FFF2-40B4-BE49-F238E27FC236}">
                      <a16:creationId xmlns:a16="http://schemas.microsoft.com/office/drawing/2014/main" id="{2B7507D9-970C-424E-84B2-3A18DB2A5E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6519505" y="4019982"/>
                  <a:ext cx="133154" cy="1601"/>
                </a:xfrm>
                <a:prstGeom prst="straightConnector1">
                  <a:avLst/>
                </a:prstGeom>
                <a:ln w="31750">
                  <a:prstDash val="dash"/>
                  <a:headEnd type="none" w="lg" len="lg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直接箭头连接符 137">
                  <a:extLst>
                    <a:ext uri="{FF2B5EF4-FFF2-40B4-BE49-F238E27FC236}">
                      <a16:creationId xmlns:a16="http://schemas.microsoft.com/office/drawing/2014/main" id="{AA8C5D35-53D9-4B17-91F7-C8653DE693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6519505" y="3848532"/>
                  <a:ext cx="133154" cy="1601"/>
                </a:xfrm>
                <a:prstGeom prst="straightConnector1">
                  <a:avLst/>
                </a:prstGeom>
                <a:ln w="31750">
                  <a:prstDash val="dash"/>
                  <a:headEnd type="none" w="lg" len="lg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39" name="组合 138"/>
          <p:cNvGrpSpPr/>
          <p:nvPr/>
        </p:nvGrpSpPr>
        <p:grpSpPr>
          <a:xfrm>
            <a:off x="1930510" y="1473900"/>
            <a:ext cx="1298090" cy="1377642"/>
            <a:chOff x="4915663" y="3316114"/>
            <a:chExt cx="1341521" cy="1415487"/>
          </a:xfrm>
        </p:grpSpPr>
        <p:sp>
          <p:nvSpPr>
            <p:cNvPr id="140" name="任意多边形 139"/>
            <p:cNvSpPr/>
            <p:nvPr/>
          </p:nvSpPr>
          <p:spPr>
            <a:xfrm>
              <a:off x="4916499" y="3316114"/>
              <a:ext cx="1340685" cy="1415487"/>
            </a:xfrm>
            <a:custGeom>
              <a:avLst/>
              <a:gdLst>
                <a:gd name="connsiteX0" fmla="*/ 533001 w 1340685"/>
                <a:gd name="connsiteY0" fmla="*/ 29 h 1415487"/>
                <a:gd name="connsiteX1" fmla="*/ 566780 w 1340685"/>
                <a:gd name="connsiteY1" fmla="*/ 3406 h 1415487"/>
                <a:gd name="connsiteX2" fmla="*/ 931111 w 1340685"/>
                <a:gd name="connsiteY2" fmla="*/ 134375 h 1415487"/>
                <a:gd name="connsiteX3" fmla="*/ 1219242 w 1340685"/>
                <a:gd name="connsiteY3" fmla="*/ 255818 h 1415487"/>
                <a:gd name="connsiteX4" fmla="*/ 1314064 w 1340685"/>
                <a:gd name="connsiteY4" fmla="*/ 345115 h 1415487"/>
                <a:gd name="connsiteX5" fmla="*/ 1317304 w 1340685"/>
                <a:gd name="connsiteY5" fmla="*/ 371127 h 1415487"/>
                <a:gd name="connsiteX6" fmla="*/ 1321635 w 1340685"/>
                <a:gd name="connsiteY6" fmla="*/ 396312 h 1415487"/>
                <a:gd name="connsiteX7" fmla="*/ 1340685 w 1340685"/>
                <a:gd name="connsiteY7" fmla="*/ 782074 h 1415487"/>
                <a:gd name="connsiteX8" fmla="*/ 1271629 w 1340685"/>
                <a:gd name="connsiteY8" fmla="*/ 891612 h 1415487"/>
                <a:gd name="connsiteX9" fmla="*/ 1252579 w 1340685"/>
                <a:gd name="connsiteY9" fmla="*/ 870181 h 1415487"/>
                <a:gd name="connsiteX10" fmla="*/ 1083510 w 1340685"/>
                <a:gd name="connsiteY10" fmla="*/ 1151168 h 1415487"/>
                <a:gd name="connsiteX11" fmla="*/ 1090654 w 1340685"/>
                <a:gd name="connsiteY11" fmla="*/ 1184506 h 1415487"/>
                <a:gd name="connsiteX12" fmla="*/ 838240 w 1340685"/>
                <a:gd name="connsiteY12" fmla="*/ 1415487 h 1415487"/>
                <a:gd name="connsiteX13" fmla="*/ 164347 w 1340685"/>
                <a:gd name="connsiteY13" fmla="*/ 1105924 h 1415487"/>
                <a:gd name="connsiteX14" fmla="*/ 90529 w 1340685"/>
                <a:gd name="connsiteY14" fmla="*/ 936856 h 1415487"/>
                <a:gd name="connsiteX15" fmla="*/ 41 w 1340685"/>
                <a:gd name="connsiteY15" fmla="*/ 710637 h 1415487"/>
                <a:gd name="connsiteX16" fmla="*/ 4399 w 1340685"/>
                <a:gd name="connsiteY16" fmla="*/ 707311 h 1415487"/>
                <a:gd name="connsiteX17" fmla="*/ 41 w 1340685"/>
                <a:gd name="connsiteY17" fmla="*/ 696349 h 1415487"/>
                <a:gd name="connsiteX18" fmla="*/ 159586 w 1340685"/>
                <a:gd name="connsiteY18" fmla="*/ 415363 h 1415487"/>
                <a:gd name="connsiteX19" fmla="*/ 357230 w 1340685"/>
                <a:gd name="connsiteY19" fmla="*/ 141518 h 1415487"/>
                <a:gd name="connsiteX20" fmla="*/ 533001 w 1340685"/>
                <a:gd name="connsiteY20" fmla="*/ 29 h 1415487"/>
                <a:gd name="connsiteX0" fmla="*/ 533001 w 1340685"/>
                <a:gd name="connsiteY0" fmla="*/ 29 h 1415487"/>
                <a:gd name="connsiteX1" fmla="*/ 566780 w 1340685"/>
                <a:gd name="connsiteY1" fmla="*/ 3406 h 1415487"/>
                <a:gd name="connsiteX2" fmla="*/ 931111 w 1340685"/>
                <a:gd name="connsiteY2" fmla="*/ 134375 h 1415487"/>
                <a:gd name="connsiteX3" fmla="*/ 1219242 w 1340685"/>
                <a:gd name="connsiteY3" fmla="*/ 255818 h 1415487"/>
                <a:gd name="connsiteX4" fmla="*/ 1314064 w 1340685"/>
                <a:gd name="connsiteY4" fmla="*/ 345115 h 1415487"/>
                <a:gd name="connsiteX5" fmla="*/ 1317304 w 1340685"/>
                <a:gd name="connsiteY5" fmla="*/ 371127 h 1415487"/>
                <a:gd name="connsiteX6" fmla="*/ 1321635 w 1340685"/>
                <a:gd name="connsiteY6" fmla="*/ 396312 h 1415487"/>
                <a:gd name="connsiteX7" fmla="*/ 1340685 w 1340685"/>
                <a:gd name="connsiteY7" fmla="*/ 782074 h 1415487"/>
                <a:gd name="connsiteX8" fmla="*/ 1271629 w 1340685"/>
                <a:gd name="connsiteY8" fmla="*/ 891612 h 1415487"/>
                <a:gd name="connsiteX9" fmla="*/ 1252579 w 1340685"/>
                <a:gd name="connsiteY9" fmla="*/ 870181 h 1415487"/>
                <a:gd name="connsiteX10" fmla="*/ 1083510 w 1340685"/>
                <a:gd name="connsiteY10" fmla="*/ 1151168 h 1415487"/>
                <a:gd name="connsiteX11" fmla="*/ 1090654 w 1340685"/>
                <a:gd name="connsiteY11" fmla="*/ 1184506 h 1415487"/>
                <a:gd name="connsiteX12" fmla="*/ 838240 w 1340685"/>
                <a:gd name="connsiteY12" fmla="*/ 1415487 h 1415487"/>
                <a:gd name="connsiteX13" fmla="*/ 164347 w 1340685"/>
                <a:gd name="connsiteY13" fmla="*/ 1105924 h 1415487"/>
                <a:gd name="connsiteX14" fmla="*/ 90529 w 1340685"/>
                <a:gd name="connsiteY14" fmla="*/ 936856 h 1415487"/>
                <a:gd name="connsiteX15" fmla="*/ 41 w 1340685"/>
                <a:gd name="connsiteY15" fmla="*/ 710637 h 1415487"/>
                <a:gd name="connsiteX16" fmla="*/ 41 w 1340685"/>
                <a:gd name="connsiteY16" fmla="*/ 696349 h 1415487"/>
                <a:gd name="connsiteX17" fmla="*/ 159586 w 1340685"/>
                <a:gd name="connsiteY17" fmla="*/ 415363 h 1415487"/>
                <a:gd name="connsiteX18" fmla="*/ 357230 w 1340685"/>
                <a:gd name="connsiteY18" fmla="*/ 141518 h 1415487"/>
                <a:gd name="connsiteX19" fmla="*/ 533001 w 1340685"/>
                <a:gd name="connsiteY19" fmla="*/ 29 h 1415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40685" h="1415487">
                  <a:moveTo>
                    <a:pt x="533001" y="29"/>
                  </a:moveTo>
                  <a:cubicBezTo>
                    <a:pt x="543606" y="-197"/>
                    <a:pt x="554824" y="876"/>
                    <a:pt x="566780" y="3406"/>
                  </a:cubicBezTo>
                  <a:cubicBezTo>
                    <a:pt x="662427" y="23647"/>
                    <a:pt x="821574" y="91116"/>
                    <a:pt x="931111" y="134375"/>
                  </a:cubicBezTo>
                  <a:cubicBezTo>
                    <a:pt x="1040648" y="177634"/>
                    <a:pt x="1154552" y="213749"/>
                    <a:pt x="1219242" y="255818"/>
                  </a:cubicBezTo>
                  <a:cubicBezTo>
                    <a:pt x="1267760" y="287370"/>
                    <a:pt x="1301543" y="309098"/>
                    <a:pt x="1314064" y="345115"/>
                  </a:cubicBezTo>
                  <a:lnTo>
                    <a:pt x="1317304" y="371127"/>
                  </a:lnTo>
                  <a:lnTo>
                    <a:pt x="1321635" y="396312"/>
                  </a:lnTo>
                  <a:cubicBezTo>
                    <a:pt x="1324016" y="437189"/>
                    <a:pt x="1337907" y="705081"/>
                    <a:pt x="1340685" y="782074"/>
                  </a:cubicBezTo>
                  <a:cubicBezTo>
                    <a:pt x="1307745" y="837637"/>
                    <a:pt x="1286313" y="876928"/>
                    <a:pt x="1271629" y="891612"/>
                  </a:cubicBezTo>
                  <a:cubicBezTo>
                    <a:pt x="1256945" y="906297"/>
                    <a:pt x="1269644" y="843591"/>
                    <a:pt x="1252579" y="870181"/>
                  </a:cubicBezTo>
                  <a:cubicBezTo>
                    <a:pt x="1235514" y="896771"/>
                    <a:pt x="1103353" y="1124972"/>
                    <a:pt x="1083510" y="1151168"/>
                  </a:cubicBezTo>
                  <a:cubicBezTo>
                    <a:pt x="1063667" y="1177364"/>
                    <a:pt x="1095813" y="1173791"/>
                    <a:pt x="1090654" y="1184506"/>
                  </a:cubicBezTo>
                  <a:cubicBezTo>
                    <a:pt x="1042632" y="1235703"/>
                    <a:pt x="1014055" y="1407152"/>
                    <a:pt x="838240" y="1415487"/>
                  </a:cubicBezTo>
                  <a:cubicBezTo>
                    <a:pt x="707670" y="1371434"/>
                    <a:pt x="348498" y="1201570"/>
                    <a:pt x="164347" y="1105924"/>
                  </a:cubicBezTo>
                  <a:cubicBezTo>
                    <a:pt x="134977" y="1074572"/>
                    <a:pt x="117913" y="1002737"/>
                    <a:pt x="90529" y="936856"/>
                  </a:cubicBezTo>
                  <a:cubicBezTo>
                    <a:pt x="63145" y="870975"/>
                    <a:pt x="51635" y="833271"/>
                    <a:pt x="41" y="710637"/>
                  </a:cubicBezTo>
                  <a:lnTo>
                    <a:pt x="41" y="696349"/>
                  </a:lnTo>
                  <a:cubicBezTo>
                    <a:pt x="-2340" y="619355"/>
                    <a:pt x="100055" y="505454"/>
                    <a:pt x="159586" y="415363"/>
                  </a:cubicBezTo>
                  <a:cubicBezTo>
                    <a:pt x="219118" y="325272"/>
                    <a:pt x="291747" y="226846"/>
                    <a:pt x="357230" y="141518"/>
                  </a:cubicBezTo>
                  <a:cubicBezTo>
                    <a:pt x="414528" y="66856"/>
                    <a:pt x="458761" y="1613"/>
                    <a:pt x="533001" y="29"/>
                  </a:cubicBezTo>
                  <a:close/>
                </a:path>
              </a:pathLst>
            </a:custGeom>
            <a:solidFill>
              <a:srgbClr val="97998A"/>
            </a:solidFill>
            <a:ln w="0">
              <a:solidFill>
                <a:srgbClr val="5659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1" name="任意多边形 140"/>
            <p:cNvSpPr/>
            <p:nvPr/>
          </p:nvSpPr>
          <p:spPr>
            <a:xfrm rot="21357019">
              <a:off x="5007636" y="3360956"/>
              <a:ext cx="1140731" cy="978624"/>
            </a:xfrm>
            <a:custGeom>
              <a:avLst/>
              <a:gdLst>
                <a:gd name="connsiteX0" fmla="*/ 484775 w 1140731"/>
                <a:gd name="connsiteY0" fmla="*/ 0 h 978624"/>
                <a:gd name="connsiteX1" fmla="*/ 591932 w 1140731"/>
                <a:gd name="connsiteY1" fmla="*/ 87513 h 978624"/>
                <a:gd name="connsiteX2" fmla="*/ 590111 w 1140731"/>
                <a:gd name="connsiteY2" fmla="*/ 94883 h 978624"/>
                <a:gd name="connsiteX3" fmla="*/ 609746 w 1140731"/>
                <a:gd name="connsiteY3" fmla="*/ 93570 h 978624"/>
                <a:gd name="connsiteX4" fmla="*/ 990231 w 1140731"/>
                <a:gd name="connsiteY4" fmla="*/ 271603 h 978624"/>
                <a:gd name="connsiteX5" fmla="*/ 998062 w 1140731"/>
                <a:gd name="connsiteY5" fmla="*/ 285456 h 978624"/>
                <a:gd name="connsiteX6" fmla="*/ 1005946 w 1140731"/>
                <a:gd name="connsiteY6" fmla="*/ 284250 h 978624"/>
                <a:gd name="connsiteX7" fmla="*/ 1140731 w 1140731"/>
                <a:gd name="connsiteY7" fmla="*/ 386355 h 978624"/>
                <a:gd name="connsiteX8" fmla="*/ 1058411 w 1140731"/>
                <a:gd name="connsiteY8" fmla="*/ 480436 h 978624"/>
                <a:gd name="connsiteX9" fmla="*/ 1052166 w 1140731"/>
                <a:gd name="connsiteY9" fmla="*/ 481391 h 978624"/>
                <a:gd name="connsiteX10" fmla="*/ 1052549 w 1140731"/>
                <a:gd name="connsiteY10" fmla="*/ 497250 h 978624"/>
                <a:gd name="connsiteX11" fmla="*/ 810379 w 1140731"/>
                <a:gd name="connsiteY11" fmla="*/ 819672 h 978624"/>
                <a:gd name="connsiteX12" fmla="*/ 775726 w 1140731"/>
                <a:gd name="connsiteY12" fmla="*/ 834083 h 978624"/>
                <a:gd name="connsiteX13" fmla="*/ 778122 w 1140731"/>
                <a:gd name="connsiteY13" fmla="*/ 836775 h 978624"/>
                <a:gd name="connsiteX14" fmla="*/ 788714 w 1140731"/>
                <a:gd name="connsiteY14" fmla="*/ 876519 h 978624"/>
                <a:gd name="connsiteX15" fmla="*/ 653929 w 1140731"/>
                <a:gd name="connsiteY15" fmla="*/ 978624 h 978624"/>
                <a:gd name="connsiteX16" fmla="*/ 529736 w 1140731"/>
                <a:gd name="connsiteY16" fmla="*/ 916262 h 978624"/>
                <a:gd name="connsiteX17" fmla="*/ 521111 w 1140731"/>
                <a:gd name="connsiteY17" fmla="*/ 883899 h 978624"/>
                <a:gd name="connsiteX18" fmla="*/ 435981 w 1140731"/>
                <a:gd name="connsiteY18" fmla="*/ 875539 h 978624"/>
                <a:gd name="connsiteX19" fmla="*/ 149153 w 1140731"/>
                <a:gd name="connsiteY19" fmla="*/ 706702 h 978624"/>
                <a:gd name="connsiteX20" fmla="*/ 123138 w 1140731"/>
                <a:gd name="connsiteY20" fmla="*/ 660685 h 978624"/>
                <a:gd name="connsiteX21" fmla="*/ 115082 w 1140731"/>
                <a:gd name="connsiteY21" fmla="*/ 664812 h 978624"/>
                <a:gd name="connsiteX22" fmla="*/ 14513 w 1140731"/>
                <a:gd name="connsiteY22" fmla="*/ 638903 h 978624"/>
                <a:gd name="connsiteX23" fmla="*/ 48622 w 1140731"/>
                <a:gd name="connsiteY23" fmla="*/ 504822 h 978624"/>
                <a:gd name="connsiteX24" fmla="*/ 86246 w 1140731"/>
                <a:gd name="connsiteY24" fmla="*/ 485547 h 978624"/>
                <a:gd name="connsiteX25" fmla="*/ 86942 w 1140731"/>
                <a:gd name="connsiteY25" fmla="*/ 485454 h 978624"/>
                <a:gd name="connsiteX26" fmla="*/ 86835 w 1140731"/>
                <a:gd name="connsiteY26" fmla="*/ 481056 h 978624"/>
                <a:gd name="connsiteX27" fmla="*/ 329005 w 1140731"/>
                <a:gd name="connsiteY27" fmla="*/ 158634 h 978624"/>
                <a:gd name="connsiteX28" fmla="*/ 394236 w 1140731"/>
                <a:gd name="connsiteY28" fmla="*/ 131505 h 978624"/>
                <a:gd name="connsiteX29" fmla="*/ 386039 w 1140731"/>
                <a:gd name="connsiteY29" fmla="*/ 121577 h 978624"/>
                <a:gd name="connsiteX30" fmla="*/ 377618 w 1140731"/>
                <a:gd name="connsiteY30" fmla="*/ 87513 h 978624"/>
                <a:gd name="connsiteX31" fmla="*/ 484775 w 1140731"/>
                <a:gd name="connsiteY31" fmla="*/ 0 h 978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40731" h="978624">
                  <a:moveTo>
                    <a:pt x="484775" y="0"/>
                  </a:moveTo>
                  <a:cubicBezTo>
                    <a:pt x="543956" y="0"/>
                    <a:pt x="591932" y="39181"/>
                    <a:pt x="591932" y="87513"/>
                  </a:cubicBezTo>
                  <a:lnTo>
                    <a:pt x="590111" y="94883"/>
                  </a:lnTo>
                  <a:lnTo>
                    <a:pt x="609746" y="93570"/>
                  </a:lnTo>
                  <a:cubicBezTo>
                    <a:pt x="770149" y="96122"/>
                    <a:pt x="912028" y="164327"/>
                    <a:pt x="990231" y="271603"/>
                  </a:cubicBezTo>
                  <a:lnTo>
                    <a:pt x="998062" y="285456"/>
                  </a:lnTo>
                  <a:lnTo>
                    <a:pt x="1005946" y="284250"/>
                  </a:lnTo>
                  <a:cubicBezTo>
                    <a:pt x="1080386" y="284250"/>
                    <a:pt x="1140731" y="329964"/>
                    <a:pt x="1140731" y="386355"/>
                  </a:cubicBezTo>
                  <a:cubicBezTo>
                    <a:pt x="1140731" y="428648"/>
                    <a:pt x="1106787" y="464936"/>
                    <a:pt x="1058411" y="480436"/>
                  </a:cubicBezTo>
                  <a:lnTo>
                    <a:pt x="1052166" y="481391"/>
                  </a:lnTo>
                  <a:lnTo>
                    <a:pt x="1052549" y="497250"/>
                  </a:lnTo>
                  <a:cubicBezTo>
                    <a:pt x="1039411" y="628652"/>
                    <a:pt x="946879" y="748994"/>
                    <a:pt x="810379" y="819672"/>
                  </a:cubicBezTo>
                  <a:lnTo>
                    <a:pt x="775726" y="834083"/>
                  </a:lnTo>
                  <a:lnTo>
                    <a:pt x="778122" y="836775"/>
                  </a:lnTo>
                  <a:cubicBezTo>
                    <a:pt x="784942" y="848991"/>
                    <a:pt x="788714" y="862421"/>
                    <a:pt x="788714" y="876519"/>
                  </a:cubicBezTo>
                  <a:cubicBezTo>
                    <a:pt x="788714" y="932910"/>
                    <a:pt x="728369" y="978624"/>
                    <a:pt x="653929" y="978624"/>
                  </a:cubicBezTo>
                  <a:cubicBezTo>
                    <a:pt x="598099" y="978624"/>
                    <a:pt x="550197" y="952910"/>
                    <a:pt x="529736" y="916262"/>
                  </a:cubicBezTo>
                  <a:lnTo>
                    <a:pt x="521111" y="883899"/>
                  </a:lnTo>
                  <a:lnTo>
                    <a:pt x="435981" y="875539"/>
                  </a:lnTo>
                  <a:cubicBezTo>
                    <a:pt x="315031" y="853339"/>
                    <a:pt x="211715" y="792524"/>
                    <a:pt x="149153" y="706702"/>
                  </a:cubicBezTo>
                  <a:lnTo>
                    <a:pt x="123138" y="660685"/>
                  </a:lnTo>
                  <a:lnTo>
                    <a:pt x="115082" y="664812"/>
                  </a:lnTo>
                  <a:cubicBezTo>
                    <a:pt x="76261" y="677002"/>
                    <a:pt x="36069" y="668046"/>
                    <a:pt x="14513" y="638903"/>
                  </a:cubicBezTo>
                  <a:cubicBezTo>
                    <a:pt x="-14229" y="600046"/>
                    <a:pt x="1042" y="540015"/>
                    <a:pt x="48622" y="504822"/>
                  </a:cubicBezTo>
                  <a:cubicBezTo>
                    <a:pt x="60517" y="496024"/>
                    <a:pt x="73305" y="489611"/>
                    <a:pt x="86246" y="485547"/>
                  </a:cubicBezTo>
                  <a:lnTo>
                    <a:pt x="86942" y="485454"/>
                  </a:lnTo>
                  <a:lnTo>
                    <a:pt x="86835" y="481056"/>
                  </a:lnTo>
                  <a:cubicBezTo>
                    <a:pt x="99973" y="349653"/>
                    <a:pt x="192506" y="229312"/>
                    <a:pt x="329005" y="158634"/>
                  </a:cubicBezTo>
                  <a:lnTo>
                    <a:pt x="394236" y="131505"/>
                  </a:lnTo>
                  <a:lnTo>
                    <a:pt x="386039" y="121577"/>
                  </a:lnTo>
                  <a:cubicBezTo>
                    <a:pt x="380617" y="111107"/>
                    <a:pt x="377618" y="99596"/>
                    <a:pt x="377618" y="87513"/>
                  </a:cubicBezTo>
                  <a:cubicBezTo>
                    <a:pt x="377618" y="39181"/>
                    <a:pt x="425594" y="0"/>
                    <a:pt x="484775" y="0"/>
                  </a:cubicBezTo>
                  <a:close/>
                </a:path>
              </a:pathLst>
            </a:custGeom>
            <a:gradFill>
              <a:gsLst>
                <a:gs pos="0">
                  <a:srgbClr val="32352D"/>
                </a:gs>
                <a:gs pos="100000">
                  <a:srgbClr val="A2A497"/>
                </a:gs>
              </a:gsLst>
              <a:lin ang="5400000" scaled="1"/>
            </a:gradFill>
            <a:ln w="0">
              <a:solidFill>
                <a:srgbClr val="787A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2" name="任意多边形 141"/>
            <p:cNvSpPr/>
            <p:nvPr/>
          </p:nvSpPr>
          <p:spPr>
            <a:xfrm>
              <a:off x="4915663" y="3712426"/>
              <a:ext cx="1341521" cy="1019175"/>
            </a:xfrm>
            <a:custGeom>
              <a:avLst/>
              <a:gdLst>
                <a:gd name="connsiteX0" fmla="*/ 33821 w 1391288"/>
                <a:gd name="connsiteY0" fmla="*/ 300519 h 1001232"/>
                <a:gd name="connsiteX1" fmla="*/ 198127 w 1391288"/>
                <a:gd name="connsiteY1" fmla="*/ 695806 h 1001232"/>
                <a:gd name="connsiteX2" fmla="*/ 872021 w 1391288"/>
                <a:gd name="connsiteY2" fmla="*/ 1000606 h 1001232"/>
                <a:gd name="connsiteX3" fmla="*/ 1124434 w 1391288"/>
                <a:gd name="connsiteY3" fmla="*/ 774388 h 1001232"/>
                <a:gd name="connsiteX4" fmla="*/ 1117290 w 1391288"/>
                <a:gd name="connsiteY4" fmla="*/ 741050 h 1001232"/>
                <a:gd name="connsiteX5" fmla="*/ 1286359 w 1391288"/>
                <a:gd name="connsiteY5" fmla="*/ 460063 h 1001232"/>
                <a:gd name="connsiteX6" fmla="*/ 1305409 w 1391288"/>
                <a:gd name="connsiteY6" fmla="*/ 481494 h 1001232"/>
                <a:gd name="connsiteX7" fmla="*/ 1374465 w 1391288"/>
                <a:gd name="connsiteY7" fmla="*/ 371956 h 1001232"/>
                <a:gd name="connsiteX8" fmla="*/ 1345890 w 1391288"/>
                <a:gd name="connsiteY8" fmla="*/ 5244 h 1001232"/>
                <a:gd name="connsiteX9" fmla="*/ 919646 w 1391288"/>
                <a:gd name="connsiteY9" fmla="*/ 679138 h 1001232"/>
                <a:gd name="connsiteX10" fmla="*/ 764865 w 1391288"/>
                <a:gd name="connsiteY10" fmla="*/ 693425 h 1001232"/>
                <a:gd name="connsiteX11" fmla="*/ 33821 w 1391288"/>
                <a:gd name="connsiteY11" fmla="*/ 300519 h 1001232"/>
                <a:gd name="connsiteX0" fmla="*/ 58956 w 1416423"/>
                <a:gd name="connsiteY0" fmla="*/ 300519 h 1001232"/>
                <a:gd name="connsiteX1" fmla="*/ 63719 w 1416423"/>
                <a:gd name="connsiteY1" fmla="*/ 488638 h 1001232"/>
                <a:gd name="connsiteX2" fmla="*/ 223262 w 1416423"/>
                <a:gd name="connsiteY2" fmla="*/ 695806 h 1001232"/>
                <a:gd name="connsiteX3" fmla="*/ 897156 w 1416423"/>
                <a:gd name="connsiteY3" fmla="*/ 1000606 h 1001232"/>
                <a:gd name="connsiteX4" fmla="*/ 1149569 w 1416423"/>
                <a:gd name="connsiteY4" fmla="*/ 774388 h 1001232"/>
                <a:gd name="connsiteX5" fmla="*/ 1142425 w 1416423"/>
                <a:gd name="connsiteY5" fmla="*/ 741050 h 1001232"/>
                <a:gd name="connsiteX6" fmla="*/ 1311494 w 1416423"/>
                <a:gd name="connsiteY6" fmla="*/ 460063 h 1001232"/>
                <a:gd name="connsiteX7" fmla="*/ 1330544 w 1416423"/>
                <a:gd name="connsiteY7" fmla="*/ 481494 h 1001232"/>
                <a:gd name="connsiteX8" fmla="*/ 1399600 w 1416423"/>
                <a:gd name="connsiteY8" fmla="*/ 371956 h 1001232"/>
                <a:gd name="connsiteX9" fmla="*/ 1371025 w 1416423"/>
                <a:gd name="connsiteY9" fmla="*/ 5244 h 1001232"/>
                <a:gd name="connsiteX10" fmla="*/ 944781 w 1416423"/>
                <a:gd name="connsiteY10" fmla="*/ 679138 h 1001232"/>
                <a:gd name="connsiteX11" fmla="*/ 790000 w 1416423"/>
                <a:gd name="connsiteY11" fmla="*/ 693425 h 1001232"/>
                <a:gd name="connsiteX12" fmla="*/ 58956 w 1416423"/>
                <a:gd name="connsiteY12" fmla="*/ 300519 h 1001232"/>
                <a:gd name="connsiteX0" fmla="*/ 58956 w 1404214"/>
                <a:gd name="connsiteY0" fmla="*/ 295467 h 996180"/>
                <a:gd name="connsiteX1" fmla="*/ 63719 w 1404214"/>
                <a:gd name="connsiteY1" fmla="*/ 483586 h 996180"/>
                <a:gd name="connsiteX2" fmla="*/ 223262 w 1404214"/>
                <a:gd name="connsiteY2" fmla="*/ 690754 h 996180"/>
                <a:gd name="connsiteX3" fmla="*/ 897156 w 1404214"/>
                <a:gd name="connsiteY3" fmla="*/ 995554 h 996180"/>
                <a:gd name="connsiteX4" fmla="*/ 1149569 w 1404214"/>
                <a:gd name="connsiteY4" fmla="*/ 769336 h 996180"/>
                <a:gd name="connsiteX5" fmla="*/ 1142425 w 1404214"/>
                <a:gd name="connsiteY5" fmla="*/ 735998 h 996180"/>
                <a:gd name="connsiteX6" fmla="*/ 1311494 w 1404214"/>
                <a:gd name="connsiteY6" fmla="*/ 455011 h 996180"/>
                <a:gd name="connsiteX7" fmla="*/ 1330544 w 1404214"/>
                <a:gd name="connsiteY7" fmla="*/ 476442 h 996180"/>
                <a:gd name="connsiteX8" fmla="*/ 1399600 w 1404214"/>
                <a:gd name="connsiteY8" fmla="*/ 366904 h 996180"/>
                <a:gd name="connsiteX9" fmla="*/ 1371025 w 1404214"/>
                <a:gd name="connsiteY9" fmla="*/ 192 h 996180"/>
                <a:gd name="connsiteX10" fmla="*/ 1156713 w 1404214"/>
                <a:gd name="connsiteY10" fmla="*/ 321661 h 996180"/>
                <a:gd name="connsiteX11" fmla="*/ 944781 w 1404214"/>
                <a:gd name="connsiteY11" fmla="*/ 674086 h 996180"/>
                <a:gd name="connsiteX12" fmla="*/ 790000 w 1404214"/>
                <a:gd name="connsiteY12" fmla="*/ 688373 h 996180"/>
                <a:gd name="connsiteX13" fmla="*/ 58956 w 1404214"/>
                <a:gd name="connsiteY13" fmla="*/ 295467 h 996180"/>
                <a:gd name="connsiteX0" fmla="*/ 58956 w 1404214"/>
                <a:gd name="connsiteY0" fmla="*/ 295467 h 996180"/>
                <a:gd name="connsiteX1" fmla="*/ 63719 w 1404214"/>
                <a:gd name="connsiteY1" fmla="*/ 483586 h 996180"/>
                <a:gd name="connsiteX2" fmla="*/ 223262 w 1404214"/>
                <a:gd name="connsiteY2" fmla="*/ 690754 h 996180"/>
                <a:gd name="connsiteX3" fmla="*/ 897156 w 1404214"/>
                <a:gd name="connsiteY3" fmla="*/ 995554 h 996180"/>
                <a:gd name="connsiteX4" fmla="*/ 1149569 w 1404214"/>
                <a:gd name="connsiteY4" fmla="*/ 769336 h 996180"/>
                <a:gd name="connsiteX5" fmla="*/ 1142425 w 1404214"/>
                <a:gd name="connsiteY5" fmla="*/ 735998 h 996180"/>
                <a:gd name="connsiteX6" fmla="*/ 1311494 w 1404214"/>
                <a:gd name="connsiteY6" fmla="*/ 455011 h 996180"/>
                <a:gd name="connsiteX7" fmla="*/ 1330544 w 1404214"/>
                <a:gd name="connsiteY7" fmla="*/ 476442 h 996180"/>
                <a:gd name="connsiteX8" fmla="*/ 1399600 w 1404214"/>
                <a:gd name="connsiteY8" fmla="*/ 366904 h 996180"/>
                <a:gd name="connsiteX9" fmla="*/ 1371025 w 1404214"/>
                <a:gd name="connsiteY9" fmla="*/ 192 h 996180"/>
                <a:gd name="connsiteX10" fmla="*/ 1156713 w 1404214"/>
                <a:gd name="connsiteY10" fmla="*/ 321661 h 996180"/>
                <a:gd name="connsiteX11" fmla="*/ 944781 w 1404214"/>
                <a:gd name="connsiteY11" fmla="*/ 674086 h 996180"/>
                <a:gd name="connsiteX12" fmla="*/ 790000 w 1404214"/>
                <a:gd name="connsiteY12" fmla="*/ 688373 h 996180"/>
                <a:gd name="connsiteX13" fmla="*/ 411382 w 1404214"/>
                <a:gd name="connsiteY13" fmla="*/ 471679 h 996180"/>
                <a:gd name="connsiteX14" fmla="*/ 58956 w 1404214"/>
                <a:gd name="connsiteY14" fmla="*/ 295467 h 996180"/>
                <a:gd name="connsiteX0" fmla="*/ 10358 w 1355616"/>
                <a:gd name="connsiteY0" fmla="*/ 295467 h 996180"/>
                <a:gd name="connsiteX1" fmla="*/ 100846 w 1355616"/>
                <a:gd name="connsiteY1" fmla="*/ 521686 h 996180"/>
                <a:gd name="connsiteX2" fmla="*/ 174664 w 1355616"/>
                <a:gd name="connsiteY2" fmla="*/ 690754 h 996180"/>
                <a:gd name="connsiteX3" fmla="*/ 848558 w 1355616"/>
                <a:gd name="connsiteY3" fmla="*/ 995554 h 996180"/>
                <a:gd name="connsiteX4" fmla="*/ 1100971 w 1355616"/>
                <a:gd name="connsiteY4" fmla="*/ 769336 h 996180"/>
                <a:gd name="connsiteX5" fmla="*/ 1093827 w 1355616"/>
                <a:gd name="connsiteY5" fmla="*/ 735998 h 996180"/>
                <a:gd name="connsiteX6" fmla="*/ 1262896 w 1355616"/>
                <a:gd name="connsiteY6" fmla="*/ 455011 h 996180"/>
                <a:gd name="connsiteX7" fmla="*/ 1281946 w 1355616"/>
                <a:gd name="connsiteY7" fmla="*/ 476442 h 996180"/>
                <a:gd name="connsiteX8" fmla="*/ 1351002 w 1355616"/>
                <a:gd name="connsiteY8" fmla="*/ 366904 h 996180"/>
                <a:gd name="connsiteX9" fmla="*/ 1322427 w 1355616"/>
                <a:gd name="connsiteY9" fmla="*/ 192 h 996180"/>
                <a:gd name="connsiteX10" fmla="*/ 1108115 w 1355616"/>
                <a:gd name="connsiteY10" fmla="*/ 321661 h 996180"/>
                <a:gd name="connsiteX11" fmla="*/ 896183 w 1355616"/>
                <a:gd name="connsiteY11" fmla="*/ 674086 h 996180"/>
                <a:gd name="connsiteX12" fmla="*/ 741402 w 1355616"/>
                <a:gd name="connsiteY12" fmla="*/ 688373 h 996180"/>
                <a:gd name="connsiteX13" fmla="*/ 362784 w 1355616"/>
                <a:gd name="connsiteY13" fmla="*/ 471679 h 996180"/>
                <a:gd name="connsiteX14" fmla="*/ 10358 w 1355616"/>
                <a:gd name="connsiteY14" fmla="*/ 295467 h 996180"/>
                <a:gd name="connsiteX0" fmla="*/ 10358 w 1355616"/>
                <a:gd name="connsiteY0" fmla="*/ 295467 h 996180"/>
                <a:gd name="connsiteX1" fmla="*/ 100846 w 1355616"/>
                <a:gd name="connsiteY1" fmla="*/ 521686 h 996180"/>
                <a:gd name="connsiteX2" fmla="*/ 174664 w 1355616"/>
                <a:gd name="connsiteY2" fmla="*/ 690754 h 996180"/>
                <a:gd name="connsiteX3" fmla="*/ 848558 w 1355616"/>
                <a:gd name="connsiteY3" fmla="*/ 995554 h 996180"/>
                <a:gd name="connsiteX4" fmla="*/ 1100971 w 1355616"/>
                <a:gd name="connsiteY4" fmla="*/ 769336 h 996180"/>
                <a:gd name="connsiteX5" fmla="*/ 1093827 w 1355616"/>
                <a:gd name="connsiteY5" fmla="*/ 735998 h 996180"/>
                <a:gd name="connsiteX6" fmla="*/ 1262896 w 1355616"/>
                <a:gd name="connsiteY6" fmla="*/ 455011 h 996180"/>
                <a:gd name="connsiteX7" fmla="*/ 1281946 w 1355616"/>
                <a:gd name="connsiteY7" fmla="*/ 476442 h 996180"/>
                <a:gd name="connsiteX8" fmla="*/ 1351002 w 1355616"/>
                <a:gd name="connsiteY8" fmla="*/ 366904 h 996180"/>
                <a:gd name="connsiteX9" fmla="*/ 1322427 w 1355616"/>
                <a:gd name="connsiteY9" fmla="*/ 192 h 996180"/>
                <a:gd name="connsiteX10" fmla="*/ 1108115 w 1355616"/>
                <a:gd name="connsiteY10" fmla="*/ 321661 h 996180"/>
                <a:gd name="connsiteX11" fmla="*/ 896183 w 1355616"/>
                <a:gd name="connsiteY11" fmla="*/ 674086 h 996180"/>
                <a:gd name="connsiteX12" fmla="*/ 741402 w 1355616"/>
                <a:gd name="connsiteY12" fmla="*/ 688373 h 996180"/>
                <a:gd name="connsiteX13" fmla="*/ 362784 w 1355616"/>
                <a:gd name="connsiteY13" fmla="*/ 471679 h 996180"/>
                <a:gd name="connsiteX14" fmla="*/ 10358 w 1355616"/>
                <a:gd name="connsiteY14" fmla="*/ 295467 h 996180"/>
                <a:gd name="connsiteX0" fmla="*/ 0 w 1345258"/>
                <a:gd name="connsiteY0" fmla="*/ 295467 h 996180"/>
                <a:gd name="connsiteX1" fmla="*/ 90488 w 1345258"/>
                <a:gd name="connsiteY1" fmla="*/ 521686 h 996180"/>
                <a:gd name="connsiteX2" fmla="*/ 164306 w 1345258"/>
                <a:gd name="connsiteY2" fmla="*/ 690754 h 996180"/>
                <a:gd name="connsiteX3" fmla="*/ 838200 w 1345258"/>
                <a:gd name="connsiteY3" fmla="*/ 995554 h 996180"/>
                <a:gd name="connsiteX4" fmla="*/ 1090613 w 1345258"/>
                <a:gd name="connsiteY4" fmla="*/ 769336 h 996180"/>
                <a:gd name="connsiteX5" fmla="*/ 1083469 w 1345258"/>
                <a:gd name="connsiteY5" fmla="*/ 735998 h 996180"/>
                <a:gd name="connsiteX6" fmla="*/ 1252538 w 1345258"/>
                <a:gd name="connsiteY6" fmla="*/ 455011 h 996180"/>
                <a:gd name="connsiteX7" fmla="*/ 1271588 w 1345258"/>
                <a:gd name="connsiteY7" fmla="*/ 476442 h 996180"/>
                <a:gd name="connsiteX8" fmla="*/ 1340644 w 1345258"/>
                <a:gd name="connsiteY8" fmla="*/ 366904 h 996180"/>
                <a:gd name="connsiteX9" fmla="*/ 1312069 w 1345258"/>
                <a:gd name="connsiteY9" fmla="*/ 192 h 996180"/>
                <a:gd name="connsiteX10" fmla="*/ 1097757 w 1345258"/>
                <a:gd name="connsiteY10" fmla="*/ 321661 h 996180"/>
                <a:gd name="connsiteX11" fmla="*/ 885825 w 1345258"/>
                <a:gd name="connsiteY11" fmla="*/ 674086 h 996180"/>
                <a:gd name="connsiteX12" fmla="*/ 731044 w 1345258"/>
                <a:gd name="connsiteY12" fmla="*/ 688373 h 996180"/>
                <a:gd name="connsiteX13" fmla="*/ 352426 w 1345258"/>
                <a:gd name="connsiteY13" fmla="*/ 471679 h 996180"/>
                <a:gd name="connsiteX14" fmla="*/ 0 w 1345258"/>
                <a:gd name="connsiteY14" fmla="*/ 295467 h 996180"/>
                <a:gd name="connsiteX0" fmla="*/ 0 w 1345258"/>
                <a:gd name="connsiteY0" fmla="*/ 295467 h 996180"/>
                <a:gd name="connsiteX1" fmla="*/ 90488 w 1345258"/>
                <a:gd name="connsiteY1" fmla="*/ 521686 h 996180"/>
                <a:gd name="connsiteX2" fmla="*/ 164306 w 1345258"/>
                <a:gd name="connsiteY2" fmla="*/ 690754 h 996180"/>
                <a:gd name="connsiteX3" fmla="*/ 838200 w 1345258"/>
                <a:gd name="connsiteY3" fmla="*/ 995554 h 996180"/>
                <a:gd name="connsiteX4" fmla="*/ 1090613 w 1345258"/>
                <a:gd name="connsiteY4" fmla="*/ 769336 h 996180"/>
                <a:gd name="connsiteX5" fmla="*/ 1083469 w 1345258"/>
                <a:gd name="connsiteY5" fmla="*/ 735998 h 996180"/>
                <a:gd name="connsiteX6" fmla="*/ 1252538 w 1345258"/>
                <a:gd name="connsiteY6" fmla="*/ 455011 h 996180"/>
                <a:gd name="connsiteX7" fmla="*/ 1271588 w 1345258"/>
                <a:gd name="connsiteY7" fmla="*/ 476442 h 996180"/>
                <a:gd name="connsiteX8" fmla="*/ 1340644 w 1345258"/>
                <a:gd name="connsiteY8" fmla="*/ 366904 h 996180"/>
                <a:gd name="connsiteX9" fmla="*/ 1312069 w 1345258"/>
                <a:gd name="connsiteY9" fmla="*/ 192 h 996180"/>
                <a:gd name="connsiteX10" fmla="*/ 1097757 w 1345258"/>
                <a:gd name="connsiteY10" fmla="*/ 321661 h 996180"/>
                <a:gd name="connsiteX11" fmla="*/ 885825 w 1345258"/>
                <a:gd name="connsiteY11" fmla="*/ 674086 h 996180"/>
                <a:gd name="connsiteX12" fmla="*/ 731044 w 1345258"/>
                <a:gd name="connsiteY12" fmla="*/ 688373 h 996180"/>
                <a:gd name="connsiteX13" fmla="*/ 352426 w 1345258"/>
                <a:gd name="connsiteY13" fmla="*/ 471679 h 996180"/>
                <a:gd name="connsiteX14" fmla="*/ 0 w 1345258"/>
                <a:gd name="connsiteY14" fmla="*/ 295467 h 996180"/>
                <a:gd name="connsiteX0" fmla="*/ 0 w 1345258"/>
                <a:gd name="connsiteY0" fmla="*/ 295467 h 996180"/>
                <a:gd name="connsiteX1" fmla="*/ 90488 w 1345258"/>
                <a:gd name="connsiteY1" fmla="*/ 521686 h 996180"/>
                <a:gd name="connsiteX2" fmla="*/ 164306 w 1345258"/>
                <a:gd name="connsiteY2" fmla="*/ 690754 h 996180"/>
                <a:gd name="connsiteX3" fmla="*/ 838200 w 1345258"/>
                <a:gd name="connsiteY3" fmla="*/ 995554 h 996180"/>
                <a:gd name="connsiteX4" fmla="*/ 1090613 w 1345258"/>
                <a:gd name="connsiteY4" fmla="*/ 769336 h 996180"/>
                <a:gd name="connsiteX5" fmla="*/ 1083469 w 1345258"/>
                <a:gd name="connsiteY5" fmla="*/ 735998 h 996180"/>
                <a:gd name="connsiteX6" fmla="*/ 1252538 w 1345258"/>
                <a:gd name="connsiteY6" fmla="*/ 455011 h 996180"/>
                <a:gd name="connsiteX7" fmla="*/ 1271588 w 1345258"/>
                <a:gd name="connsiteY7" fmla="*/ 476442 h 996180"/>
                <a:gd name="connsiteX8" fmla="*/ 1340644 w 1345258"/>
                <a:gd name="connsiteY8" fmla="*/ 366904 h 996180"/>
                <a:gd name="connsiteX9" fmla="*/ 1312069 w 1345258"/>
                <a:gd name="connsiteY9" fmla="*/ 192 h 996180"/>
                <a:gd name="connsiteX10" fmla="*/ 1097757 w 1345258"/>
                <a:gd name="connsiteY10" fmla="*/ 321661 h 996180"/>
                <a:gd name="connsiteX11" fmla="*/ 885825 w 1345258"/>
                <a:gd name="connsiteY11" fmla="*/ 674086 h 996180"/>
                <a:gd name="connsiteX12" fmla="*/ 731044 w 1345258"/>
                <a:gd name="connsiteY12" fmla="*/ 688373 h 996180"/>
                <a:gd name="connsiteX13" fmla="*/ 352426 w 1345258"/>
                <a:gd name="connsiteY13" fmla="*/ 471679 h 996180"/>
                <a:gd name="connsiteX14" fmla="*/ 0 w 1345258"/>
                <a:gd name="connsiteY14" fmla="*/ 295467 h 996180"/>
                <a:gd name="connsiteX0" fmla="*/ 0 w 1345258"/>
                <a:gd name="connsiteY0" fmla="*/ 295467 h 996180"/>
                <a:gd name="connsiteX1" fmla="*/ 90488 w 1345258"/>
                <a:gd name="connsiteY1" fmla="*/ 521686 h 996180"/>
                <a:gd name="connsiteX2" fmla="*/ 164306 w 1345258"/>
                <a:gd name="connsiteY2" fmla="*/ 690754 h 996180"/>
                <a:gd name="connsiteX3" fmla="*/ 838200 w 1345258"/>
                <a:gd name="connsiteY3" fmla="*/ 995554 h 996180"/>
                <a:gd name="connsiteX4" fmla="*/ 1090613 w 1345258"/>
                <a:gd name="connsiteY4" fmla="*/ 769336 h 996180"/>
                <a:gd name="connsiteX5" fmla="*/ 1083469 w 1345258"/>
                <a:gd name="connsiteY5" fmla="*/ 735998 h 996180"/>
                <a:gd name="connsiteX6" fmla="*/ 1252538 w 1345258"/>
                <a:gd name="connsiteY6" fmla="*/ 455011 h 996180"/>
                <a:gd name="connsiteX7" fmla="*/ 1271588 w 1345258"/>
                <a:gd name="connsiteY7" fmla="*/ 476442 h 996180"/>
                <a:gd name="connsiteX8" fmla="*/ 1340644 w 1345258"/>
                <a:gd name="connsiteY8" fmla="*/ 366904 h 996180"/>
                <a:gd name="connsiteX9" fmla="*/ 1312069 w 1345258"/>
                <a:gd name="connsiteY9" fmla="*/ 192 h 996180"/>
                <a:gd name="connsiteX10" fmla="*/ 1097757 w 1345258"/>
                <a:gd name="connsiteY10" fmla="*/ 321661 h 996180"/>
                <a:gd name="connsiteX11" fmla="*/ 885825 w 1345258"/>
                <a:gd name="connsiteY11" fmla="*/ 674086 h 996180"/>
                <a:gd name="connsiteX12" fmla="*/ 731044 w 1345258"/>
                <a:gd name="connsiteY12" fmla="*/ 688373 h 996180"/>
                <a:gd name="connsiteX13" fmla="*/ 352426 w 1345258"/>
                <a:gd name="connsiteY13" fmla="*/ 471679 h 996180"/>
                <a:gd name="connsiteX14" fmla="*/ 0 w 1345258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1006480"/>
                <a:gd name="connsiteX1" fmla="*/ 90720 w 1345490"/>
                <a:gd name="connsiteY1" fmla="*/ 521686 h 1006480"/>
                <a:gd name="connsiteX2" fmla="*/ 164538 w 1345490"/>
                <a:gd name="connsiteY2" fmla="*/ 690754 h 1006480"/>
                <a:gd name="connsiteX3" fmla="*/ 838432 w 1345490"/>
                <a:gd name="connsiteY3" fmla="*/ 995554 h 1006480"/>
                <a:gd name="connsiteX4" fmla="*/ 1090845 w 1345490"/>
                <a:gd name="connsiteY4" fmla="*/ 769336 h 1006480"/>
                <a:gd name="connsiteX5" fmla="*/ 1083701 w 1345490"/>
                <a:gd name="connsiteY5" fmla="*/ 735998 h 1006480"/>
                <a:gd name="connsiteX6" fmla="*/ 1252770 w 1345490"/>
                <a:gd name="connsiteY6" fmla="*/ 455011 h 1006480"/>
                <a:gd name="connsiteX7" fmla="*/ 1271820 w 1345490"/>
                <a:gd name="connsiteY7" fmla="*/ 476442 h 1006480"/>
                <a:gd name="connsiteX8" fmla="*/ 1340876 w 1345490"/>
                <a:gd name="connsiteY8" fmla="*/ 366904 h 1006480"/>
                <a:gd name="connsiteX9" fmla="*/ 1312301 w 1345490"/>
                <a:gd name="connsiteY9" fmla="*/ 192 h 1006480"/>
                <a:gd name="connsiteX10" fmla="*/ 1097989 w 1345490"/>
                <a:gd name="connsiteY10" fmla="*/ 321661 h 1006480"/>
                <a:gd name="connsiteX11" fmla="*/ 886057 w 1345490"/>
                <a:gd name="connsiteY11" fmla="*/ 674086 h 1006480"/>
                <a:gd name="connsiteX12" fmla="*/ 731276 w 1345490"/>
                <a:gd name="connsiteY12" fmla="*/ 688373 h 1006480"/>
                <a:gd name="connsiteX13" fmla="*/ 352658 w 1345490"/>
                <a:gd name="connsiteY13" fmla="*/ 471679 h 1006480"/>
                <a:gd name="connsiteX14" fmla="*/ 232 w 1345490"/>
                <a:gd name="connsiteY14" fmla="*/ 295467 h 1006480"/>
                <a:gd name="connsiteX0" fmla="*/ 232 w 1345490"/>
                <a:gd name="connsiteY0" fmla="*/ 295467 h 995691"/>
                <a:gd name="connsiteX1" fmla="*/ 90720 w 1345490"/>
                <a:gd name="connsiteY1" fmla="*/ 521686 h 995691"/>
                <a:gd name="connsiteX2" fmla="*/ 164538 w 1345490"/>
                <a:gd name="connsiteY2" fmla="*/ 690754 h 995691"/>
                <a:gd name="connsiteX3" fmla="*/ 838432 w 1345490"/>
                <a:gd name="connsiteY3" fmla="*/ 995554 h 995691"/>
                <a:gd name="connsiteX4" fmla="*/ 1090845 w 1345490"/>
                <a:gd name="connsiteY4" fmla="*/ 769336 h 995691"/>
                <a:gd name="connsiteX5" fmla="*/ 1083701 w 1345490"/>
                <a:gd name="connsiteY5" fmla="*/ 735998 h 995691"/>
                <a:gd name="connsiteX6" fmla="*/ 1252770 w 1345490"/>
                <a:gd name="connsiteY6" fmla="*/ 455011 h 995691"/>
                <a:gd name="connsiteX7" fmla="*/ 1271820 w 1345490"/>
                <a:gd name="connsiteY7" fmla="*/ 476442 h 995691"/>
                <a:gd name="connsiteX8" fmla="*/ 1340876 w 1345490"/>
                <a:gd name="connsiteY8" fmla="*/ 366904 h 995691"/>
                <a:gd name="connsiteX9" fmla="*/ 1312301 w 1345490"/>
                <a:gd name="connsiteY9" fmla="*/ 192 h 995691"/>
                <a:gd name="connsiteX10" fmla="*/ 1097989 w 1345490"/>
                <a:gd name="connsiteY10" fmla="*/ 321661 h 995691"/>
                <a:gd name="connsiteX11" fmla="*/ 886057 w 1345490"/>
                <a:gd name="connsiteY11" fmla="*/ 674086 h 995691"/>
                <a:gd name="connsiteX12" fmla="*/ 731276 w 1345490"/>
                <a:gd name="connsiteY12" fmla="*/ 688373 h 995691"/>
                <a:gd name="connsiteX13" fmla="*/ 352658 w 1345490"/>
                <a:gd name="connsiteY13" fmla="*/ 471679 h 995691"/>
                <a:gd name="connsiteX14" fmla="*/ 232 w 1345490"/>
                <a:gd name="connsiteY14" fmla="*/ 295467 h 995691"/>
                <a:gd name="connsiteX0" fmla="*/ 232 w 1345490"/>
                <a:gd name="connsiteY0" fmla="*/ 295467 h 995691"/>
                <a:gd name="connsiteX1" fmla="*/ 90720 w 1345490"/>
                <a:gd name="connsiteY1" fmla="*/ 521686 h 995691"/>
                <a:gd name="connsiteX2" fmla="*/ 164538 w 1345490"/>
                <a:gd name="connsiteY2" fmla="*/ 690754 h 995691"/>
                <a:gd name="connsiteX3" fmla="*/ 838432 w 1345490"/>
                <a:gd name="connsiteY3" fmla="*/ 995554 h 995691"/>
                <a:gd name="connsiteX4" fmla="*/ 1090845 w 1345490"/>
                <a:gd name="connsiteY4" fmla="*/ 769336 h 995691"/>
                <a:gd name="connsiteX5" fmla="*/ 1083701 w 1345490"/>
                <a:gd name="connsiteY5" fmla="*/ 735998 h 995691"/>
                <a:gd name="connsiteX6" fmla="*/ 1252770 w 1345490"/>
                <a:gd name="connsiteY6" fmla="*/ 455011 h 995691"/>
                <a:gd name="connsiteX7" fmla="*/ 1271820 w 1345490"/>
                <a:gd name="connsiteY7" fmla="*/ 476442 h 995691"/>
                <a:gd name="connsiteX8" fmla="*/ 1340876 w 1345490"/>
                <a:gd name="connsiteY8" fmla="*/ 366904 h 995691"/>
                <a:gd name="connsiteX9" fmla="*/ 1312301 w 1345490"/>
                <a:gd name="connsiteY9" fmla="*/ 192 h 995691"/>
                <a:gd name="connsiteX10" fmla="*/ 1097989 w 1345490"/>
                <a:gd name="connsiteY10" fmla="*/ 321661 h 995691"/>
                <a:gd name="connsiteX11" fmla="*/ 886057 w 1345490"/>
                <a:gd name="connsiteY11" fmla="*/ 674086 h 995691"/>
                <a:gd name="connsiteX12" fmla="*/ 731276 w 1345490"/>
                <a:gd name="connsiteY12" fmla="*/ 688373 h 995691"/>
                <a:gd name="connsiteX13" fmla="*/ 352658 w 1345490"/>
                <a:gd name="connsiteY13" fmla="*/ 471679 h 995691"/>
                <a:gd name="connsiteX14" fmla="*/ 232 w 1345490"/>
                <a:gd name="connsiteY14" fmla="*/ 295467 h 995691"/>
                <a:gd name="connsiteX0" fmla="*/ 232 w 1345490"/>
                <a:gd name="connsiteY0" fmla="*/ 295467 h 995554"/>
                <a:gd name="connsiteX1" fmla="*/ 90720 w 1345490"/>
                <a:gd name="connsiteY1" fmla="*/ 521686 h 995554"/>
                <a:gd name="connsiteX2" fmla="*/ 164538 w 1345490"/>
                <a:gd name="connsiteY2" fmla="*/ 690754 h 995554"/>
                <a:gd name="connsiteX3" fmla="*/ 838432 w 1345490"/>
                <a:gd name="connsiteY3" fmla="*/ 995554 h 995554"/>
                <a:gd name="connsiteX4" fmla="*/ 1090845 w 1345490"/>
                <a:gd name="connsiteY4" fmla="*/ 769336 h 995554"/>
                <a:gd name="connsiteX5" fmla="*/ 1083701 w 1345490"/>
                <a:gd name="connsiteY5" fmla="*/ 735998 h 995554"/>
                <a:gd name="connsiteX6" fmla="*/ 1252770 w 1345490"/>
                <a:gd name="connsiteY6" fmla="*/ 455011 h 995554"/>
                <a:gd name="connsiteX7" fmla="*/ 1271820 w 1345490"/>
                <a:gd name="connsiteY7" fmla="*/ 476442 h 995554"/>
                <a:gd name="connsiteX8" fmla="*/ 1340876 w 1345490"/>
                <a:gd name="connsiteY8" fmla="*/ 366904 h 995554"/>
                <a:gd name="connsiteX9" fmla="*/ 1312301 w 1345490"/>
                <a:gd name="connsiteY9" fmla="*/ 192 h 995554"/>
                <a:gd name="connsiteX10" fmla="*/ 1097989 w 1345490"/>
                <a:gd name="connsiteY10" fmla="*/ 321661 h 995554"/>
                <a:gd name="connsiteX11" fmla="*/ 886057 w 1345490"/>
                <a:gd name="connsiteY11" fmla="*/ 674086 h 995554"/>
                <a:gd name="connsiteX12" fmla="*/ 731276 w 1345490"/>
                <a:gd name="connsiteY12" fmla="*/ 688373 h 995554"/>
                <a:gd name="connsiteX13" fmla="*/ 352658 w 1345490"/>
                <a:gd name="connsiteY13" fmla="*/ 471679 h 995554"/>
                <a:gd name="connsiteX14" fmla="*/ 232 w 1345490"/>
                <a:gd name="connsiteY14" fmla="*/ 295467 h 995554"/>
                <a:gd name="connsiteX0" fmla="*/ 232 w 1345490"/>
                <a:gd name="connsiteY0" fmla="*/ 295467 h 995554"/>
                <a:gd name="connsiteX1" fmla="*/ 90720 w 1345490"/>
                <a:gd name="connsiteY1" fmla="*/ 521686 h 995554"/>
                <a:gd name="connsiteX2" fmla="*/ 164538 w 1345490"/>
                <a:gd name="connsiteY2" fmla="*/ 690754 h 995554"/>
                <a:gd name="connsiteX3" fmla="*/ 838432 w 1345490"/>
                <a:gd name="connsiteY3" fmla="*/ 995554 h 995554"/>
                <a:gd name="connsiteX4" fmla="*/ 1090845 w 1345490"/>
                <a:gd name="connsiteY4" fmla="*/ 769336 h 995554"/>
                <a:gd name="connsiteX5" fmla="*/ 1083701 w 1345490"/>
                <a:gd name="connsiteY5" fmla="*/ 735998 h 995554"/>
                <a:gd name="connsiteX6" fmla="*/ 1252770 w 1345490"/>
                <a:gd name="connsiteY6" fmla="*/ 455011 h 995554"/>
                <a:gd name="connsiteX7" fmla="*/ 1271820 w 1345490"/>
                <a:gd name="connsiteY7" fmla="*/ 476442 h 995554"/>
                <a:gd name="connsiteX8" fmla="*/ 1340876 w 1345490"/>
                <a:gd name="connsiteY8" fmla="*/ 366904 h 995554"/>
                <a:gd name="connsiteX9" fmla="*/ 1312301 w 1345490"/>
                <a:gd name="connsiteY9" fmla="*/ 192 h 995554"/>
                <a:gd name="connsiteX10" fmla="*/ 1097989 w 1345490"/>
                <a:gd name="connsiteY10" fmla="*/ 321661 h 995554"/>
                <a:gd name="connsiteX11" fmla="*/ 886057 w 1345490"/>
                <a:gd name="connsiteY11" fmla="*/ 674086 h 995554"/>
                <a:gd name="connsiteX12" fmla="*/ 731276 w 1345490"/>
                <a:gd name="connsiteY12" fmla="*/ 688373 h 995554"/>
                <a:gd name="connsiteX13" fmla="*/ 352658 w 1345490"/>
                <a:gd name="connsiteY13" fmla="*/ 471679 h 995554"/>
                <a:gd name="connsiteX14" fmla="*/ 232 w 1345490"/>
                <a:gd name="connsiteY14" fmla="*/ 295467 h 995554"/>
                <a:gd name="connsiteX0" fmla="*/ 232 w 1345490"/>
                <a:gd name="connsiteY0" fmla="*/ 295467 h 995554"/>
                <a:gd name="connsiteX1" fmla="*/ 90720 w 1345490"/>
                <a:gd name="connsiteY1" fmla="*/ 521686 h 995554"/>
                <a:gd name="connsiteX2" fmla="*/ 164538 w 1345490"/>
                <a:gd name="connsiteY2" fmla="*/ 690754 h 995554"/>
                <a:gd name="connsiteX3" fmla="*/ 838432 w 1345490"/>
                <a:gd name="connsiteY3" fmla="*/ 995554 h 995554"/>
                <a:gd name="connsiteX4" fmla="*/ 1090845 w 1345490"/>
                <a:gd name="connsiteY4" fmla="*/ 769336 h 995554"/>
                <a:gd name="connsiteX5" fmla="*/ 1083701 w 1345490"/>
                <a:gd name="connsiteY5" fmla="*/ 735998 h 995554"/>
                <a:gd name="connsiteX6" fmla="*/ 1252770 w 1345490"/>
                <a:gd name="connsiteY6" fmla="*/ 455011 h 995554"/>
                <a:gd name="connsiteX7" fmla="*/ 1271820 w 1345490"/>
                <a:gd name="connsiteY7" fmla="*/ 476442 h 995554"/>
                <a:gd name="connsiteX8" fmla="*/ 1340876 w 1345490"/>
                <a:gd name="connsiteY8" fmla="*/ 366904 h 995554"/>
                <a:gd name="connsiteX9" fmla="*/ 1312301 w 1345490"/>
                <a:gd name="connsiteY9" fmla="*/ 192 h 995554"/>
                <a:gd name="connsiteX10" fmla="*/ 1097989 w 1345490"/>
                <a:gd name="connsiteY10" fmla="*/ 321661 h 995554"/>
                <a:gd name="connsiteX11" fmla="*/ 886057 w 1345490"/>
                <a:gd name="connsiteY11" fmla="*/ 674086 h 995554"/>
                <a:gd name="connsiteX12" fmla="*/ 731276 w 1345490"/>
                <a:gd name="connsiteY12" fmla="*/ 688373 h 995554"/>
                <a:gd name="connsiteX13" fmla="*/ 352658 w 1345490"/>
                <a:gd name="connsiteY13" fmla="*/ 471679 h 995554"/>
                <a:gd name="connsiteX14" fmla="*/ 232 w 1345490"/>
                <a:gd name="connsiteY14" fmla="*/ 295467 h 995554"/>
                <a:gd name="connsiteX0" fmla="*/ 232 w 1345490"/>
                <a:gd name="connsiteY0" fmla="*/ 295467 h 995554"/>
                <a:gd name="connsiteX1" fmla="*/ 90720 w 1345490"/>
                <a:gd name="connsiteY1" fmla="*/ 521686 h 995554"/>
                <a:gd name="connsiteX2" fmla="*/ 164538 w 1345490"/>
                <a:gd name="connsiteY2" fmla="*/ 690754 h 995554"/>
                <a:gd name="connsiteX3" fmla="*/ 838432 w 1345490"/>
                <a:gd name="connsiteY3" fmla="*/ 995554 h 995554"/>
                <a:gd name="connsiteX4" fmla="*/ 1090845 w 1345490"/>
                <a:gd name="connsiteY4" fmla="*/ 769336 h 995554"/>
                <a:gd name="connsiteX5" fmla="*/ 1083701 w 1345490"/>
                <a:gd name="connsiteY5" fmla="*/ 735998 h 995554"/>
                <a:gd name="connsiteX6" fmla="*/ 1252770 w 1345490"/>
                <a:gd name="connsiteY6" fmla="*/ 455011 h 995554"/>
                <a:gd name="connsiteX7" fmla="*/ 1271820 w 1345490"/>
                <a:gd name="connsiteY7" fmla="*/ 476442 h 995554"/>
                <a:gd name="connsiteX8" fmla="*/ 1340876 w 1345490"/>
                <a:gd name="connsiteY8" fmla="*/ 366904 h 995554"/>
                <a:gd name="connsiteX9" fmla="*/ 1312301 w 1345490"/>
                <a:gd name="connsiteY9" fmla="*/ 192 h 995554"/>
                <a:gd name="connsiteX10" fmla="*/ 1097989 w 1345490"/>
                <a:gd name="connsiteY10" fmla="*/ 321661 h 995554"/>
                <a:gd name="connsiteX11" fmla="*/ 886057 w 1345490"/>
                <a:gd name="connsiteY11" fmla="*/ 674086 h 995554"/>
                <a:gd name="connsiteX12" fmla="*/ 731276 w 1345490"/>
                <a:gd name="connsiteY12" fmla="*/ 688373 h 995554"/>
                <a:gd name="connsiteX13" fmla="*/ 352658 w 1345490"/>
                <a:gd name="connsiteY13" fmla="*/ 471679 h 995554"/>
                <a:gd name="connsiteX14" fmla="*/ 232 w 1345490"/>
                <a:gd name="connsiteY14" fmla="*/ 295467 h 995554"/>
                <a:gd name="connsiteX0" fmla="*/ 232 w 1345490"/>
                <a:gd name="connsiteY0" fmla="*/ 295467 h 997935"/>
                <a:gd name="connsiteX1" fmla="*/ 90720 w 1345490"/>
                <a:gd name="connsiteY1" fmla="*/ 521686 h 997935"/>
                <a:gd name="connsiteX2" fmla="*/ 164538 w 1345490"/>
                <a:gd name="connsiteY2" fmla="*/ 690754 h 997935"/>
                <a:gd name="connsiteX3" fmla="*/ 905107 w 1345490"/>
                <a:gd name="connsiteY3" fmla="*/ 997935 h 997935"/>
                <a:gd name="connsiteX4" fmla="*/ 1090845 w 1345490"/>
                <a:gd name="connsiteY4" fmla="*/ 769336 h 997935"/>
                <a:gd name="connsiteX5" fmla="*/ 1083701 w 1345490"/>
                <a:gd name="connsiteY5" fmla="*/ 735998 h 997935"/>
                <a:gd name="connsiteX6" fmla="*/ 1252770 w 1345490"/>
                <a:gd name="connsiteY6" fmla="*/ 455011 h 997935"/>
                <a:gd name="connsiteX7" fmla="*/ 1271820 w 1345490"/>
                <a:gd name="connsiteY7" fmla="*/ 476442 h 997935"/>
                <a:gd name="connsiteX8" fmla="*/ 1340876 w 1345490"/>
                <a:gd name="connsiteY8" fmla="*/ 366904 h 997935"/>
                <a:gd name="connsiteX9" fmla="*/ 1312301 w 1345490"/>
                <a:gd name="connsiteY9" fmla="*/ 192 h 997935"/>
                <a:gd name="connsiteX10" fmla="*/ 1097989 w 1345490"/>
                <a:gd name="connsiteY10" fmla="*/ 321661 h 997935"/>
                <a:gd name="connsiteX11" fmla="*/ 886057 w 1345490"/>
                <a:gd name="connsiteY11" fmla="*/ 674086 h 997935"/>
                <a:gd name="connsiteX12" fmla="*/ 731276 w 1345490"/>
                <a:gd name="connsiteY12" fmla="*/ 688373 h 997935"/>
                <a:gd name="connsiteX13" fmla="*/ 352658 w 1345490"/>
                <a:gd name="connsiteY13" fmla="*/ 471679 h 997935"/>
                <a:gd name="connsiteX14" fmla="*/ 232 w 1345490"/>
                <a:gd name="connsiteY14" fmla="*/ 295467 h 997935"/>
                <a:gd name="connsiteX0" fmla="*/ 232 w 1345490"/>
                <a:gd name="connsiteY0" fmla="*/ 295467 h 998309"/>
                <a:gd name="connsiteX1" fmla="*/ 90720 w 1345490"/>
                <a:gd name="connsiteY1" fmla="*/ 521686 h 998309"/>
                <a:gd name="connsiteX2" fmla="*/ 164538 w 1345490"/>
                <a:gd name="connsiteY2" fmla="*/ 690754 h 998309"/>
                <a:gd name="connsiteX3" fmla="*/ 905107 w 1345490"/>
                <a:gd name="connsiteY3" fmla="*/ 997935 h 998309"/>
                <a:gd name="connsiteX4" fmla="*/ 1090845 w 1345490"/>
                <a:gd name="connsiteY4" fmla="*/ 769336 h 998309"/>
                <a:gd name="connsiteX5" fmla="*/ 1083701 w 1345490"/>
                <a:gd name="connsiteY5" fmla="*/ 735998 h 998309"/>
                <a:gd name="connsiteX6" fmla="*/ 1252770 w 1345490"/>
                <a:gd name="connsiteY6" fmla="*/ 455011 h 998309"/>
                <a:gd name="connsiteX7" fmla="*/ 1271820 w 1345490"/>
                <a:gd name="connsiteY7" fmla="*/ 476442 h 998309"/>
                <a:gd name="connsiteX8" fmla="*/ 1340876 w 1345490"/>
                <a:gd name="connsiteY8" fmla="*/ 366904 h 998309"/>
                <a:gd name="connsiteX9" fmla="*/ 1312301 w 1345490"/>
                <a:gd name="connsiteY9" fmla="*/ 192 h 998309"/>
                <a:gd name="connsiteX10" fmla="*/ 1097989 w 1345490"/>
                <a:gd name="connsiteY10" fmla="*/ 321661 h 998309"/>
                <a:gd name="connsiteX11" fmla="*/ 886057 w 1345490"/>
                <a:gd name="connsiteY11" fmla="*/ 674086 h 998309"/>
                <a:gd name="connsiteX12" fmla="*/ 731276 w 1345490"/>
                <a:gd name="connsiteY12" fmla="*/ 688373 h 998309"/>
                <a:gd name="connsiteX13" fmla="*/ 352658 w 1345490"/>
                <a:gd name="connsiteY13" fmla="*/ 471679 h 998309"/>
                <a:gd name="connsiteX14" fmla="*/ 232 w 1345490"/>
                <a:gd name="connsiteY14" fmla="*/ 295467 h 998309"/>
                <a:gd name="connsiteX0" fmla="*/ 232 w 1345490"/>
                <a:gd name="connsiteY0" fmla="*/ 295467 h 995932"/>
                <a:gd name="connsiteX1" fmla="*/ 90720 w 1345490"/>
                <a:gd name="connsiteY1" fmla="*/ 521686 h 995932"/>
                <a:gd name="connsiteX2" fmla="*/ 164538 w 1345490"/>
                <a:gd name="connsiteY2" fmla="*/ 690754 h 995932"/>
                <a:gd name="connsiteX3" fmla="*/ 845575 w 1345490"/>
                <a:gd name="connsiteY3" fmla="*/ 995554 h 995932"/>
                <a:gd name="connsiteX4" fmla="*/ 1090845 w 1345490"/>
                <a:gd name="connsiteY4" fmla="*/ 769336 h 995932"/>
                <a:gd name="connsiteX5" fmla="*/ 1083701 w 1345490"/>
                <a:gd name="connsiteY5" fmla="*/ 735998 h 995932"/>
                <a:gd name="connsiteX6" fmla="*/ 1252770 w 1345490"/>
                <a:gd name="connsiteY6" fmla="*/ 455011 h 995932"/>
                <a:gd name="connsiteX7" fmla="*/ 1271820 w 1345490"/>
                <a:gd name="connsiteY7" fmla="*/ 476442 h 995932"/>
                <a:gd name="connsiteX8" fmla="*/ 1340876 w 1345490"/>
                <a:gd name="connsiteY8" fmla="*/ 366904 h 995932"/>
                <a:gd name="connsiteX9" fmla="*/ 1312301 w 1345490"/>
                <a:gd name="connsiteY9" fmla="*/ 192 h 995932"/>
                <a:gd name="connsiteX10" fmla="*/ 1097989 w 1345490"/>
                <a:gd name="connsiteY10" fmla="*/ 321661 h 995932"/>
                <a:gd name="connsiteX11" fmla="*/ 886057 w 1345490"/>
                <a:gd name="connsiteY11" fmla="*/ 674086 h 995932"/>
                <a:gd name="connsiteX12" fmla="*/ 731276 w 1345490"/>
                <a:gd name="connsiteY12" fmla="*/ 688373 h 995932"/>
                <a:gd name="connsiteX13" fmla="*/ 352658 w 1345490"/>
                <a:gd name="connsiteY13" fmla="*/ 471679 h 995932"/>
                <a:gd name="connsiteX14" fmla="*/ 232 w 1345490"/>
                <a:gd name="connsiteY14" fmla="*/ 295467 h 995932"/>
                <a:gd name="connsiteX0" fmla="*/ 232 w 1345490"/>
                <a:gd name="connsiteY0" fmla="*/ 295467 h 995554"/>
                <a:gd name="connsiteX1" fmla="*/ 90720 w 1345490"/>
                <a:gd name="connsiteY1" fmla="*/ 521686 h 995554"/>
                <a:gd name="connsiteX2" fmla="*/ 164538 w 1345490"/>
                <a:gd name="connsiteY2" fmla="*/ 690754 h 995554"/>
                <a:gd name="connsiteX3" fmla="*/ 845575 w 1345490"/>
                <a:gd name="connsiteY3" fmla="*/ 995554 h 995554"/>
                <a:gd name="connsiteX4" fmla="*/ 1090845 w 1345490"/>
                <a:gd name="connsiteY4" fmla="*/ 769336 h 995554"/>
                <a:gd name="connsiteX5" fmla="*/ 1083701 w 1345490"/>
                <a:gd name="connsiteY5" fmla="*/ 735998 h 995554"/>
                <a:gd name="connsiteX6" fmla="*/ 1252770 w 1345490"/>
                <a:gd name="connsiteY6" fmla="*/ 455011 h 995554"/>
                <a:gd name="connsiteX7" fmla="*/ 1271820 w 1345490"/>
                <a:gd name="connsiteY7" fmla="*/ 476442 h 995554"/>
                <a:gd name="connsiteX8" fmla="*/ 1340876 w 1345490"/>
                <a:gd name="connsiteY8" fmla="*/ 366904 h 995554"/>
                <a:gd name="connsiteX9" fmla="*/ 1312301 w 1345490"/>
                <a:gd name="connsiteY9" fmla="*/ 192 h 995554"/>
                <a:gd name="connsiteX10" fmla="*/ 1097989 w 1345490"/>
                <a:gd name="connsiteY10" fmla="*/ 321661 h 995554"/>
                <a:gd name="connsiteX11" fmla="*/ 886057 w 1345490"/>
                <a:gd name="connsiteY11" fmla="*/ 674086 h 995554"/>
                <a:gd name="connsiteX12" fmla="*/ 731276 w 1345490"/>
                <a:gd name="connsiteY12" fmla="*/ 688373 h 995554"/>
                <a:gd name="connsiteX13" fmla="*/ 352658 w 1345490"/>
                <a:gd name="connsiteY13" fmla="*/ 471679 h 995554"/>
                <a:gd name="connsiteX14" fmla="*/ 232 w 1345490"/>
                <a:gd name="connsiteY14" fmla="*/ 295467 h 995554"/>
                <a:gd name="connsiteX0" fmla="*/ 232 w 1345490"/>
                <a:gd name="connsiteY0" fmla="*/ 295467 h 995554"/>
                <a:gd name="connsiteX1" fmla="*/ 90720 w 1345490"/>
                <a:gd name="connsiteY1" fmla="*/ 521686 h 995554"/>
                <a:gd name="connsiteX2" fmla="*/ 164538 w 1345490"/>
                <a:gd name="connsiteY2" fmla="*/ 690754 h 995554"/>
                <a:gd name="connsiteX3" fmla="*/ 845575 w 1345490"/>
                <a:gd name="connsiteY3" fmla="*/ 995554 h 995554"/>
                <a:gd name="connsiteX4" fmla="*/ 1090845 w 1345490"/>
                <a:gd name="connsiteY4" fmla="*/ 769336 h 995554"/>
                <a:gd name="connsiteX5" fmla="*/ 1083701 w 1345490"/>
                <a:gd name="connsiteY5" fmla="*/ 735998 h 995554"/>
                <a:gd name="connsiteX6" fmla="*/ 1252770 w 1345490"/>
                <a:gd name="connsiteY6" fmla="*/ 455011 h 995554"/>
                <a:gd name="connsiteX7" fmla="*/ 1271820 w 1345490"/>
                <a:gd name="connsiteY7" fmla="*/ 476442 h 995554"/>
                <a:gd name="connsiteX8" fmla="*/ 1340876 w 1345490"/>
                <a:gd name="connsiteY8" fmla="*/ 366904 h 995554"/>
                <a:gd name="connsiteX9" fmla="*/ 1312301 w 1345490"/>
                <a:gd name="connsiteY9" fmla="*/ 192 h 995554"/>
                <a:gd name="connsiteX10" fmla="*/ 1097989 w 1345490"/>
                <a:gd name="connsiteY10" fmla="*/ 321661 h 995554"/>
                <a:gd name="connsiteX11" fmla="*/ 886057 w 1345490"/>
                <a:gd name="connsiteY11" fmla="*/ 674086 h 995554"/>
                <a:gd name="connsiteX12" fmla="*/ 731276 w 1345490"/>
                <a:gd name="connsiteY12" fmla="*/ 688373 h 995554"/>
                <a:gd name="connsiteX13" fmla="*/ 352658 w 1345490"/>
                <a:gd name="connsiteY13" fmla="*/ 471679 h 995554"/>
                <a:gd name="connsiteX14" fmla="*/ 232 w 1345490"/>
                <a:gd name="connsiteY14" fmla="*/ 295467 h 995554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1288"/>
                <a:gd name="connsiteY0" fmla="*/ 295467 h 1000317"/>
                <a:gd name="connsiteX1" fmla="*/ 90720 w 1341288"/>
                <a:gd name="connsiteY1" fmla="*/ 521686 h 1000317"/>
                <a:gd name="connsiteX2" fmla="*/ 164538 w 1341288"/>
                <a:gd name="connsiteY2" fmla="*/ 690754 h 1000317"/>
                <a:gd name="connsiteX3" fmla="*/ 838431 w 1341288"/>
                <a:gd name="connsiteY3" fmla="*/ 1000317 h 1000317"/>
                <a:gd name="connsiteX4" fmla="*/ 1090845 w 1341288"/>
                <a:gd name="connsiteY4" fmla="*/ 769336 h 1000317"/>
                <a:gd name="connsiteX5" fmla="*/ 1083701 w 1341288"/>
                <a:gd name="connsiteY5" fmla="*/ 735998 h 1000317"/>
                <a:gd name="connsiteX6" fmla="*/ 1252770 w 1341288"/>
                <a:gd name="connsiteY6" fmla="*/ 455011 h 1000317"/>
                <a:gd name="connsiteX7" fmla="*/ 1271820 w 1341288"/>
                <a:gd name="connsiteY7" fmla="*/ 476442 h 1000317"/>
                <a:gd name="connsiteX8" fmla="*/ 1340876 w 1341288"/>
                <a:gd name="connsiteY8" fmla="*/ 366904 h 1000317"/>
                <a:gd name="connsiteX9" fmla="*/ 1312301 w 1341288"/>
                <a:gd name="connsiteY9" fmla="*/ 192 h 1000317"/>
                <a:gd name="connsiteX10" fmla="*/ 1097989 w 1341288"/>
                <a:gd name="connsiteY10" fmla="*/ 321661 h 1000317"/>
                <a:gd name="connsiteX11" fmla="*/ 886057 w 1341288"/>
                <a:gd name="connsiteY11" fmla="*/ 674086 h 1000317"/>
                <a:gd name="connsiteX12" fmla="*/ 731276 w 1341288"/>
                <a:gd name="connsiteY12" fmla="*/ 688373 h 1000317"/>
                <a:gd name="connsiteX13" fmla="*/ 352658 w 1341288"/>
                <a:gd name="connsiteY13" fmla="*/ 471679 h 1000317"/>
                <a:gd name="connsiteX14" fmla="*/ 232 w 1341288"/>
                <a:gd name="connsiteY14" fmla="*/ 295467 h 1000317"/>
                <a:gd name="connsiteX0" fmla="*/ 232 w 1341288"/>
                <a:gd name="connsiteY0" fmla="*/ 295467 h 1000317"/>
                <a:gd name="connsiteX1" fmla="*/ 90720 w 1341288"/>
                <a:gd name="connsiteY1" fmla="*/ 521686 h 1000317"/>
                <a:gd name="connsiteX2" fmla="*/ 164538 w 1341288"/>
                <a:gd name="connsiteY2" fmla="*/ 690754 h 1000317"/>
                <a:gd name="connsiteX3" fmla="*/ 838431 w 1341288"/>
                <a:gd name="connsiteY3" fmla="*/ 1000317 h 1000317"/>
                <a:gd name="connsiteX4" fmla="*/ 1090845 w 1341288"/>
                <a:gd name="connsiteY4" fmla="*/ 769336 h 1000317"/>
                <a:gd name="connsiteX5" fmla="*/ 1083701 w 1341288"/>
                <a:gd name="connsiteY5" fmla="*/ 735998 h 1000317"/>
                <a:gd name="connsiteX6" fmla="*/ 1252770 w 1341288"/>
                <a:gd name="connsiteY6" fmla="*/ 455011 h 1000317"/>
                <a:gd name="connsiteX7" fmla="*/ 1271820 w 1341288"/>
                <a:gd name="connsiteY7" fmla="*/ 476442 h 1000317"/>
                <a:gd name="connsiteX8" fmla="*/ 1340876 w 1341288"/>
                <a:gd name="connsiteY8" fmla="*/ 366904 h 1000317"/>
                <a:gd name="connsiteX9" fmla="*/ 1312301 w 1341288"/>
                <a:gd name="connsiteY9" fmla="*/ 192 h 1000317"/>
                <a:gd name="connsiteX10" fmla="*/ 1097989 w 1341288"/>
                <a:gd name="connsiteY10" fmla="*/ 321661 h 1000317"/>
                <a:gd name="connsiteX11" fmla="*/ 886057 w 1341288"/>
                <a:gd name="connsiteY11" fmla="*/ 674086 h 1000317"/>
                <a:gd name="connsiteX12" fmla="*/ 731276 w 1341288"/>
                <a:gd name="connsiteY12" fmla="*/ 688373 h 1000317"/>
                <a:gd name="connsiteX13" fmla="*/ 352658 w 1341288"/>
                <a:gd name="connsiteY13" fmla="*/ 471679 h 1000317"/>
                <a:gd name="connsiteX14" fmla="*/ 232 w 1341288"/>
                <a:gd name="connsiteY14" fmla="*/ 295467 h 1000317"/>
                <a:gd name="connsiteX0" fmla="*/ 232 w 1340876"/>
                <a:gd name="connsiteY0" fmla="*/ 295467 h 1000317"/>
                <a:gd name="connsiteX1" fmla="*/ 90720 w 1340876"/>
                <a:gd name="connsiteY1" fmla="*/ 521686 h 1000317"/>
                <a:gd name="connsiteX2" fmla="*/ 164538 w 1340876"/>
                <a:gd name="connsiteY2" fmla="*/ 690754 h 1000317"/>
                <a:gd name="connsiteX3" fmla="*/ 838431 w 1340876"/>
                <a:gd name="connsiteY3" fmla="*/ 1000317 h 1000317"/>
                <a:gd name="connsiteX4" fmla="*/ 1090845 w 1340876"/>
                <a:gd name="connsiteY4" fmla="*/ 769336 h 1000317"/>
                <a:gd name="connsiteX5" fmla="*/ 1083701 w 1340876"/>
                <a:gd name="connsiteY5" fmla="*/ 735998 h 1000317"/>
                <a:gd name="connsiteX6" fmla="*/ 1252770 w 1340876"/>
                <a:gd name="connsiteY6" fmla="*/ 455011 h 1000317"/>
                <a:gd name="connsiteX7" fmla="*/ 1271820 w 1340876"/>
                <a:gd name="connsiteY7" fmla="*/ 476442 h 1000317"/>
                <a:gd name="connsiteX8" fmla="*/ 1340876 w 1340876"/>
                <a:gd name="connsiteY8" fmla="*/ 366904 h 1000317"/>
                <a:gd name="connsiteX9" fmla="*/ 1312301 w 1340876"/>
                <a:gd name="connsiteY9" fmla="*/ 192 h 1000317"/>
                <a:gd name="connsiteX10" fmla="*/ 1097989 w 1340876"/>
                <a:gd name="connsiteY10" fmla="*/ 321661 h 1000317"/>
                <a:gd name="connsiteX11" fmla="*/ 886057 w 1340876"/>
                <a:gd name="connsiteY11" fmla="*/ 674086 h 1000317"/>
                <a:gd name="connsiteX12" fmla="*/ 731276 w 1340876"/>
                <a:gd name="connsiteY12" fmla="*/ 688373 h 1000317"/>
                <a:gd name="connsiteX13" fmla="*/ 352658 w 1340876"/>
                <a:gd name="connsiteY13" fmla="*/ 471679 h 1000317"/>
                <a:gd name="connsiteX14" fmla="*/ 232 w 1340876"/>
                <a:gd name="connsiteY14" fmla="*/ 295467 h 1000317"/>
                <a:gd name="connsiteX0" fmla="*/ 232 w 1340876"/>
                <a:gd name="connsiteY0" fmla="*/ 295467 h 1000317"/>
                <a:gd name="connsiteX1" fmla="*/ 90720 w 1340876"/>
                <a:gd name="connsiteY1" fmla="*/ 521686 h 1000317"/>
                <a:gd name="connsiteX2" fmla="*/ 164538 w 1340876"/>
                <a:gd name="connsiteY2" fmla="*/ 690754 h 1000317"/>
                <a:gd name="connsiteX3" fmla="*/ 838431 w 1340876"/>
                <a:gd name="connsiteY3" fmla="*/ 1000317 h 1000317"/>
                <a:gd name="connsiteX4" fmla="*/ 1090845 w 1340876"/>
                <a:gd name="connsiteY4" fmla="*/ 769336 h 1000317"/>
                <a:gd name="connsiteX5" fmla="*/ 1083701 w 1340876"/>
                <a:gd name="connsiteY5" fmla="*/ 735998 h 1000317"/>
                <a:gd name="connsiteX6" fmla="*/ 1252770 w 1340876"/>
                <a:gd name="connsiteY6" fmla="*/ 455011 h 1000317"/>
                <a:gd name="connsiteX7" fmla="*/ 1271820 w 1340876"/>
                <a:gd name="connsiteY7" fmla="*/ 476442 h 1000317"/>
                <a:gd name="connsiteX8" fmla="*/ 1340876 w 1340876"/>
                <a:gd name="connsiteY8" fmla="*/ 366904 h 1000317"/>
                <a:gd name="connsiteX9" fmla="*/ 1312301 w 1340876"/>
                <a:gd name="connsiteY9" fmla="*/ 192 h 1000317"/>
                <a:gd name="connsiteX10" fmla="*/ 1097989 w 1340876"/>
                <a:gd name="connsiteY10" fmla="*/ 321661 h 1000317"/>
                <a:gd name="connsiteX11" fmla="*/ 886057 w 1340876"/>
                <a:gd name="connsiteY11" fmla="*/ 674086 h 1000317"/>
                <a:gd name="connsiteX12" fmla="*/ 731276 w 1340876"/>
                <a:gd name="connsiteY12" fmla="*/ 688373 h 1000317"/>
                <a:gd name="connsiteX13" fmla="*/ 352658 w 1340876"/>
                <a:gd name="connsiteY13" fmla="*/ 471679 h 1000317"/>
                <a:gd name="connsiteX14" fmla="*/ 232 w 1340876"/>
                <a:gd name="connsiteY14" fmla="*/ 295467 h 1000317"/>
                <a:gd name="connsiteX0" fmla="*/ 232 w 1340876"/>
                <a:gd name="connsiteY0" fmla="*/ 295275 h 1000125"/>
                <a:gd name="connsiteX1" fmla="*/ 90720 w 1340876"/>
                <a:gd name="connsiteY1" fmla="*/ 521494 h 1000125"/>
                <a:gd name="connsiteX2" fmla="*/ 164538 w 1340876"/>
                <a:gd name="connsiteY2" fmla="*/ 690562 h 1000125"/>
                <a:gd name="connsiteX3" fmla="*/ 838431 w 1340876"/>
                <a:gd name="connsiteY3" fmla="*/ 1000125 h 1000125"/>
                <a:gd name="connsiteX4" fmla="*/ 1090845 w 1340876"/>
                <a:gd name="connsiteY4" fmla="*/ 769144 h 1000125"/>
                <a:gd name="connsiteX5" fmla="*/ 1083701 w 1340876"/>
                <a:gd name="connsiteY5" fmla="*/ 735806 h 1000125"/>
                <a:gd name="connsiteX6" fmla="*/ 1252770 w 1340876"/>
                <a:gd name="connsiteY6" fmla="*/ 454819 h 1000125"/>
                <a:gd name="connsiteX7" fmla="*/ 1271820 w 1340876"/>
                <a:gd name="connsiteY7" fmla="*/ 476250 h 1000125"/>
                <a:gd name="connsiteX8" fmla="*/ 1340876 w 1340876"/>
                <a:gd name="connsiteY8" fmla="*/ 366712 h 1000125"/>
                <a:gd name="connsiteX9" fmla="*/ 1312301 w 1340876"/>
                <a:gd name="connsiteY9" fmla="*/ 0 h 1000125"/>
                <a:gd name="connsiteX10" fmla="*/ 1097989 w 1340876"/>
                <a:gd name="connsiteY10" fmla="*/ 321469 h 1000125"/>
                <a:gd name="connsiteX11" fmla="*/ 886057 w 1340876"/>
                <a:gd name="connsiteY11" fmla="*/ 673894 h 1000125"/>
                <a:gd name="connsiteX12" fmla="*/ 731276 w 1340876"/>
                <a:gd name="connsiteY12" fmla="*/ 688181 h 1000125"/>
                <a:gd name="connsiteX13" fmla="*/ 352658 w 1340876"/>
                <a:gd name="connsiteY13" fmla="*/ 471487 h 1000125"/>
                <a:gd name="connsiteX14" fmla="*/ 232 w 1340876"/>
                <a:gd name="connsiteY14" fmla="*/ 295275 h 1000125"/>
                <a:gd name="connsiteX0" fmla="*/ 232 w 1340876"/>
                <a:gd name="connsiteY0" fmla="*/ 295275 h 1000125"/>
                <a:gd name="connsiteX1" fmla="*/ 90720 w 1340876"/>
                <a:gd name="connsiteY1" fmla="*/ 521494 h 1000125"/>
                <a:gd name="connsiteX2" fmla="*/ 164538 w 1340876"/>
                <a:gd name="connsiteY2" fmla="*/ 690562 h 1000125"/>
                <a:gd name="connsiteX3" fmla="*/ 838431 w 1340876"/>
                <a:gd name="connsiteY3" fmla="*/ 1000125 h 1000125"/>
                <a:gd name="connsiteX4" fmla="*/ 1090845 w 1340876"/>
                <a:gd name="connsiteY4" fmla="*/ 769144 h 1000125"/>
                <a:gd name="connsiteX5" fmla="*/ 1083701 w 1340876"/>
                <a:gd name="connsiteY5" fmla="*/ 735806 h 1000125"/>
                <a:gd name="connsiteX6" fmla="*/ 1252770 w 1340876"/>
                <a:gd name="connsiteY6" fmla="*/ 454819 h 1000125"/>
                <a:gd name="connsiteX7" fmla="*/ 1271820 w 1340876"/>
                <a:gd name="connsiteY7" fmla="*/ 476250 h 1000125"/>
                <a:gd name="connsiteX8" fmla="*/ 1340876 w 1340876"/>
                <a:gd name="connsiteY8" fmla="*/ 366712 h 1000125"/>
                <a:gd name="connsiteX9" fmla="*/ 1312301 w 1340876"/>
                <a:gd name="connsiteY9" fmla="*/ 0 h 1000125"/>
                <a:gd name="connsiteX10" fmla="*/ 1114658 w 1340876"/>
                <a:gd name="connsiteY10" fmla="*/ 333375 h 1000125"/>
                <a:gd name="connsiteX11" fmla="*/ 886057 w 1340876"/>
                <a:gd name="connsiteY11" fmla="*/ 673894 h 1000125"/>
                <a:gd name="connsiteX12" fmla="*/ 731276 w 1340876"/>
                <a:gd name="connsiteY12" fmla="*/ 688181 h 1000125"/>
                <a:gd name="connsiteX13" fmla="*/ 352658 w 1340876"/>
                <a:gd name="connsiteY13" fmla="*/ 471487 h 1000125"/>
                <a:gd name="connsiteX14" fmla="*/ 232 w 1340876"/>
                <a:gd name="connsiteY14" fmla="*/ 295275 h 1000125"/>
                <a:gd name="connsiteX0" fmla="*/ 232 w 1340876"/>
                <a:gd name="connsiteY0" fmla="*/ 314325 h 1019175"/>
                <a:gd name="connsiteX1" fmla="*/ 90720 w 1340876"/>
                <a:gd name="connsiteY1" fmla="*/ 540544 h 1019175"/>
                <a:gd name="connsiteX2" fmla="*/ 164538 w 1340876"/>
                <a:gd name="connsiteY2" fmla="*/ 709612 h 1019175"/>
                <a:gd name="connsiteX3" fmla="*/ 838431 w 1340876"/>
                <a:gd name="connsiteY3" fmla="*/ 1019175 h 1019175"/>
                <a:gd name="connsiteX4" fmla="*/ 1090845 w 1340876"/>
                <a:gd name="connsiteY4" fmla="*/ 788194 h 1019175"/>
                <a:gd name="connsiteX5" fmla="*/ 1083701 w 1340876"/>
                <a:gd name="connsiteY5" fmla="*/ 754856 h 1019175"/>
                <a:gd name="connsiteX6" fmla="*/ 1252770 w 1340876"/>
                <a:gd name="connsiteY6" fmla="*/ 473869 h 1019175"/>
                <a:gd name="connsiteX7" fmla="*/ 1271820 w 1340876"/>
                <a:gd name="connsiteY7" fmla="*/ 495300 h 1019175"/>
                <a:gd name="connsiteX8" fmla="*/ 1340876 w 1340876"/>
                <a:gd name="connsiteY8" fmla="*/ 385762 h 1019175"/>
                <a:gd name="connsiteX9" fmla="*/ 1321826 w 1340876"/>
                <a:gd name="connsiteY9" fmla="*/ 0 h 1019175"/>
                <a:gd name="connsiteX10" fmla="*/ 1114658 w 1340876"/>
                <a:gd name="connsiteY10" fmla="*/ 352425 h 1019175"/>
                <a:gd name="connsiteX11" fmla="*/ 886057 w 1340876"/>
                <a:gd name="connsiteY11" fmla="*/ 692944 h 1019175"/>
                <a:gd name="connsiteX12" fmla="*/ 731276 w 1340876"/>
                <a:gd name="connsiteY12" fmla="*/ 707231 h 1019175"/>
                <a:gd name="connsiteX13" fmla="*/ 352658 w 1340876"/>
                <a:gd name="connsiteY13" fmla="*/ 490537 h 1019175"/>
                <a:gd name="connsiteX14" fmla="*/ 232 w 1340876"/>
                <a:gd name="connsiteY14" fmla="*/ 314325 h 1019175"/>
                <a:gd name="connsiteX0" fmla="*/ 232 w 1340876"/>
                <a:gd name="connsiteY0" fmla="*/ 314325 h 1019175"/>
                <a:gd name="connsiteX1" fmla="*/ 90720 w 1340876"/>
                <a:gd name="connsiteY1" fmla="*/ 540544 h 1019175"/>
                <a:gd name="connsiteX2" fmla="*/ 164538 w 1340876"/>
                <a:gd name="connsiteY2" fmla="*/ 709612 h 1019175"/>
                <a:gd name="connsiteX3" fmla="*/ 838431 w 1340876"/>
                <a:gd name="connsiteY3" fmla="*/ 1019175 h 1019175"/>
                <a:gd name="connsiteX4" fmla="*/ 1090845 w 1340876"/>
                <a:gd name="connsiteY4" fmla="*/ 788194 h 1019175"/>
                <a:gd name="connsiteX5" fmla="*/ 1083701 w 1340876"/>
                <a:gd name="connsiteY5" fmla="*/ 754856 h 1019175"/>
                <a:gd name="connsiteX6" fmla="*/ 1252770 w 1340876"/>
                <a:gd name="connsiteY6" fmla="*/ 473869 h 1019175"/>
                <a:gd name="connsiteX7" fmla="*/ 1271820 w 1340876"/>
                <a:gd name="connsiteY7" fmla="*/ 495300 h 1019175"/>
                <a:gd name="connsiteX8" fmla="*/ 1340876 w 1340876"/>
                <a:gd name="connsiteY8" fmla="*/ 385762 h 1019175"/>
                <a:gd name="connsiteX9" fmla="*/ 1321826 w 1340876"/>
                <a:gd name="connsiteY9" fmla="*/ 0 h 1019175"/>
                <a:gd name="connsiteX10" fmla="*/ 1114658 w 1340876"/>
                <a:gd name="connsiteY10" fmla="*/ 352425 h 1019175"/>
                <a:gd name="connsiteX11" fmla="*/ 886057 w 1340876"/>
                <a:gd name="connsiteY11" fmla="*/ 692944 h 1019175"/>
                <a:gd name="connsiteX12" fmla="*/ 731276 w 1340876"/>
                <a:gd name="connsiteY12" fmla="*/ 707231 h 1019175"/>
                <a:gd name="connsiteX13" fmla="*/ 352658 w 1340876"/>
                <a:gd name="connsiteY13" fmla="*/ 490537 h 1019175"/>
                <a:gd name="connsiteX14" fmla="*/ 232 w 1340876"/>
                <a:gd name="connsiteY14" fmla="*/ 314325 h 1019175"/>
                <a:gd name="connsiteX0" fmla="*/ 232 w 1340876"/>
                <a:gd name="connsiteY0" fmla="*/ 314325 h 1019175"/>
                <a:gd name="connsiteX1" fmla="*/ 90720 w 1340876"/>
                <a:gd name="connsiteY1" fmla="*/ 540544 h 1019175"/>
                <a:gd name="connsiteX2" fmla="*/ 164538 w 1340876"/>
                <a:gd name="connsiteY2" fmla="*/ 709612 h 1019175"/>
                <a:gd name="connsiteX3" fmla="*/ 838431 w 1340876"/>
                <a:gd name="connsiteY3" fmla="*/ 1019175 h 1019175"/>
                <a:gd name="connsiteX4" fmla="*/ 1090845 w 1340876"/>
                <a:gd name="connsiteY4" fmla="*/ 788194 h 1019175"/>
                <a:gd name="connsiteX5" fmla="*/ 1083701 w 1340876"/>
                <a:gd name="connsiteY5" fmla="*/ 754856 h 1019175"/>
                <a:gd name="connsiteX6" fmla="*/ 1252770 w 1340876"/>
                <a:gd name="connsiteY6" fmla="*/ 473869 h 1019175"/>
                <a:gd name="connsiteX7" fmla="*/ 1271820 w 1340876"/>
                <a:gd name="connsiteY7" fmla="*/ 495300 h 1019175"/>
                <a:gd name="connsiteX8" fmla="*/ 1340876 w 1340876"/>
                <a:gd name="connsiteY8" fmla="*/ 385762 h 1019175"/>
                <a:gd name="connsiteX9" fmla="*/ 1321826 w 1340876"/>
                <a:gd name="connsiteY9" fmla="*/ 0 h 1019175"/>
                <a:gd name="connsiteX10" fmla="*/ 1114658 w 1340876"/>
                <a:gd name="connsiteY10" fmla="*/ 352425 h 1019175"/>
                <a:gd name="connsiteX11" fmla="*/ 886057 w 1340876"/>
                <a:gd name="connsiteY11" fmla="*/ 692944 h 1019175"/>
                <a:gd name="connsiteX12" fmla="*/ 731276 w 1340876"/>
                <a:gd name="connsiteY12" fmla="*/ 707231 h 1019175"/>
                <a:gd name="connsiteX13" fmla="*/ 352658 w 1340876"/>
                <a:gd name="connsiteY13" fmla="*/ 490537 h 1019175"/>
                <a:gd name="connsiteX14" fmla="*/ 232 w 1340876"/>
                <a:gd name="connsiteY14" fmla="*/ 314325 h 1019175"/>
                <a:gd name="connsiteX0" fmla="*/ 232 w 1340876"/>
                <a:gd name="connsiteY0" fmla="*/ 314325 h 1019175"/>
                <a:gd name="connsiteX1" fmla="*/ 90720 w 1340876"/>
                <a:gd name="connsiteY1" fmla="*/ 540544 h 1019175"/>
                <a:gd name="connsiteX2" fmla="*/ 164538 w 1340876"/>
                <a:gd name="connsiteY2" fmla="*/ 709612 h 1019175"/>
                <a:gd name="connsiteX3" fmla="*/ 838431 w 1340876"/>
                <a:gd name="connsiteY3" fmla="*/ 1019175 h 1019175"/>
                <a:gd name="connsiteX4" fmla="*/ 1090845 w 1340876"/>
                <a:gd name="connsiteY4" fmla="*/ 788194 h 1019175"/>
                <a:gd name="connsiteX5" fmla="*/ 1083701 w 1340876"/>
                <a:gd name="connsiteY5" fmla="*/ 754856 h 1019175"/>
                <a:gd name="connsiteX6" fmla="*/ 1252770 w 1340876"/>
                <a:gd name="connsiteY6" fmla="*/ 473869 h 1019175"/>
                <a:gd name="connsiteX7" fmla="*/ 1271820 w 1340876"/>
                <a:gd name="connsiteY7" fmla="*/ 495300 h 1019175"/>
                <a:gd name="connsiteX8" fmla="*/ 1340876 w 1340876"/>
                <a:gd name="connsiteY8" fmla="*/ 385762 h 1019175"/>
                <a:gd name="connsiteX9" fmla="*/ 1321826 w 1340876"/>
                <a:gd name="connsiteY9" fmla="*/ 0 h 1019175"/>
                <a:gd name="connsiteX10" fmla="*/ 1114658 w 1340876"/>
                <a:gd name="connsiteY10" fmla="*/ 352425 h 1019175"/>
                <a:gd name="connsiteX11" fmla="*/ 886057 w 1340876"/>
                <a:gd name="connsiteY11" fmla="*/ 692944 h 1019175"/>
                <a:gd name="connsiteX12" fmla="*/ 731276 w 1340876"/>
                <a:gd name="connsiteY12" fmla="*/ 707231 h 1019175"/>
                <a:gd name="connsiteX13" fmla="*/ 352658 w 1340876"/>
                <a:gd name="connsiteY13" fmla="*/ 490537 h 1019175"/>
                <a:gd name="connsiteX14" fmla="*/ 232 w 1340876"/>
                <a:gd name="connsiteY14" fmla="*/ 314325 h 1019175"/>
                <a:gd name="connsiteX0" fmla="*/ 254 w 1340898"/>
                <a:gd name="connsiteY0" fmla="*/ 314325 h 1019175"/>
                <a:gd name="connsiteX1" fmla="*/ 90742 w 1340898"/>
                <a:gd name="connsiteY1" fmla="*/ 540544 h 1019175"/>
                <a:gd name="connsiteX2" fmla="*/ 164560 w 1340898"/>
                <a:gd name="connsiteY2" fmla="*/ 709612 h 1019175"/>
                <a:gd name="connsiteX3" fmla="*/ 838453 w 1340898"/>
                <a:gd name="connsiteY3" fmla="*/ 1019175 h 1019175"/>
                <a:gd name="connsiteX4" fmla="*/ 1090867 w 1340898"/>
                <a:gd name="connsiteY4" fmla="*/ 788194 h 1019175"/>
                <a:gd name="connsiteX5" fmla="*/ 1083723 w 1340898"/>
                <a:gd name="connsiteY5" fmla="*/ 754856 h 1019175"/>
                <a:gd name="connsiteX6" fmla="*/ 1252792 w 1340898"/>
                <a:gd name="connsiteY6" fmla="*/ 473869 h 1019175"/>
                <a:gd name="connsiteX7" fmla="*/ 1271842 w 1340898"/>
                <a:gd name="connsiteY7" fmla="*/ 495300 h 1019175"/>
                <a:gd name="connsiteX8" fmla="*/ 1340898 w 1340898"/>
                <a:gd name="connsiteY8" fmla="*/ 385762 h 1019175"/>
                <a:gd name="connsiteX9" fmla="*/ 1321848 w 1340898"/>
                <a:gd name="connsiteY9" fmla="*/ 0 h 1019175"/>
                <a:gd name="connsiteX10" fmla="*/ 1114680 w 1340898"/>
                <a:gd name="connsiteY10" fmla="*/ 352425 h 1019175"/>
                <a:gd name="connsiteX11" fmla="*/ 886079 w 1340898"/>
                <a:gd name="connsiteY11" fmla="*/ 692944 h 1019175"/>
                <a:gd name="connsiteX12" fmla="*/ 731298 w 1340898"/>
                <a:gd name="connsiteY12" fmla="*/ 707231 h 1019175"/>
                <a:gd name="connsiteX13" fmla="*/ 331249 w 1340898"/>
                <a:gd name="connsiteY13" fmla="*/ 516730 h 1019175"/>
                <a:gd name="connsiteX14" fmla="*/ 254 w 1340898"/>
                <a:gd name="connsiteY14" fmla="*/ 314325 h 1019175"/>
                <a:gd name="connsiteX0" fmla="*/ 277 w 1340921"/>
                <a:gd name="connsiteY0" fmla="*/ 314325 h 1019175"/>
                <a:gd name="connsiteX1" fmla="*/ 90765 w 1340921"/>
                <a:gd name="connsiteY1" fmla="*/ 540544 h 1019175"/>
                <a:gd name="connsiteX2" fmla="*/ 164583 w 1340921"/>
                <a:gd name="connsiteY2" fmla="*/ 709612 h 1019175"/>
                <a:gd name="connsiteX3" fmla="*/ 838476 w 1340921"/>
                <a:gd name="connsiteY3" fmla="*/ 1019175 h 1019175"/>
                <a:gd name="connsiteX4" fmla="*/ 1090890 w 1340921"/>
                <a:gd name="connsiteY4" fmla="*/ 788194 h 1019175"/>
                <a:gd name="connsiteX5" fmla="*/ 1083746 w 1340921"/>
                <a:gd name="connsiteY5" fmla="*/ 754856 h 1019175"/>
                <a:gd name="connsiteX6" fmla="*/ 1252815 w 1340921"/>
                <a:gd name="connsiteY6" fmla="*/ 473869 h 1019175"/>
                <a:gd name="connsiteX7" fmla="*/ 1271865 w 1340921"/>
                <a:gd name="connsiteY7" fmla="*/ 495300 h 1019175"/>
                <a:gd name="connsiteX8" fmla="*/ 1340921 w 1340921"/>
                <a:gd name="connsiteY8" fmla="*/ 385762 h 1019175"/>
                <a:gd name="connsiteX9" fmla="*/ 1321871 w 1340921"/>
                <a:gd name="connsiteY9" fmla="*/ 0 h 1019175"/>
                <a:gd name="connsiteX10" fmla="*/ 1114703 w 1340921"/>
                <a:gd name="connsiteY10" fmla="*/ 352425 h 1019175"/>
                <a:gd name="connsiteX11" fmla="*/ 886102 w 1340921"/>
                <a:gd name="connsiteY11" fmla="*/ 692944 h 1019175"/>
                <a:gd name="connsiteX12" fmla="*/ 731321 w 1340921"/>
                <a:gd name="connsiteY12" fmla="*/ 707231 h 1019175"/>
                <a:gd name="connsiteX13" fmla="*/ 331272 w 1340921"/>
                <a:gd name="connsiteY13" fmla="*/ 516730 h 1019175"/>
                <a:gd name="connsiteX14" fmla="*/ 277 w 1340921"/>
                <a:gd name="connsiteY14" fmla="*/ 314325 h 1019175"/>
                <a:gd name="connsiteX0" fmla="*/ 877 w 1341521"/>
                <a:gd name="connsiteY0" fmla="*/ 314325 h 1019175"/>
                <a:gd name="connsiteX1" fmla="*/ 91365 w 1341521"/>
                <a:gd name="connsiteY1" fmla="*/ 540544 h 1019175"/>
                <a:gd name="connsiteX2" fmla="*/ 165183 w 1341521"/>
                <a:gd name="connsiteY2" fmla="*/ 709612 h 1019175"/>
                <a:gd name="connsiteX3" fmla="*/ 839076 w 1341521"/>
                <a:gd name="connsiteY3" fmla="*/ 1019175 h 1019175"/>
                <a:gd name="connsiteX4" fmla="*/ 1091490 w 1341521"/>
                <a:gd name="connsiteY4" fmla="*/ 788194 h 1019175"/>
                <a:gd name="connsiteX5" fmla="*/ 1084346 w 1341521"/>
                <a:gd name="connsiteY5" fmla="*/ 754856 h 1019175"/>
                <a:gd name="connsiteX6" fmla="*/ 1253415 w 1341521"/>
                <a:gd name="connsiteY6" fmla="*/ 473869 h 1019175"/>
                <a:gd name="connsiteX7" fmla="*/ 1272465 w 1341521"/>
                <a:gd name="connsiteY7" fmla="*/ 495300 h 1019175"/>
                <a:gd name="connsiteX8" fmla="*/ 1341521 w 1341521"/>
                <a:gd name="connsiteY8" fmla="*/ 385762 h 1019175"/>
                <a:gd name="connsiteX9" fmla="*/ 1322471 w 1341521"/>
                <a:gd name="connsiteY9" fmla="*/ 0 h 1019175"/>
                <a:gd name="connsiteX10" fmla="*/ 1115303 w 1341521"/>
                <a:gd name="connsiteY10" fmla="*/ 352425 h 1019175"/>
                <a:gd name="connsiteX11" fmla="*/ 886702 w 1341521"/>
                <a:gd name="connsiteY11" fmla="*/ 692944 h 1019175"/>
                <a:gd name="connsiteX12" fmla="*/ 731921 w 1341521"/>
                <a:gd name="connsiteY12" fmla="*/ 707231 h 1019175"/>
                <a:gd name="connsiteX13" fmla="*/ 188997 w 1341521"/>
                <a:gd name="connsiteY13" fmla="*/ 450055 h 1019175"/>
                <a:gd name="connsiteX14" fmla="*/ 877 w 1341521"/>
                <a:gd name="connsiteY14" fmla="*/ 314325 h 1019175"/>
                <a:gd name="connsiteX0" fmla="*/ 877 w 1341521"/>
                <a:gd name="connsiteY0" fmla="*/ 314325 h 1019175"/>
                <a:gd name="connsiteX1" fmla="*/ 91365 w 1341521"/>
                <a:gd name="connsiteY1" fmla="*/ 540544 h 1019175"/>
                <a:gd name="connsiteX2" fmla="*/ 165183 w 1341521"/>
                <a:gd name="connsiteY2" fmla="*/ 709612 h 1019175"/>
                <a:gd name="connsiteX3" fmla="*/ 839076 w 1341521"/>
                <a:gd name="connsiteY3" fmla="*/ 1019175 h 1019175"/>
                <a:gd name="connsiteX4" fmla="*/ 1091490 w 1341521"/>
                <a:gd name="connsiteY4" fmla="*/ 788194 h 1019175"/>
                <a:gd name="connsiteX5" fmla="*/ 1084346 w 1341521"/>
                <a:gd name="connsiteY5" fmla="*/ 754856 h 1019175"/>
                <a:gd name="connsiteX6" fmla="*/ 1253415 w 1341521"/>
                <a:gd name="connsiteY6" fmla="*/ 473869 h 1019175"/>
                <a:gd name="connsiteX7" fmla="*/ 1272465 w 1341521"/>
                <a:gd name="connsiteY7" fmla="*/ 495300 h 1019175"/>
                <a:gd name="connsiteX8" fmla="*/ 1341521 w 1341521"/>
                <a:gd name="connsiteY8" fmla="*/ 385762 h 1019175"/>
                <a:gd name="connsiteX9" fmla="*/ 1322471 w 1341521"/>
                <a:gd name="connsiteY9" fmla="*/ 0 h 1019175"/>
                <a:gd name="connsiteX10" fmla="*/ 1115303 w 1341521"/>
                <a:gd name="connsiteY10" fmla="*/ 352425 h 1019175"/>
                <a:gd name="connsiteX11" fmla="*/ 886702 w 1341521"/>
                <a:gd name="connsiteY11" fmla="*/ 692944 h 1019175"/>
                <a:gd name="connsiteX12" fmla="*/ 731921 w 1341521"/>
                <a:gd name="connsiteY12" fmla="*/ 707231 h 1019175"/>
                <a:gd name="connsiteX13" fmla="*/ 188997 w 1341521"/>
                <a:gd name="connsiteY13" fmla="*/ 450055 h 1019175"/>
                <a:gd name="connsiteX14" fmla="*/ 877 w 1341521"/>
                <a:gd name="connsiteY14" fmla="*/ 314325 h 1019175"/>
                <a:gd name="connsiteX0" fmla="*/ 877 w 1341521"/>
                <a:gd name="connsiteY0" fmla="*/ 314325 h 1019175"/>
                <a:gd name="connsiteX1" fmla="*/ 91365 w 1341521"/>
                <a:gd name="connsiteY1" fmla="*/ 540544 h 1019175"/>
                <a:gd name="connsiteX2" fmla="*/ 165183 w 1341521"/>
                <a:gd name="connsiteY2" fmla="*/ 709612 h 1019175"/>
                <a:gd name="connsiteX3" fmla="*/ 839076 w 1341521"/>
                <a:gd name="connsiteY3" fmla="*/ 1019175 h 1019175"/>
                <a:gd name="connsiteX4" fmla="*/ 1091490 w 1341521"/>
                <a:gd name="connsiteY4" fmla="*/ 788194 h 1019175"/>
                <a:gd name="connsiteX5" fmla="*/ 1084346 w 1341521"/>
                <a:gd name="connsiteY5" fmla="*/ 754856 h 1019175"/>
                <a:gd name="connsiteX6" fmla="*/ 1253415 w 1341521"/>
                <a:gd name="connsiteY6" fmla="*/ 473869 h 1019175"/>
                <a:gd name="connsiteX7" fmla="*/ 1272465 w 1341521"/>
                <a:gd name="connsiteY7" fmla="*/ 495300 h 1019175"/>
                <a:gd name="connsiteX8" fmla="*/ 1341521 w 1341521"/>
                <a:gd name="connsiteY8" fmla="*/ 385762 h 1019175"/>
                <a:gd name="connsiteX9" fmla="*/ 1322471 w 1341521"/>
                <a:gd name="connsiteY9" fmla="*/ 0 h 1019175"/>
                <a:gd name="connsiteX10" fmla="*/ 1115303 w 1341521"/>
                <a:gd name="connsiteY10" fmla="*/ 352425 h 1019175"/>
                <a:gd name="connsiteX11" fmla="*/ 886702 w 1341521"/>
                <a:gd name="connsiteY11" fmla="*/ 692944 h 1019175"/>
                <a:gd name="connsiteX12" fmla="*/ 731921 w 1341521"/>
                <a:gd name="connsiteY12" fmla="*/ 707231 h 1019175"/>
                <a:gd name="connsiteX13" fmla="*/ 188997 w 1341521"/>
                <a:gd name="connsiteY13" fmla="*/ 450055 h 1019175"/>
                <a:gd name="connsiteX14" fmla="*/ 877 w 1341521"/>
                <a:gd name="connsiteY14" fmla="*/ 314325 h 1019175"/>
                <a:gd name="connsiteX0" fmla="*/ 877 w 1341521"/>
                <a:gd name="connsiteY0" fmla="*/ 314325 h 1019175"/>
                <a:gd name="connsiteX1" fmla="*/ 91365 w 1341521"/>
                <a:gd name="connsiteY1" fmla="*/ 540544 h 1019175"/>
                <a:gd name="connsiteX2" fmla="*/ 165183 w 1341521"/>
                <a:gd name="connsiteY2" fmla="*/ 709612 h 1019175"/>
                <a:gd name="connsiteX3" fmla="*/ 839076 w 1341521"/>
                <a:gd name="connsiteY3" fmla="*/ 1019175 h 1019175"/>
                <a:gd name="connsiteX4" fmla="*/ 1091490 w 1341521"/>
                <a:gd name="connsiteY4" fmla="*/ 788194 h 1019175"/>
                <a:gd name="connsiteX5" fmla="*/ 1084346 w 1341521"/>
                <a:gd name="connsiteY5" fmla="*/ 754856 h 1019175"/>
                <a:gd name="connsiteX6" fmla="*/ 1253415 w 1341521"/>
                <a:gd name="connsiteY6" fmla="*/ 473869 h 1019175"/>
                <a:gd name="connsiteX7" fmla="*/ 1272465 w 1341521"/>
                <a:gd name="connsiteY7" fmla="*/ 495300 h 1019175"/>
                <a:gd name="connsiteX8" fmla="*/ 1341521 w 1341521"/>
                <a:gd name="connsiteY8" fmla="*/ 385762 h 1019175"/>
                <a:gd name="connsiteX9" fmla="*/ 1322471 w 1341521"/>
                <a:gd name="connsiteY9" fmla="*/ 0 h 1019175"/>
                <a:gd name="connsiteX10" fmla="*/ 1115303 w 1341521"/>
                <a:gd name="connsiteY10" fmla="*/ 352425 h 1019175"/>
                <a:gd name="connsiteX11" fmla="*/ 886702 w 1341521"/>
                <a:gd name="connsiteY11" fmla="*/ 692944 h 1019175"/>
                <a:gd name="connsiteX12" fmla="*/ 731921 w 1341521"/>
                <a:gd name="connsiteY12" fmla="*/ 707231 h 1019175"/>
                <a:gd name="connsiteX13" fmla="*/ 188997 w 1341521"/>
                <a:gd name="connsiteY13" fmla="*/ 450055 h 1019175"/>
                <a:gd name="connsiteX14" fmla="*/ 877 w 1341521"/>
                <a:gd name="connsiteY14" fmla="*/ 314325 h 1019175"/>
                <a:gd name="connsiteX0" fmla="*/ 877 w 1341521"/>
                <a:gd name="connsiteY0" fmla="*/ 314325 h 1019175"/>
                <a:gd name="connsiteX1" fmla="*/ 91365 w 1341521"/>
                <a:gd name="connsiteY1" fmla="*/ 540544 h 1019175"/>
                <a:gd name="connsiteX2" fmla="*/ 165183 w 1341521"/>
                <a:gd name="connsiteY2" fmla="*/ 709612 h 1019175"/>
                <a:gd name="connsiteX3" fmla="*/ 839076 w 1341521"/>
                <a:gd name="connsiteY3" fmla="*/ 1019175 h 1019175"/>
                <a:gd name="connsiteX4" fmla="*/ 1091490 w 1341521"/>
                <a:gd name="connsiteY4" fmla="*/ 788194 h 1019175"/>
                <a:gd name="connsiteX5" fmla="*/ 1084346 w 1341521"/>
                <a:gd name="connsiteY5" fmla="*/ 754856 h 1019175"/>
                <a:gd name="connsiteX6" fmla="*/ 1253415 w 1341521"/>
                <a:gd name="connsiteY6" fmla="*/ 473869 h 1019175"/>
                <a:gd name="connsiteX7" fmla="*/ 1272465 w 1341521"/>
                <a:gd name="connsiteY7" fmla="*/ 495300 h 1019175"/>
                <a:gd name="connsiteX8" fmla="*/ 1341521 w 1341521"/>
                <a:gd name="connsiteY8" fmla="*/ 385762 h 1019175"/>
                <a:gd name="connsiteX9" fmla="*/ 1322471 w 1341521"/>
                <a:gd name="connsiteY9" fmla="*/ 0 h 1019175"/>
                <a:gd name="connsiteX10" fmla="*/ 1115303 w 1341521"/>
                <a:gd name="connsiteY10" fmla="*/ 352425 h 1019175"/>
                <a:gd name="connsiteX11" fmla="*/ 886702 w 1341521"/>
                <a:gd name="connsiteY11" fmla="*/ 692944 h 1019175"/>
                <a:gd name="connsiteX12" fmla="*/ 731921 w 1341521"/>
                <a:gd name="connsiteY12" fmla="*/ 707231 h 1019175"/>
                <a:gd name="connsiteX13" fmla="*/ 188997 w 1341521"/>
                <a:gd name="connsiteY13" fmla="*/ 450055 h 1019175"/>
                <a:gd name="connsiteX14" fmla="*/ 877 w 1341521"/>
                <a:gd name="connsiteY14" fmla="*/ 314325 h 1019175"/>
                <a:gd name="connsiteX0" fmla="*/ 877 w 1341521"/>
                <a:gd name="connsiteY0" fmla="*/ 314325 h 1019175"/>
                <a:gd name="connsiteX1" fmla="*/ 91365 w 1341521"/>
                <a:gd name="connsiteY1" fmla="*/ 540544 h 1019175"/>
                <a:gd name="connsiteX2" fmla="*/ 165183 w 1341521"/>
                <a:gd name="connsiteY2" fmla="*/ 709612 h 1019175"/>
                <a:gd name="connsiteX3" fmla="*/ 839076 w 1341521"/>
                <a:gd name="connsiteY3" fmla="*/ 1019175 h 1019175"/>
                <a:gd name="connsiteX4" fmla="*/ 1091490 w 1341521"/>
                <a:gd name="connsiteY4" fmla="*/ 788194 h 1019175"/>
                <a:gd name="connsiteX5" fmla="*/ 1084346 w 1341521"/>
                <a:gd name="connsiteY5" fmla="*/ 754856 h 1019175"/>
                <a:gd name="connsiteX6" fmla="*/ 1253415 w 1341521"/>
                <a:gd name="connsiteY6" fmla="*/ 473869 h 1019175"/>
                <a:gd name="connsiteX7" fmla="*/ 1272465 w 1341521"/>
                <a:gd name="connsiteY7" fmla="*/ 495300 h 1019175"/>
                <a:gd name="connsiteX8" fmla="*/ 1341521 w 1341521"/>
                <a:gd name="connsiteY8" fmla="*/ 385762 h 1019175"/>
                <a:gd name="connsiteX9" fmla="*/ 1322471 w 1341521"/>
                <a:gd name="connsiteY9" fmla="*/ 0 h 1019175"/>
                <a:gd name="connsiteX10" fmla="*/ 1115303 w 1341521"/>
                <a:gd name="connsiteY10" fmla="*/ 352425 h 1019175"/>
                <a:gd name="connsiteX11" fmla="*/ 886702 w 1341521"/>
                <a:gd name="connsiteY11" fmla="*/ 692944 h 1019175"/>
                <a:gd name="connsiteX12" fmla="*/ 731921 w 1341521"/>
                <a:gd name="connsiteY12" fmla="*/ 707231 h 1019175"/>
                <a:gd name="connsiteX13" fmla="*/ 188997 w 1341521"/>
                <a:gd name="connsiteY13" fmla="*/ 450055 h 1019175"/>
                <a:gd name="connsiteX14" fmla="*/ 877 w 1341521"/>
                <a:gd name="connsiteY14" fmla="*/ 314325 h 1019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41521" h="1019175">
                  <a:moveTo>
                    <a:pt x="877" y="314325"/>
                  </a:moveTo>
                  <a:cubicBezTo>
                    <a:pt x="52471" y="436959"/>
                    <a:pt x="63981" y="474663"/>
                    <a:pt x="91365" y="540544"/>
                  </a:cubicBezTo>
                  <a:cubicBezTo>
                    <a:pt x="118749" y="606425"/>
                    <a:pt x="135813" y="678260"/>
                    <a:pt x="165183" y="709612"/>
                  </a:cubicBezTo>
                  <a:cubicBezTo>
                    <a:pt x="349334" y="805258"/>
                    <a:pt x="708506" y="975122"/>
                    <a:pt x="839076" y="1019175"/>
                  </a:cubicBezTo>
                  <a:cubicBezTo>
                    <a:pt x="1014891" y="1010840"/>
                    <a:pt x="1055374" y="851297"/>
                    <a:pt x="1091490" y="788194"/>
                  </a:cubicBezTo>
                  <a:cubicBezTo>
                    <a:pt x="1096649" y="777479"/>
                    <a:pt x="1078791" y="766764"/>
                    <a:pt x="1084346" y="754856"/>
                  </a:cubicBezTo>
                  <a:cubicBezTo>
                    <a:pt x="1089901" y="742948"/>
                    <a:pt x="1236350" y="500459"/>
                    <a:pt x="1253415" y="473869"/>
                  </a:cubicBezTo>
                  <a:cubicBezTo>
                    <a:pt x="1270480" y="447279"/>
                    <a:pt x="1257781" y="509985"/>
                    <a:pt x="1272465" y="495300"/>
                  </a:cubicBezTo>
                  <a:cubicBezTo>
                    <a:pt x="1287149" y="480616"/>
                    <a:pt x="1308581" y="441325"/>
                    <a:pt x="1341521" y="385762"/>
                  </a:cubicBezTo>
                  <a:cubicBezTo>
                    <a:pt x="1338743" y="308769"/>
                    <a:pt x="1324852" y="40877"/>
                    <a:pt x="1322471" y="0"/>
                  </a:cubicBezTo>
                  <a:cubicBezTo>
                    <a:pt x="1305802" y="73423"/>
                    <a:pt x="1186344" y="240109"/>
                    <a:pt x="1115303" y="352425"/>
                  </a:cubicBezTo>
                  <a:cubicBezTo>
                    <a:pt x="1044262" y="464741"/>
                    <a:pt x="947821" y="631825"/>
                    <a:pt x="886702" y="692944"/>
                  </a:cubicBezTo>
                  <a:cubicBezTo>
                    <a:pt x="808914" y="725488"/>
                    <a:pt x="814868" y="716755"/>
                    <a:pt x="731921" y="707231"/>
                  </a:cubicBezTo>
                  <a:cubicBezTo>
                    <a:pt x="615637" y="666750"/>
                    <a:pt x="310838" y="515539"/>
                    <a:pt x="188997" y="450055"/>
                  </a:cubicBezTo>
                  <a:cubicBezTo>
                    <a:pt x="48106" y="384571"/>
                    <a:pt x="-7854" y="322659"/>
                    <a:pt x="877" y="314325"/>
                  </a:cubicBezTo>
                  <a:close/>
                </a:path>
              </a:pathLst>
            </a:custGeom>
            <a:solidFill>
              <a:srgbClr val="8D8E87"/>
            </a:solidFill>
            <a:ln w="0">
              <a:solidFill>
                <a:srgbClr val="8B8D8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3" name="椭圆 142"/>
            <p:cNvSpPr/>
            <p:nvPr/>
          </p:nvSpPr>
          <p:spPr>
            <a:xfrm rot="20690468">
              <a:off x="5174035" y="3509974"/>
              <a:ext cx="801583" cy="674237"/>
            </a:xfrm>
            <a:prstGeom prst="ellipse">
              <a:avLst/>
            </a:prstGeom>
            <a:gradFill>
              <a:gsLst>
                <a:gs pos="0">
                  <a:srgbClr val="97998B"/>
                </a:gs>
                <a:gs pos="100000">
                  <a:srgbClr val="BCBBAB"/>
                </a:gs>
              </a:gsLst>
              <a:lin ang="5400000" scaled="1"/>
            </a:gradFill>
            <a:ln w="22225">
              <a:gradFill flip="none" rotWithShape="1">
                <a:gsLst>
                  <a:gs pos="0">
                    <a:srgbClr val="D1D2C6"/>
                  </a:gs>
                  <a:gs pos="100000">
                    <a:srgbClr val="A5A797"/>
                  </a:gs>
                </a:gsLst>
                <a:path path="shape">
                  <a:fillToRect l="50000" t="50000" r="50000" b="50000"/>
                </a:path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144" name="组合 143"/>
            <p:cNvGrpSpPr/>
            <p:nvPr/>
          </p:nvGrpSpPr>
          <p:grpSpPr>
            <a:xfrm rot="463567">
              <a:off x="5379528" y="3664983"/>
              <a:ext cx="379472" cy="332890"/>
              <a:chOff x="5993655" y="2959309"/>
              <a:chExt cx="379472" cy="332890"/>
            </a:xfrm>
          </p:grpSpPr>
          <p:sp>
            <p:nvSpPr>
              <p:cNvPr id="146" name="任意多边形 145"/>
              <p:cNvSpPr/>
              <p:nvPr/>
            </p:nvSpPr>
            <p:spPr>
              <a:xfrm>
                <a:off x="5993655" y="2959309"/>
                <a:ext cx="119780" cy="221927"/>
              </a:xfrm>
              <a:custGeom>
                <a:avLst/>
                <a:gdLst>
                  <a:gd name="connsiteX0" fmla="*/ 0 w 138020"/>
                  <a:gd name="connsiteY0" fmla="*/ 221927 h 221927"/>
                  <a:gd name="connsiteX1" fmla="*/ 130175 w 138020"/>
                  <a:gd name="connsiteY1" fmla="*/ 12377 h 221927"/>
                  <a:gd name="connsiteX2" fmla="*/ 136525 w 138020"/>
                  <a:gd name="connsiteY2" fmla="*/ 12377 h 221927"/>
                  <a:gd name="connsiteX0" fmla="*/ 0 w 133367"/>
                  <a:gd name="connsiteY0" fmla="*/ 221927 h 221927"/>
                  <a:gd name="connsiteX1" fmla="*/ 130175 w 133367"/>
                  <a:gd name="connsiteY1" fmla="*/ 12377 h 221927"/>
                  <a:gd name="connsiteX2" fmla="*/ 105569 w 133367"/>
                  <a:gd name="connsiteY2" fmla="*/ 12377 h 221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3367" h="221927">
                    <a:moveTo>
                      <a:pt x="0" y="221927"/>
                    </a:moveTo>
                    <a:cubicBezTo>
                      <a:pt x="53710" y="134614"/>
                      <a:pt x="112580" y="47302"/>
                      <a:pt x="130175" y="12377"/>
                    </a:cubicBezTo>
                    <a:cubicBezTo>
                      <a:pt x="147770" y="-22548"/>
                      <a:pt x="85990" y="29310"/>
                      <a:pt x="105569" y="12377"/>
                    </a:cubicBezTo>
                  </a:path>
                </a:pathLst>
              </a:custGeom>
              <a:noFill/>
              <a:ln w="19050">
                <a:solidFill>
                  <a:srgbClr val="32352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" name="椭圆 146"/>
              <p:cNvSpPr/>
              <p:nvPr/>
            </p:nvSpPr>
            <p:spPr>
              <a:xfrm rot="1929490">
                <a:off x="6137300" y="2994418"/>
                <a:ext cx="88398" cy="250825"/>
              </a:xfrm>
              <a:prstGeom prst="ellipse">
                <a:avLst/>
              </a:prstGeom>
              <a:noFill/>
              <a:ln w="19050">
                <a:solidFill>
                  <a:srgbClr val="32352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" name="任意多边形 147"/>
              <p:cNvSpPr/>
              <p:nvPr/>
            </p:nvSpPr>
            <p:spPr>
              <a:xfrm>
                <a:off x="6253347" y="3070272"/>
                <a:ext cx="119780" cy="221927"/>
              </a:xfrm>
              <a:custGeom>
                <a:avLst/>
                <a:gdLst>
                  <a:gd name="connsiteX0" fmla="*/ 0 w 138020"/>
                  <a:gd name="connsiteY0" fmla="*/ 221927 h 221927"/>
                  <a:gd name="connsiteX1" fmla="*/ 130175 w 138020"/>
                  <a:gd name="connsiteY1" fmla="*/ 12377 h 221927"/>
                  <a:gd name="connsiteX2" fmla="*/ 136525 w 138020"/>
                  <a:gd name="connsiteY2" fmla="*/ 12377 h 221927"/>
                  <a:gd name="connsiteX0" fmla="*/ 0 w 133367"/>
                  <a:gd name="connsiteY0" fmla="*/ 221927 h 221927"/>
                  <a:gd name="connsiteX1" fmla="*/ 130175 w 133367"/>
                  <a:gd name="connsiteY1" fmla="*/ 12377 h 221927"/>
                  <a:gd name="connsiteX2" fmla="*/ 105569 w 133367"/>
                  <a:gd name="connsiteY2" fmla="*/ 12377 h 221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3367" h="221927">
                    <a:moveTo>
                      <a:pt x="0" y="221927"/>
                    </a:moveTo>
                    <a:cubicBezTo>
                      <a:pt x="53710" y="134614"/>
                      <a:pt x="112580" y="47302"/>
                      <a:pt x="130175" y="12377"/>
                    </a:cubicBezTo>
                    <a:cubicBezTo>
                      <a:pt x="147770" y="-22548"/>
                      <a:pt x="85990" y="29310"/>
                      <a:pt x="105569" y="12377"/>
                    </a:cubicBezTo>
                  </a:path>
                </a:pathLst>
              </a:custGeom>
              <a:noFill/>
              <a:ln w="19050">
                <a:solidFill>
                  <a:srgbClr val="32352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5" name="矩形 61"/>
            <p:cNvSpPr/>
            <p:nvPr/>
          </p:nvSpPr>
          <p:spPr>
            <a:xfrm rot="7311335">
              <a:off x="5880912" y="4308963"/>
              <a:ext cx="420647" cy="49844"/>
            </a:xfrm>
            <a:custGeom>
              <a:avLst/>
              <a:gdLst>
                <a:gd name="connsiteX0" fmla="*/ 0 w 356209"/>
                <a:gd name="connsiteY0" fmla="*/ 0 h 559594"/>
                <a:gd name="connsiteX1" fmla="*/ 356209 w 356209"/>
                <a:gd name="connsiteY1" fmla="*/ 0 h 559594"/>
                <a:gd name="connsiteX2" fmla="*/ 356209 w 356209"/>
                <a:gd name="connsiteY2" fmla="*/ 559594 h 559594"/>
                <a:gd name="connsiteX3" fmla="*/ 0 w 356209"/>
                <a:gd name="connsiteY3" fmla="*/ 559594 h 559594"/>
                <a:gd name="connsiteX4" fmla="*/ 0 w 356209"/>
                <a:gd name="connsiteY4" fmla="*/ 0 h 559594"/>
                <a:gd name="connsiteX0" fmla="*/ 338137 w 694346"/>
                <a:gd name="connsiteY0" fmla="*/ 0 h 566738"/>
                <a:gd name="connsiteX1" fmla="*/ 694346 w 694346"/>
                <a:gd name="connsiteY1" fmla="*/ 0 h 566738"/>
                <a:gd name="connsiteX2" fmla="*/ 694346 w 694346"/>
                <a:gd name="connsiteY2" fmla="*/ 559594 h 566738"/>
                <a:gd name="connsiteX3" fmla="*/ 0 w 694346"/>
                <a:gd name="connsiteY3" fmla="*/ 566738 h 566738"/>
                <a:gd name="connsiteX4" fmla="*/ 338137 w 694346"/>
                <a:gd name="connsiteY4" fmla="*/ 0 h 566738"/>
                <a:gd name="connsiteX0" fmla="*/ 338137 w 694346"/>
                <a:gd name="connsiteY0" fmla="*/ 0 h 566738"/>
                <a:gd name="connsiteX1" fmla="*/ 694346 w 694346"/>
                <a:gd name="connsiteY1" fmla="*/ 0 h 566738"/>
                <a:gd name="connsiteX2" fmla="*/ 382402 w 694346"/>
                <a:gd name="connsiteY2" fmla="*/ 564357 h 566738"/>
                <a:gd name="connsiteX3" fmla="*/ 0 w 694346"/>
                <a:gd name="connsiteY3" fmla="*/ 566738 h 566738"/>
                <a:gd name="connsiteX4" fmla="*/ 338137 w 694346"/>
                <a:gd name="connsiteY4" fmla="*/ 0 h 566738"/>
                <a:gd name="connsiteX0" fmla="*/ 463577 w 694346"/>
                <a:gd name="connsiteY0" fmla="*/ 3357 h 566738"/>
                <a:gd name="connsiteX1" fmla="*/ 694346 w 694346"/>
                <a:gd name="connsiteY1" fmla="*/ 0 h 566738"/>
                <a:gd name="connsiteX2" fmla="*/ 382402 w 694346"/>
                <a:gd name="connsiteY2" fmla="*/ 564357 h 566738"/>
                <a:gd name="connsiteX3" fmla="*/ 0 w 694346"/>
                <a:gd name="connsiteY3" fmla="*/ 566738 h 566738"/>
                <a:gd name="connsiteX4" fmla="*/ 463577 w 694346"/>
                <a:gd name="connsiteY4" fmla="*/ 3357 h 566738"/>
                <a:gd name="connsiteX0" fmla="*/ 463577 w 744441"/>
                <a:gd name="connsiteY0" fmla="*/ 0 h 563381"/>
                <a:gd name="connsiteX1" fmla="*/ 744441 w 744441"/>
                <a:gd name="connsiteY1" fmla="*/ 144941 h 563381"/>
                <a:gd name="connsiteX2" fmla="*/ 382402 w 744441"/>
                <a:gd name="connsiteY2" fmla="*/ 561000 h 563381"/>
                <a:gd name="connsiteX3" fmla="*/ 0 w 744441"/>
                <a:gd name="connsiteY3" fmla="*/ 563381 h 563381"/>
                <a:gd name="connsiteX4" fmla="*/ 463577 w 744441"/>
                <a:gd name="connsiteY4" fmla="*/ 0 h 563381"/>
                <a:gd name="connsiteX0" fmla="*/ 85748 w 744441"/>
                <a:gd name="connsiteY0" fmla="*/ 325326 h 418440"/>
                <a:gd name="connsiteX1" fmla="*/ 744441 w 744441"/>
                <a:gd name="connsiteY1" fmla="*/ 0 h 418440"/>
                <a:gd name="connsiteX2" fmla="*/ 382402 w 744441"/>
                <a:gd name="connsiteY2" fmla="*/ 416059 h 418440"/>
                <a:gd name="connsiteX3" fmla="*/ 0 w 744441"/>
                <a:gd name="connsiteY3" fmla="*/ 418440 h 418440"/>
                <a:gd name="connsiteX4" fmla="*/ 85748 w 744441"/>
                <a:gd name="connsiteY4" fmla="*/ 325326 h 418440"/>
                <a:gd name="connsiteX0" fmla="*/ 85748 w 457314"/>
                <a:gd name="connsiteY0" fmla="*/ 0 h 93114"/>
                <a:gd name="connsiteX1" fmla="*/ 457314 w 457314"/>
                <a:gd name="connsiteY1" fmla="*/ 15691 h 93114"/>
                <a:gd name="connsiteX2" fmla="*/ 382402 w 457314"/>
                <a:gd name="connsiteY2" fmla="*/ 90733 h 93114"/>
                <a:gd name="connsiteX3" fmla="*/ 0 w 457314"/>
                <a:gd name="connsiteY3" fmla="*/ 93114 h 93114"/>
                <a:gd name="connsiteX4" fmla="*/ 85748 w 457314"/>
                <a:gd name="connsiteY4" fmla="*/ 0 h 93114"/>
                <a:gd name="connsiteX0" fmla="*/ 34994 w 457314"/>
                <a:gd name="connsiteY0" fmla="*/ 16405 h 77423"/>
                <a:gd name="connsiteX1" fmla="*/ 457314 w 457314"/>
                <a:gd name="connsiteY1" fmla="*/ 0 h 77423"/>
                <a:gd name="connsiteX2" fmla="*/ 382402 w 457314"/>
                <a:gd name="connsiteY2" fmla="*/ 75042 h 77423"/>
                <a:gd name="connsiteX3" fmla="*/ 0 w 457314"/>
                <a:gd name="connsiteY3" fmla="*/ 77423 h 77423"/>
                <a:gd name="connsiteX4" fmla="*/ 34994 w 457314"/>
                <a:gd name="connsiteY4" fmla="*/ 16405 h 77423"/>
                <a:gd name="connsiteX0" fmla="*/ 34994 w 414683"/>
                <a:gd name="connsiteY0" fmla="*/ 1 h 61019"/>
                <a:gd name="connsiteX1" fmla="*/ 414683 w 414683"/>
                <a:gd name="connsiteY1" fmla="*/ 13502 h 61019"/>
                <a:gd name="connsiteX2" fmla="*/ 382402 w 414683"/>
                <a:gd name="connsiteY2" fmla="*/ 58638 h 61019"/>
                <a:gd name="connsiteX3" fmla="*/ 0 w 414683"/>
                <a:gd name="connsiteY3" fmla="*/ 61019 h 61019"/>
                <a:gd name="connsiteX4" fmla="*/ 34994 w 414683"/>
                <a:gd name="connsiteY4" fmla="*/ 1 h 61019"/>
                <a:gd name="connsiteX0" fmla="*/ 35233 w 414683"/>
                <a:gd name="connsiteY0" fmla="*/ 3886 h 47516"/>
                <a:gd name="connsiteX1" fmla="*/ 414683 w 414683"/>
                <a:gd name="connsiteY1" fmla="*/ -1 h 47516"/>
                <a:gd name="connsiteX2" fmla="*/ 382402 w 414683"/>
                <a:gd name="connsiteY2" fmla="*/ 45135 h 47516"/>
                <a:gd name="connsiteX3" fmla="*/ 0 w 414683"/>
                <a:gd name="connsiteY3" fmla="*/ 47516 h 47516"/>
                <a:gd name="connsiteX4" fmla="*/ 35233 w 414683"/>
                <a:gd name="connsiteY4" fmla="*/ 3886 h 47516"/>
                <a:gd name="connsiteX0" fmla="*/ 35233 w 416622"/>
                <a:gd name="connsiteY0" fmla="*/ 0 h 43630"/>
                <a:gd name="connsiteX1" fmla="*/ 416622 w 416622"/>
                <a:gd name="connsiteY1" fmla="*/ 5285 h 43630"/>
                <a:gd name="connsiteX2" fmla="*/ 382402 w 416622"/>
                <a:gd name="connsiteY2" fmla="*/ 41249 h 43630"/>
                <a:gd name="connsiteX3" fmla="*/ 0 w 416622"/>
                <a:gd name="connsiteY3" fmla="*/ 43630 h 43630"/>
                <a:gd name="connsiteX4" fmla="*/ 35233 w 416622"/>
                <a:gd name="connsiteY4" fmla="*/ 0 h 43630"/>
                <a:gd name="connsiteX0" fmla="*/ 32140 w 416622"/>
                <a:gd name="connsiteY0" fmla="*/ 396 h 38345"/>
                <a:gd name="connsiteX1" fmla="*/ 416622 w 416622"/>
                <a:gd name="connsiteY1" fmla="*/ 0 h 38345"/>
                <a:gd name="connsiteX2" fmla="*/ 382402 w 416622"/>
                <a:gd name="connsiteY2" fmla="*/ 35964 h 38345"/>
                <a:gd name="connsiteX3" fmla="*/ 0 w 416622"/>
                <a:gd name="connsiteY3" fmla="*/ 38345 h 38345"/>
                <a:gd name="connsiteX4" fmla="*/ 32140 w 416622"/>
                <a:gd name="connsiteY4" fmla="*/ 396 h 38345"/>
                <a:gd name="connsiteX0" fmla="*/ 53050 w 437532"/>
                <a:gd name="connsiteY0" fmla="*/ 396 h 38904"/>
                <a:gd name="connsiteX1" fmla="*/ 437532 w 437532"/>
                <a:gd name="connsiteY1" fmla="*/ 0 h 38904"/>
                <a:gd name="connsiteX2" fmla="*/ 403312 w 437532"/>
                <a:gd name="connsiteY2" fmla="*/ 35964 h 38904"/>
                <a:gd name="connsiteX3" fmla="*/ 0 w 437532"/>
                <a:gd name="connsiteY3" fmla="*/ 38904 h 38904"/>
                <a:gd name="connsiteX4" fmla="*/ 53050 w 437532"/>
                <a:gd name="connsiteY4" fmla="*/ 396 h 38904"/>
                <a:gd name="connsiteX0" fmla="*/ 57992 w 442474"/>
                <a:gd name="connsiteY0" fmla="*/ 396 h 36696"/>
                <a:gd name="connsiteX1" fmla="*/ 442474 w 442474"/>
                <a:gd name="connsiteY1" fmla="*/ 0 h 36696"/>
                <a:gd name="connsiteX2" fmla="*/ 408254 w 442474"/>
                <a:gd name="connsiteY2" fmla="*/ 35964 h 36696"/>
                <a:gd name="connsiteX3" fmla="*/ -1 w 442474"/>
                <a:gd name="connsiteY3" fmla="*/ 36696 h 36696"/>
                <a:gd name="connsiteX4" fmla="*/ 57992 w 442474"/>
                <a:gd name="connsiteY4" fmla="*/ 396 h 36696"/>
                <a:gd name="connsiteX0" fmla="*/ 57993 w 458442"/>
                <a:gd name="connsiteY0" fmla="*/ 3164 h 39464"/>
                <a:gd name="connsiteX1" fmla="*/ 458442 w 458442"/>
                <a:gd name="connsiteY1" fmla="*/ 0 h 39464"/>
                <a:gd name="connsiteX2" fmla="*/ 408255 w 458442"/>
                <a:gd name="connsiteY2" fmla="*/ 38732 h 39464"/>
                <a:gd name="connsiteX3" fmla="*/ 0 w 458442"/>
                <a:gd name="connsiteY3" fmla="*/ 39464 h 39464"/>
                <a:gd name="connsiteX4" fmla="*/ 57993 w 458442"/>
                <a:gd name="connsiteY4" fmla="*/ 3164 h 39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442" h="39464">
                  <a:moveTo>
                    <a:pt x="57993" y="3164"/>
                  </a:moveTo>
                  <a:lnTo>
                    <a:pt x="458442" y="0"/>
                  </a:lnTo>
                  <a:lnTo>
                    <a:pt x="408255" y="38732"/>
                  </a:lnTo>
                  <a:lnTo>
                    <a:pt x="0" y="39464"/>
                  </a:lnTo>
                  <a:lnTo>
                    <a:pt x="57993" y="316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149" name="图片 148" descr="查看源图像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8" t="12792" r="17333" b="13562"/>
          <a:stretch>
            <a:fillRect/>
          </a:stretch>
        </p:blipFill>
        <p:spPr bwMode="auto">
          <a:xfrm>
            <a:off x="1493408" y="4036145"/>
            <a:ext cx="1904602" cy="1590827"/>
          </a:xfrm>
          <a:custGeom>
            <a:avLst/>
            <a:gdLst>
              <a:gd name="connsiteX0" fmla="*/ 0 w 3247594"/>
              <a:gd name="connsiteY0" fmla="*/ 0 h 2712566"/>
              <a:gd name="connsiteX1" fmla="*/ 3247594 w 3247594"/>
              <a:gd name="connsiteY1" fmla="*/ 0 h 2712566"/>
              <a:gd name="connsiteX2" fmla="*/ 3247594 w 3247594"/>
              <a:gd name="connsiteY2" fmla="*/ 2712566 h 2712566"/>
              <a:gd name="connsiteX3" fmla="*/ 0 w 3247594"/>
              <a:gd name="connsiteY3" fmla="*/ 2712566 h 2712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7594" h="2712566">
                <a:moveTo>
                  <a:pt x="0" y="0"/>
                </a:moveTo>
                <a:lnTo>
                  <a:pt x="3247594" y="0"/>
                </a:lnTo>
                <a:lnTo>
                  <a:pt x="3247594" y="2712566"/>
                </a:lnTo>
                <a:lnTo>
                  <a:pt x="0" y="271256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0" name="组合 159"/>
          <p:cNvGrpSpPr/>
          <p:nvPr/>
        </p:nvGrpSpPr>
        <p:grpSpPr>
          <a:xfrm>
            <a:off x="5315935" y="2094047"/>
            <a:ext cx="2846008" cy="3709052"/>
            <a:chOff x="5315935" y="2094047"/>
            <a:chExt cx="2846008" cy="3709052"/>
          </a:xfrm>
        </p:grpSpPr>
        <p:grpSp>
          <p:nvGrpSpPr>
            <p:cNvPr id="89" name="组合 88"/>
            <p:cNvGrpSpPr/>
            <p:nvPr/>
          </p:nvGrpSpPr>
          <p:grpSpPr>
            <a:xfrm>
              <a:off x="5734978" y="4879710"/>
              <a:ext cx="1753037" cy="923389"/>
              <a:chOff x="2362927" y="4768729"/>
              <a:chExt cx="1753037" cy="923389"/>
            </a:xfrm>
          </p:grpSpPr>
          <p:sp>
            <p:nvSpPr>
              <p:cNvPr id="90" name="椭圆 89"/>
              <p:cNvSpPr/>
              <p:nvPr/>
            </p:nvSpPr>
            <p:spPr>
              <a:xfrm>
                <a:off x="2362927" y="4768729"/>
                <a:ext cx="325160" cy="923389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椭圆 90"/>
              <p:cNvSpPr/>
              <p:nvPr/>
            </p:nvSpPr>
            <p:spPr>
              <a:xfrm>
                <a:off x="2414021" y="4969935"/>
                <a:ext cx="159682" cy="52774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椭圆 91"/>
              <p:cNvSpPr/>
              <p:nvPr/>
            </p:nvSpPr>
            <p:spPr>
              <a:xfrm>
                <a:off x="2414719" y="5126488"/>
                <a:ext cx="99973" cy="19912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93" name="任意多边形 92"/>
              <p:cNvSpPr/>
              <p:nvPr/>
            </p:nvSpPr>
            <p:spPr>
              <a:xfrm>
                <a:off x="2544640" y="4768729"/>
                <a:ext cx="1571324" cy="923389"/>
              </a:xfrm>
              <a:custGeom>
                <a:avLst/>
                <a:gdLst>
                  <a:gd name="connsiteX0" fmla="*/ 0 w 751645"/>
                  <a:gd name="connsiteY0" fmla="*/ 0 h 422278"/>
                  <a:gd name="connsiteX1" fmla="*/ 686044 w 751645"/>
                  <a:gd name="connsiteY1" fmla="*/ 0 h 422278"/>
                  <a:gd name="connsiteX2" fmla="*/ 751645 w 751645"/>
                  <a:gd name="connsiteY2" fmla="*/ 211139 h 422278"/>
                  <a:gd name="connsiteX3" fmla="*/ 686044 w 751645"/>
                  <a:gd name="connsiteY3" fmla="*/ 422278 h 422278"/>
                  <a:gd name="connsiteX4" fmla="*/ 686041 w 751645"/>
                  <a:gd name="connsiteY4" fmla="*/ 422277 h 422278"/>
                  <a:gd name="connsiteX5" fmla="*/ 0 w 751645"/>
                  <a:gd name="connsiteY5" fmla="*/ 422277 h 422278"/>
                  <a:gd name="connsiteX6" fmla="*/ 0 w 751645"/>
                  <a:gd name="connsiteY6" fmla="*/ 419773 h 422278"/>
                  <a:gd name="connsiteX7" fmla="*/ 6235 w 751645"/>
                  <a:gd name="connsiteY7" fmla="*/ 417989 h 422278"/>
                  <a:gd name="connsiteX8" fmla="*/ 65601 w 751645"/>
                  <a:gd name="connsiteY8" fmla="*/ 211139 h 422278"/>
                  <a:gd name="connsiteX9" fmla="*/ 6235 w 751645"/>
                  <a:gd name="connsiteY9" fmla="*/ 4290 h 422278"/>
                  <a:gd name="connsiteX10" fmla="*/ 0 w 751645"/>
                  <a:gd name="connsiteY10" fmla="*/ 2505 h 4222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1645" h="422278">
                    <a:moveTo>
                      <a:pt x="0" y="0"/>
                    </a:moveTo>
                    <a:lnTo>
                      <a:pt x="686044" y="0"/>
                    </a:lnTo>
                    <a:cubicBezTo>
                      <a:pt x="722274" y="0"/>
                      <a:pt x="751645" y="94530"/>
                      <a:pt x="751645" y="211139"/>
                    </a:cubicBezTo>
                    <a:cubicBezTo>
                      <a:pt x="751645" y="327748"/>
                      <a:pt x="722274" y="422278"/>
                      <a:pt x="686044" y="422278"/>
                    </a:cubicBezTo>
                    <a:lnTo>
                      <a:pt x="686041" y="422277"/>
                    </a:lnTo>
                    <a:lnTo>
                      <a:pt x="0" y="422277"/>
                    </a:lnTo>
                    <a:lnTo>
                      <a:pt x="0" y="419773"/>
                    </a:lnTo>
                    <a:lnTo>
                      <a:pt x="6235" y="417989"/>
                    </a:lnTo>
                    <a:cubicBezTo>
                      <a:pt x="40115" y="398301"/>
                      <a:pt x="65601" y="313172"/>
                      <a:pt x="65601" y="211139"/>
                    </a:cubicBezTo>
                    <a:cubicBezTo>
                      <a:pt x="65601" y="109106"/>
                      <a:pt x="40115" y="23978"/>
                      <a:pt x="6235" y="4290"/>
                    </a:cubicBezTo>
                    <a:lnTo>
                      <a:pt x="0" y="2505"/>
                    </a:lnTo>
                    <a:close/>
                  </a:path>
                </a:pathLst>
              </a:custGeom>
              <a:gradFill>
                <a:gsLst>
                  <a:gs pos="26000">
                    <a:schemeClr val="accent1">
                      <a:lumMod val="5000"/>
                      <a:lumOff val="95000"/>
                    </a:schemeClr>
                  </a:gs>
                  <a:gs pos="93000">
                    <a:schemeClr val="accent6"/>
                  </a:gs>
                </a:gsLst>
                <a:lin ang="5400000" scaled="1"/>
              </a:gra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94" name="椭圆 93"/>
              <p:cNvSpPr/>
              <p:nvPr/>
            </p:nvSpPr>
            <p:spPr>
              <a:xfrm>
                <a:off x="3655422" y="5022820"/>
                <a:ext cx="369512" cy="36951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椭圆 94"/>
              <p:cNvSpPr/>
              <p:nvPr/>
            </p:nvSpPr>
            <p:spPr>
              <a:xfrm>
                <a:off x="2777942" y="5022822"/>
                <a:ext cx="369512" cy="36951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6" name="直接连接符 95"/>
              <p:cNvCxnSpPr/>
              <p:nvPr/>
            </p:nvCxnSpPr>
            <p:spPr>
              <a:xfrm>
                <a:off x="2845445" y="5207577"/>
                <a:ext cx="22911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接连接符 96"/>
              <p:cNvCxnSpPr/>
              <p:nvPr/>
            </p:nvCxnSpPr>
            <p:spPr>
              <a:xfrm>
                <a:off x="3725622" y="5199858"/>
                <a:ext cx="22911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直接连接符 97"/>
              <p:cNvCxnSpPr/>
              <p:nvPr/>
            </p:nvCxnSpPr>
            <p:spPr>
              <a:xfrm>
                <a:off x="2959998" y="5080876"/>
                <a:ext cx="0" cy="24473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" name="组合 154"/>
            <p:cNvGrpSpPr/>
            <p:nvPr/>
          </p:nvGrpSpPr>
          <p:grpSpPr>
            <a:xfrm>
              <a:off x="5315935" y="2094047"/>
              <a:ext cx="2398972" cy="1612863"/>
              <a:chOff x="5315935" y="2094047"/>
              <a:chExt cx="2398972" cy="1612863"/>
            </a:xfrm>
          </p:grpSpPr>
          <p:sp>
            <p:nvSpPr>
              <p:cNvPr id="128" name="任意多边形 127"/>
              <p:cNvSpPr/>
              <p:nvPr/>
            </p:nvSpPr>
            <p:spPr>
              <a:xfrm>
                <a:off x="5770310" y="2094047"/>
                <a:ext cx="583009" cy="1612863"/>
              </a:xfrm>
              <a:custGeom>
                <a:avLst/>
                <a:gdLst>
                  <a:gd name="connsiteX0" fmla="*/ 2192 w 582624"/>
                  <a:gd name="connsiteY0" fmla="*/ 36522 h 1656991"/>
                  <a:gd name="connsiteX1" fmla="*/ 159354 w 582624"/>
                  <a:gd name="connsiteY1" fmla="*/ 31759 h 1656991"/>
                  <a:gd name="connsiteX2" fmla="*/ 402242 w 582624"/>
                  <a:gd name="connsiteY2" fmla="*/ 236547 h 1656991"/>
                  <a:gd name="connsiteX3" fmla="*/ 578454 w 582624"/>
                  <a:gd name="connsiteY3" fmla="*/ 784234 h 1656991"/>
                  <a:gd name="connsiteX4" fmla="*/ 511779 w 582624"/>
                  <a:gd name="connsiteY4" fmla="*/ 1484322 h 1656991"/>
                  <a:gd name="connsiteX5" fmla="*/ 340329 w 582624"/>
                  <a:gd name="connsiteY5" fmla="*/ 1651009 h 1656991"/>
                  <a:gd name="connsiteX6" fmla="*/ 221267 w 582624"/>
                  <a:gd name="connsiteY6" fmla="*/ 1608147 h 1656991"/>
                  <a:gd name="connsiteX7" fmla="*/ 283179 w 582624"/>
                  <a:gd name="connsiteY7" fmla="*/ 1493847 h 1656991"/>
                  <a:gd name="connsiteX8" fmla="*/ 354617 w 582624"/>
                  <a:gd name="connsiteY8" fmla="*/ 1236672 h 1656991"/>
                  <a:gd name="connsiteX9" fmla="*/ 378429 w 582624"/>
                  <a:gd name="connsiteY9" fmla="*/ 846147 h 1656991"/>
                  <a:gd name="connsiteX10" fmla="*/ 273654 w 582624"/>
                  <a:gd name="connsiteY10" fmla="*/ 374659 h 1656991"/>
                  <a:gd name="connsiteX11" fmla="*/ 2192 w 582624"/>
                  <a:gd name="connsiteY11" fmla="*/ 36522 h 1656991"/>
                  <a:gd name="connsiteX0" fmla="*/ 2192 w 582624"/>
                  <a:gd name="connsiteY0" fmla="*/ 36522 h 1656991"/>
                  <a:gd name="connsiteX1" fmla="*/ 159354 w 582624"/>
                  <a:gd name="connsiteY1" fmla="*/ 31759 h 1656991"/>
                  <a:gd name="connsiteX2" fmla="*/ 402242 w 582624"/>
                  <a:gd name="connsiteY2" fmla="*/ 236547 h 1656991"/>
                  <a:gd name="connsiteX3" fmla="*/ 578454 w 582624"/>
                  <a:gd name="connsiteY3" fmla="*/ 784234 h 1656991"/>
                  <a:gd name="connsiteX4" fmla="*/ 511779 w 582624"/>
                  <a:gd name="connsiteY4" fmla="*/ 1484322 h 1656991"/>
                  <a:gd name="connsiteX5" fmla="*/ 340329 w 582624"/>
                  <a:gd name="connsiteY5" fmla="*/ 1651009 h 1656991"/>
                  <a:gd name="connsiteX6" fmla="*/ 221267 w 582624"/>
                  <a:gd name="connsiteY6" fmla="*/ 1608147 h 1656991"/>
                  <a:gd name="connsiteX7" fmla="*/ 283179 w 582624"/>
                  <a:gd name="connsiteY7" fmla="*/ 1493847 h 1656991"/>
                  <a:gd name="connsiteX8" fmla="*/ 354617 w 582624"/>
                  <a:gd name="connsiteY8" fmla="*/ 1236672 h 1656991"/>
                  <a:gd name="connsiteX9" fmla="*/ 378429 w 582624"/>
                  <a:gd name="connsiteY9" fmla="*/ 846147 h 1656991"/>
                  <a:gd name="connsiteX10" fmla="*/ 273654 w 582624"/>
                  <a:gd name="connsiteY10" fmla="*/ 374659 h 1656991"/>
                  <a:gd name="connsiteX11" fmla="*/ 2192 w 582624"/>
                  <a:gd name="connsiteY11" fmla="*/ 36522 h 1656991"/>
                  <a:gd name="connsiteX0" fmla="*/ 0 w 580432"/>
                  <a:gd name="connsiteY0" fmla="*/ 20487 h 1640956"/>
                  <a:gd name="connsiteX1" fmla="*/ 157162 w 580432"/>
                  <a:gd name="connsiteY1" fmla="*/ 15724 h 1640956"/>
                  <a:gd name="connsiteX2" fmla="*/ 400050 w 580432"/>
                  <a:gd name="connsiteY2" fmla="*/ 220512 h 1640956"/>
                  <a:gd name="connsiteX3" fmla="*/ 576262 w 580432"/>
                  <a:gd name="connsiteY3" fmla="*/ 768199 h 1640956"/>
                  <a:gd name="connsiteX4" fmla="*/ 509587 w 580432"/>
                  <a:gd name="connsiteY4" fmla="*/ 1468287 h 1640956"/>
                  <a:gd name="connsiteX5" fmla="*/ 338137 w 580432"/>
                  <a:gd name="connsiteY5" fmla="*/ 1634974 h 1640956"/>
                  <a:gd name="connsiteX6" fmla="*/ 219075 w 580432"/>
                  <a:gd name="connsiteY6" fmla="*/ 1592112 h 1640956"/>
                  <a:gd name="connsiteX7" fmla="*/ 280987 w 580432"/>
                  <a:gd name="connsiteY7" fmla="*/ 1477812 h 1640956"/>
                  <a:gd name="connsiteX8" fmla="*/ 352425 w 580432"/>
                  <a:gd name="connsiteY8" fmla="*/ 1220637 h 1640956"/>
                  <a:gd name="connsiteX9" fmla="*/ 376237 w 580432"/>
                  <a:gd name="connsiteY9" fmla="*/ 830112 h 1640956"/>
                  <a:gd name="connsiteX10" fmla="*/ 271462 w 580432"/>
                  <a:gd name="connsiteY10" fmla="*/ 358624 h 1640956"/>
                  <a:gd name="connsiteX11" fmla="*/ 0 w 580432"/>
                  <a:gd name="connsiteY11" fmla="*/ 20487 h 1640956"/>
                  <a:gd name="connsiteX0" fmla="*/ 0 w 580432"/>
                  <a:gd name="connsiteY0" fmla="*/ 5954 h 1626423"/>
                  <a:gd name="connsiteX1" fmla="*/ 157162 w 580432"/>
                  <a:gd name="connsiteY1" fmla="*/ 1191 h 1626423"/>
                  <a:gd name="connsiteX2" fmla="*/ 400050 w 580432"/>
                  <a:gd name="connsiteY2" fmla="*/ 205979 h 1626423"/>
                  <a:gd name="connsiteX3" fmla="*/ 576262 w 580432"/>
                  <a:gd name="connsiteY3" fmla="*/ 753666 h 1626423"/>
                  <a:gd name="connsiteX4" fmla="*/ 509587 w 580432"/>
                  <a:gd name="connsiteY4" fmla="*/ 1453754 h 1626423"/>
                  <a:gd name="connsiteX5" fmla="*/ 338137 w 580432"/>
                  <a:gd name="connsiteY5" fmla="*/ 1620441 h 1626423"/>
                  <a:gd name="connsiteX6" fmla="*/ 219075 w 580432"/>
                  <a:gd name="connsiteY6" fmla="*/ 1577579 h 1626423"/>
                  <a:gd name="connsiteX7" fmla="*/ 280987 w 580432"/>
                  <a:gd name="connsiteY7" fmla="*/ 1463279 h 1626423"/>
                  <a:gd name="connsiteX8" fmla="*/ 352425 w 580432"/>
                  <a:gd name="connsiteY8" fmla="*/ 1206104 h 1626423"/>
                  <a:gd name="connsiteX9" fmla="*/ 376237 w 580432"/>
                  <a:gd name="connsiteY9" fmla="*/ 815579 h 1626423"/>
                  <a:gd name="connsiteX10" fmla="*/ 271462 w 580432"/>
                  <a:gd name="connsiteY10" fmla="*/ 344091 h 1626423"/>
                  <a:gd name="connsiteX11" fmla="*/ 0 w 580432"/>
                  <a:gd name="connsiteY11" fmla="*/ 5954 h 1626423"/>
                  <a:gd name="connsiteX0" fmla="*/ 0 w 580432"/>
                  <a:gd name="connsiteY0" fmla="*/ 5954 h 1626423"/>
                  <a:gd name="connsiteX1" fmla="*/ 157162 w 580432"/>
                  <a:gd name="connsiteY1" fmla="*/ 1191 h 1626423"/>
                  <a:gd name="connsiteX2" fmla="*/ 400050 w 580432"/>
                  <a:gd name="connsiteY2" fmla="*/ 205979 h 1626423"/>
                  <a:gd name="connsiteX3" fmla="*/ 576262 w 580432"/>
                  <a:gd name="connsiteY3" fmla="*/ 753666 h 1626423"/>
                  <a:gd name="connsiteX4" fmla="*/ 509587 w 580432"/>
                  <a:gd name="connsiteY4" fmla="*/ 1453754 h 1626423"/>
                  <a:gd name="connsiteX5" fmla="*/ 338137 w 580432"/>
                  <a:gd name="connsiteY5" fmla="*/ 1620441 h 1626423"/>
                  <a:gd name="connsiteX6" fmla="*/ 219075 w 580432"/>
                  <a:gd name="connsiteY6" fmla="*/ 1577579 h 1626423"/>
                  <a:gd name="connsiteX7" fmla="*/ 280987 w 580432"/>
                  <a:gd name="connsiteY7" fmla="*/ 1463279 h 1626423"/>
                  <a:gd name="connsiteX8" fmla="*/ 352425 w 580432"/>
                  <a:gd name="connsiteY8" fmla="*/ 1206104 h 1626423"/>
                  <a:gd name="connsiteX9" fmla="*/ 376237 w 580432"/>
                  <a:gd name="connsiteY9" fmla="*/ 815579 h 1626423"/>
                  <a:gd name="connsiteX10" fmla="*/ 271462 w 580432"/>
                  <a:gd name="connsiteY10" fmla="*/ 344091 h 1626423"/>
                  <a:gd name="connsiteX11" fmla="*/ 0 w 580432"/>
                  <a:gd name="connsiteY11" fmla="*/ 5954 h 1626423"/>
                  <a:gd name="connsiteX0" fmla="*/ 0 w 580432"/>
                  <a:gd name="connsiteY0" fmla="*/ 5954 h 1626423"/>
                  <a:gd name="connsiteX1" fmla="*/ 157162 w 580432"/>
                  <a:gd name="connsiteY1" fmla="*/ 1191 h 1626423"/>
                  <a:gd name="connsiteX2" fmla="*/ 400050 w 580432"/>
                  <a:gd name="connsiteY2" fmla="*/ 205979 h 1626423"/>
                  <a:gd name="connsiteX3" fmla="*/ 576262 w 580432"/>
                  <a:gd name="connsiteY3" fmla="*/ 753666 h 1626423"/>
                  <a:gd name="connsiteX4" fmla="*/ 509587 w 580432"/>
                  <a:gd name="connsiteY4" fmla="*/ 1453754 h 1626423"/>
                  <a:gd name="connsiteX5" fmla="*/ 338137 w 580432"/>
                  <a:gd name="connsiteY5" fmla="*/ 1620441 h 1626423"/>
                  <a:gd name="connsiteX6" fmla="*/ 219075 w 580432"/>
                  <a:gd name="connsiteY6" fmla="*/ 1577579 h 1626423"/>
                  <a:gd name="connsiteX7" fmla="*/ 280987 w 580432"/>
                  <a:gd name="connsiteY7" fmla="*/ 1463279 h 1626423"/>
                  <a:gd name="connsiteX8" fmla="*/ 352425 w 580432"/>
                  <a:gd name="connsiteY8" fmla="*/ 1206104 h 1626423"/>
                  <a:gd name="connsiteX9" fmla="*/ 376237 w 580432"/>
                  <a:gd name="connsiteY9" fmla="*/ 815579 h 1626423"/>
                  <a:gd name="connsiteX10" fmla="*/ 271462 w 580432"/>
                  <a:gd name="connsiteY10" fmla="*/ 344091 h 1626423"/>
                  <a:gd name="connsiteX11" fmla="*/ 0 w 580432"/>
                  <a:gd name="connsiteY11" fmla="*/ 5954 h 1626423"/>
                  <a:gd name="connsiteX0" fmla="*/ 0 w 580923"/>
                  <a:gd name="connsiteY0" fmla="*/ 5954 h 1626423"/>
                  <a:gd name="connsiteX1" fmla="*/ 157162 w 580923"/>
                  <a:gd name="connsiteY1" fmla="*/ 1191 h 1626423"/>
                  <a:gd name="connsiteX2" fmla="*/ 400050 w 580923"/>
                  <a:gd name="connsiteY2" fmla="*/ 205979 h 1626423"/>
                  <a:gd name="connsiteX3" fmla="*/ 576262 w 580923"/>
                  <a:gd name="connsiteY3" fmla="*/ 753666 h 1626423"/>
                  <a:gd name="connsiteX4" fmla="*/ 509587 w 580923"/>
                  <a:gd name="connsiteY4" fmla="*/ 1453754 h 1626423"/>
                  <a:gd name="connsiteX5" fmla="*/ 338137 w 580923"/>
                  <a:gd name="connsiteY5" fmla="*/ 1620441 h 1626423"/>
                  <a:gd name="connsiteX6" fmla="*/ 219075 w 580923"/>
                  <a:gd name="connsiteY6" fmla="*/ 1577579 h 1626423"/>
                  <a:gd name="connsiteX7" fmla="*/ 280987 w 580923"/>
                  <a:gd name="connsiteY7" fmla="*/ 1463279 h 1626423"/>
                  <a:gd name="connsiteX8" fmla="*/ 352425 w 580923"/>
                  <a:gd name="connsiteY8" fmla="*/ 1206104 h 1626423"/>
                  <a:gd name="connsiteX9" fmla="*/ 376237 w 580923"/>
                  <a:gd name="connsiteY9" fmla="*/ 815579 h 1626423"/>
                  <a:gd name="connsiteX10" fmla="*/ 271462 w 580923"/>
                  <a:gd name="connsiteY10" fmla="*/ 344091 h 1626423"/>
                  <a:gd name="connsiteX11" fmla="*/ 0 w 580923"/>
                  <a:gd name="connsiteY11" fmla="*/ 5954 h 1626423"/>
                  <a:gd name="connsiteX0" fmla="*/ 0 w 580923"/>
                  <a:gd name="connsiteY0" fmla="*/ 5954 h 1620536"/>
                  <a:gd name="connsiteX1" fmla="*/ 157162 w 580923"/>
                  <a:gd name="connsiteY1" fmla="*/ 1191 h 1620536"/>
                  <a:gd name="connsiteX2" fmla="*/ 400050 w 580923"/>
                  <a:gd name="connsiteY2" fmla="*/ 205979 h 1620536"/>
                  <a:gd name="connsiteX3" fmla="*/ 576262 w 580923"/>
                  <a:gd name="connsiteY3" fmla="*/ 753666 h 1620536"/>
                  <a:gd name="connsiteX4" fmla="*/ 509587 w 580923"/>
                  <a:gd name="connsiteY4" fmla="*/ 1453754 h 1620536"/>
                  <a:gd name="connsiteX5" fmla="*/ 338137 w 580923"/>
                  <a:gd name="connsiteY5" fmla="*/ 1620441 h 1620536"/>
                  <a:gd name="connsiteX6" fmla="*/ 219075 w 580923"/>
                  <a:gd name="connsiteY6" fmla="*/ 1577579 h 1620536"/>
                  <a:gd name="connsiteX7" fmla="*/ 280987 w 580923"/>
                  <a:gd name="connsiteY7" fmla="*/ 1463279 h 1620536"/>
                  <a:gd name="connsiteX8" fmla="*/ 352425 w 580923"/>
                  <a:gd name="connsiteY8" fmla="*/ 1206104 h 1620536"/>
                  <a:gd name="connsiteX9" fmla="*/ 376237 w 580923"/>
                  <a:gd name="connsiteY9" fmla="*/ 815579 h 1620536"/>
                  <a:gd name="connsiteX10" fmla="*/ 271462 w 580923"/>
                  <a:gd name="connsiteY10" fmla="*/ 344091 h 1620536"/>
                  <a:gd name="connsiteX11" fmla="*/ 0 w 580923"/>
                  <a:gd name="connsiteY11" fmla="*/ 5954 h 1620536"/>
                  <a:gd name="connsiteX0" fmla="*/ 0 w 580923"/>
                  <a:gd name="connsiteY0" fmla="*/ 5954 h 1620536"/>
                  <a:gd name="connsiteX1" fmla="*/ 157162 w 580923"/>
                  <a:gd name="connsiteY1" fmla="*/ 1191 h 1620536"/>
                  <a:gd name="connsiteX2" fmla="*/ 400050 w 580923"/>
                  <a:gd name="connsiteY2" fmla="*/ 205979 h 1620536"/>
                  <a:gd name="connsiteX3" fmla="*/ 576262 w 580923"/>
                  <a:gd name="connsiteY3" fmla="*/ 753666 h 1620536"/>
                  <a:gd name="connsiteX4" fmla="*/ 509587 w 580923"/>
                  <a:gd name="connsiteY4" fmla="*/ 1453754 h 1620536"/>
                  <a:gd name="connsiteX5" fmla="*/ 338137 w 580923"/>
                  <a:gd name="connsiteY5" fmla="*/ 1620441 h 1620536"/>
                  <a:gd name="connsiteX6" fmla="*/ 219075 w 580923"/>
                  <a:gd name="connsiteY6" fmla="*/ 1577579 h 1620536"/>
                  <a:gd name="connsiteX7" fmla="*/ 280987 w 580923"/>
                  <a:gd name="connsiteY7" fmla="*/ 1463279 h 1620536"/>
                  <a:gd name="connsiteX8" fmla="*/ 352425 w 580923"/>
                  <a:gd name="connsiteY8" fmla="*/ 1206104 h 1620536"/>
                  <a:gd name="connsiteX9" fmla="*/ 376237 w 580923"/>
                  <a:gd name="connsiteY9" fmla="*/ 815579 h 1620536"/>
                  <a:gd name="connsiteX10" fmla="*/ 271462 w 580923"/>
                  <a:gd name="connsiteY10" fmla="*/ 344091 h 1620536"/>
                  <a:gd name="connsiteX11" fmla="*/ 0 w 580923"/>
                  <a:gd name="connsiteY11" fmla="*/ 5954 h 1620536"/>
                  <a:gd name="connsiteX0" fmla="*/ 0 w 580923"/>
                  <a:gd name="connsiteY0" fmla="*/ 5954 h 1620518"/>
                  <a:gd name="connsiteX1" fmla="*/ 157162 w 580923"/>
                  <a:gd name="connsiteY1" fmla="*/ 1191 h 1620518"/>
                  <a:gd name="connsiteX2" fmla="*/ 400050 w 580923"/>
                  <a:gd name="connsiteY2" fmla="*/ 205979 h 1620518"/>
                  <a:gd name="connsiteX3" fmla="*/ 576262 w 580923"/>
                  <a:gd name="connsiteY3" fmla="*/ 753666 h 1620518"/>
                  <a:gd name="connsiteX4" fmla="*/ 509587 w 580923"/>
                  <a:gd name="connsiteY4" fmla="*/ 1453754 h 1620518"/>
                  <a:gd name="connsiteX5" fmla="*/ 338137 w 580923"/>
                  <a:gd name="connsiteY5" fmla="*/ 1620441 h 1620518"/>
                  <a:gd name="connsiteX6" fmla="*/ 219075 w 580923"/>
                  <a:gd name="connsiteY6" fmla="*/ 1577579 h 1620518"/>
                  <a:gd name="connsiteX7" fmla="*/ 280987 w 580923"/>
                  <a:gd name="connsiteY7" fmla="*/ 1463279 h 1620518"/>
                  <a:gd name="connsiteX8" fmla="*/ 352425 w 580923"/>
                  <a:gd name="connsiteY8" fmla="*/ 1206104 h 1620518"/>
                  <a:gd name="connsiteX9" fmla="*/ 376237 w 580923"/>
                  <a:gd name="connsiteY9" fmla="*/ 815579 h 1620518"/>
                  <a:gd name="connsiteX10" fmla="*/ 271462 w 580923"/>
                  <a:gd name="connsiteY10" fmla="*/ 344091 h 1620518"/>
                  <a:gd name="connsiteX11" fmla="*/ 0 w 580923"/>
                  <a:gd name="connsiteY11" fmla="*/ 5954 h 1620518"/>
                  <a:gd name="connsiteX0" fmla="*/ 0 w 580407"/>
                  <a:gd name="connsiteY0" fmla="*/ 5954 h 1611042"/>
                  <a:gd name="connsiteX1" fmla="*/ 157162 w 580407"/>
                  <a:gd name="connsiteY1" fmla="*/ 1191 h 1611042"/>
                  <a:gd name="connsiteX2" fmla="*/ 400050 w 580407"/>
                  <a:gd name="connsiteY2" fmla="*/ 205979 h 1611042"/>
                  <a:gd name="connsiteX3" fmla="*/ 576262 w 580407"/>
                  <a:gd name="connsiteY3" fmla="*/ 753666 h 1611042"/>
                  <a:gd name="connsiteX4" fmla="*/ 509587 w 580407"/>
                  <a:gd name="connsiteY4" fmla="*/ 1453754 h 1611042"/>
                  <a:gd name="connsiteX5" fmla="*/ 340518 w 580407"/>
                  <a:gd name="connsiteY5" fmla="*/ 1610916 h 1611042"/>
                  <a:gd name="connsiteX6" fmla="*/ 219075 w 580407"/>
                  <a:gd name="connsiteY6" fmla="*/ 1577579 h 1611042"/>
                  <a:gd name="connsiteX7" fmla="*/ 280987 w 580407"/>
                  <a:gd name="connsiteY7" fmla="*/ 1463279 h 1611042"/>
                  <a:gd name="connsiteX8" fmla="*/ 352425 w 580407"/>
                  <a:gd name="connsiteY8" fmla="*/ 1206104 h 1611042"/>
                  <a:gd name="connsiteX9" fmla="*/ 376237 w 580407"/>
                  <a:gd name="connsiteY9" fmla="*/ 815579 h 1611042"/>
                  <a:gd name="connsiteX10" fmla="*/ 271462 w 580407"/>
                  <a:gd name="connsiteY10" fmla="*/ 344091 h 1611042"/>
                  <a:gd name="connsiteX11" fmla="*/ 0 w 580407"/>
                  <a:gd name="connsiteY11" fmla="*/ 5954 h 1611042"/>
                  <a:gd name="connsiteX0" fmla="*/ 0 w 580130"/>
                  <a:gd name="connsiteY0" fmla="*/ 5954 h 1611042"/>
                  <a:gd name="connsiteX1" fmla="*/ 157162 w 580130"/>
                  <a:gd name="connsiteY1" fmla="*/ 1191 h 1611042"/>
                  <a:gd name="connsiteX2" fmla="*/ 400050 w 580130"/>
                  <a:gd name="connsiteY2" fmla="*/ 205979 h 1611042"/>
                  <a:gd name="connsiteX3" fmla="*/ 576262 w 580130"/>
                  <a:gd name="connsiteY3" fmla="*/ 753666 h 1611042"/>
                  <a:gd name="connsiteX4" fmla="*/ 509587 w 580130"/>
                  <a:gd name="connsiteY4" fmla="*/ 1453754 h 1611042"/>
                  <a:gd name="connsiteX5" fmla="*/ 340518 w 580130"/>
                  <a:gd name="connsiteY5" fmla="*/ 1610916 h 1611042"/>
                  <a:gd name="connsiteX6" fmla="*/ 219075 w 580130"/>
                  <a:gd name="connsiteY6" fmla="*/ 1577579 h 1611042"/>
                  <a:gd name="connsiteX7" fmla="*/ 280987 w 580130"/>
                  <a:gd name="connsiteY7" fmla="*/ 1463279 h 1611042"/>
                  <a:gd name="connsiteX8" fmla="*/ 352425 w 580130"/>
                  <a:gd name="connsiteY8" fmla="*/ 1206104 h 1611042"/>
                  <a:gd name="connsiteX9" fmla="*/ 376237 w 580130"/>
                  <a:gd name="connsiteY9" fmla="*/ 815579 h 1611042"/>
                  <a:gd name="connsiteX10" fmla="*/ 271462 w 580130"/>
                  <a:gd name="connsiteY10" fmla="*/ 344091 h 1611042"/>
                  <a:gd name="connsiteX11" fmla="*/ 0 w 580130"/>
                  <a:gd name="connsiteY11" fmla="*/ 5954 h 1611042"/>
                  <a:gd name="connsiteX0" fmla="*/ 0 w 579406"/>
                  <a:gd name="connsiteY0" fmla="*/ 5954 h 1617985"/>
                  <a:gd name="connsiteX1" fmla="*/ 157162 w 579406"/>
                  <a:gd name="connsiteY1" fmla="*/ 1191 h 1617985"/>
                  <a:gd name="connsiteX2" fmla="*/ 400050 w 579406"/>
                  <a:gd name="connsiteY2" fmla="*/ 205979 h 1617985"/>
                  <a:gd name="connsiteX3" fmla="*/ 576262 w 579406"/>
                  <a:gd name="connsiteY3" fmla="*/ 753666 h 1617985"/>
                  <a:gd name="connsiteX4" fmla="*/ 502444 w 579406"/>
                  <a:gd name="connsiteY4" fmla="*/ 1446611 h 1617985"/>
                  <a:gd name="connsiteX5" fmla="*/ 340518 w 579406"/>
                  <a:gd name="connsiteY5" fmla="*/ 1610916 h 1617985"/>
                  <a:gd name="connsiteX6" fmla="*/ 219075 w 579406"/>
                  <a:gd name="connsiteY6" fmla="*/ 1577579 h 1617985"/>
                  <a:gd name="connsiteX7" fmla="*/ 280987 w 579406"/>
                  <a:gd name="connsiteY7" fmla="*/ 1463279 h 1617985"/>
                  <a:gd name="connsiteX8" fmla="*/ 352425 w 579406"/>
                  <a:gd name="connsiteY8" fmla="*/ 1206104 h 1617985"/>
                  <a:gd name="connsiteX9" fmla="*/ 376237 w 579406"/>
                  <a:gd name="connsiteY9" fmla="*/ 815579 h 1617985"/>
                  <a:gd name="connsiteX10" fmla="*/ 271462 w 579406"/>
                  <a:gd name="connsiteY10" fmla="*/ 344091 h 1617985"/>
                  <a:gd name="connsiteX11" fmla="*/ 0 w 579406"/>
                  <a:gd name="connsiteY11" fmla="*/ 5954 h 1617985"/>
                  <a:gd name="connsiteX0" fmla="*/ 0 w 579406"/>
                  <a:gd name="connsiteY0" fmla="*/ 5954 h 1610925"/>
                  <a:gd name="connsiteX1" fmla="*/ 157162 w 579406"/>
                  <a:gd name="connsiteY1" fmla="*/ 1191 h 1610925"/>
                  <a:gd name="connsiteX2" fmla="*/ 400050 w 579406"/>
                  <a:gd name="connsiteY2" fmla="*/ 205979 h 1610925"/>
                  <a:gd name="connsiteX3" fmla="*/ 576262 w 579406"/>
                  <a:gd name="connsiteY3" fmla="*/ 753666 h 1610925"/>
                  <a:gd name="connsiteX4" fmla="*/ 502444 w 579406"/>
                  <a:gd name="connsiteY4" fmla="*/ 1446611 h 1610925"/>
                  <a:gd name="connsiteX5" fmla="*/ 340518 w 579406"/>
                  <a:gd name="connsiteY5" fmla="*/ 1610916 h 1610925"/>
                  <a:gd name="connsiteX6" fmla="*/ 219075 w 579406"/>
                  <a:gd name="connsiteY6" fmla="*/ 1577579 h 1610925"/>
                  <a:gd name="connsiteX7" fmla="*/ 280987 w 579406"/>
                  <a:gd name="connsiteY7" fmla="*/ 1463279 h 1610925"/>
                  <a:gd name="connsiteX8" fmla="*/ 352425 w 579406"/>
                  <a:gd name="connsiteY8" fmla="*/ 1206104 h 1610925"/>
                  <a:gd name="connsiteX9" fmla="*/ 376237 w 579406"/>
                  <a:gd name="connsiteY9" fmla="*/ 815579 h 1610925"/>
                  <a:gd name="connsiteX10" fmla="*/ 271462 w 579406"/>
                  <a:gd name="connsiteY10" fmla="*/ 344091 h 1610925"/>
                  <a:gd name="connsiteX11" fmla="*/ 0 w 579406"/>
                  <a:gd name="connsiteY11" fmla="*/ 5954 h 1610925"/>
                  <a:gd name="connsiteX0" fmla="*/ 0 w 579600"/>
                  <a:gd name="connsiteY0" fmla="*/ 5954 h 1603792"/>
                  <a:gd name="connsiteX1" fmla="*/ 157162 w 579600"/>
                  <a:gd name="connsiteY1" fmla="*/ 1191 h 1603792"/>
                  <a:gd name="connsiteX2" fmla="*/ 400050 w 579600"/>
                  <a:gd name="connsiteY2" fmla="*/ 205979 h 1603792"/>
                  <a:gd name="connsiteX3" fmla="*/ 576262 w 579600"/>
                  <a:gd name="connsiteY3" fmla="*/ 753666 h 1603792"/>
                  <a:gd name="connsiteX4" fmla="*/ 502444 w 579600"/>
                  <a:gd name="connsiteY4" fmla="*/ 1446611 h 1603792"/>
                  <a:gd name="connsiteX5" fmla="*/ 342900 w 579600"/>
                  <a:gd name="connsiteY5" fmla="*/ 1603772 h 1603792"/>
                  <a:gd name="connsiteX6" fmla="*/ 219075 w 579600"/>
                  <a:gd name="connsiteY6" fmla="*/ 1577579 h 1603792"/>
                  <a:gd name="connsiteX7" fmla="*/ 280987 w 579600"/>
                  <a:gd name="connsiteY7" fmla="*/ 1463279 h 1603792"/>
                  <a:gd name="connsiteX8" fmla="*/ 352425 w 579600"/>
                  <a:gd name="connsiteY8" fmla="*/ 1206104 h 1603792"/>
                  <a:gd name="connsiteX9" fmla="*/ 376237 w 579600"/>
                  <a:gd name="connsiteY9" fmla="*/ 815579 h 1603792"/>
                  <a:gd name="connsiteX10" fmla="*/ 271462 w 579600"/>
                  <a:gd name="connsiteY10" fmla="*/ 344091 h 1603792"/>
                  <a:gd name="connsiteX11" fmla="*/ 0 w 579600"/>
                  <a:gd name="connsiteY11" fmla="*/ 5954 h 1603792"/>
                  <a:gd name="connsiteX0" fmla="*/ 0 w 579492"/>
                  <a:gd name="connsiteY0" fmla="*/ 5954 h 1603792"/>
                  <a:gd name="connsiteX1" fmla="*/ 157162 w 579492"/>
                  <a:gd name="connsiteY1" fmla="*/ 1191 h 1603792"/>
                  <a:gd name="connsiteX2" fmla="*/ 400050 w 579492"/>
                  <a:gd name="connsiteY2" fmla="*/ 205979 h 1603792"/>
                  <a:gd name="connsiteX3" fmla="*/ 576262 w 579492"/>
                  <a:gd name="connsiteY3" fmla="*/ 753666 h 1603792"/>
                  <a:gd name="connsiteX4" fmla="*/ 502444 w 579492"/>
                  <a:gd name="connsiteY4" fmla="*/ 1446611 h 1603792"/>
                  <a:gd name="connsiteX5" fmla="*/ 342900 w 579492"/>
                  <a:gd name="connsiteY5" fmla="*/ 1603772 h 1603792"/>
                  <a:gd name="connsiteX6" fmla="*/ 219075 w 579492"/>
                  <a:gd name="connsiteY6" fmla="*/ 1577579 h 1603792"/>
                  <a:gd name="connsiteX7" fmla="*/ 280987 w 579492"/>
                  <a:gd name="connsiteY7" fmla="*/ 1463279 h 1603792"/>
                  <a:gd name="connsiteX8" fmla="*/ 352425 w 579492"/>
                  <a:gd name="connsiteY8" fmla="*/ 1206104 h 1603792"/>
                  <a:gd name="connsiteX9" fmla="*/ 376237 w 579492"/>
                  <a:gd name="connsiteY9" fmla="*/ 815579 h 1603792"/>
                  <a:gd name="connsiteX10" fmla="*/ 271462 w 579492"/>
                  <a:gd name="connsiteY10" fmla="*/ 344091 h 1603792"/>
                  <a:gd name="connsiteX11" fmla="*/ 0 w 579492"/>
                  <a:gd name="connsiteY11" fmla="*/ 5954 h 1603792"/>
                  <a:gd name="connsiteX0" fmla="*/ 0 w 598542"/>
                  <a:gd name="connsiteY0" fmla="*/ 29332 h 1614470"/>
                  <a:gd name="connsiteX1" fmla="*/ 176212 w 598542"/>
                  <a:gd name="connsiteY1" fmla="*/ 11869 h 1614470"/>
                  <a:gd name="connsiteX2" fmla="*/ 419100 w 598542"/>
                  <a:gd name="connsiteY2" fmla="*/ 216657 h 1614470"/>
                  <a:gd name="connsiteX3" fmla="*/ 595312 w 598542"/>
                  <a:gd name="connsiteY3" fmla="*/ 764344 h 1614470"/>
                  <a:gd name="connsiteX4" fmla="*/ 521494 w 598542"/>
                  <a:gd name="connsiteY4" fmla="*/ 1457289 h 1614470"/>
                  <a:gd name="connsiteX5" fmla="*/ 361950 w 598542"/>
                  <a:gd name="connsiteY5" fmla="*/ 1614450 h 1614470"/>
                  <a:gd name="connsiteX6" fmla="*/ 238125 w 598542"/>
                  <a:gd name="connsiteY6" fmla="*/ 1588257 h 1614470"/>
                  <a:gd name="connsiteX7" fmla="*/ 300037 w 598542"/>
                  <a:gd name="connsiteY7" fmla="*/ 1473957 h 1614470"/>
                  <a:gd name="connsiteX8" fmla="*/ 371475 w 598542"/>
                  <a:gd name="connsiteY8" fmla="*/ 1216782 h 1614470"/>
                  <a:gd name="connsiteX9" fmla="*/ 395287 w 598542"/>
                  <a:gd name="connsiteY9" fmla="*/ 826257 h 1614470"/>
                  <a:gd name="connsiteX10" fmla="*/ 290512 w 598542"/>
                  <a:gd name="connsiteY10" fmla="*/ 354769 h 1614470"/>
                  <a:gd name="connsiteX11" fmla="*/ 0 w 598542"/>
                  <a:gd name="connsiteY11" fmla="*/ 29332 h 1614470"/>
                  <a:gd name="connsiteX0" fmla="*/ 0 w 598542"/>
                  <a:gd name="connsiteY0" fmla="*/ 37693 h 1622831"/>
                  <a:gd name="connsiteX1" fmla="*/ 176212 w 598542"/>
                  <a:gd name="connsiteY1" fmla="*/ 20230 h 1622831"/>
                  <a:gd name="connsiteX2" fmla="*/ 419100 w 598542"/>
                  <a:gd name="connsiteY2" fmla="*/ 225018 h 1622831"/>
                  <a:gd name="connsiteX3" fmla="*/ 595312 w 598542"/>
                  <a:gd name="connsiteY3" fmla="*/ 772705 h 1622831"/>
                  <a:gd name="connsiteX4" fmla="*/ 521494 w 598542"/>
                  <a:gd name="connsiteY4" fmla="*/ 1465650 h 1622831"/>
                  <a:gd name="connsiteX5" fmla="*/ 361950 w 598542"/>
                  <a:gd name="connsiteY5" fmla="*/ 1622811 h 1622831"/>
                  <a:gd name="connsiteX6" fmla="*/ 238125 w 598542"/>
                  <a:gd name="connsiteY6" fmla="*/ 1596618 h 1622831"/>
                  <a:gd name="connsiteX7" fmla="*/ 300037 w 598542"/>
                  <a:gd name="connsiteY7" fmla="*/ 1482318 h 1622831"/>
                  <a:gd name="connsiteX8" fmla="*/ 371475 w 598542"/>
                  <a:gd name="connsiteY8" fmla="*/ 1225143 h 1622831"/>
                  <a:gd name="connsiteX9" fmla="*/ 395287 w 598542"/>
                  <a:gd name="connsiteY9" fmla="*/ 834618 h 1622831"/>
                  <a:gd name="connsiteX10" fmla="*/ 290512 w 598542"/>
                  <a:gd name="connsiteY10" fmla="*/ 363130 h 1622831"/>
                  <a:gd name="connsiteX11" fmla="*/ 0 w 598542"/>
                  <a:gd name="connsiteY11" fmla="*/ 37693 h 1622831"/>
                  <a:gd name="connsiteX0" fmla="*/ 0 w 598542"/>
                  <a:gd name="connsiteY0" fmla="*/ 31753 h 1616891"/>
                  <a:gd name="connsiteX1" fmla="*/ 176212 w 598542"/>
                  <a:gd name="connsiteY1" fmla="*/ 14290 h 1616891"/>
                  <a:gd name="connsiteX2" fmla="*/ 419100 w 598542"/>
                  <a:gd name="connsiteY2" fmla="*/ 219078 h 1616891"/>
                  <a:gd name="connsiteX3" fmla="*/ 595312 w 598542"/>
                  <a:gd name="connsiteY3" fmla="*/ 766765 h 1616891"/>
                  <a:gd name="connsiteX4" fmla="*/ 521494 w 598542"/>
                  <a:gd name="connsiteY4" fmla="*/ 1459710 h 1616891"/>
                  <a:gd name="connsiteX5" fmla="*/ 361950 w 598542"/>
                  <a:gd name="connsiteY5" fmla="*/ 1616871 h 1616891"/>
                  <a:gd name="connsiteX6" fmla="*/ 238125 w 598542"/>
                  <a:gd name="connsiteY6" fmla="*/ 1590678 h 1616891"/>
                  <a:gd name="connsiteX7" fmla="*/ 300037 w 598542"/>
                  <a:gd name="connsiteY7" fmla="*/ 1476378 h 1616891"/>
                  <a:gd name="connsiteX8" fmla="*/ 371475 w 598542"/>
                  <a:gd name="connsiteY8" fmla="*/ 1219203 h 1616891"/>
                  <a:gd name="connsiteX9" fmla="*/ 395287 w 598542"/>
                  <a:gd name="connsiteY9" fmla="*/ 828678 h 1616891"/>
                  <a:gd name="connsiteX10" fmla="*/ 290512 w 598542"/>
                  <a:gd name="connsiteY10" fmla="*/ 357190 h 1616891"/>
                  <a:gd name="connsiteX11" fmla="*/ 0 w 598542"/>
                  <a:gd name="connsiteY11" fmla="*/ 31753 h 1616891"/>
                  <a:gd name="connsiteX0" fmla="*/ 0 w 598542"/>
                  <a:gd name="connsiteY0" fmla="*/ 16158 h 1601296"/>
                  <a:gd name="connsiteX1" fmla="*/ 230187 w 598542"/>
                  <a:gd name="connsiteY1" fmla="*/ 24095 h 1601296"/>
                  <a:gd name="connsiteX2" fmla="*/ 419100 w 598542"/>
                  <a:gd name="connsiteY2" fmla="*/ 203483 h 1601296"/>
                  <a:gd name="connsiteX3" fmla="*/ 595312 w 598542"/>
                  <a:gd name="connsiteY3" fmla="*/ 751170 h 1601296"/>
                  <a:gd name="connsiteX4" fmla="*/ 521494 w 598542"/>
                  <a:gd name="connsiteY4" fmla="*/ 1444115 h 1601296"/>
                  <a:gd name="connsiteX5" fmla="*/ 361950 w 598542"/>
                  <a:gd name="connsiteY5" fmla="*/ 1601276 h 1601296"/>
                  <a:gd name="connsiteX6" fmla="*/ 238125 w 598542"/>
                  <a:gd name="connsiteY6" fmla="*/ 1575083 h 1601296"/>
                  <a:gd name="connsiteX7" fmla="*/ 300037 w 598542"/>
                  <a:gd name="connsiteY7" fmla="*/ 1460783 h 1601296"/>
                  <a:gd name="connsiteX8" fmla="*/ 371475 w 598542"/>
                  <a:gd name="connsiteY8" fmla="*/ 1203608 h 1601296"/>
                  <a:gd name="connsiteX9" fmla="*/ 395287 w 598542"/>
                  <a:gd name="connsiteY9" fmla="*/ 813083 h 1601296"/>
                  <a:gd name="connsiteX10" fmla="*/ 290512 w 598542"/>
                  <a:gd name="connsiteY10" fmla="*/ 341595 h 1601296"/>
                  <a:gd name="connsiteX11" fmla="*/ 0 w 598542"/>
                  <a:gd name="connsiteY11" fmla="*/ 16158 h 1601296"/>
                  <a:gd name="connsiteX0" fmla="*/ 0 w 598542"/>
                  <a:gd name="connsiteY0" fmla="*/ 18455 h 1603593"/>
                  <a:gd name="connsiteX1" fmla="*/ 230187 w 598542"/>
                  <a:gd name="connsiteY1" fmla="*/ 26392 h 1603593"/>
                  <a:gd name="connsiteX2" fmla="*/ 419100 w 598542"/>
                  <a:gd name="connsiteY2" fmla="*/ 205780 h 1603593"/>
                  <a:gd name="connsiteX3" fmla="*/ 595312 w 598542"/>
                  <a:gd name="connsiteY3" fmla="*/ 753467 h 1603593"/>
                  <a:gd name="connsiteX4" fmla="*/ 521494 w 598542"/>
                  <a:gd name="connsiteY4" fmla="*/ 1446412 h 1603593"/>
                  <a:gd name="connsiteX5" fmla="*/ 361950 w 598542"/>
                  <a:gd name="connsiteY5" fmla="*/ 1603573 h 1603593"/>
                  <a:gd name="connsiteX6" fmla="*/ 238125 w 598542"/>
                  <a:gd name="connsiteY6" fmla="*/ 1577380 h 1603593"/>
                  <a:gd name="connsiteX7" fmla="*/ 300037 w 598542"/>
                  <a:gd name="connsiteY7" fmla="*/ 1463080 h 1603593"/>
                  <a:gd name="connsiteX8" fmla="*/ 371475 w 598542"/>
                  <a:gd name="connsiteY8" fmla="*/ 1205905 h 1603593"/>
                  <a:gd name="connsiteX9" fmla="*/ 395287 w 598542"/>
                  <a:gd name="connsiteY9" fmla="*/ 815380 h 1603593"/>
                  <a:gd name="connsiteX10" fmla="*/ 290512 w 598542"/>
                  <a:gd name="connsiteY10" fmla="*/ 343892 h 1603593"/>
                  <a:gd name="connsiteX11" fmla="*/ 0 w 598542"/>
                  <a:gd name="connsiteY11" fmla="*/ 18455 h 1603593"/>
                  <a:gd name="connsiteX0" fmla="*/ 0 w 598542"/>
                  <a:gd name="connsiteY0" fmla="*/ 18455 h 1603593"/>
                  <a:gd name="connsiteX1" fmla="*/ 230187 w 598542"/>
                  <a:gd name="connsiteY1" fmla="*/ 26392 h 1603593"/>
                  <a:gd name="connsiteX2" fmla="*/ 419100 w 598542"/>
                  <a:gd name="connsiteY2" fmla="*/ 205780 h 1603593"/>
                  <a:gd name="connsiteX3" fmla="*/ 595312 w 598542"/>
                  <a:gd name="connsiteY3" fmla="*/ 753467 h 1603593"/>
                  <a:gd name="connsiteX4" fmla="*/ 521494 w 598542"/>
                  <a:gd name="connsiteY4" fmla="*/ 1446412 h 1603593"/>
                  <a:gd name="connsiteX5" fmla="*/ 361950 w 598542"/>
                  <a:gd name="connsiteY5" fmla="*/ 1603573 h 1603593"/>
                  <a:gd name="connsiteX6" fmla="*/ 238125 w 598542"/>
                  <a:gd name="connsiteY6" fmla="*/ 1577380 h 1603593"/>
                  <a:gd name="connsiteX7" fmla="*/ 300037 w 598542"/>
                  <a:gd name="connsiteY7" fmla="*/ 1463080 h 1603593"/>
                  <a:gd name="connsiteX8" fmla="*/ 371475 w 598542"/>
                  <a:gd name="connsiteY8" fmla="*/ 1205905 h 1603593"/>
                  <a:gd name="connsiteX9" fmla="*/ 395287 w 598542"/>
                  <a:gd name="connsiteY9" fmla="*/ 815380 h 1603593"/>
                  <a:gd name="connsiteX10" fmla="*/ 290512 w 598542"/>
                  <a:gd name="connsiteY10" fmla="*/ 343892 h 1603593"/>
                  <a:gd name="connsiteX11" fmla="*/ 0 w 598542"/>
                  <a:gd name="connsiteY11" fmla="*/ 18455 h 1603593"/>
                  <a:gd name="connsiteX0" fmla="*/ 0 w 623942"/>
                  <a:gd name="connsiteY0" fmla="*/ 23890 h 1593153"/>
                  <a:gd name="connsiteX1" fmla="*/ 255587 w 623942"/>
                  <a:gd name="connsiteY1" fmla="*/ 15952 h 1593153"/>
                  <a:gd name="connsiteX2" fmla="*/ 444500 w 623942"/>
                  <a:gd name="connsiteY2" fmla="*/ 195340 h 1593153"/>
                  <a:gd name="connsiteX3" fmla="*/ 620712 w 623942"/>
                  <a:gd name="connsiteY3" fmla="*/ 743027 h 1593153"/>
                  <a:gd name="connsiteX4" fmla="*/ 546894 w 623942"/>
                  <a:gd name="connsiteY4" fmla="*/ 1435972 h 1593153"/>
                  <a:gd name="connsiteX5" fmla="*/ 387350 w 623942"/>
                  <a:gd name="connsiteY5" fmla="*/ 1593133 h 1593153"/>
                  <a:gd name="connsiteX6" fmla="*/ 263525 w 623942"/>
                  <a:gd name="connsiteY6" fmla="*/ 1566940 h 1593153"/>
                  <a:gd name="connsiteX7" fmla="*/ 325437 w 623942"/>
                  <a:gd name="connsiteY7" fmla="*/ 1452640 h 1593153"/>
                  <a:gd name="connsiteX8" fmla="*/ 396875 w 623942"/>
                  <a:gd name="connsiteY8" fmla="*/ 1195465 h 1593153"/>
                  <a:gd name="connsiteX9" fmla="*/ 420687 w 623942"/>
                  <a:gd name="connsiteY9" fmla="*/ 804940 h 1593153"/>
                  <a:gd name="connsiteX10" fmla="*/ 315912 w 623942"/>
                  <a:gd name="connsiteY10" fmla="*/ 333452 h 1593153"/>
                  <a:gd name="connsiteX11" fmla="*/ 0 w 623942"/>
                  <a:gd name="connsiteY11" fmla="*/ 23890 h 1593153"/>
                  <a:gd name="connsiteX0" fmla="*/ 0 w 623942"/>
                  <a:gd name="connsiteY0" fmla="*/ 40155 h 1609418"/>
                  <a:gd name="connsiteX1" fmla="*/ 255587 w 623942"/>
                  <a:gd name="connsiteY1" fmla="*/ 32217 h 1609418"/>
                  <a:gd name="connsiteX2" fmla="*/ 444500 w 623942"/>
                  <a:gd name="connsiteY2" fmla="*/ 211605 h 1609418"/>
                  <a:gd name="connsiteX3" fmla="*/ 620712 w 623942"/>
                  <a:gd name="connsiteY3" fmla="*/ 759292 h 1609418"/>
                  <a:gd name="connsiteX4" fmla="*/ 546894 w 623942"/>
                  <a:gd name="connsiteY4" fmla="*/ 1452237 h 1609418"/>
                  <a:gd name="connsiteX5" fmla="*/ 387350 w 623942"/>
                  <a:gd name="connsiteY5" fmla="*/ 1609398 h 1609418"/>
                  <a:gd name="connsiteX6" fmla="*/ 263525 w 623942"/>
                  <a:gd name="connsiteY6" fmla="*/ 1583205 h 1609418"/>
                  <a:gd name="connsiteX7" fmla="*/ 325437 w 623942"/>
                  <a:gd name="connsiteY7" fmla="*/ 1468905 h 1609418"/>
                  <a:gd name="connsiteX8" fmla="*/ 396875 w 623942"/>
                  <a:gd name="connsiteY8" fmla="*/ 1211730 h 1609418"/>
                  <a:gd name="connsiteX9" fmla="*/ 420687 w 623942"/>
                  <a:gd name="connsiteY9" fmla="*/ 821205 h 1609418"/>
                  <a:gd name="connsiteX10" fmla="*/ 315912 w 623942"/>
                  <a:gd name="connsiteY10" fmla="*/ 349717 h 1609418"/>
                  <a:gd name="connsiteX11" fmla="*/ 0 w 623942"/>
                  <a:gd name="connsiteY11" fmla="*/ 40155 h 1609418"/>
                  <a:gd name="connsiteX0" fmla="*/ 0 w 640611"/>
                  <a:gd name="connsiteY0" fmla="*/ 48190 h 1598403"/>
                  <a:gd name="connsiteX1" fmla="*/ 272256 w 640611"/>
                  <a:gd name="connsiteY1" fmla="*/ 21202 h 1598403"/>
                  <a:gd name="connsiteX2" fmla="*/ 461169 w 640611"/>
                  <a:gd name="connsiteY2" fmla="*/ 200590 h 1598403"/>
                  <a:gd name="connsiteX3" fmla="*/ 637381 w 640611"/>
                  <a:gd name="connsiteY3" fmla="*/ 748277 h 1598403"/>
                  <a:gd name="connsiteX4" fmla="*/ 563563 w 640611"/>
                  <a:gd name="connsiteY4" fmla="*/ 1441222 h 1598403"/>
                  <a:gd name="connsiteX5" fmla="*/ 404019 w 640611"/>
                  <a:gd name="connsiteY5" fmla="*/ 1598383 h 1598403"/>
                  <a:gd name="connsiteX6" fmla="*/ 280194 w 640611"/>
                  <a:gd name="connsiteY6" fmla="*/ 1572190 h 1598403"/>
                  <a:gd name="connsiteX7" fmla="*/ 342106 w 640611"/>
                  <a:gd name="connsiteY7" fmla="*/ 1457890 h 1598403"/>
                  <a:gd name="connsiteX8" fmla="*/ 413544 w 640611"/>
                  <a:gd name="connsiteY8" fmla="*/ 1200715 h 1598403"/>
                  <a:gd name="connsiteX9" fmla="*/ 437356 w 640611"/>
                  <a:gd name="connsiteY9" fmla="*/ 810190 h 1598403"/>
                  <a:gd name="connsiteX10" fmla="*/ 332581 w 640611"/>
                  <a:gd name="connsiteY10" fmla="*/ 338702 h 1598403"/>
                  <a:gd name="connsiteX11" fmla="*/ 0 w 640611"/>
                  <a:gd name="connsiteY11" fmla="*/ 48190 h 1598403"/>
                  <a:gd name="connsiteX0" fmla="*/ 0 w 640611"/>
                  <a:gd name="connsiteY0" fmla="*/ 63723 h 1613936"/>
                  <a:gd name="connsiteX1" fmla="*/ 272256 w 640611"/>
                  <a:gd name="connsiteY1" fmla="*/ 36735 h 1613936"/>
                  <a:gd name="connsiteX2" fmla="*/ 461169 w 640611"/>
                  <a:gd name="connsiteY2" fmla="*/ 216123 h 1613936"/>
                  <a:gd name="connsiteX3" fmla="*/ 637381 w 640611"/>
                  <a:gd name="connsiteY3" fmla="*/ 763810 h 1613936"/>
                  <a:gd name="connsiteX4" fmla="*/ 563563 w 640611"/>
                  <a:gd name="connsiteY4" fmla="*/ 1456755 h 1613936"/>
                  <a:gd name="connsiteX5" fmla="*/ 404019 w 640611"/>
                  <a:gd name="connsiteY5" fmla="*/ 1613916 h 1613936"/>
                  <a:gd name="connsiteX6" fmla="*/ 280194 w 640611"/>
                  <a:gd name="connsiteY6" fmla="*/ 1587723 h 1613936"/>
                  <a:gd name="connsiteX7" fmla="*/ 342106 w 640611"/>
                  <a:gd name="connsiteY7" fmla="*/ 1473423 h 1613936"/>
                  <a:gd name="connsiteX8" fmla="*/ 413544 w 640611"/>
                  <a:gd name="connsiteY8" fmla="*/ 1216248 h 1613936"/>
                  <a:gd name="connsiteX9" fmla="*/ 437356 w 640611"/>
                  <a:gd name="connsiteY9" fmla="*/ 825723 h 1613936"/>
                  <a:gd name="connsiteX10" fmla="*/ 332581 w 640611"/>
                  <a:gd name="connsiteY10" fmla="*/ 354235 h 1613936"/>
                  <a:gd name="connsiteX11" fmla="*/ 0 w 640611"/>
                  <a:gd name="connsiteY11" fmla="*/ 63723 h 1613936"/>
                  <a:gd name="connsiteX0" fmla="*/ 0 w 640611"/>
                  <a:gd name="connsiteY0" fmla="*/ 54287 h 1604500"/>
                  <a:gd name="connsiteX1" fmla="*/ 272256 w 640611"/>
                  <a:gd name="connsiteY1" fmla="*/ 27299 h 1604500"/>
                  <a:gd name="connsiteX2" fmla="*/ 461169 w 640611"/>
                  <a:gd name="connsiteY2" fmla="*/ 206687 h 1604500"/>
                  <a:gd name="connsiteX3" fmla="*/ 637381 w 640611"/>
                  <a:gd name="connsiteY3" fmla="*/ 754374 h 1604500"/>
                  <a:gd name="connsiteX4" fmla="*/ 563563 w 640611"/>
                  <a:gd name="connsiteY4" fmla="*/ 1447319 h 1604500"/>
                  <a:gd name="connsiteX5" fmla="*/ 404019 w 640611"/>
                  <a:gd name="connsiteY5" fmla="*/ 1604480 h 1604500"/>
                  <a:gd name="connsiteX6" fmla="*/ 280194 w 640611"/>
                  <a:gd name="connsiteY6" fmla="*/ 1578287 h 1604500"/>
                  <a:gd name="connsiteX7" fmla="*/ 342106 w 640611"/>
                  <a:gd name="connsiteY7" fmla="*/ 1463987 h 1604500"/>
                  <a:gd name="connsiteX8" fmla="*/ 413544 w 640611"/>
                  <a:gd name="connsiteY8" fmla="*/ 1206812 h 1604500"/>
                  <a:gd name="connsiteX9" fmla="*/ 437356 w 640611"/>
                  <a:gd name="connsiteY9" fmla="*/ 816287 h 1604500"/>
                  <a:gd name="connsiteX10" fmla="*/ 332581 w 640611"/>
                  <a:gd name="connsiteY10" fmla="*/ 344799 h 1604500"/>
                  <a:gd name="connsiteX11" fmla="*/ 0 w 640611"/>
                  <a:gd name="connsiteY11" fmla="*/ 54287 h 1604500"/>
                  <a:gd name="connsiteX0" fmla="*/ 0 w 619180"/>
                  <a:gd name="connsiteY0" fmla="*/ 46344 h 1617988"/>
                  <a:gd name="connsiteX1" fmla="*/ 250825 w 619180"/>
                  <a:gd name="connsiteY1" fmla="*/ 40787 h 1617988"/>
                  <a:gd name="connsiteX2" fmla="*/ 439738 w 619180"/>
                  <a:gd name="connsiteY2" fmla="*/ 220175 h 1617988"/>
                  <a:gd name="connsiteX3" fmla="*/ 615950 w 619180"/>
                  <a:gd name="connsiteY3" fmla="*/ 767862 h 1617988"/>
                  <a:gd name="connsiteX4" fmla="*/ 542132 w 619180"/>
                  <a:gd name="connsiteY4" fmla="*/ 1460807 h 1617988"/>
                  <a:gd name="connsiteX5" fmla="*/ 382588 w 619180"/>
                  <a:gd name="connsiteY5" fmla="*/ 1617968 h 1617988"/>
                  <a:gd name="connsiteX6" fmla="*/ 258763 w 619180"/>
                  <a:gd name="connsiteY6" fmla="*/ 1591775 h 1617988"/>
                  <a:gd name="connsiteX7" fmla="*/ 320675 w 619180"/>
                  <a:gd name="connsiteY7" fmla="*/ 1477475 h 1617988"/>
                  <a:gd name="connsiteX8" fmla="*/ 392113 w 619180"/>
                  <a:gd name="connsiteY8" fmla="*/ 1220300 h 1617988"/>
                  <a:gd name="connsiteX9" fmla="*/ 415925 w 619180"/>
                  <a:gd name="connsiteY9" fmla="*/ 829775 h 1617988"/>
                  <a:gd name="connsiteX10" fmla="*/ 311150 w 619180"/>
                  <a:gd name="connsiteY10" fmla="*/ 358287 h 1617988"/>
                  <a:gd name="connsiteX11" fmla="*/ 0 w 619180"/>
                  <a:gd name="connsiteY11" fmla="*/ 46344 h 1617988"/>
                  <a:gd name="connsiteX0" fmla="*/ 0 w 619180"/>
                  <a:gd name="connsiteY0" fmla="*/ 32511 h 1604155"/>
                  <a:gd name="connsiteX1" fmla="*/ 250825 w 619180"/>
                  <a:gd name="connsiteY1" fmla="*/ 26954 h 1604155"/>
                  <a:gd name="connsiteX2" fmla="*/ 439738 w 619180"/>
                  <a:gd name="connsiteY2" fmla="*/ 206342 h 1604155"/>
                  <a:gd name="connsiteX3" fmla="*/ 615950 w 619180"/>
                  <a:gd name="connsiteY3" fmla="*/ 754029 h 1604155"/>
                  <a:gd name="connsiteX4" fmla="*/ 542132 w 619180"/>
                  <a:gd name="connsiteY4" fmla="*/ 1446974 h 1604155"/>
                  <a:gd name="connsiteX5" fmla="*/ 382588 w 619180"/>
                  <a:gd name="connsiteY5" fmla="*/ 1604135 h 1604155"/>
                  <a:gd name="connsiteX6" fmla="*/ 258763 w 619180"/>
                  <a:gd name="connsiteY6" fmla="*/ 1577942 h 1604155"/>
                  <a:gd name="connsiteX7" fmla="*/ 320675 w 619180"/>
                  <a:gd name="connsiteY7" fmla="*/ 1463642 h 1604155"/>
                  <a:gd name="connsiteX8" fmla="*/ 392113 w 619180"/>
                  <a:gd name="connsiteY8" fmla="*/ 1206467 h 1604155"/>
                  <a:gd name="connsiteX9" fmla="*/ 415925 w 619180"/>
                  <a:gd name="connsiteY9" fmla="*/ 815942 h 1604155"/>
                  <a:gd name="connsiteX10" fmla="*/ 311150 w 619180"/>
                  <a:gd name="connsiteY10" fmla="*/ 344454 h 1604155"/>
                  <a:gd name="connsiteX11" fmla="*/ 0 w 619180"/>
                  <a:gd name="connsiteY11" fmla="*/ 32511 h 1604155"/>
                  <a:gd name="connsiteX0" fmla="*/ 0 w 619180"/>
                  <a:gd name="connsiteY0" fmla="*/ 34776 h 1606420"/>
                  <a:gd name="connsiteX1" fmla="*/ 257969 w 619180"/>
                  <a:gd name="connsiteY1" fmla="*/ 24456 h 1606420"/>
                  <a:gd name="connsiteX2" fmla="*/ 439738 w 619180"/>
                  <a:gd name="connsiteY2" fmla="*/ 208607 h 1606420"/>
                  <a:gd name="connsiteX3" fmla="*/ 615950 w 619180"/>
                  <a:gd name="connsiteY3" fmla="*/ 756294 h 1606420"/>
                  <a:gd name="connsiteX4" fmla="*/ 542132 w 619180"/>
                  <a:gd name="connsiteY4" fmla="*/ 1449239 h 1606420"/>
                  <a:gd name="connsiteX5" fmla="*/ 382588 w 619180"/>
                  <a:gd name="connsiteY5" fmla="*/ 1606400 h 1606420"/>
                  <a:gd name="connsiteX6" fmla="*/ 258763 w 619180"/>
                  <a:gd name="connsiteY6" fmla="*/ 1580207 h 1606420"/>
                  <a:gd name="connsiteX7" fmla="*/ 320675 w 619180"/>
                  <a:gd name="connsiteY7" fmla="*/ 1465907 h 1606420"/>
                  <a:gd name="connsiteX8" fmla="*/ 392113 w 619180"/>
                  <a:gd name="connsiteY8" fmla="*/ 1208732 h 1606420"/>
                  <a:gd name="connsiteX9" fmla="*/ 415925 w 619180"/>
                  <a:gd name="connsiteY9" fmla="*/ 818207 h 1606420"/>
                  <a:gd name="connsiteX10" fmla="*/ 311150 w 619180"/>
                  <a:gd name="connsiteY10" fmla="*/ 346719 h 1606420"/>
                  <a:gd name="connsiteX11" fmla="*/ 0 w 619180"/>
                  <a:gd name="connsiteY11" fmla="*/ 34776 h 1606420"/>
                  <a:gd name="connsiteX0" fmla="*/ 0 w 619180"/>
                  <a:gd name="connsiteY0" fmla="*/ 38437 h 1610081"/>
                  <a:gd name="connsiteX1" fmla="*/ 257969 w 619180"/>
                  <a:gd name="connsiteY1" fmla="*/ 28117 h 1610081"/>
                  <a:gd name="connsiteX2" fmla="*/ 439738 w 619180"/>
                  <a:gd name="connsiteY2" fmla="*/ 212268 h 1610081"/>
                  <a:gd name="connsiteX3" fmla="*/ 615950 w 619180"/>
                  <a:gd name="connsiteY3" fmla="*/ 759955 h 1610081"/>
                  <a:gd name="connsiteX4" fmla="*/ 542132 w 619180"/>
                  <a:gd name="connsiteY4" fmla="*/ 1452900 h 1610081"/>
                  <a:gd name="connsiteX5" fmla="*/ 382588 w 619180"/>
                  <a:gd name="connsiteY5" fmla="*/ 1610061 h 1610081"/>
                  <a:gd name="connsiteX6" fmla="*/ 258763 w 619180"/>
                  <a:gd name="connsiteY6" fmla="*/ 1583868 h 1610081"/>
                  <a:gd name="connsiteX7" fmla="*/ 320675 w 619180"/>
                  <a:gd name="connsiteY7" fmla="*/ 1469568 h 1610081"/>
                  <a:gd name="connsiteX8" fmla="*/ 392113 w 619180"/>
                  <a:gd name="connsiteY8" fmla="*/ 1212393 h 1610081"/>
                  <a:gd name="connsiteX9" fmla="*/ 415925 w 619180"/>
                  <a:gd name="connsiteY9" fmla="*/ 821868 h 1610081"/>
                  <a:gd name="connsiteX10" fmla="*/ 311150 w 619180"/>
                  <a:gd name="connsiteY10" fmla="*/ 350380 h 1610081"/>
                  <a:gd name="connsiteX11" fmla="*/ 0 w 619180"/>
                  <a:gd name="connsiteY11" fmla="*/ 38437 h 1610081"/>
                  <a:gd name="connsiteX0" fmla="*/ 0 w 619657"/>
                  <a:gd name="connsiteY0" fmla="*/ 35075 h 1606719"/>
                  <a:gd name="connsiteX1" fmla="*/ 257969 w 619657"/>
                  <a:gd name="connsiteY1" fmla="*/ 24755 h 1606719"/>
                  <a:gd name="connsiteX2" fmla="*/ 430213 w 619657"/>
                  <a:gd name="connsiteY2" fmla="*/ 213669 h 1606719"/>
                  <a:gd name="connsiteX3" fmla="*/ 615950 w 619657"/>
                  <a:gd name="connsiteY3" fmla="*/ 756593 h 1606719"/>
                  <a:gd name="connsiteX4" fmla="*/ 542132 w 619657"/>
                  <a:gd name="connsiteY4" fmla="*/ 1449538 h 1606719"/>
                  <a:gd name="connsiteX5" fmla="*/ 382588 w 619657"/>
                  <a:gd name="connsiteY5" fmla="*/ 1606699 h 1606719"/>
                  <a:gd name="connsiteX6" fmla="*/ 258763 w 619657"/>
                  <a:gd name="connsiteY6" fmla="*/ 1580506 h 1606719"/>
                  <a:gd name="connsiteX7" fmla="*/ 320675 w 619657"/>
                  <a:gd name="connsiteY7" fmla="*/ 1466206 h 1606719"/>
                  <a:gd name="connsiteX8" fmla="*/ 392113 w 619657"/>
                  <a:gd name="connsiteY8" fmla="*/ 1209031 h 1606719"/>
                  <a:gd name="connsiteX9" fmla="*/ 415925 w 619657"/>
                  <a:gd name="connsiteY9" fmla="*/ 818506 h 1606719"/>
                  <a:gd name="connsiteX10" fmla="*/ 311150 w 619657"/>
                  <a:gd name="connsiteY10" fmla="*/ 347018 h 1606719"/>
                  <a:gd name="connsiteX11" fmla="*/ 0 w 619657"/>
                  <a:gd name="connsiteY11" fmla="*/ 35075 h 1606719"/>
                  <a:gd name="connsiteX0" fmla="*/ 0 w 597454"/>
                  <a:gd name="connsiteY0" fmla="*/ 35075 h 1606719"/>
                  <a:gd name="connsiteX1" fmla="*/ 257969 w 597454"/>
                  <a:gd name="connsiteY1" fmla="*/ 24755 h 1606719"/>
                  <a:gd name="connsiteX2" fmla="*/ 430213 w 597454"/>
                  <a:gd name="connsiteY2" fmla="*/ 213669 h 1606719"/>
                  <a:gd name="connsiteX3" fmla="*/ 592138 w 597454"/>
                  <a:gd name="connsiteY3" fmla="*/ 754212 h 1606719"/>
                  <a:gd name="connsiteX4" fmla="*/ 542132 w 597454"/>
                  <a:gd name="connsiteY4" fmla="*/ 1449538 h 1606719"/>
                  <a:gd name="connsiteX5" fmla="*/ 382588 w 597454"/>
                  <a:gd name="connsiteY5" fmla="*/ 1606699 h 1606719"/>
                  <a:gd name="connsiteX6" fmla="*/ 258763 w 597454"/>
                  <a:gd name="connsiteY6" fmla="*/ 1580506 h 1606719"/>
                  <a:gd name="connsiteX7" fmla="*/ 320675 w 597454"/>
                  <a:gd name="connsiteY7" fmla="*/ 1466206 h 1606719"/>
                  <a:gd name="connsiteX8" fmla="*/ 392113 w 597454"/>
                  <a:gd name="connsiteY8" fmla="*/ 1209031 h 1606719"/>
                  <a:gd name="connsiteX9" fmla="*/ 415925 w 597454"/>
                  <a:gd name="connsiteY9" fmla="*/ 818506 h 1606719"/>
                  <a:gd name="connsiteX10" fmla="*/ 311150 w 597454"/>
                  <a:gd name="connsiteY10" fmla="*/ 347018 h 1606719"/>
                  <a:gd name="connsiteX11" fmla="*/ 0 w 597454"/>
                  <a:gd name="connsiteY11" fmla="*/ 35075 h 1606719"/>
                  <a:gd name="connsiteX0" fmla="*/ 0 w 596732"/>
                  <a:gd name="connsiteY0" fmla="*/ 35075 h 1596107"/>
                  <a:gd name="connsiteX1" fmla="*/ 257969 w 596732"/>
                  <a:gd name="connsiteY1" fmla="*/ 24755 h 1596107"/>
                  <a:gd name="connsiteX2" fmla="*/ 430213 w 596732"/>
                  <a:gd name="connsiteY2" fmla="*/ 213669 h 1596107"/>
                  <a:gd name="connsiteX3" fmla="*/ 592138 w 596732"/>
                  <a:gd name="connsiteY3" fmla="*/ 754212 h 1596107"/>
                  <a:gd name="connsiteX4" fmla="*/ 542132 w 596732"/>
                  <a:gd name="connsiteY4" fmla="*/ 1449538 h 1596107"/>
                  <a:gd name="connsiteX5" fmla="*/ 434975 w 596732"/>
                  <a:gd name="connsiteY5" fmla="*/ 1594793 h 1596107"/>
                  <a:gd name="connsiteX6" fmla="*/ 258763 w 596732"/>
                  <a:gd name="connsiteY6" fmla="*/ 1580506 h 1596107"/>
                  <a:gd name="connsiteX7" fmla="*/ 320675 w 596732"/>
                  <a:gd name="connsiteY7" fmla="*/ 1466206 h 1596107"/>
                  <a:gd name="connsiteX8" fmla="*/ 392113 w 596732"/>
                  <a:gd name="connsiteY8" fmla="*/ 1209031 h 1596107"/>
                  <a:gd name="connsiteX9" fmla="*/ 415925 w 596732"/>
                  <a:gd name="connsiteY9" fmla="*/ 818506 h 1596107"/>
                  <a:gd name="connsiteX10" fmla="*/ 311150 w 596732"/>
                  <a:gd name="connsiteY10" fmla="*/ 347018 h 1596107"/>
                  <a:gd name="connsiteX11" fmla="*/ 0 w 596732"/>
                  <a:gd name="connsiteY11" fmla="*/ 35075 h 1596107"/>
                  <a:gd name="connsiteX0" fmla="*/ 0 w 596732"/>
                  <a:gd name="connsiteY0" fmla="*/ 35075 h 1603457"/>
                  <a:gd name="connsiteX1" fmla="*/ 257969 w 596732"/>
                  <a:gd name="connsiteY1" fmla="*/ 24755 h 1603457"/>
                  <a:gd name="connsiteX2" fmla="*/ 430213 w 596732"/>
                  <a:gd name="connsiteY2" fmla="*/ 213669 h 1603457"/>
                  <a:gd name="connsiteX3" fmla="*/ 592138 w 596732"/>
                  <a:gd name="connsiteY3" fmla="*/ 754212 h 1603457"/>
                  <a:gd name="connsiteX4" fmla="*/ 542132 w 596732"/>
                  <a:gd name="connsiteY4" fmla="*/ 1449538 h 1603457"/>
                  <a:gd name="connsiteX5" fmla="*/ 434975 w 596732"/>
                  <a:gd name="connsiteY5" fmla="*/ 1594793 h 1603457"/>
                  <a:gd name="connsiteX6" fmla="*/ 258763 w 596732"/>
                  <a:gd name="connsiteY6" fmla="*/ 1580506 h 1603457"/>
                  <a:gd name="connsiteX7" fmla="*/ 320675 w 596732"/>
                  <a:gd name="connsiteY7" fmla="*/ 1466206 h 1603457"/>
                  <a:gd name="connsiteX8" fmla="*/ 392113 w 596732"/>
                  <a:gd name="connsiteY8" fmla="*/ 1209031 h 1603457"/>
                  <a:gd name="connsiteX9" fmla="*/ 415925 w 596732"/>
                  <a:gd name="connsiteY9" fmla="*/ 818506 h 1603457"/>
                  <a:gd name="connsiteX10" fmla="*/ 311150 w 596732"/>
                  <a:gd name="connsiteY10" fmla="*/ 347018 h 1603457"/>
                  <a:gd name="connsiteX11" fmla="*/ 0 w 596732"/>
                  <a:gd name="connsiteY11" fmla="*/ 35075 h 1603457"/>
                  <a:gd name="connsiteX0" fmla="*/ 0 w 605337"/>
                  <a:gd name="connsiteY0" fmla="*/ 35075 h 1621964"/>
                  <a:gd name="connsiteX1" fmla="*/ 257969 w 605337"/>
                  <a:gd name="connsiteY1" fmla="*/ 24755 h 1621964"/>
                  <a:gd name="connsiteX2" fmla="*/ 430213 w 605337"/>
                  <a:gd name="connsiteY2" fmla="*/ 213669 h 1621964"/>
                  <a:gd name="connsiteX3" fmla="*/ 592138 w 605337"/>
                  <a:gd name="connsiteY3" fmla="*/ 754212 h 1621964"/>
                  <a:gd name="connsiteX4" fmla="*/ 577850 w 605337"/>
                  <a:gd name="connsiteY4" fmla="*/ 1228082 h 1621964"/>
                  <a:gd name="connsiteX5" fmla="*/ 434975 w 605337"/>
                  <a:gd name="connsiteY5" fmla="*/ 1594793 h 1621964"/>
                  <a:gd name="connsiteX6" fmla="*/ 258763 w 605337"/>
                  <a:gd name="connsiteY6" fmla="*/ 1580506 h 1621964"/>
                  <a:gd name="connsiteX7" fmla="*/ 320675 w 605337"/>
                  <a:gd name="connsiteY7" fmla="*/ 1466206 h 1621964"/>
                  <a:gd name="connsiteX8" fmla="*/ 392113 w 605337"/>
                  <a:gd name="connsiteY8" fmla="*/ 1209031 h 1621964"/>
                  <a:gd name="connsiteX9" fmla="*/ 415925 w 605337"/>
                  <a:gd name="connsiteY9" fmla="*/ 818506 h 1621964"/>
                  <a:gd name="connsiteX10" fmla="*/ 311150 w 605337"/>
                  <a:gd name="connsiteY10" fmla="*/ 347018 h 1621964"/>
                  <a:gd name="connsiteX11" fmla="*/ 0 w 605337"/>
                  <a:gd name="connsiteY11" fmla="*/ 35075 h 1621964"/>
                  <a:gd name="connsiteX0" fmla="*/ 0 w 605337"/>
                  <a:gd name="connsiteY0" fmla="*/ 35075 h 1603985"/>
                  <a:gd name="connsiteX1" fmla="*/ 257969 w 605337"/>
                  <a:gd name="connsiteY1" fmla="*/ 24755 h 1603985"/>
                  <a:gd name="connsiteX2" fmla="*/ 430213 w 605337"/>
                  <a:gd name="connsiteY2" fmla="*/ 213669 h 1603985"/>
                  <a:gd name="connsiteX3" fmla="*/ 592138 w 605337"/>
                  <a:gd name="connsiteY3" fmla="*/ 754212 h 1603985"/>
                  <a:gd name="connsiteX4" fmla="*/ 577850 w 605337"/>
                  <a:gd name="connsiteY4" fmla="*/ 1228082 h 1603985"/>
                  <a:gd name="connsiteX5" fmla="*/ 434975 w 605337"/>
                  <a:gd name="connsiteY5" fmla="*/ 1594793 h 1603985"/>
                  <a:gd name="connsiteX6" fmla="*/ 258763 w 605337"/>
                  <a:gd name="connsiteY6" fmla="*/ 1580506 h 1603985"/>
                  <a:gd name="connsiteX7" fmla="*/ 320675 w 605337"/>
                  <a:gd name="connsiteY7" fmla="*/ 1466206 h 1603985"/>
                  <a:gd name="connsiteX8" fmla="*/ 392113 w 605337"/>
                  <a:gd name="connsiteY8" fmla="*/ 1209031 h 1603985"/>
                  <a:gd name="connsiteX9" fmla="*/ 415925 w 605337"/>
                  <a:gd name="connsiteY9" fmla="*/ 818506 h 1603985"/>
                  <a:gd name="connsiteX10" fmla="*/ 311150 w 605337"/>
                  <a:gd name="connsiteY10" fmla="*/ 347018 h 1603985"/>
                  <a:gd name="connsiteX11" fmla="*/ 0 w 605337"/>
                  <a:gd name="connsiteY11" fmla="*/ 35075 h 1603985"/>
                  <a:gd name="connsiteX0" fmla="*/ 0 w 605129"/>
                  <a:gd name="connsiteY0" fmla="*/ 35075 h 1588407"/>
                  <a:gd name="connsiteX1" fmla="*/ 257969 w 605129"/>
                  <a:gd name="connsiteY1" fmla="*/ 24755 h 1588407"/>
                  <a:gd name="connsiteX2" fmla="*/ 430213 w 605129"/>
                  <a:gd name="connsiteY2" fmla="*/ 213669 h 1588407"/>
                  <a:gd name="connsiteX3" fmla="*/ 592138 w 605129"/>
                  <a:gd name="connsiteY3" fmla="*/ 754212 h 1588407"/>
                  <a:gd name="connsiteX4" fmla="*/ 577850 w 605129"/>
                  <a:gd name="connsiteY4" fmla="*/ 1228082 h 1588407"/>
                  <a:gd name="connsiteX5" fmla="*/ 439738 w 605129"/>
                  <a:gd name="connsiteY5" fmla="*/ 1556693 h 1588407"/>
                  <a:gd name="connsiteX6" fmla="*/ 258763 w 605129"/>
                  <a:gd name="connsiteY6" fmla="*/ 1580506 h 1588407"/>
                  <a:gd name="connsiteX7" fmla="*/ 320675 w 605129"/>
                  <a:gd name="connsiteY7" fmla="*/ 1466206 h 1588407"/>
                  <a:gd name="connsiteX8" fmla="*/ 392113 w 605129"/>
                  <a:gd name="connsiteY8" fmla="*/ 1209031 h 1588407"/>
                  <a:gd name="connsiteX9" fmla="*/ 415925 w 605129"/>
                  <a:gd name="connsiteY9" fmla="*/ 818506 h 1588407"/>
                  <a:gd name="connsiteX10" fmla="*/ 311150 w 605129"/>
                  <a:gd name="connsiteY10" fmla="*/ 347018 h 1588407"/>
                  <a:gd name="connsiteX11" fmla="*/ 0 w 605129"/>
                  <a:gd name="connsiteY11" fmla="*/ 35075 h 1588407"/>
                  <a:gd name="connsiteX0" fmla="*/ 0 w 605129"/>
                  <a:gd name="connsiteY0" fmla="*/ 35075 h 1591646"/>
                  <a:gd name="connsiteX1" fmla="*/ 257969 w 605129"/>
                  <a:gd name="connsiteY1" fmla="*/ 24755 h 1591646"/>
                  <a:gd name="connsiteX2" fmla="*/ 430213 w 605129"/>
                  <a:gd name="connsiteY2" fmla="*/ 213669 h 1591646"/>
                  <a:gd name="connsiteX3" fmla="*/ 592138 w 605129"/>
                  <a:gd name="connsiteY3" fmla="*/ 754212 h 1591646"/>
                  <a:gd name="connsiteX4" fmla="*/ 577850 w 605129"/>
                  <a:gd name="connsiteY4" fmla="*/ 1228082 h 1591646"/>
                  <a:gd name="connsiteX5" fmla="*/ 439738 w 605129"/>
                  <a:gd name="connsiteY5" fmla="*/ 1556693 h 1591646"/>
                  <a:gd name="connsiteX6" fmla="*/ 258763 w 605129"/>
                  <a:gd name="connsiteY6" fmla="*/ 1580506 h 1591646"/>
                  <a:gd name="connsiteX7" fmla="*/ 320675 w 605129"/>
                  <a:gd name="connsiteY7" fmla="*/ 1466206 h 1591646"/>
                  <a:gd name="connsiteX8" fmla="*/ 392113 w 605129"/>
                  <a:gd name="connsiteY8" fmla="*/ 1209031 h 1591646"/>
                  <a:gd name="connsiteX9" fmla="*/ 415925 w 605129"/>
                  <a:gd name="connsiteY9" fmla="*/ 818506 h 1591646"/>
                  <a:gd name="connsiteX10" fmla="*/ 311150 w 605129"/>
                  <a:gd name="connsiteY10" fmla="*/ 347018 h 1591646"/>
                  <a:gd name="connsiteX11" fmla="*/ 0 w 605129"/>
                  <a:gd name="connsiteY11" fmla="*/ 35075 h 1591646"/>
                  <a:gd name="connsiteX0" fmla="*/ 0 w 605129"/>
                  <a:gd name="connsiteY0" fmla="*/ 35075 h 1591646"/>
                  <a:gd name="connsiteX1" fmla="*/ 257969 w 605129"/>
                  <a:gd name="connsiteY1" fmla="*/ 24755 h 1591646"/>
                  <a:gd name="connsiteX2" fmla="*/ 430213 w 605129"/>
                  <a:gd name="connsiteY2" fmla="*/ 213669 h 1591646"/>
                  <a:gd name="connsiteX3" fmla="*/ 592138 w 605129"/>
                  <a:gd name="connsiteY3" fmla="*/ 754212 h 1591646"/>
                  <a:gd name="connsiteX4" fmla="*/ 577850 w 605129"/>
                  <a:gd name="connsiteY4" fmla="*/ 1228082 h 1591646"/>
                  <a:gd name="connsiteX5" fmla="*/ 439738 w 605129"/>
                  <a:gd name="connsiteY5" fmla="*/ 1556693 h 1591646"/>
                  <a:gd name="connsiteX6" fmla="*/ 258763 w 605129"/>
                  <a:gd name="connsiteY6" fmla="*/ 1580506 h 1591646"/>
                  <a:gd name="connsiteX7" fmla="*/ 320675 w 605129"/>
                  <a:gd name="connsiteY7" fmla="*/ 1466206 h 1591646"/>
                  <a:gd name="connsiteX8" fmla="*/ 392113 w 605129"/>
                  <a:gd name="connsiteY8" fmla="*/ 1209031 h 1591646"/>
                  <a:gd name="connsiteX9" fmla="*/ 415925 w 605129"/>
                  <a:gd name="connsiteY9" fmla="*/ 818506 h 1591646"/>
                  <a:gd name="connsiteX10" fmla="*/ 311150 w 605129"/>
                  <a:gd name="connsiteY10" fmla="*/ 347018 h 1591646"/>
                  <a:gd name="connsiteX11" fmla="*/ 0 w 605129"/>
                  <a:gd name="connsiteY11" fmla="*/ 35075 h 1591646"/>
                  <a:gd name="connsiteX0" fmla="*/ 0 w 605129"/>
                  <a:gd name="connsiteY0" fmla="*/ 35075 h 1591646"/>
                  <a:gd name="connsiteX1" fmla="*/ 257969 w 605129"/>
                  <a:gd name="connsiteY1" fmla="*/ 24755 h 1591646"/>
                  <a:gd name="connsiteX2" fmla="*/ 430213 w 605129"/>
                  <a:gd name="connsiteY2" fmla="*/ 213669 h 1591646"/>
                  <a:gd name="connsiteX3" fmla="*/ 592138 w 605129"/>
                  <a:gd name="connsiteY3" fmla="*/ 754212 h 1591646"/>
                  <a:gd name="connsiteX4" fmla="*/ 577850 w 605129"/>
                  <a:gd name="connsiteY4" fmla="*/ 1228082 h 1591646"/>
                  <a:gd name="connsiteX5" fmla="*/ 439738 w 605129"/>
                  <a:gd name="connsiteY5" fmla="*/ 1556693 h 1591646"/>
                  <a:gd name="connsiteX6" fmla="*/ 258763 w 605129"/>
                  <a:gd name="connsiteY6" fmla="*/ 1580506 h 1591646"/>
                  <a:gd name="connsiteX7" fmla="*/ 344487 w 605129"/>
                  <a:gd name="connsiteY7" fmla="*/ 1440012 h 1591646"/>
                  <a:gd name="connsiteX8" fmla="*/ 392113 w 605129"/>
                  <a:gd name="connsiteY8" fmla="*/ 1209031 h 1591646"/>
                  <a:gd name="connsiteX9" fmla="*/ 415925 w 605129"/>
                  <a:gd name="connsiteY9" fmla="*/ 818506 h 1591646"/>
                  <a:gd name="connsiteX10" fmla="*/ 311150 w 605129"/>
                  <a:gd name="connsiteY10" fmla="*/ 347018 h 1591646"/>
                  <a:gd name="connsiteX11" fmla="*/ 0 w 605129"/>
                  <a:gd name="connsiteY11" fmla="*/ 35075 h 1591646"/>
                  <a:gd name="connsiteX0" fmla="*/ 0 w 603428"/>
                  <a:gd name="connsiteY0" fmla="*/ 35075 h 1591646"/>
                  <a:gd name="connsiteX1" fmla="*/ 257969 w 603428"/>
                  <a:gd name="connsiteY1" fmla="*/ 24755 h 1591646"/>
                  <a:gd name="connsiteX2" fmla="*/ 430213 w 603428"/>
                  <a:gd name="connsiteY2" fmla="*/ 213669 h 1591646"/>
                  <a:gd name="connsiteX3" fmla="*/ 592138 w 603428"/>
                  <a:gd name="connsiteY3" fmla="*/ 754212 h 1591646"/>
                  <a:gd name="connsiteX4" fmla="*/ 577850 w 603428"/>
                  <a:gd name="connsiteY4" fmla="*/ 1228082 h 1591646"/>
                  <a:gd name="connsiteX5" fmla="*/ 439738 w 603428"/>
                  <a:gd name="connsiteY5" fmla="*/ 1556693 h 1591646"/>
                  <a:gd name="connsiteX6" fmla="*/ 258763 w 603428"/>
                  <a:gd name="connsiteY6" fmla="*/ 1580506 h 1591646"/>
                  <a:gd name="connsiteX7" fmla="*/ 344487 w 603428"/>
                  <a:gd name="connsiteY7" fmla="*/ 1440012 h 1591646"/>
                  <a:gd name="connsiteX8" fmla="*/ 392113 w 603428"/>
                  <a:gd name="connsiteY8" fmla="*/ 1209031 h 1591646"/>
                  <a:gd name="connsiteX9" fmla="*/ 415925 w 603428"/>
                  <a:gd name="connsiteY9" fmla="*/ 818506 h 1591646"/>
                  <a:gd name="connsiteX10" fmla="*/ 311150 w 603428"/>
                  <a:gd name="connsiteY10" fmla="*/ 347018 h 1591646"/>
                  <a:gd name="connsiteX11" fmla="*/ 0 w 603428"/>
                  <a:gd name="connsiteY11" fmla="*/ 35075 h 1591646"/>
                  <a:gd name="connsiteX0" fmla="*/ 0 w 597118"/>
                  <a:gd name="connsiteY0" fmla="*/ 35075 h 1591646"/>
                  <a:gd name="connsiteX1" fmla="*/ 257969 w 597118"/>
                  <a:gd name="connsiteY1" fmla="*/ 24755 h 1591646"/>
                  <a:gd name="connsiteX2" fmla="*/ 430213 w 597118"/>
                  <a:gd name="connsiteY2" fmla="*/ 213669 h 1591646"/>
                  <a:gd name="connsiteX3" fmla="*/ 580232 w 597118"/>
                  <a:gd name="connsiteY3" fmla="*/ 758975 h 1591646"/>
                  <a:gd name="connsiteX4" fmla="*/ 577850 w 597118"/>
                  <a:gd name="connsiteY4" fmla="*/ 1228082 h 1591646"/>
                  <a:gd name="connsiteX5" fmla="*/ 439738 w 597118"/>
                  <a:gd name="connsiteY5" fmla="*/ 1556693 h 1591646"/>
                  <a:gd name="connsiteX6" fmla="*/ 258763 w 597118"/>
                  <a:gd name="connsiteY6" fmla="*/ 1580506 h 1591646"/>
                  <a:gd name="connsiteX7" fmla="*/ 344487 w 597118"/>
                  <a:gd name="connsiteY7" fmla="*/ 1440012 h 1591646"/>
                  <a:gd name="connsiteX8" fmla="*/ 392113 w 597118"/>
                  <a:gd name="connsiteY8" fmla="*/ 1209031 h 1591646"/>
                  <a:gd name="connsiteX9" fmla="*/ 415925 w 597118"/>
                  <a:gd name="connsiteY9" fmla="*/ 818506 h 1591646"/>
                  <a:gd name="connsiteX10" fmla="*/ 311150 w 597118"/>
                  <a:gd name="connsiteY10" fmla="*/ 347018 h 1591646"/>
                  <a:gd name="connsiteX11" fmla="*/ 0 w 597118"/>
                  <a:gd name="connsiteY11" fmla="*/ 35075 h 1591646"/>
                  <a:gd name="connsiteX0" fmla="*/ 0 w 598393"/>
                  <a:gd name="connsiteY0" fmla="*/ 35075 h 1604645"/>
                  <a:gd name="connsiteX1" fmla="*/ 257969 w 598393"/>
                  <a:gd name="connsiteY1" fmla="*/ 24755 h 1604645"/>
                  <a:gd name="connsiteX2" fmla="*/ 430213 w 598393"/>
                  <a:gd name="connsiteY2" fmla="*/ 213669 h 1604645"/>
                  <a:gd name="connsiteX3" fmla="*/ 580232 w 598393"/>
                  <a:gd name="connsiteY3" fmla="*/ 758975 h 1604645"/>
                  <a:gd name="connsiteX4" fmla="*/ 580231 w 598393"/>
                  <a:gd name="connsiteY4" fmla="*/ 1132832 h 1604645"/>
                  <a:gd name="connsiteX5" fmla="*/ 439738 w 598393"/>
                  <a:gd name="connsiteY5" fmla="*/ 1556693 h 1604645"/>
                  <a:gd name="connsiteX6" fmla="*/ 258763 w 598393"/>
                  <a:gd name="connsiteY6" fmla="*/ 1580506 h 1604645"/>
                  <a:gd name="connsiteX7" fmla="*/ 344487 w 598393"/>
                  <a:gd name="connsiteY7" fmla="*/ 1440012 h 1604645"/>
                  <a:gd name="connsiteX8" fmla="*/ 392113 w 598393"/>
                  <a:gd name="connsiteY8" fmla="*/ 1209031 h 1604645"/>
                  <a:gd name="connsiteX9" fmla="*/ 415925 w 598393"/>
                  <a:gd name="connsiteY9" fmla="*/ 818506 h 1604645"/>
                  <a:gd name="connsiteX10" fmla="*/ 311150 w 598393"/>
                  <a:gd name="connsiteY10" fmla="*/ 347018 h 1604645"/>
                  <a:gd name="connsiteX11" fmla="*/ 0 w 598393"/>
                  <a:gd name="connsiteY11" fmla="*/ 35075 h 1604645"/>
                  <a:gd name="connsiteX0" fmla="*/ 0 w 593000"/>
                  <a:gd name="connsiteY0" fmla="*/ 35075 h 1604645"/>
                  <a:gd name="connsiteX1" fmla="*/ 257969 w 593000"/>
                  <a:gd name="connsiteY1" fmla="*/ 24755 h 1604645"/>
                  <a:gd name="connsiteX2" fmla="*/ 430213 w 593000"/>
                  <a:gd name="connsiteY2" fmla="*/ 213669 h 1604645"/>
                  <a:gd name="connsiteX3" fmla="*/ 580232 w 593000"/>
                  <a:gd name="connsiteY3" fmla="*/ 758975 h 1604645"/>
                  <a:gd name="connsiteX4" fmla="*/ 580231 w 593000"/>
                  <a:gd name="connsiteY4" fmla="*/ 1132832 h 1604645"/>
                  <a:gd name="connsiteX5" fmla="*/ 439738 w 593000"/>
                  <a:gd name="connsiteY5" fmla="*/ 1556693 h 1604645"/>
                  <a:gd name="connsiteX6" fmla="*/ 258763 w 593000"/>
                  <a:gd name="connsiteY6" fmla="*/ 1580506 h 1604645"/>
                  <a:gd name="connsiteX7" fmla="*/ 344487 w 593000"/>
                  <a:gd name="connsiteY7" fmla="*/ 1440012 h 1604645"/>
                  <a:gd name="connsiteX8" fmla="*/ 392113 w 593000"/>
                  <a:gd name="connsiteY8" fmla="*/ 1209031 h 1604645"/>
                  <a:gd name="connsiteX9" fmla="*/ 415925 w 593000"/>
                  <a:gd name="connsiteY9" fmla="*/ 818506 h 1604645"/>
                  <a:gd name="connsiteX10" fmla="*/ 311150 w 593000"/>
                  <a:gd name="connsiteY10" fmla="*/ 347018 h 1604645"/>
                  <a:gd name="connsiteX11" fmla="*/ 0 w 593000"/>
                  <a:gd name="connsiteY11" fmla="*/ 35075 h 1604645"/>
                  <a:gd name="connsiteX0" fmla="*/ 0 w 585327"/>
                  <a:gd name="connsiteY0" fmla="*/ 35075 h 1598513"/>
                  <a:gd name="connsiteX1" fmla="*/ 257969 w 585327"/>
                  <a:gd name="connsiteY1" fmla="*/ 24755 h 1598513"/>
                  <a:gd name="connsiteX2" fmla="*/ 430213 w 585327"/>
                  <a:gd name="connsiteY2" fmla="*/ 213669 h 1598513"/>
                  <a:gd name="connsiteX3" fmla="*/ 580232 w 585327"/>
                  <a:gd name="connsiteY3" fmla="*/ 758975 h 1598513"/>
                  <a:gd name="connsiteX4" fmla="*/ 549275 w 585327"/>
                  <a:gd name="connsiteY4" fmla="*/ 1232845 h 1598513"/>
                  <a:gd name="connsiteX5" fmla="*/ 439738 w 585327"/>
                  <a:gd name="connsiteY5" fmla="*/ 1556693 h 1598513"/>
                  <a:gd name="connsiteX6" fmla="*/ 258763 w 585327"/>
                  <a:gd name="connsiteY6" fmla="*/ 1580506 h 1598513"/>
                  <a:gd name="connsiteX7" fmla="*/ 344487 w 585327"/>
                  <a:gd name="connsiteY7" fmla="*/ 1440012 h 1598513"/>
                  <a:gd name="connsiteX8" fmla="*/ 392113 w 585327"/>
                  <a:gd name="connsiteY8" fmla="*/ 1209031 h 1598513"/>
                  <a:gd name="connsiteX9" fmla="*/ 415925 w 585327"/>
                  <a:gd name="connsiteY9" fmla="*/ 818506 h 1598513"/>
                  <a:gd name="connsiteX10" fmla="*/ 311150 w 585327"/>
                  <a:gd name="connsiteY10" fmla="*/ 347018 h 1598513"/>
                  <a:gd name="connsiteX11" fmla="*/ 0 w 585327"/>
                  <a:gd name="connsiteY11" fmla="*/ 35075 h 1598513"/>
                  <a:gd name="connsiteX0" fmla="*/ 0 w 585739"/>
                  <a:gd name="connsiteY0" fmla="*/ 35075 h 1598513"/>
                  <a:gd name="connsiteX1" fmla="*/ 257969 w 585739"/>
                  <a:gd name="connsiteY1" fmla="*/ 24755 h 1598513"/>
                  <a:gd name="connsiteX2" fmla="*/ 430213 w 585739"/>
                  <a:gd name="connsiteY2" fmla="*/ 213669 h 1598513"/>
                  <a:gd name="connsiteX3" fmla="*/ 580232 w 585739"/>
                  <a:gd name="connsiteY3" fmla="*/ 758975 h 1598513"/>
                  <a:gd name="connsiteX4" fmla="*/ 549275 w 585739"/>
                  <a:gd name="connsiteY4" fmla="*/ 1232845 h 1598513"/>
                  <a:gd name="connsiteX5" fmla="*/ 439738 w 585739"/>
                  <a:gd name="connsiteY5" fmla="*/ 1556693 h 1598513"/>
                  <a:gd name="connsiteX6" fmla="*/ 258763 w 585739"/>
                  <a:gd name="connsiteY6" fmla="*/ 1580506 h 1598513"/>
                  <a:gd name="connsiteX7" fmla="*/ 344487 w 585739"/>
                  <a:gd name="connsiteY7" fmla="*/ 1440012 h 1598513"/>
                  <a:gd name="connsiteX8" fmla="*/ 392113 w 585739"/>
                  <a:gd name="connsiteY8" fmla="*/ 1209031 h 1598513"/>
                  <a:gd name="connsiteX9" fmla="*/ 415925 w 585739"/>
                  <a:gd name="connsiteY9" fmla="*/ 818506 h 1598513"/>
                  <a:gd name="connsiteX10" fmla="*/ 311150 w 585739"/>
                  <a:gd name="connsiteY10" fmla="*/ 347018 h 1598513"/>
                  <a:gd name="connsiteX11" fmla="*/ 0 w 585739"/>
                  <a:gd name="connsiteY11" fmla="*/ 35075 h 1598513"/>
                  <a:gd name="connsiteX0" fmla="*/ 0 w 586761"/>
                  <a:gd name="connsiteY0" fmla="*/ 35075 h 1598513"/>
                  <a:gd name="connsiteX1" fmla="*/ 257969 w 586761"/>
                  <a:gd name="connsiteY1" fmla="*/ 24755 h 1598513"/>
                  <a:gd name="connsiteX2" fmla="*/ 430213 w 586761"/>
                  <a:gd name="connsiteY2" fmla="*/ 213669 h 1598513"/>
                  <a:gd name="connsiteX3" fmla="*/ 580232 w 586761"/>
                  <a:gd name="connsiteY3" fmla="*/ 758975 h 1598513"/>
                  <a:gd name="connsiteX4" fmla="*/ 549275 w 586761"/>
                  <a:gd name="connsiteY4" fmla="*/ 1232845 h 1598513"/>
                  <a:gd name="connsiteX5" fmla="*/ 439738 w 586761"/>
                  <a:gd name="connsiteY5" fmla="*/ 1556693 h 1598513"/>
                  <a:gd name="connsiteX6" fmla="*/ 258763 w 586761"/>
                  <a:gd name="connsiteY6" fmla="*/ 1580506 h 1598513"/>
                  <a:gd name="connsiteX7" fmla="*/ 344487 w 586761"/>
                  <a:gd name="connsiteY7" fmla="*/ 1440012 h 1598513"/>
                  <a:gd name="connsiteX8" fmla="*/ 392113 w 586761"/>
                  <a:gd name="connsiteY8" fmla="*/ 1209031 h 1598513"/>
                  <a:gd name="connsiteX9" fmla="*/ 415925 w 586761"/>
                  <a:gd name="connsiteY9" fmla="*/ 818506 h 1598513"/>
                  <a:gd name="connsiteX10" fmla="*/ 311150 w 586761"/>
                  <a:gd name="connsiteY10" fmla="*/ 347018 h 1598513"/>
                  <a:gd name="connsiteX11" fmla="*/ 0 w 586761"/>
                  <a:gd name="connsiteY11" fmla="*/ 35075 h 1598513"/>
                  <a:gd name="connsiteX0" fmla="*/ 0 w 583009"/>
                  <a:gd name="connsiteY0" fmla="*/ 35075 h 1598513"/>
                  <a:gd name="connsiteX1" fmla="*/ 257969 w 583009"/>
                  <a:gd name="connsiteY1" fmla="*/ 24755 h 1598513"/>
                  <a:gd name="connsiteX2" fmla="*/ 430213 w 583009"/>
                  <a:gd name="connsiteY2" fmla="*/ 213669 h 1598513"/>
                  <a:gd name="connsiteX3" fmla="*/ 580232 w 583009"/>
                  <a:gd name="connsiteY3" fmla="*/ 758975 h 1598513"/>
                  <a:gd name="connsiteX4" fmla="*/ 549275 w 583009"/>
                  <a:gd name="connsiteY4" fmla="*/ 1232845 h 1598513"/>
                  <a:gd name="connsiteX5" fmla="*/ 439738 w 583009"/>
                  <a:gd name="connsiteY5" fmla="*/ 1556693 h 1598513"/>
                  <a:gd name="connsiteX6" fmla="*/ 258763 w 583009"/>
                  <a:gd name="connsiteY6" fmla="*/ 1580506 h 1598513"/>
                  <a:gd name="connsiteX7" fmla="*/ 344487 w 583009"/>
                  <a:gd name="connsiteY7" fmla="*/ 1440012 h 1598513"/>
                  <a:gd name="connsiteX8" fmla="*/ 392113 w 583009"/>
                  <a:gd name="connsiteY8" fmla="*/ 1209031 h 1598513"/>
                  <a:gd name="connsiteX9" fmla="*/ 415925 w 583009"/>
                  <a:gd name="connsiteY9" fmla="*/ 818506 h 1598513"/>
                  <a:gd name="connsiteX10" fmla="*/ 311150 w 583009"/>
                  <a:gd name="connsiteY10" fmla="*/ 347018 h 1598513"/>
                  <a:gd name="connsiteX11" fmla="*/ 0 w 583009"/>
                  <a:gd name="connsiteY11" fmla="*/ 35075 h 1598513"/>
                  <a:gd name="connsiteX0" fmla="*/ 0 w 583009"/>
                  <a:gd name="connsiteY0" fmla="*/ 35075 h 1598513"/>
                  <a:gd name="connsiteX1" fmla="*/ 257969 w 583009"/>
                  <a:gd name="connsiteY1" fmla="*/ 24755 h 1598513"/>
                  <a:gd name="connsiteX2" fmla="*/ 430213 w 583009"/>
                  <a:gd name="connsiteY2" fmla="*/ 213669 h 1598513"/>
                  <a:gd name="connsiteX3" fmla="*/ 580232 w 583009"/>
                  <a:gd name="connsiteY3" fmla="*/ 758975 h 1598513"/>
                  <a:gd name="connsiteX4" fmla="*/ 549275 w 583009"/>
                  <a:gd name="connsiteY4" fmla="*/ 1232845 h 1598513"/>
                  <a:gd name="connsiteX5" fmla="*/ 439738 w 583009"/>
                  <a:gd name="connsiteY5" fmla="*/ 1556693 h 1598513"/>
                  <a:gd name="connsiteX6" fmla="*/ 258763 w 583009"/>
                  <a:gd name="connsiteY6" fmla="*/ 1580506 h 1598513"/>
                  <a:gd name="connsiteX7" fmla="*/ 344487 w 583009"/>
                  <a:gd name="connsiteY7" fmla="*/ 1440012 h 1598513"/>
                  <a:gd name="connsiteX8" fmla="*/ 392113 w 583009"/>
                  <a:gd name="connsiteY8" fmla="*/ 1209031 h 1598513"/>
                  <a:gd name="connsiteX9" fmla="*/ 415925 w 583009"/>
                  <a:gd name="connsiteY9" fmla="*/ 818506 h 1598513"/>
                  <a:gd name="connsiteX10" fmla="*/ 311150 w 583009"/>
                  <a:gd name="connsiteY10" fmla="*/ 347018 h 1598513"/>
                  <a:gd name="connsiteX11" fmla="*/ 0 w 583009"/>
                  <a:gd name="connsiteY11" fmla="*/ 35075 h 1598513"/>
                  <a:gd name="connsiteX0" fmla="*/ 0 w 583009"/>
                  <a:gd name="connsiteY0" fmla="*/ 55465 h 1618903"/>
                  <a:gd name="connsiteX1" fmla="*/ 257969 w 583009"/>
                  <a:gd name="connsiteY1" fmla="*/ 45145 h 1618903"/>
                  <a:gd name="connsiteX2" fmla="*/ 430213 w 583009"/>
                  <a:gd name="connsiteY2" fmla="*/ 234059 h 1618903"/>
                  <a:gd name="connsiteX3" fmla="*/ 580232 w 583009"/>
                  <a:gd name="connsiteY3" fmla="*/ 779365 h 1618903"/>
                  <a:gd name="connsiteX4" fmla="*/ 549275 w 583009"/>
                  <a:gd name="connsiteY4" fmla="*/ 1253235 h 1618903"/>
                  <a:gd name="connsiteX5" fmla="*/ 439738 w 583009"/>
                  <a:gd name="connsiteY5" fmla="*/ 1577083 h 1618903"/>
                  <a:gd name="connsiteX6" fmla="*/ 258763 w 583009"/>
                  <a:gd name="connsiteY6" fmla="*/ 1600896 h 1618903"/>
                  <a:gd name="connsiteX7" fmla="*/ 344487 w 583009"/>
                  <a:gd name="connsiteY7" fmla="*/ 1460402 h 1618903"/>
                  <a:gd name="connsiteX8" fmla="*/ 392113 w 583009"/>
                  <a:gd name="connsiteY8" fmla="*/ 1229421 h 1618903"/>
                  <a:gd name="connsiteX9" fmla="*/ 415925 w 583009"/>
                  <a:gd name="connsiteY9" fmla="*/ 838896 h 1618903"/>
                  <a:gd name="connsiteX10" fmla="*/ 311150 w 583009"/>
                  <a:gd name="connsiteY10" fmla="*/ 367408 h 1618903"/>
                  <a:gd name="connsiteX11" fmla="*/ 0 w 583009"/>
                  <a:gd name="connsiteY11" fmla="*/ 55465 h 1618903"/>
                  <a:gd name="connsiteX0" fmla="*/ 0 w 583009"/>
                  <a:gd name="connsiteY0" fmla="*/ 49425 h 1612863"/>
                  <a:gd name="connsiteX1" fmla="*/ 257969 w 583009"/>
                  <a:gd name="connsiteY1" fmla="*/ 39105 h 1612863"/>
                  <a:gd name="connsiteX2" fmla="*/ 430213 w 583009"/>
                  <a:gd name="connsiteY2" fmla="*/ 228019 h 1612863"/>
                  <a:gd name="connsiteX3" fmla="*/ 580232 w 583009"/>
                  <a:gd name="connsiteY3" fmla="*/ 773325 h 1612863"/>
                  <a:gd name="connsiteX4" fmla="*/ 549275 w 583009"/>
                  <a:gd name="connsiteY4" fmla="*/ 1247195 h 1612863"/>
                  <a:gd name="connsiteX5" fmla="*/ 439738 w 583009"/>
                  <a:gd name="connsiteY5" fmla="*/ 1571043 h 1612863"/>
                  <a:gd name="connsiteX6" fmla="*/ 258763 w 583009"/>
                  <a:gd name="connsiteY6" fmla="*/ 1594856 h 1612863"/>
                  <a:gd name="connsiteX7" fmla="*/ 344487 w 583009"/>
                  <a:gd name="connsiteY7" fmla="*/ 1454362 h 1612863"/>
                  <a:gd name="connsiteX8" fmla="*/ 392113 w 583009"/>
                  <a:gd name="connsiteY8" fmla="*/ 1223381 h 1612863"/>
                  <a:gd name="connsiteX9" fmla="*/ 415925 w 583009"/>
                  <a:gd name="connsiteY9" fmla="*/ 832856 h 1612863"/>
                  <a:gd name="connsiteX10" fmla="*/ 311150 w 583009"/>
                  <a:gd name="connsiteY10" fmla="*/ 361368 h 1612863"/>
                  <a:gd name="connsiteX11" fmla="*/ 0 w 583009"/>
                  <a:gd name="connsiteY11" fmla="*/ 49425 h 1612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83009" h="1612863">
                    <a:moveTo>
                      <a:pt x="0" y="49425"/>
                    </a:moveTo>
                    <a:cubicBezTo>
                      <a:pt x="130174" y="-36300"/>
                      <a:pt x="186267" y="9339"/>
                      <a:pt x="257969" y="39105"/>
                    </a:cubicBezTo>
                    <a:cubicBezTo>
                      <a:pt x="329671" y="68871"/>
                      <a:pt x="376503" y="105649"/>
                      <a:pt x="430213" y="228019"/>
                    </a:cubicBezTo>
                    <a:cubicBezTo>
                      <a:pt x="483924" y="350389"/>
                      <a:pt x="569913" y="596318"/>
                      <a:pt x="580232" y="773325"/>
                    </a:cubicBezTo>
                    <a:cubicBezTo>
                      <a:pt x="590551" y="950332"/>
                      <a:pt x="570309" y="1126148"/>
                      <a:pt x="549275" y="1247195"/>
                    </a:cubicBezTo>
                    <a:cubicBezTo>
                      <a:pt x="528241" y="1368242"/>
                      <a:pt x="488157" y="1513100"/>
                      <a:pt x="439738" y="1571043"/>
                    </a:cubicBezTo>
                    <a:cubicBezTo>
                      <a:pt x="391319" y="1628987"/>
                      <a:pt x="304006" y="1616287"/>
                      <a:pt x="258763" y="1594856"/>
                    </a:cubicBezTo>
                    <a:cubicBezTo>
                      <a:pt x="296863" y="1549613"/>
                      <a:pt x="322262" y="1516275"/>
                      <a:pt x="344487" y="1454362"/>
                    </a:cubicBezTo>
                    <a:cubicBezTo>
                      <a:pt x="366712" y="1392449"/>
                      <a:pt x="380207" y="1326965"/>
                      <a:pt x="392113" y="1223381"/>
                    </a:cubicBezTo>
                    <a:cubicBezTo>
                      <a:pt x="404019" y="1119797"/>
                      <a:pt x="429419" y="976525"/>
                      <a:pt x="415925" y="832856"/>
                    </a:cubicBezTo>
                    <a:cubicBezTo>
                      <a:pt x="402431" y="689187"/>
                      <a:pt x="349515" y="482415"/>
                      <a:pt x="311150" y="361368"/>
                    </a:cubicBezTo>
                    <a:cubicBezTo>
                      <a:pt x="272785" y="240321"/>
                      <a:pt x="236537" y="109751"/>
                      <a:pt x="0" y="49425"/>
                    </a:cubicBezTo>
                    <a:close/>
                  </a:path>
                </a:pathLst>
              </a:custGeom>
              <a:solidFill>
                <a:srgbClr val="E6BB7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" name="任意多边形 128"/>
              <p:cNvSpPr/>
              <p:nvPr/>
            </p:nvSpPr>
            <p:spPr>
              <a:xfrm>
                <a:off x="5315935" y="2094047"/>
                <a:ext cx="583009" cy="1612863"/>
              </a:xfrm>
              <a:custGeom>
                <a:avLst/>
                <a:gdLst>
                  <a:gd name="connsiteX0" fmla="*/ 2192 w 582624"/>
                  <a:gd name="connsiteY0" fmla="*/ 36522 h 1656991"/>
                  <a:gd name="connsiteX1" fmla="*/ 159354 w 582624"/>
                  <a:gd name="connsiteY1" fmla="*/ 31759 h 1656991"/>
                  <a:gd name="connsiteX2" fmla="*/ 402242 w 582624"/>
                  <a:gd name="connsiteY2" fmla="*/ 236547 h 1656991"/>
                  <a:gd name="connsiteX3" fmla="*/ 578454 w 582624"/>
                  <a:gd name="connsiteY3" fmla="*/ 784234 h 1656991"/>
                  <a:gd name="connsiteX4" fmla="*/ 511779 w 582624"/>
                  <a:gd name="connsiteY4" fmla="*/ 1484322 h 1656991"/>
                  <a:gd name="connsiteX5" fmla="*/ 340329 w 582624"/>
                  <a:gd name="connsiteY5" fmla="*/ 1651009 h 1656991"/>
                  <a:gd name="connsiteX6" fmla="*/ 221267 w 582624"/>
                  <a:gd name="connsiteY6" fmla="*/ 1608147 h 1656991"/>
                  <a:gd name="connsiteX7" fmla="*/ 283179 w 582624"/>
                  <a:gd name="connsiteY7" fmla="*/ 1493847 h 1656991"/>
                  <a:gd name="connsiteX8" fmla="*/ 354617 w 582624"/>
                  <a:gd name="connsiteY8" fmla="*/ 1236672 h 1656991"/>
                  <a:gd name="connsiteX9" fmla="*/ 378429 w 582624"/>
                  <a:gd name="connsiteY9" fmla="*/ 846147 h 1656991"/>
                  <a:gd name="connsiteX10" fmla="*/ 273654 w 582624"/>
                  <a:gd name="connsiteY10" fmla="*/ 374659 h 1656991"/>
                  <a:gd name="connsiteX11" fmla="*/ 2192 w 582624"/>
                  <a:gd name="connsiteY11" fmla="*/ 36522 h 1656991"/>
                  <a:gd name="connsiteX0" fmla="*/ 2192 w 582624"/>
                  <a:gd name="connsiteY0" fmla="*/ 36522 h 1656991"/>
                  <a:gd name="connsiteX1" fmla="*/ 159354 w 582624"/>
                  <a:gd name="connsiteY1" fmla="*/ 31759 h 1656991"/>
                  <a:gd name="connsiteX2" fmla="*/ 402242 w 582624"/>
                  <a:gd name="connsiteY2" fmla="*/ 236547 h 1656991"/>
                  <a:gd name="connsiteX3" fmla="*/ 578454 w 582624"/>
                  <a:gd name="connsiteY3" fmla="*/ 784234 h 1656991"/>
                  <a:gd name="connsiteX4" fmla="*/ 511779 w 582624"/>
                  <a:gd name="connsiteY4" fmla="*/ 1484322 h 1656991"/>
                  <a:gd name="connsiteX5" fmla="*/ 340329 w 582624"/>
                  <a:gd name="connsiteY5" fmla="*/ 1651009 h 1656991"/>
                  <a:gd name="connsiteX6" fmla="*/ 221267 w 582624"/>
                  <a:gd name="connsiteY6" fmla="*/ 1608147 h 1656991"/>
                  <a:gd name="connsiteX7" fmla="*/ 283179 w 582624"/>
                  <a:gd name="connsiteY7" fmla="*/ 1493847 h 1656991"/>
                  <a:gd name="connsiteX8" fmla="*/ 354617 w 582624"/>
                  <a:gd name="connsiteY8" fmla="*/ 1236672 h 1656991"/>
                  <a:gd name="connsiteX9" fmla="*/ 378429 w 582624"/>
                  <a:gd name="connsiteY9" fmla="*/ 846147 h 1656991"/>
                  <a:gd name="connsiteX10" fmla="*/ 273654 w 582624"/>
                  <a:gd name="connsiteY10" fmla="*/ 374659 h 1656991"/>
                  <a:gd name="connsiteX11" fmla="*/ 2192 w 582624"/>
                  <a:gd name="connsiteY11" fmla="*/ 36522 h 1656991"/>
                  <a:gd name="connsiteX0" fmla="*/ 0 w 580432"/>
                  <a:gd name="connsiteY0" fmla="*/ 20487 h 1640956"/>
                  <a:gd name="connsiteX1" fmla="*/ 157162 w 580432"/>
                  <a:gd name="connsiteY1" fmla="*/ 15724 h 1640956"/>
                  <a:gd name="connsiteX2" fmla="*/ 400050 w 580432"/>
                  <a:gd name="connsiteY2" fmla="*/ 220512 h 1640956"/>
                  <a:gd name="connsiteX3" fmla="*/ 576262 w 580432"/>
                  <a:gd name="connsiteY3" fmla="*/ 768199 h 1640956"/>
                  <a:gd name="connsiteX4" fmla="*/ 509587 w 580432"/>
                  <a:gd name="connsiteY4" fmla="*/ 1468287 h 1640956"/>
                  <a:gd name="connsiteX5" fmla="*/ 338137 w 580432"/>
                  <a:gd name="connsiteY5" fmla="*/ 1634974 h 1640956"/>
                  <a:gd name="connsiteX6" fmla="*/ 219075 w 580432"/>
                  <a:gd name="connsiteY6" fmla="*/ 1592112 h 1640956"/>
                  <a:gd name="connsiteX7" fmla="*/ 280987 w 580432"/>
                  <a:gd name="connsiteY7" fmla="*/ 1477812 h 1640956"/>
                  <a:gd name="connsiteX8" fmla="*/ 352425 w 580432"/>
                  <a:gd name="connsiteY8" fmla="*/ 1220637 h 1640956"/>
                  <a:gd name="connsiteX9" fmla="*/ 376237 w 580432"/>
                  <a:gd name="connsiteY9" fmla="*/ 830112 h 1640956"/>
                  <a:gd name="connsiteX10" fmla="*/ 271462 w 580432"/>
                  <a:gd name="connsiteY10" fmla="*/ 358624 h 1640956"/>
                  <a:gd name="connsiteX11" fmla="*/ 0 w 580432"/>
                  <a:gd name="connsiteY11" fmla="*/ 20487 h 1640956"/>
                  <a:gd name="connsiteX0" fmla="*/ 0 w 580432"/>
                  <a:gd name="connsiteY0" fmla="*/ 5954 h 1626423"/>
                  <a:gd name="connsiteX1" fmla="*/ 157162 w 580432"/>
                  <a:gd name="connsiteY1" fmla="*/ 1191 h 1626423"/>
                  <a:gd name="connsiteX2" fmla="*/ 400050 w 580432"/>
                  <a:gd name="connsiteY2" fmla="*/ 205979 h 1626423"/>
                  <a:gd name="connsiteX3" fmla="*/ 576262 w 580432"/>
                  <a:gd name="connsiteY3" fmla="*/ 753666 h 1626423"/>
                  <a:gd name="connsiteX4" fmla="*/ 509587 w 580432"/>
                  <a:gd name="connsiteY4" fmla="*/ 1453754 h 1626423"/>
                  <a:gd name="connsiteX5" fmla="*/ 338137 w 580432"/>
                  <a:gd name="connsiteY5" fmla="*/ 1620441 h 1626423"/>
                  <a:gd name="connsiteX6" fmla="*/ 219075 w 580432"/>
                  <a:gd name="connsiteY6" fmla="*/ 1577579 h 1626423"/>
                  <a:gd name="connsiteX7" fmla="*/ 280987 w 580432"/>
                  <a:gd name="connsiteY7" fmla="*/ 1463279 h 1626423"/>
                  <a:gd name="connsiteX8" fmla="*/ 352425 w 580432"/>
                  <a:gd name="connsiteY8" fmla="*/ 1206104 h 1626423"/>
                  <a:gd name="connsiteX9" fmla="*/ 376237 w 580432"/>
                  <a:gd name="connsiteY9" fmla="*/ 815579 h 1626423"/>
                  <a:gd name="connsiteX10" fmla="*/ 271462 w 580432"/>
                  <a:gd name="connsiteY10" fmla="*/ 344091 h 1626423"/>
                  <a:gd name="connsiteX11" fmla="*/ 0 w 580432"/>
                  <a:gd name="connsiteY11" fmla="*/ 5954 h 1626423"/>
                  <a:gd name="connsiteX0" fmla="*/ 0 w 580432"/>
                  <a:gd name="connsiteY0" fmla="*/ 5954 h 1626423"/>
                  <a:gd name="connsiteX1" fmla="*/ 157162 w 580432"/>
                  <a:gd name="connsiteY1" fmla="*/ 1191 h 1626423"/>
                  <a:gd name="connsiteX2" fmla="*/ 400050 w 580432"/>
                  <a:gd name="connsiteY2" fmla="*/ 205979 h 1626423"/>
                  <a:gd name="connsiteX3" fmla="*/ 576262 w 580432"/>
                  <a:gd name="connsiteY3" fmla="*/ 753666 h 1626423"/>
                  <a:gd name="connsiteX4" fmla="*/ 509587 w 580432"/>
                  <a:gd name="connsiteY4" fmla="*/ 1453754 h 1626423"/>
                  <a:gd name="connsiteX5" fmla="*/ 338137 w 580432"/>
                  <a:gd name="connsiteY5" fmla="*/ 1620441 h 1626423"/>
                  <a:gd name="connsiteX6" fmla="*/ 219075 w 580432"/>
                  <a:gd name="connsiteY6" fmla="*/ 1577579 h 1626423"/>
                  <a:gd name="connsiteX7" fmla="*/ 280987 w 580432"/>
                  <a:gd name="connsiteY7" fmla="*/ 1463279 h 1626423"/>
                  <a:gd name="connsiteX8" fmla="*/ 352425 w 580432"/>
                  <a:gd name="connsiteY8" fmla="*/ 1206104 h 1626423"/>
                  <a:gd name="connsiteX9" fmla="*/ 376237 w 580432"/>
                  <a:gd name="connsiteY9" fmla="*/ 815579 h 1626423"/>
                  <a:gd name="connsiteX10" fmla="*/ 271462 w 580432"/>
                  <a:gd name="connsiteY10" fmla="*/ 344091 h 1626423"/>
                  <a:gd name="connsiteX11" fmla="*/ 0 w 580432"/>
                  <a:gd name="connsiteY11" fmla="*/ 5954 h 1626423"/>
                  <a:gd name="connsiteX0" fmla="*/ 0 w 580432"/>
                  <a:gd name="connsiteY0" fmla="*/ 5954 h 1626423"/>
                  <a:gd name="connsiteX1" fmla="*/ 157162 w 580432"/>
                  <a:gd name="connsiteY1" fmla="*/ 1191 h 1626423"/>
                  <a:gd name="connsiteX2" fmla="*/ 400050 w 580432"/>
                  <a:gd name="connsiteY2" fmla="*/ 205979 h 1626423"/>
                  <a:gd name="connsiteX3" fmla="*/ 576262 w 580432"/>
                  <a:gd name="connsiteY3" fmla="*/ 753666 h 1626423"/>
                  <a:gd name="connsiteX4" fmla="*/ 509587 w 580432"/>
                  <a:gd name="connsiteY4" fmla="*/ 1453754 h 1626423"/>
                  <a:gd name="connsiteX5" fmla="*/ 338137 w 580432"/>
                  <a:gd name="connsiteY5" fmla="*/ 1620441 h 1626423"/>
                  <a:gd name="connsiteX6" fmla="*/ 219075 w 580432"/>
                  <a:gd name="connsiteY6" fmla="*/ 1577579 h 1626423"/>
                  <a:gd name="connsiteX7" fmla="*/ 280987 w 580432"/>
                  <a:gd name="connsiteY7" fmla="*/ 1463279 h 1626423"/>
                  <a:gd name="connsiteX8" fmla="*/ 352425 w 580432"/>
                  <a:gd name="connsiteY8" fmla="*/ 1206104 h 1626423"/>
                  <a:gd name="connsiteX9" fmla="*/ 376237 w 580432"/>
                  <a:gd name="connsiteY9" fmla="*/ 815579 h 1626423"/>
                  <a:gd name="connsiteX10" fmla="*/ 271462 w 580432"/>
                  <a:gd name="connsiteY10" fmla="*/ 344091 h 1626423"/>
                  <a:gd name="connsiteX11" fmla="*/ 0 w 580432"/>
                  <a:gd name="connsiteY11" fmla="*/ 5954 h 1626423"/>
                  <a:gd name="connsiteX0" fmla="*/ 0 w 580923"/>
                  <a:gd name="connsiteY0" fmla="*/ 5954 h 1626423"/>
                  <a:gd name="connsiteX1" fmla="*/ 157162 w 580923"/>
                  <a:gd name="connsiteY1" fmla="*/ 1191 h 1626423"/>
                  <a:gd name="connsiteX2" fmla="*/ 400050 w 580923"/>
                  <a:gd name="connsiteY2" fmla="*/ 205979 h 1626423"/>
                  <a:gd name="connsiteX3" fmla="*/ 576262 w 580923"/>
                  <a:gd name="connsiteY3" fmla="*/ 753666 h 1626423"/>
                  <a:gd name="connsiteX4" fmla="*/ 509587 w 580923"/>
                  <a:gd name="connsiteY4" fmla="*/ 1453754 h 1626423"/>
                  <a:gd name="connsiteX5" fmla="*/ 338137 w 580923"/>
                  <a:gd name="connsiteY5" fmla="*/ 1620441 h 1626423"/>
                  <a:gd name="connsiteX6" fmla="*/ 219075 w 580923"/>
                  <a:gd name="connsiteY6" fmla="*/ 1577579 h 1626423"/>
                  <a:gd name="connsiteX7" fmla="*/ 280987 w 580923"/>
                  <a:gd name="connsiteY7" fmla="*/ 1463279 h 1626423"/>
                  <a:gd name="connsiteX8" fmla="*/ 352425 w 580923"/>
                  <a:gd name="connsiteY8" fmla="*/ 1206104 h 1626423"/>
                  <a:gd name="connsiteX9" fmla="*/ 376237 w 580923"/>
                  <a:gd name="connsiteY9" fmla="*/ 815579 h 1626423"/>
                  <a:gd name="connsiteX10" fmla="*/ 271462 w 580923"/>
                  <a:gd name="connsiteY10" fmla="*/ 344091 h 1626423"/>
                  <a:gd name="connsiteX11" fmla="*/ 0 w 580923"/>
                  <a:gd name="connsiteY11" fmla="*/ 5954 h 1626423"/>
                  <a:gd name="connsiteX0" fmla="*/ 0 w 580923"/>
                  <a:gd name="connsiteY0" fmla="*/ 5954 h 1620536"/>
                  <a:gd name="connsiteX1" fmla="*/ 157162 w 580923"/>
                  <a:gd name="connsiteY1" fmla="*/ 1191 h 1620536"/>
                  <a:gd name="connsiteX2" fmla="*/ 400050 w 580923"/>
                  <a:gd name="connsiteY2" fmla="*/ 205979 h 1620536"/>
                  <a:gd name="connsiteX3" fmla="*/ 576262 w 580923"/>
                  <a:gd name="connsiteY3" fmla="*/ 753666 h 1620536"/>
                  <a:gd name="connsiteX4" fmla="*/ 509587 w 580923"/>
                  <a:gd name="connsiteY4" fmla="*/ 1453754 h 1620536"/>
                  <a:gd name="connsiteX5" fmla="*/ 338137 w 580923"/>
                  <a:gd name="connsiteY5" fmla="*/ 1620441 h 1620536"/>
                  <a:gd name="connsiteX6" fmla="*/ 219075 w 580923"/>
                  <a:gd name="connsiteY6" fmla="*/ 1577579 h 1620536"/>
                  <a:gd name="connsiteX7" fmla="*/ 280987 w 580923"/>
                  <a:gd name="connsiteY7" fmla="*/ 1463279 h 1620536"/>
                  <a:gd name="connsiteX8" fmla="*/ 352425 w 580923"/>
                  <a:gd name="connsiteY8" fmla="*/ 1206104 h 1620536"/>
                  <a:gd name="connsiteX9" fmla="*/ 376237 w 580923"/>
                  <a:gd name="connsiteY9" fmla="*/ 815579 h 1620536"/>
                  <a:gd name="connsiteX10" fmla="*/ 271462 w 580923"/>
                  <a:gd name="connsiteY10" fmla="*/ 344091 h 1620536"/>
                  <a:gd name="connsiteX11" fmla="*/ 0 w 580923"/>
                  <a:gd name="connsiteY11" fmla="*/ 5954 h 1620536"/>
                  <a:gd name="connsiteX0" fmla="*/ 0 w 580923"/>
                  <a:gd name="connsiteY0" fmla="*/ 5954 h 1620536"/>
                  <a:gd name="connsiteX1" fmla="*/ 157162 w 580923"/>
                  <a:gd name="connsiteY1" fmla="*/ 1191 h 1620536"/>
                  <a:gd name="connsiteX2" fmla="*/ 400050 w 580923"/>
                  <a:gd name="connsiteY2" fmla="*/ 205979 h 1620536"/>
                  <a:gd name="connsiteX3" fmla="*/ 576262 w 580923"/>
                  <a:gd name="connsiteY3" fmla="*/ 753666 h 1620536"/>
                  <a:gd name="connsiteX4" fmla="*/ 509587 w 580923"/>
                  <a:gd name="connsiteY4" fmla="*/ 1453754 h 1620536"/>
                  <a:gd name="connsiteX5" fmla="*/ 338137 w 580923"/>
                  <a:gd name="connsiteY5" fmla="*/ 1620441 h 1620536"/>
                  <a:gd name="connsiteX6" fmla="*/ 219075 w 580923"/>
                  <a:gd name="connsiteY6" fmla="*/ 1577579 h 1620536"/>
                  <a:gd name="connsiteX7" fmla="*/ 280987 w 580923"/>
                  <a:gd name="connsiteY7" fmla="*/ 1463279 h 1620536"/>
                  <a:gd name="connsiteX8" fmla="*/ 352425 w 580923"/>
                  <a:gd name="connsiteY8" fmla="*/ 1206104 h 1620536"/>
                  <a:gd name="connsiteX9" fmla="*/ 376237 w 580923"/>
                  <a:gd name="connsiteY9" fmla="*/ 815579 h 1620536"/>
                  <a:gd name="connsiteX10" fmla="*/ 271462 w 580923"/>
                  <a:gd name="connsiteY10" fmla="*/ 344091 h 1620536"/>
                  <a:gd name="connsiteX11" fmla="*/ 0 w 580923"/>
                  <a:gd name="connsiteY11" fmla="*/ 5954 h 1620536"/>
                  <a:gd name="connsiteX0" fmla="*/ 0 w 580923"/>
                  <a:gd name="connsiteY0" fmla="*/ 5954 h 1620518"/>
                  <a:gd name="connsiteX1" fmla="*/ 157162 w 580923"/>
                  <a:gd name="connsiteY1" fmla="*/ 1191 h 1620518"/>
                  <a:gd name="connsiteX2" fmla="*/ 400050 w 580923"/>
                  <a:gd name="connsiteY2" fmla="*/ 205979 h 1620518"/>
                  <a:gd name="connsiteX3" fmla="*/ 576262 w 580923"/>
                  <a:gd name="connsiteY3" fmla="*/ 753666 h 1620518"/>
                  <a:gd name="connsiteX4" fmla="*/ 509587 w 580923"/>
                  <a:gd name="connsiteY4" fmla="*/ 1453754 h 1620518"/>
                  <a:gd name="connsiteX5" fmla="*/ 338137 w 580923"/>
                  <a:gd name="connsiteY5" fmla="*/ 1620441 h 1620518"/>
                  <a:gd name="connsiteX6" fmla="*/ 219075 w 580923"/>
                  <a:gd name="connsiteY6" fmla="*/ 1577579 h 1620518"/>
                  <a:gd name="connsiteX7" fmla="*/ 280987 w 580923"/>
                  <a:gd name="connsiteY7" fmla="*/ 1463279 h 1620518"/>
                  <a:gd name="connsiteX8" fmla="*/ 352425 w 580923"/>
                  <a:gd name="connsiteY8" fmla="*/ 1206104 h 1620518"/>
                  <a:gd name="connsiteX9" fmla="*/ 376237 w 580923"/>
                  <a:gd name="connsiteY9" fmla="*/ 815579 h 1620518"/>
                  <a:gd name="connsiteX10" fmla="*/ 271462 w 580923"/>
                  <a:gd name="connsiteY10" fmla="*/ 344091 h 1620518"/>
                  <a:gd name="connsiteX11" fmla="*/ 0 w 580923"/>
                  <a:gd name="connsiteY11" fmla="*/ 5954 h 1620518"/>
                  <a:gd name="connsiteX0" fmla="*/ 0 w 580407"/>
                  <a:gd name="connsiteY0" fmla="*/ 5954 h 1611042"/>
                  <a:gd name="connsiteX1" fmla="*/ 157162 w 580407"/>
                  <a:gd name="connsiteY1" fmla="*/ 1191 h 1611042"/>
                  <a:gd name="connsiteX2" fmla="*/ 400050 w 580407"/>
                  <a:gd name="connsiteY2" fmla="*/ 205979 h 1611042"/>
                  <a:gd name="connsiteX3" fmla="*/ 576262 w 580407"/>
                  <a:gd name="connsiteY3" fmla="*/ 753666 h 1611042"/>
                  <a:gd name="connsiteX4" fmla="*/ 509587 w 580407"/>
                  <a:gd name="connsiteY4" fmla="*/ 1453754 h 1611042"/>
                  <a:gd name="connsiteX5" fmla="*/ 340518 w 580407"/>
                  <a:gd name="connsiteY5" fmla="*/ 1610916 h 1611042"/>
                  <a:gd name="connsiteX6" fmla="*/ 219075 w 580407"/>
                  <a:gd name="connsiteY6" fmla="*/ 1577579 h 1611042"/>
                  <a:gd name="connsiteX7" fmla="*/ 280987 w 580407"/>
                  <a:gd name="connsiteY7" fmla="*/ 1463279 h 1611042"/>
                  <a:gd name="connsiteX8" fmla="*/ 352425 w 580407"/>
                  <a:gd name="connsiteY8" fmla="*/ 1206104 h 1611042"/>
                  <a:gd name="connsiteX9" fmla="*/ 376237 w 580407"/>
                  <a:gd name="connsiteY9" fmla="*/ 815579 h 1611042"/>
                  <a:gd name="connsiteX10" fmla="*/ 271462 w 580407"/>
                  <a:gd name="connsiteY10" fmla="*/ 344091 h 1611042"/>
                  <a:gd name="connsiteX11" fmla="*/ 0 w 580407"/>
                  <a:gd name="connsiteY11" fmla="*/ 5954 h 1611042"/>
                  <a:gd name="connsiteX0" fmla="*/ 0 w 580130"/>
                  <a:gd name="connsiteY0" fmla="*/ 5954 h 1611042"/>
                  <a:gd name="connsiteX1" fmla="*/ 157162 w 580130"/>
                  <a:gd name="connsiteY1" fmla="*/ 1191 h 1611042"/>
                  <a:gd name="connsiteX2" fmla="*/ 400050 w 580130"/>
                  <a:gd name="connsiteY2" fmla="*/ 205979 h 1611042"/>
                  <a:gd name="connsiteX3" fmla="*/ 576262 w 580130"/>
                  <a:gd name="connsiteY3" fmla="*/ 753666 h 1611042"/>
                  <a:gd name="connsiteX4" fmla="*/ 509587 w 580130"/>
                  <a:gd name="connsiteY4" fmla="*/ 1453754 h 1611042"/>
                  <a:gd name="connsiteX5" fmla="*/ 340518 w 580130"/>
                  <a:gd name="connsiteY5" fmla="*/ 1610916 h 1611042"/>
                  <a:gd name="connsiteX6" fmla="*/ 219075 w 580130"/>
                  <a:gd name="connsiteY6" fmla="*/ 1577579 h 1611042"/>
                  <a:gd name="connsiteX7" fmla="*/ 280987 w 580130"/>
                  <a:gd name="connsiteY7" fmla="*/ 1463279 h 1611042"/>
                  <a:gd name="connsiteX8" fmla="*/ 352425 w 580130"/>
                  <a:gd name="connsiteY8" fmla="*/ 1206104 h 1611042"/>
                  <a:gd name="connsiteX9" fmla="*/ 376237 w 580130"/>
                  <a:gd name="connsiteY9" fmla="*/ 815579 h 1611042"/>
                  <a:gd name="connsiteX10" fmla="*/ 271462 w 580130"/>
                  <a:gd name="connsiteY10" fmla="*/ 344091 h 1611042"/>
                  <a:gd name="connsiteX11" fmla="*/ 0 w 580130"/>
                  <a:gd name="connsiteY11" fmla="*/ 5954 h 1611042"/>
                  <a:gd name="connsiteX0" fmla="*/ 0 w 579406"/>
                  <a:gd name="connsiteY0" fmla="*/ 5954 h 1617985"/>
                  <a:gd name="connsiteX1" fmla="*/ 157162 w 579406"/>
                  <a:gd name="connsiteY1" fmla="*/ 1191 h 1617985"/>
                  <a:gd name="connsiteX2" fmla="*/ 400050 w 579406"/>
                  <a:gd name="connsiteY2" fmla="*/ 205979 h 1617985"/>
                  <a:gd name="connsiteX3" fmla="*/ 576262 w 579406"/>
                  <a:gd name="connsiteY3" fmla="*/ 753666 h 1617985"/>
                  <a:gd name="connsiteX4" fmla="*/ 502444 w 579406"/>
                  <a:gd name="connsiteY4" fmla="*/ 1446611 h 1617985"/>
                  <a:gd name="connsiteX5" fmla="*/ 340518 w 579406"/>
                  <a:gd name="connsiteY5" fmla="*/ 1610916 h 1617985"/>
                  <a:gd name="connsiteX6" fmla="*/ 219075 w 579406"/>
                  <a:gd name="connsiteY6" fmla="*/ 1577579 h 1617985"/>
                  <a:gd name="connsiteX7" fmla="*/ 280987 w 579406"/>
                  <a:gd name="connsiteY7" fmla="*/ 1463279 h 1617985"/>
                  <a:gd name="connsiteX8" fmla="*/ 352425 w 579406"/>
                  <a:gd name="connsiteY8" fmla="*/ 1206104 h 1617985"/>
                  <a:gd name="connsiteX9" fmla="*/ 376237 w 579406"/>
                  <a:gd name="connsiteY9" fmla="*/ 815579 h 1617985"/>
                  <a:gd name="connsiteX10" fmla="*/ 271462 w 579406"/>
                  <a:gd name="connsiteY10" fmla="*/ 344091 h 1617985"/>
                  <a:gd name="connsiteX11" fmla="*/ 0 w 579406"/>
                  <a:gd name="connsiteY11" fmla="*/ 5954 h 1617985"/>
                  <a:gd name="connsiteX0" fmla="*/ 0 w 579406"/>
                  <a:gd name="connsiteY0" fmla="*/ 5954 h 1610925"/>
                  <a:gd name="connsiteX1" fmla="*/ 157162 w 579406"/>
                  <a:gd name="connsiteY1" fmla="*/ 1191 h 1610925"/>
                  <a:gd name="connsiteX2" fmla="*/ 400050 w 579406"/>
                  <a:gd name="connsiteY2" fmla="*/ 205979 h 1610925"/>
                  <a:gd name="connsiteX3" fmla="*/ 576262 w 579406"/>
                  <a:gd name="connsiteY3" fmla="*/ 753666 h 1610925"/>
                  <a:gd name="connsiteX4" fmla="*/ 502444 w 579406"/>
                  <a:gd name="connsiteY4" fmla="*/ 1446611 h 1610925"/>
                  <a:gd name="connsiteX5" fmla="*/ 340518 w 579406"/>
                  <a:gd name="connsiteY5" fmla="*/ 1610916 h 1610925"/>
                  <a:gd name="connsiteX6" fmla="*/ 219075 w 579406"/>
                  <a:gd name="connsiteY6" fmla="*/ 1577579 h 1610925"/>
                  <a:gd name="connsiteX7" fmla="*/ 280987 w 579406"/>
                  <a:gd name="connsiteY7" fmla="*/ 1463279 h 1610925"/>
                  <a:gd name="connsiteX8" fmla="*/ 352425 w 579406"/>
                  <a:gd name="connsiteY8" fmla="*/ 1206104 h 1610925"/>
                  <a:gd name="connsiteX9" fmla="*/ 376237 w 579406"/>
                  <a:gd name="connsiteY9" fmla="*/ 815579 h 1610925"/>
                  <a:gd name="connsiteX10" fmla="*/ 271462 w 579406"/>
                  <a:gd name="connsiteY10" fmla="*/ 344091 h 1610925"/>
                  <a:gd name="connsiteX11" fmla="*/ 0 w 579406"/>
                  <a:gd name="connsiteY11" fmla="*/ 5954 h 1610925"/>
                  <a:gd name="connsiteX0" fmla="*/ 0 w 579600"/>
                  <a:gd name="connsiteY0" fmla="*/ 5954 h 1603792"/>
                  <a:gd name="connsiteX1" fmla="*/ 157162 w 579600"/>
                  <a:gd name="connsiteY1" fmla="*/ 1191 h 1603792"/>
                  <a:gd name="connsiteX2" fmla="*/ 400050 w 579600"/>
                  <a:gd name="connsiteY2" fmla="*/ 205979 h 1603792"/>
                  <a:gd name="connsiteX3" fmla="*/ 576262 w 579600"/>
                  <a:gd name="connsiteY3" fmla="*/ 753666 h 1603792"/>
                  <a:gd name="connsiteX4" fmla="*/ 502444 w 579600"/>
                  <a:gd name="connsiteY4" fmla="*/ 1446611 h 1603792"/>
                  <a:gd name="connsiteX5" fmla="*/ 342900 w 579600"/>
                  <a:gd name="connsiteY5" fmla="*/ 1603772 h 1603792"/>
                  <a:gd name="connsiteX6" fmla="*/ 219075 w 579600"/>
                  <a:gd name="connsiteY6" fmla="*/ 1577579 h 1603792"/>
                  <a:gd name="connsiteX7" fmla="*/ 280987 w 579600"/>
                  <a:gd name="connsiteY7" fmla="*/ 1463279 h 1603792"/>
                  <a:gd name="connsiteX8" fmla="*/ 352425 w 579600"/>
                  <a:gd name="connsiteY8" fmla="*/ 1206104 h 1603792"/>
                  <a:gd name="connsiteX9" fmla="*/ 376237 w 579600"/>
                  <a:gd name="connsiteY9" fmla="*/ 815579 h 1603792"/>
                  <a:gd name="connsiteX10" fmla="*/ 271462 w 579600"/>
                  <a:gd name="connsiteY10" fmla="*/ 344091 h 1603792"/>
                  <a:gd name="connsiteX11" fmla="*/ 0 w 579600"/>
                  <a:gd name="connsiteY11" fmla="*/ 5954 h 1603792"/>
                  <a:gd name="connsiteX0" fmla="*/ 0 w 579492"/>
                  <a:gd name="connsiteY0" fmla="*/ 5954 h 1603792"/>
                  <a:gd name="connsiteX1" fmla="*/ 157162 w 579492"/>
                  <a:gd name="connsiteY1" fmla="*/ 1191 h 1603792"/>
                  <a:gd name="connsiteX2" fmla="*/ 400050 w 579492"/>
                  <a:gd name="connsiteY2" fmla="*/ 205979 h 1603792"/>
                  <a:gd name="connsiteX3" fmla="*/ 576262 w 579492"/>
                  <a:gd name="connsiteY3" fmla="*/ 753666 h 1603792"/>
                  <a:gd name="connsiteX4" fmla="*/ 502444 w 579492"/>
                  <a:gd name="connsiteY4" fmla="*/ 1446611 h 1603792"/>
                  <a:gd name="connsiteX5" fmla="*/ 342900 w 579492"/>
                  <a:gd name="connsiteY5" fmla="*/ 1603772 h 1603792"/>
                  <a:gd name="connsiteX6" fmla="*/ 219075 w 579492"/>
                  <a:gd name="connsiteY6" fmla="*/ 1577579 h 1603792"/>
                  <a:gd name="connsiteX7" fmla="*/ 280987 w 579492"/>
                  <a:gd name="connsiteY7" fmla="*/ 1463279 h 1603792"/>
                  <a:gd name="connsiteX8" fmla="*/ 352425 w 579492"/>
                  <a:gd name="connsiteY8" fmla="*/ 1206104 h 1603792"/>
                  <a:gd name="connsiteX9" fmla="*/ 376237 w 579492"/>
                  <a:gd name="connsiteY9" fmla="*/ 815579 h 1603792"/>
                  <a:gd name="connsiteX10" fmla="*/ 271462 w 579492"/>
                  <a:gd name="connsiteY10" fmla="*/ 344091 h 1603792"/>
                  <a:gd name="connsiteX11" fmla="*/ 0 w 579492"/>
                  <a:gd name="connsiteY11" fmla="*/ 5954 h 1603792"/>
                  <a:gd name="connsiteX0" fmla="*/ 0 w 598542"/>
                  <a:gd name="connsiteY0" fmla="*/ 29332 h 1614470"/>
                  <a:gd name="connsiteX1" fmla="*/ 176212 w 598542"/>
                  <a:gd name="connsiteY1" fmla="*/ 11869 h 1614470"/>
                  <a:gd name="connsiteX2" fmla="*/ 419100 w 598542"/>
                  <a:gd name="connsiteY2" fmla="*/ 216657 h 1614470"/>
                  <a:gd name="connsiteX3" fmla="*/ 595312 w 598542"/>
                  <a:gd name="connsiteY3" fmla="*/ 764344 h 1614470"/>
                  <a:gd name="connsiteX4" fmla="*/ 521494 w 598542"/>
                  <a:gd name="connsiteY4" fmla="*/ 1457289 h 1614470"/>
                  <a:gd name="connsiteX5" fmla="*/ 361950 w 598542"/>
                  <a:gd name="connsiteY5" fmla="*/ 1614450 h 1614470"/>
                  <a:gd name="connsiteX6" fmla="*/ 238125 w 598542"/>
                  <a:gd name="connsiteY6" fmla="*/ 1588257 h 1614470"/>
                  <a:gd name="connsiteX7" fmla="*/ 300037 w 598542"/>
                  <a:gd name="connsiteY7" fmla="*/ 1473957 h 1614470"/>
                  <a:gd name="connsiteX8" fmla="*/ 371475 w 598542"/>
                  <a:gd name="connsiteY8" fmla="*/ 1216782 h 1614470"/>
                  <a:gd name="connsiteX9" fmla="*/ 395287 w 598542"/>
                  <a:gd name="connsiteY9" fmla="*/ 826257 h 1614470"/>
                  <a:gd name="connsiteX10" fmla="*/ 290512 w 598542"/>
                  <a:gd name="connsiteY10" fmla="*/ 354769 h 1614470"/>
                  <a:gd name="connsiteX11" fmla="*/ 0 w 598542"/>
                  <a:gd name="connsiteY11" fmla="*/ 29332 h 1614470"/>
                  <a:gd name="connsiteX0" fmla="*/ 0 w 598542"/>
                  <a:gd name="connsiteY0" fmla="*/ 37693 h 1622831"/>
                  <a:gd name="connsiteX1" fmla="*/ 176212 w 598542"/>
                  <a:gd name="connsiteY1" fmla="*/ 20230 h 1622831"/>
                  <a:gd name="connsiteX2" fmla="*/ 419100 w 598542"/>
                  <a:gd name="connsiteY2" fmla="*/ 225018 h 1622831"/>
                  <a:gd name="connsiteX3" fmla="*/ 595312 w 598542"/>
                  <a:gd name="connsiteY3" fmla="*/ 772705 h 1622831"/>
                  <a:gd name="connsiteX4" fmla="*/ 521494 w 598542"/>
                  <a:gd name="connsiteY4" fmla="*/ 1465650 h 1622831"/>
                  <a:gd name="connsiteX5" fmla="*/ 361950 w 598542"/>
                  <a:gd name="connsiteY5" fmla="*/ 1622811 h 1622831"/>
                  <a:gd name="connsiteX6" fmla="*/ 238125 w 598542"/>
                  <a:gd name="connsiteY6" fmla="*/ 1596618 h 1622831"/>
                  <a:gd name="connsiteX7" fmla="*/ 300037 w 598542"/>
                  <a:gd name="connsiteY7" fmla="*/ 1482318 h 1622831"/>
                  <a:gd name="connsiteX8" fmla="*/ 371475 w 598542"/>
                  <a:gd name="connsiteY8" fmla="*/ 1225143 h 1622831"/>
                  <a:gd name="connsiteX9" fmla="*/ 395287 w 598542"/>
                  <a:gd name="connsiteY9" fmla="*/ 834618 h 1622831"/>
                  <a:gd name="connsiteX10" fmla="*/ 290512 w 598542"/>
                  <a:gd name="connsiteY10" fmla="*/ 363130 h 1622831"/>
                  <a:gd name="connsiteX11" fmla="*/ 0 w 598542"/>
                  <a:gd name="connsiteY11" fmla="*/ 37693 h 1622831"/>
                  <a:gd name="connsiteX0" fmla="*/ 0 w 598542"/>
                  <a:gd name="connsiteY0" fmla="*/ 31753 h 1616891"/>
                  <a:gd name="connsiteX1" fmla="*/ 176212 w 598542"/>
                  <a:gd name="connsiteY1" fmla="*/ 14290 h 1616891"/>
                  <a:gd name="connsiteX2" fmla="*/ 419100 w 598542"/>
                  <a:gd name="connsiteY2" fmla="*/ 219078 h 1616891"/>
                  <a:gd name="connsiteX3" fmla="*/ 595312 w 598542"/>
                  <a:gd name="connsiteY3" fmla="*/ 766765 h 1616891"/>
                  <a:gd name="connsiteX4" fmla="*/ 521494 w 598542"/>
                  <a:gd name="connsiteY4" fmla="*/ 1459710 h 1616891"/>
                  <a:gd name="connsiteX5" fmla="*/ 361950 w 598542"/>
                  <a:gd name="connsiteY5" fmla="*/ 1616871 h 1616891"/>
                  <a:gd name="connsiteX6" fmla="*/ 238125 w 598542"/>
                  <a:gd name="connsiteY6" fmla="*/ 1590678 h 1616891"/>
                  <a:gd name="connsiteX7" fmla="*/ 300037 w 598542"/>
                  <a:gd name="connsiteY7" fmla="*/ 1476378 h 1616891"/>
                  <a:gd name="connsiteX8" fmla="*/ 371475 w 598542"/>
                  <a:gd name="connsiteY8" fmla="*/ 1219203 h 1616891"/>
                  <a:gd name="connsiteX9" fmla="*/ 395287 w 598542"/>
                  <a:gd name="connsiteY9" fmla="*/ 828678 h 1616891"/>
                  <a:gd name="connsiteX10" fmla="*/ 290512 w 598542"/>
                  <a:gd name="connsiteY10" fmla="*/ 357190 h 1616891"/>
                  <a:gd name="connsiteX11" fmla="*/ 0 w 598542"/>
                  <a:gd name="connsiteY11" fmla="*/ 31753 h 1616891"/>
                  <a:gd name="connsiteX0" fmla="*/ 0 w 598542"/>
                  <a:gd name="connsiteY0" fmla="*/ 16158 h 1601296"/>
                  <a:gd name="connsiteX1" fmla="*/ 230187 w 598542"/>
                  <a:gd name="connsiteY1" fmla="*/ 24095 h 1601296"/>
                  <a:gd name="connsiteX2" fmla="*/ 419100 w 598542"/>
                  <a:gd name="connsiteY2" fmla="*/ 203483 h 1601296"/>
                  <a:gd name="connsiteX3" fmla="*/ 595312 w 598542"/>
                  <a:gd name="connsiteY3" fmla="*/ 751170 h 1601296"/>
                  <a:gd name="connsiteX4" fmla="*/ 521494 w 598542"/>
                  <a:gd name="connsiteY4" fmla="*/ 1444115 h 1601296"/>
                  <a:gd name="connsiteX5" fmla="*/ 361950 w 598542"/>
                  <a:gd name="connsiteY5" fmla="*/ 1601276 h 1601296"/>
                  <a:gd name="connsiteX6" fmla="*/ 238125 w 598542"/>
                  <a:gd name="connsiteY6" fmla="*/ 1575083 h 1601296"/>
                  <a:gd name="connsiteX7" fmla="*/ 300037 w 598542"/>
                  <a:gd name="connsiteY7" fmla="*/ 1460783 h 1601296"/>
                  <a:gd name="connsiteX8" fmla="*/ 371475 w 598542"/>
                  <a:gd name="connsiteY8" fmla="*/ 1203608 h 1601296"/>
                  <a:gd name="connsiteX9" fmla="*/ 395287 w 598542"/>
                  <a:gd name="connsiteY9" fmla="*/ 813083 h 1601296"/>
                  <a:gd name="connsiteX10" fmla="*/ 290512 w 598542"/>
                  <a:gd name="connsiteY10" fmla="*/ 341595 h 1601296"/>
                  <a:gd name="connsiteX11" fmla="*/ 0 w 598542"/>
                  <a:gd name="connsiteY11" fmla="*/ 16158 h 1601296"/>
                  <a:gd name="connsiteX0" fmla="*/ 0 w 598542"/>
                  <a:gd name="connsiteY0" fmla="*/ 18455 h 1603593"/>
                  <a:gd name="connsiteX1" fmla="*/ 230187 w 598542"/>
                  <a:gd name="connsiteY1" fmla="*/ 26392 h 1603593"/>
                  <a:gd name="connsiteX2" fmla="*/ 419100 w 598542"/>
                  <a:gd name="connsiteY2" fmla="*/ 205780 h 1603593"/>
                  <a:gd name="connsiteX3" fmla="*/ 595312 w 598542"/>
                  <a:gd name="connsiteY3" fmla="*/ 753467 h 1603593"/>
                  <a:gd name="connsiteX4" fmla="*/ 521494 w 598542"/>
                  <a:gd name="connsiteY4" fmla="*/ 1446412 h 1603593"/>
                  <a:gd name="connsiteX5" fmla="*/ 361950 w 598542"/>
                  <a:gd name="connsiteY5" fmla="*/ 1603573 h 1603593"/>
                  <a:gd name="connsiteX6" fmla="*/ 238125 w 598542"/>
                  <a:gd name="connsiteY6" fmla="*/ 1577380 h 1603593"/>
                  <a:gd name="connsiteX7" fmla="*/ 300037 w 598542"/>
                  <a:gd name="connsiteY7" fmla="*/ 1463080 h 1603593"/>
                  <a:gd name="connsiteX8" fmla="*/ 371475 w 598542"/>
                  <a:gd name="connsiteY8" fmla="*/ 1205905 h 1603593"/>
                  <a:gd name="connsiteX9" fmla="*/ 395287 w 598542"/>
                  <a:gd name="connsiteY9" fmla="*/ 815380 h 1603593"/>
                  <a:gd name="connsiteX10" fmla="*/ 290512 w 598542"/>
                  <a:gd name="connsiteY10" fmla="*/ 343892 h 1603593"/>
                  <a:gd name="connsiteX11" fmla="*/ 0 w 598542"/>
                  <a:gd name="connsiteY11" fmla="*/ 18455 h 1603593"/>
                  <a:gd name="connsiteX0" fmla="*/ 0 w 598542"/>
                  <a:gd name="connsiteY0" fmla="*/ 18455 h 1603593"/>
                  <a:gd name="connsiteX1" fmla="*/ 230187 w 598542"/>
                  <a:gd name="connsiteY1" fmla="*/ 26392 h 1603593"/>
                  <a:gd name="connsiteX2" fmla="*/ 419100 w 598542"/>
                  <a:gd name="connsiteY2" fmla="*/ 205780 h 1603593"/>
                  <a:gd name="connsiteX3" fmla="*/ 595312 w 598542"/>
                  <a:gd name="connsiteY3" fmla="*/ 753467 h 1603593"/>
                  <a:gd name="connsiteX4" fmla="*/ 521494 w 598542"/>
                  <a:gd name="connsiteY4" fmla="*/ 1446412 h 1603593"/>
                  <a:gd name="connsiteX5" fmla="*/ 361950 w 598542"/>
                  <a:gd name="connsiteY5" fmla="*/ 1603573 h 1603593"/>
                  <a:gd name="connsiteX6" fmla="*/ 238125 w 598542"/>
                  <a:gd name="connsiteY6" fmla="*/ 1577380 h 1603593"/>
                  <a:gd name="connsiteX7" fmla="*/ 300037 w 598542"/>
                  <a:gd name="connsiteY7" fmla="*/ 1463080 h 1603593"/>
                  <a:gd name="connsiteX8" fmla="*/ 371475 w 598542"/>
                  <a:gd name="connsiteY8" fmla="*/ 1205905 h 1603593"/>
                  <a:gd name="connsiteX9" fmla="*/ 395287 w 598542"/>
                  <a:gd name="connsiteY9" fmla="*/ 815380 h 1603593"/>
                  <a:gd name="connsiteX10" fmla="*/ 290512 w 598542"/>
                  <a:gd name="connsiteY10" fmla="*/ 343892 h 1603593"/>
                  <a:gd name="connsiteX11" fmla="*/ 0 w 598542"/>
                  <a:gd name="connsiteY11" fmla="*/ 18455 h 1603593"/>
                  <a:gd name="connsiteX0" fmla="*/ 0 w 623942"/>
                  <a:gd name="connsiteY0" fmla="*/ 23890 h 1593153"/>
                  <a:gd name="connsiteX1" fmla="*/ 255587 w 623942"/>
                  <a:gd name="connsiteY1" fmla="*/ 15952 h 1593153"/>
                  <a:gd name="connsiteX2" fmla="*/ 444500 w 623942"/>
                  <a:gd name="connsiteY2" fmla="*/ 195340 h 1593153"/>
                  <a:gd name="connsiteX3" fmla="*/ 620712 w 623942"/>
                  <a:gd name="connsiteY3" fmla="*/ 743027 h 1593153"/>
                  <a:gd name="connsiteX4" fmla="*/ 546894 w 623942"/>
                  <a:gd name="connsiteY4" fmla="*/ 1435972 h 1593153"/>
                  <a:gd name="connsiteX5" fmla="*/ 387350 w 623942"/>
                  <a:gd name="connsiteY5" fmla="*/ 1593133 h 1593153"/>
                  <a:gd name="connsiteX6" fmla="*/ 263525 w 623942"/>
                  <a:gd name="connsiteY6" fmla="*/ 1566940 h 1593153"/>
                  <a:gd name="connsiteX7" fmla="*/ 325437 w 623942"/>
                  <a:gd name="connsiteY7" fmla="*/ 1452640 h 1593153"/>
                  <a:gd name="connsiteX8" fmla="*/ 396875 w 623942"/>
                  <a:gd name="connsiteY8" fmla="*/ 1195465 h 1593153"/>
                  <a:gd name="connsiteX9" fmla="*/ 420687 w 623942"/>
                  <a:gd name="connsiteY9" fmla="*/ 804940 h 1593153"/>
                  <a:gd name="connsiteX10" fmla="*/ 315912 w 623942"/>
                  <a:gd name="connsiteY10" fmla="*/ 333452 h 1593153"/>
                  <a:gd name="connsiteX11" fmla="*/ 0 w 623942"/>
                  <a:gd name="connsiteY11" fmla="*/ 23890 h 1593153"/>
                  <a:gd name="connsiteX0" fmla="*/ 0 w 623942"/>
                  <a:gd name="connsiteY0" fmla="*/ 40155 h 1609418"/>
                  <a:gd name="connsiteX1" fmla="*/ 255587 w 623942"/>
                  <a:gd name="connsiteY1" fmla="*/ 32217 h 1609418"/>
                  <a:gd name="connsiteX2" fmla="*/ 444500 w 623942"/>
                  <a:gd name="connsiteY2" fmla="*/ 211605 h 1609418"/>
                  <a:gd name="connsiteX3" fmla="*/ 620712 w 623942"/>
                  <a:gd name="connsiteY3" fmla="*/ 759292 h 1609418"/>
                  <a:gd name="connsiteX4" fmla="*/ 546894 w 623942"/>
                  <a:gd name="connsiteY4" fmla="*/ 1452237 h 1609418"/>
                  <a:gd name="connsiteX5" fmla="*/ 387350 w 623942"/>
                  <a:gd name="connsiteY5" fmla="*/ 1609398 h 1609418"/>
                  <a:gd name="connsiteX6" fmla="*/ 263525 w 623942"/>
                  <a:gd name="connsiteY6" fmla="*/ 1583205 h 1609418"/>
                  <a:gd name="connsiteX7" fmla="*/ 325437 w 623942"/>
                  <a:gd name="connsiteY7" fmla="*/ 1468905 h 1609418"/>
                  <a:gd name="connsiteX8" fmla="*/ 396875 w 623942"/>
                  <a:gd name="connsiteY8" fmla="*/ 1211730 h 1609418"/>
                  <a:gd name="connsiteX9" fmla="*/ 420687 w 623942"/>
                  <a:gd name="connsiteY9" fmla="*/ 821205 h 1609418"/>
                  <a:gd name="connsiteX10" fmla="*/ 315912 w 623942"/>
                  <a:gd name="connsiteY10" fmla="*/ 349717 h 1609418"/>
                  <a:gd name="connsiteX11" fmla="*/ 0 w 623942"/>
                  <a:gd name="connsiteY11" fmla="*/ 40155 h 1609418"/>
                  <a:gd name="connsiteX0" fmla="*/ 0 w 640611"/>
                  <a:gd name="connsiteY0" fmla="*/ 48190 h 1598403"/>
                  <a:gd name="connsiteX1" fmla="*/ 272256 w 640611"/>
                  <a:gd name="connsiteY1" fmla="*/ 21202 h 1598403"/>
                  <a:gd name="connsiteX2" fmla="*/ 461169 w 640611"/>
                  <a:gd name="connsiteY2" fmla="*/ 200590 h 1598403"/>
                  <a:gd name="connsiteX3" fmla="*/ 637381 w 640611"/>
                  <a:gd name="connsiteY3" fmla="*/ 748277 h 1598403"/>
                  <a:gd name="connsiteX4" fmla="*/ 563563 w 640611"/>
                  <a:gd name="connsiteY4" fmla="*/ 1441222 h 1598403"/>
                  <a:gd name="connsiteX5" fmla="*/ 404019 w 640611"/>
                  <a:gd name="connsiteY5" fmla="*/ 1598383 h 1598403"/>
                  <a:gd name="connsiteX6" fmla="*/ 280194 w 640611"/>
                  <a:gd name="connsiteY6" fmla="*/ 1572190 h 1598403"/>
                  <a:gd name="connsiteX7" fmla="*/ 342106 w 640611"/>
                  <a:gd name="connsiteY7" fmla="*/ 1457890 h 1598403"/>
                  <a:gd name="connsiteX8" fmla="*/ 413544 w 640611"/>
                  <a:gd name="connsiteY8" fmla="*/ 1200715 h 1598403"/>
                  <a:gd name="connsiteX9" fmla="*/ 437356 w 640611"/>
                  <a:gd name="connsiteY9" fmla="*/ 810190 h 1598403"/>
                  <a:gd name="connsiteX10" fmla="*/ 332581 w 640611"/>
                  <a:gd name="connsiteY10" fmla="*/ 338702 h 1598403"/>
                  <a:gd name="connsiteX11" fmla="*/ 0 w 640611"/>
                  <a:gd name="connsiteY11" fmla="*/ 48190 h 1598403"/>
                  <a:gd name="connsiteX0" fmla="*/ 0 w 640611"/>
                  <a:gd name="connsiteY0" fmla="*/ 63723 h 1613936"/>
                  <a:gd name="connsiteX1" fmla="*/ 272256 w 640611"/>
                  <a:gd name="connsiteY1" fmla="*/ 36735 h 1613936"/>
                  <a:gd name="connsiteX2" fmla="*/ 461169 w 640611"/>
                  <a:gd name="connsiteY2" fmla="*/ 216123 h 1613936"/>
                  <a:gd name="connsiteX3" fmla="*/ 637381 w 640611"/>
                  <a:gd name="connsiteY3" fmla="*/ 763810 h 1613936"/>
                  <a:gd name="connsiteX4" fmla="*/ 563563 w 640611"/>
                  <a:gd name="connsiteY4" fmla="*/ 1456755 h 1613936"/>
                  <a:gd name="connsiteX5" fmla="*/ 404019 w 640611"/>
                  <a:gd name="connsiteY5" fmla="*/ 1613916 h 1613936"/>
                  <a:gd name="connsiteX6" fmla="*/ 280194 w 640611"/>
                  <a:gd name="connsiteY6" fmla="*/ 1587723 h 1613936"/>
                  <a:gd name="connsiteX7" fmla="*/ 342106 w 640611"/>
                  <a:gd name="connsiteY7" fmla="*/ 1473423 h 1613936"/>
                  <a:gd name="connsiteX8" fmla="*/ 413544 w 640611"/>
                  <a:gd name="connsiteY8" fmla="*/ 1216248 h 1613936"/>
                  <a:gd name="connsiteX9" fmla="*/ 437356 w 640611"/>
                  <a:gd name="connsiteY9" fmla="*/ 825723 h 1613936"/>
                  <a:gd name="connsiteX10" fmla="*/ 332581 w 640611"/>
                  <a:gd name="connsiteY10" fmla="*/ 354235 h 1613936"/>
                  <a:gd name="connsiteX11" fmla="*/ 0 w 640611"/>
                  <a:gd name="connsiteY11" fmla="*/ 63723 h 1613936"/>
                  <a:gd name="connsiteX0" fmla="*/ 0 w 640611"/>
                  <a:gd name="connsiteY0" fmla="*/ 54287 h 1604500"/>
                  <a:gd name="connsiteX1" fmla="*/ 272256 w 640611"/>
                  <a:gd name="connsiteY1" fmla="*/ 27299 h 1604500"/>
                  <a:gd name="connsiteX2" fmla="*/ 461169 w 640611"/>
                  <a:gd name="connsiteY2" fmla="*/ 206687 h 1604500"/>
                  <a:gd name="connsiteX3" fmla="*/ 637381 w 640611"/>
                  <a:gd name="connsiteY3" fmla="*/ 754374 h 1604500"/>
                  <a:gd name="connsiteX4" fmla="*/ 563563 w 640611"/>
                  <a:gd name="connsiteY4" fmla="*/ 1447319 h 1604500"/>
                  <a:gd name="connsiteX5" fmla="*/ 404019 w 640611"/>
                  <a:gd name="connsiteY5" fmla="*/ 1604480 h 1604500"/>
                  <a:gd name="connsiteX6" fmla="*/ 280194 w 640611"/>
                  <a:gd name="connsiteY6" fmla="*/ 1578287 h 1604500"/>
                  <a:gd name="connsiteX7" fmla="*/ 342106 w 640611"/>
                  <a:gd name="connsiteY7" fmla="*/ 1463987 h 1604500"/>
                  <a:gd name="connsiteX8" fmla="*/ 413544 w 640611"/>
                  <a:gd name="connsiteY8" fmla="*/ 1206812 h 1604500"/>
                  <a:gd name="connsiteX9" fmla="*/ 437356 w 640611"/>
                  <a:gd name="connsiteY9" fmla="*/ 816287 h 1604500"/>
                  <a:gd name="connsiteX10" fmla="*/ 332581 w 640611"/>
                  <a:gd name="connsiteY10" fmla="*/ 344799 h 1604500"/>
                  <a:gd name="connsiteX11" fmla="*/ 0 w 640611"/>
                  <a:gd name="connsiteY11" fmla="*/ 54287 h 1604500"/>
                  <a:gd name="connsiteX0" fmla="*/ 0 w 619180"/>
                  <a:gd name="connsiteY0" fmla="*/ 46344 h 1617988"/>
                  <a:gd name="connsiteX1" fmla="*/ 250825 w 619180"/>
                  <a:gd name="connsiteY1" fmla="*/ 40787 h 1617988"/>
                  <a:gd name="connsiteX2" fmla="*/ 439738 w 619180"/>
                  <a:gd name="connsiteY2" fmla="*/ 220175 h 1617988"/>
                  <a:gd name="connsiteX3" fmla="*/ 615950 w 619180"/>
                  <a:gd name="connsiteY3" fmla="*/ 767862 h 1617988"/>
                  <a:gd name="connsiteX4" fmla="*/ 542132 w 619180"/>
                  <a:gd name="connsiteY4" fmla="*/ 1460807 h 1617988"/>
                  <a:gd name="connsiteX5" fmla="*/ 382588 w 619180"/>
                  <a:gd name="connsiteY5" fmla="*/ 1617968 h 1617988"/>
                  <a:gd name="connsiteX6" fmla="*/ 258763 w 619180"/>
                  <a:gd name="connsiteY6" fmla="*/ 1591775 h 1617988"/>
                  <a:gd name="connsiteX7" fmla="*/ 320675 w 619180"/>
                  <a:gd name="connsiteY7" fmla="*/ 1477475 h 1617988"/>
                  <a:gd name="connsiteX8" fmla="*/ 392113 w 619180"/>
                  <a:gd name="connsiteY8" fmla="*/ 1220300 h 1617988"/>
                  <a:gd name="connsiteX9" fmla="*/ 415925 w 619180"/>
                  <a:gd name="connsiteY9" fmla="*/ 829775 h 1617988"/>
                  <a:gd name="connsiteX10" fmla="*/ 311150 w 619180"/>
                  <a:gd name="connsiteY10" fmla="*/ 358287 h 1617988"/>
                  <a:gd name="connsiteX11" fmla="*/ 0 w 619180"/>
                  <a:gd name="connsiteY11" fmla="*/ 46344 h 1617988"/>
                  <a:gd name="connsiteX0" fmla="*/ 0 w 619180"/>
                  <a:gd name="connsiteY0" fmla="*/ 32511 h 1604155"/>
                  <a:gd name="connsiteX1" fmla="*/ 250825 w 619180"/>
                  <a:gd name="connsiteY1" fmla="*/ 26954 h 1604155"/>
                  <a:gd name="connsiteX2" fmla="*/ 439738 w 619180"/>
                  <a:gd name="connsiteY2" fmla="*/ 206342 h 1604155"/>
                  <a:gd name="connsiteX3" fmla="*/ 615950 w 619180"/>
                  <a:gd name="connsiteY3" fmla="*/ 754029 h 1604155"/>
                  <a:gd name="connsiteX4" fmla="*/ 542132 w 619180"/>
                  <a:gd name="connsiteY4" fmla="*/ 1446974 h 1604155"/>
                  <a:gd name="connsiteX5" fmla="*/ 382588 w 619180"/>
                  <a:gd name="connsiteY5" fmla="*/ 1604135 h 1604155"/>
                  <a:gd name="connsiteX6" fmla="*/ 258763 w 619180"/>
                  <a:gd name="connsiteY6" fmla="*/ 1577942 h 1604155"/>
                  <a:gd name="connsiteX7" fmla="*/ 320675 w 619180"/>
                  <a:gd name="connsiteY7" fmla="*/ 1463642 h 1604155"/>
                  <a:gd name="connsiteX8" fmla="*/ 392113 w 619180"/>
                  <a:gd name="connsiteY8" fmla="*/ 1206467 h 1604155"/>
                  <a:gd name="connsiteX9" fmla="*/ 415925 w 619180"/>
                  <a:gd name="connsiteY9" fmla="*/ 815942 h 1604155"/>
                  <a:gd name="connsiteX10" fmla="*/ 311150 w 619180"/>
                  <a:gd name="connsiteY10" fmla="*/ 344454 h 1604155"/>
                  <a:gd name="connsiteX11" fmla="*/ 0 w 619180"/>
                  <a:gd name="connsiteY11" fmla="*/ 32511 h 1604155"/>
                  <a:gd name="connsiteX0" fmla="*/ 0 w 619180"/>
                  <a:gd name="connsiteY0" fmla="*/ 34776 h 1606420"/>
                  <a:gd name="connsiteX1" fmla="*/ 257969 w 619180"/>
                  <a:gd name="connsiteY1" fmla="*/ 24456 h 1606420"/>
                  <a:gd name="connsiteX2" fmla="*/ 439738 w 619180"/>
                  <a:gd name="connsiteY2" fmla="*/ 208607 h 1606420"/>
                  <a:gd name="connsiteX3" fmla="*/ 615950 w 619180"/>
                  <a:gd name="connsiteY3" fmla="*/ 756294 h 1606420"/>
                  <a:gd name="connsiteX4" fmla="*/ 542132 w 619180"/>
                  <a:gd name="connsiteY4" fmla="*/ 1449239 h 1606420"/>
                  <a:gd name="connsiteX5" fmla="*/ 382588 w 619180"/>
                  <a:gd name="connsiteY5" fmla="*/ 1606400 h 1606420"/>
                  <a:gd name="connsiteX6" fmla="*/ 258763 w 619180"/>
                  <a:gd name="connsiteY6" fmla="*/ 1580207 h 1606420"/>
                  <a:gd name="connsiteX7" fmla="*/ 320675 w 619180"/>
                  <a:gd name="connsiteY7" fmla="*/ 1465907 h 1606420"/>
                  <a:gd name="connsiteX8" fmla="*/ 392113 w 619180"/>
                  <a:gd name="connsiteY8" fmla="*/ 1208732 h 1606420"/>
                  <a:gd name="connsiteX9" fmla="*/ 415925 w 619180"/>
                  <a:gd name="connsiteY9" fmla="*/ 818207 h 1606420"/>
                  <a:gd name="connsiteX10" fmla="*/ 311150 w 619180"/>
                  <a:gd name="connsiteY10" fmla="*/ 346719 h 1606420"/>
                  <a:gd name="connsiteX11" fmla="*/ 0 w 619180"/>
                  <a:gd name="connsiteY11" fmla="*/ 34776 h 1606420"/>
                  <a:gd name="connsiteX0" fmla="*/ 0 w 619180"/>
                  <a:gd name="connsiteY0" fmla="*/ 38437 h 1610081"/>
                  <a:gd name="connsiteX1" fmla="*/ 257969 w 619180"/>
                  <a:gd name="connsiteY1" fmla="*/ 28117 h 1610081"/>
                  <a:gd name="connsiteX2" fmla="*/ 439738 w 619180"/>
                  <a:gd name="connsiteY2" fmla="*/ 212268 h 1610081"/>
                  <a:gd name="connsiteX3" fmla="*/ 615950 w 619180"/>
                  <a:gd name="connsiteY3" fmla="*/ 759955 h 1610081"/>
                  <a:gd name="connsiteX4" fmla="*/ 542132 w 619180"/>
                  <a:gd name="connsiteY4" fmla="*/ 1452900 h 1610081"/>
                  <a:gd name="connsiteX5" fmla="*/ 382588 w 619180"/>
                  <a:gd name="connsiteY5" fmla="*/ 1610061 h 1610081"/>
                  <a:gd name="connsiteX6" fmla="*/ 258763 w 619180"/>
                  <a:gd name="connsiteY6" fmla="*/ 1583868 h 1610081"/>
                  <a:gd name="connsiteX7" fmla="*/ 320675 w 619180"/>
                  <a:gd name="connsiteY7" fmla="*/ 1469568 h 1610081"/>
                  <a:gd name="connsiteX8" fmla="*/ 392113 w 619180"/>
                  <a:gd name="connsiteY8" fmla="*/ 1212393 h 1610081"/>
                  <a:gd name="connsiteX9" fmla="*/ 415925 w 619180"/>
                  <a:gd name="connsiteY9" fmla="*/ 821868 h 1610081"/>
                  <a:gd name="connsiteX10" fmla="*/ 311150 w 619180"/>
                  <a:gd name="connsiteY10" fmla="*/ 350380 h 1610081"/>
                  <a:gd name="connsiteX11" fmla="*/ 0 w 619180"/>
                  <a:gd name="connsiteY11" fmla="*/ 38437 h 1610081"/>
                  <a:gd name="connsiteX0" fmla="*/ 0 w 619657"/>
                  <a:gd name="connsiteY0" fmla="*/ 35075 h 1606719"/>
                  <a:gd name="connsiteX1" fmla="*/ 257969 w 619657"/>
                  <a:gd name="connsiteY1" fmla="*/ 24755 h 1606719"/>
                  <a:gd name="connsiteX2" fmla="*/ 430213 w 619657"/>
                  <a:gd name="connsiteY2" fmla="*/ 213669 h 1606719"/>
                  <a:gd name="connsiteX3" fmla="*/ 615950 w 619657"/>
                  <a:gd name="connsiteY3" fmla="*/ 756593 h 1606719"/>
                  <a:gd name="connsiteX4" fmla="*/ 542132 w 619657"/>
                  <a:gd name="connsiteY4" fmla="*/ 1449538 h 1606719"/>
                  <a:gd name="connsiteX5" fmla="*/ 382588 w 619657"/>
                  <a:gd name="connsiteY5" fmla="*/ 1606699 h 1606719"/>
                  <a:gd name="connsiteX6" fmla="*/ 258763 w 619657"/>
                  <a:gd name="connsiteY6" fmla="*/ 1580506 h 1606719"/>
                  <a:gd name="connsiteX7" fmla="*/ 320675 w 619657"/>
                  <a:gd name="connsiteY7" fmla="*/ 1466206 h 1606719"/>
                  <a:gd name="connsiteX8" fmla="*/ 392113 w 619657"/>
                  <a:gd name="connsiteY8" fmla="*/ 1209031 h 1606719"/>
                  <a:gd name="connsiteX9" fmla="*/ 415925 w 619657"/>
                  <a:gd name="connsiteY9" fmla="*/ 818506 h 1606719"/>
                  <a:gd name="connsiteX10" fmla="*/ 311150 w 619657"/>
                  <a:gd name="connsiteY10" fmla="*/ 347018 h 1606719"/>
                  <a:gd name="connsiteX11" fmla="*/ 0 w 619657"/>
                  <a:gd name="connsiteY11" fmla="*/ 35075 h 1606719"/>
                  <a:gd name="connsiteX0" fmla="*/ 0 w 597454"/>
                  <a:gd name="connsiteY0" fmla="*/ 35075 h 1606719"/>
                  <a:gd name="connsiteX1" fmla="*/ 257969 w 597454"/>
                  <a:gd name="connsiteY1" fmla="*/ 24755 h 1606719"/>
                  <a:gd name="connsiteX2" fmla="*/ 430213 w 597454"/>
                  <a:gd name="connsiteY2" fmla="*/ 213669 h 1606719"/>
                  <a:gd name="connsiteX3" fmla="*/ 592138 w 597454"/>
                  <a:gd name="connsiteY3" fmla="*/ 754212 h 1606719"/>
                  <a:gd name="connsiteX4" fmla="*/ 542132 w 597454"/>
                  <a:gd name="connsiteY4" fmla="*/ 1449538 h 1606719"/>
                  <a:gd name="connsiteX5" fmla="*/ 382588 w 597454"/>
                  <a:gd name="connsiteY5" fmla="*/ 1606699 h 1606719"/>
                  <a:gd name="connsiteX6" fmla="*/ 258763 w 597454"/>
                  <a:gd name="connsiteY6" fmla="*/ 1580506 h 1606719"/>
                  <a:gd name="connsiteX7" fmla="*/ 320675 w 597454"/>
                  <a:gd name="connsiteY7" fmla="*/ 1466206 h 1606719"/>
                  <a:gd name="connsiteX8" fmla="*/ 392113 w 597454"/>
                  <a:gd name="connsiteY8" fmla="*/ 1209031 h 1606719"/>
                  <a:gd name="connsiteX9" fmla="*/ 415925 w 597454"/>
                  <a:gd name="connsiteY9" fmla="*/ 818506 h 1606719"/>
                  <a:gd name="connsiteX10" fmla="*/ 311150 w 597454"/>
                  <a:gd name="connsiteY10" fmla="*/ 347018 h 1606719"/>
                  <a:gd name="connsiteX11" fmla="*/ 0 w 597454"/>
                  <a:gd name="connsiteY11" fmla="*/ 35075 h 1606719"/>
                  <a:gd name="connsiteX0" fmla="*/ 0 w 596732"/>
                  <a:gd name="connsiteY0" fmla="*/ 35075 h 1596107"/>
                  <a:gd name="connsiteX1" fmla="*/ 257969 w 596732"/>
                  <a:gd name="connsiteY1" fmla="*/ 24755 h 1596107"/>
                  <a:gd name="connsiteX2" fmla="*/ 430213 w 596732"/>
                  <a:gd name="connsiteY2" fmla="*/ 213669 h 1596107"/>
                  <a:gd name="connsiteX3" fmla="*/ 592138 w 596732"/>
                  <a:gd name="connsiteY3" fmla="*/ 754212 h 1596107"/>
                  <a:gd name="connsiteX4" fmla="*/ 542132 w 596732"/>
                  <a:gd name="connsiteY4" fmla="*/ 1449538 h 1596107"/>
                  <a:gd name="connsiteX5" fmla="*/ 434975 w 596732"/>
                  <a:gd name="connsiteY5" fmla="*/ 1594793 h 1596107"/>
                  <a:gd name="connsiteX6" fmla="*/ 258763 w 596732"/>
                  <a:gd name="connsiteY6" fmla="*/ 1580506 h 1596107"/>
                  <a:gd name="connsiteX7" fmla="*/ 320675 w 596732"/>
                  <a:gd name="connsiteY7" fmla="*/ 1466206 h 1596107"/>
                  <a:gd name="connsiteX8" fmla="*/ 392113 w 596732"/>
                  <a:gd name="connsiteY8" fmla="*/ 1209031 h 1596107"/>
                  <a:gd name="connsiteX9" fmla="*/ 415925 w 596732"/>
                  <a:gd name="connsiteY9" fmla="*/ 818506 h 1596107"/>
                  <a:gd name="connsiteX10" fmla="*/ 311150 w 596732"/>
                  <a:gd name="connsiteY10" fmla="*/ 347018 h 1596107"/>
                  <a:gd name="connsiteX11" fmla="*/ 0 w 596732"/>
                  <a:gd name="connsiteY11" fmla="*/ 35075 h 1596107"/>
                  <a:gd name="connsiteX0" fmla="*/ 0 w 596732"/>
                  <a:gd name="connsiteY0" fmla="*/ 35075 h 1603457"/>
                  <a:gd name="connsiteX1" fmla="*/ 257969 w 596732"/>
                  <a:gd name="connsiteY1" fmla="*/ 24755 h 1603457"/>
                  <a:gd name="connsiteX2" fmla="*/ 430213 w 596732"/>
                  <a:gd name="connsiteY2" fmla="*/ 213669 h 1603457"/>
                  <a:gd name="connsiteX3" fmla="*/ 592138 w 596732"/>
                  <a:gd name="connsiteY3" fmla="*/ 754212 h 1603457"/>
                  <a:gd name="connsiteX4" fmla="*/ 542132 w 596732"/>
                  <a:gd name="connsiteY4" fmla="*/ 1449538 h 1603457"/>
                  <a:gd name="connsiteX5" fmla="*/ 434975 w 596732"/>
                  <a:gd name="connsiteY5" fmla="*/ 1594793 h 1603457"/>
                  <a:gd name="connsiteX6" fmla="*/ 258763 w 596732"/>
                  <a:gd name="connsiteY6" fmla="*/ 1580506 h 1603457"/>
                  <a:gd name="connsiteX7" fmla="*/ 320675 w 596732"/>
                  <a:gd name="connsiteY7" fmla="*/ 1466206 h 1603457"/>
                  <a:gd name="connsiteX8" fmla="*/ 392113 w 596732"/>
                  <a:gd name="connsiteY8" fmla="*/ 1209031 h 1603457"/>
                  <a:gd name="connsiteX9" fmla="*/ 415925 w 596732"/>
                  <a:gd name="connsiteY9" fmla="*/ 818506 h 1603457"/>
                  <a:gd name="connsiteX10" fmla="*/ 311150 w 596732"/>
                  <a:gd name="connsiteY10" fmla="*/ 347018 h 1603457"/>
                  <a:gd name="connsiteX11" fmla="*/ 0 w 596732"/>
                  <a:gd name="connsiteY11" fmla="*/ 35075 h 1603457"/>
                  <a:gd name="connsiteX0" fmla="*/ 0 w 605337"/>
                  <a:gd name="connsiteY0" fmla="*/ 35075 h 1621964"/>
                  <a:gd name="connsiteX1" fmla="*/ 257969 w 605337"/>
                  <a:gd name="connsiteY1" fmla="*/ 24755 h 1621964"/>
                  <a:gd name="connsiteX2" fmla="*/ 430213 w 605337"/>
                  <a:gd name="connsiteY2" fmla="*/ 213669 h 1621964"/>
                  <a:gd name="connsiteX3" fmla="*/ 592138 w 605337"/>
                  <a:gd name="connsiteY3" fmla="*/ 754212 h 1621964"/>
                  <a:gd name="connsiteX4" fmla="*/ 577850 w 605337"/>
                  <a:gd name="connsiteY4" fmla="*/ 1228082 h 1621964"/>
                  <a:gd name="connsiteX5" fmla="*/ 434975 w 605337"/>
                  <a:gd name="connsiteY5" fmla="*/ 1594793 h 1621964"/>
                  <a:gd name="connsiteX6" fmla="*/ 258763 w 605337"/>
                  <a:gd name="connsiteY6" fmla="*/ 1580506 h 1621964"/>
                  <a:gd name="connsiteX7" fmla="*/ 320675 w 605337"/>
                  <a:gd name="connsiteY7" fmla="*/ 1466206 h 1621964"/>
                  <a:gd name="connsiteX8" fmla="*/ 392113 w 605337"/>
                  <a:gd name="connsiteY8" fmla="*/ 1209031 h 1621964"/>
                  <a:gd name="connsiteX9" fmla="*/ 415925 w 605337"/>
                  <a:gd name="connsiteY9" fmla="*/ 818506 h 1621964"/>
                  <a:gd name="connsiteX10" fmla="*/ 311150 w 605337"/>
                  <a:gd name="connsiteY10" fmla="*/ 347018 h 1621964"/>
                  <a:gd name="connsiteX11" fmla="*/ 0 w 605337"/>
                  <a:gd name="connsiteY11" fmla="*/ 35075 h 1621964"/>
                  <a:gd name="connsiteX0" fmla="*/ 0 w 605337"/>
                  <a:gd name="connsiteY0" fmla="*/ 35075 h 1603985"/>
                  <a:gd name="connsiteX1" fmla="*/ 257969 w 605337"/>
                  <a:gd name="connsiteY1" fmla="*/ 24755 h 1603985"/>
                  <a:gd name="connsiteX2" fmla="*/ 430213 w 605337"/>
                  <a:gd name="connsiteY2" fmla="*/ 213669 h 1603985"/>
                  <a:gd name="connsiteX3" fmla="*/ 592138 w 605337"/>
                  <a:gd name="connsiteY3" fmla="*/ 754212 h 1603985"/>
                  <a:gd name="connsiteX4" fmla="*/ 577850 w 605337"/>
                  <a:gd name="connsiteY4" fmla="*/ 1228082 h 1603985"/>
                  <a:gd name="connsiteX5" fmla="*/ 434975 w 605337"/>
                  <a:gd name="connsiteY5" fmla="*/ 1594793 h 1603985"/>
                  <a:gd name="connsiteX6" fmla="*/ 258763 w 605337"/>
                  <a:gd name="connsiteY6" fmla="*/ 1580506 h 1603985"/>
                  <a:gd name="connsiteX7" fmla="*/ 320675 w 605337"/>
                  <a:gd name="connsiteY7" fmla="*/ 1466206 h 1603985"/>
                  <a:gd name="connsiteX8" fmla="*/ 392113 w 605337"/>
                  <a:gd name="connsiteY8" fmla="*/ 1209031 h 1603985"/>
                  <a:gd name="connsiteX9" fmla="*/ 415925 w 605337"/>
                  <a:gd name="connsiteY9" fmla="*/ 818506 h 1603985"/>
                  <a:gd name="connsiteX10" fmla="*/ 311150 w 605337"/>
                  <a:gd name="connsiteY10" fmla="*/ 347018 h 1603985"/>
                  <a:gd name="connsiteX11" fmla="*/ 0 w 605337"/>
                  <a:gd name="connsiteY11" fmla="*/ 35075 h 1603985"/>
                  <a:gd name="connsiteX0" fmla="*/ 0 w 605129"/>
                  <a:gd name="connsiteY0" fmla="*/ 35075 h 1588407"/>
                  <a:gd name="connsiteX1" fmla="*/ 257969 w 605129"/>
                  <a:gd name="connsiteY1" fmla="*/ 24755 h 1588407"/>
                  <a:gd name="connsiteX2" fmla="*/ 430213 w 605129"/>
                  <a:gd name="connsiteY2" fmla="*/ 213669 h 1588407"/>
                  <a:gd name="connsiteX3" fmla="*/ 592138 w 605129"/>
                  <a:gd name="connsiteY3" fmla="*/ 754212 h 1588407"/>
                  <a:gd name="connsiteX4" fmla="*/ 577850 w 605129"/>
                  <a:gd name="connsiteY4" fmla="*/ 1228082 h 1588407"/>
                  <a:gd name="connsiteX5" fmla="*/ 439738 w 605129"/>
                  <a:gd name="connsiteY5" fmla="*/ 1556693 h 1588407"/>
                  <a:gd name="connsiteX6" fmla="*/ 258763 w 605129"/>
                  <a:gd name="connsiteY6" fmla="*/ 1580506 h 1588407"/>
                  <a:gd name="connsiteX7" fmla="*/ 320675 w 605129"/>
                  <a:gd name="connsiteY7" fmla="*/ 1466206 h 1588407"/>
                  <a:gd name="connsiteX8" fmla="*/ 392113 w 605129"/>
                  <a:gd name="connsiteY8" fmla="*/ 1209031 h 1588407"/>
                  <a:gd name="connsiteX9" fmla="*/ 415925 w 605129"/>
                  <a:gd name="connsiteY9" fmla="*/ 818506 h 1588407"/>
                  <a:gd name="connsiteX10" fmla="*/ 311150 w 605129"/>
                  <a:gd name="connsiteY10" fmla="*/ 347018 h 1588407"/>
                  <a:gd name="connsiteX11" fmla="*/ 0 w 605129"/>
                  <a:gd name="connsiteY11" fmla="*/ 35075 h 1588407"/>
                  <a:gd name="connsiteX0" fmla="*/ 0 w 605129"/>
                  <a:gd name="connsiteY0" fmla="*/ 35075 h 1591646"/>
                  <a:gd name="connsiteX1" fmla="*/ 257969 w 605129"/>
                  <a:gd name="connsiteY1" fmla="*/ 24755 h 1591646"/>
                  <a:gd name="connsiteX2" fmla="*/ 430213 w 605129"/>
                  <a:gd name="connsiteY2" fmla="*/ 213669 h 1591646"/>
                  <a:gd name="connsiteX3" fmla="*/ 592138 w 605129"/>
                  <a:gd name="connsiteY3" fmla="*/ 754212 h 1591646"/>
                  <a:gd name="connsiteX4" fmla="*/ 577850 w 605129"/>
                  <a:gd name="connsiteY4" fmla="*/ 1228082 h 1591646"/>
                  <a:gd name="connsiteX5" fmla="*/ 439738 w 605129"/>
                  <a:gd name="connsiteY5" fmla="*/ 1556693 h 1591646"/>
                  <a:gd name="connsiteX6" fmla="*/ 258763 w 605129"/>
                  <a:gd name="connsiteY6" fmla="*/ 1580506 h 1591646"/>
                  <a:gd name="connsiteX7" fmla="*/ 320675 w 605129"/>
                  <a:gd name="connsiteY7" fmla="*/ 1466206 h 1591646"/>
                  <a:gd name="connsiteX8" fmla="*/ 392113 w 605129"/>
                  <a:gd name="connsiteY8" fmla="*/ 1209031 h 1591646"/>
                  <a:gd name="connsiteX9" fmla="*/ 415925 w 605129"/>
                  <a:gd name="connsiteY9" fmla="*/ 818506 h 1591646"/>
                  <a:gd name="connsiteX10" fmla="*/ 311150 w 605129"/>
                  <a:gd name="connsiteY10" fmla="*/ 347018 h 1591646"/>
                  <a:gd name="connsiteX11" fmla="*/ 0 w 605129"/>
                  <a:gd name="connsiteY11" fmla="*/ 35075 h 1591646"/>
                  <a:gd name="connsiteX0" fmla="*/ 0 w 605129"/>
                  <a:gd name="connsiteY0" fmla="*/ 35075 h 1591646"/>
                  <a:gd name="connsiteX1" fmla="*/ 257969 w 605129"/>
                  <a:gd name="connsiteY1" fmla="*/ 24755 h 1591646"/>
                  <a:gd name="connsiteX2" fmla="*/ 430213 w 605129"/>
                  <a:gd name="connsiteY2" fmla="*/ 213669 h 1591646"/>
                  <a:gd name="connsiteX3" fmla="*/ 592138 w 605129"/>
                  <a:gd name="connsiteY3" fmla="*/ 754212 h 1591646"/>
                  <a:gd name="connsiteX4" fmla="*/ 577850 w 605129"/>
                  <a:gd name="connsiteY4" fmla="*/ 1228082 h 1591646"/>
                  <a:gd name="connsiteX5" fmla="*/ 439738 w 605129"/>
                  <a:gd name="connsiteY5" fmla="*/ 1556693 h 1591646"/>
                  <a:gd name="connsiteX6" fmla="*/ 258763 w 605129"/>
                  <a:gd name="connsiteY6" fmla="*/ 1580506 h 1591646"/>
                  <a:gd name="connsiteX7" fmla="*/ 320675 w 605129"/>
                  <a:gd name="connsiteY7" fmla="*/ 1466206 h 1591646"/>
                  <a:gd name="connsiteX8" fmla="*/ 392113 w 605129"/>
                  <a:gd name="connsiteY8" fmla="*/ 1209031 h 1591646"/>
                  <a:gd name="connsiteX9" fmla="*/ 415925 w 605129"/>
                  <a:gd name="connsiteY9" fmla="*/ 818506 h 1591646"/>
                  <a:gd name="connsiteX10" fmla="*/ 311150 w 605129"/>
                  <a:gd name="connsiteY10" fmla="*/ 347018 h 1591646"/>
                  <a:gd name="connsiteX11" fmla="*/ 0 w 605129"/>
                  <a:gd name="connsiteY11" fmla="*/ 35075 h 1591646"/>
                  <a:gd name="connsiteX0" fmla="*/ 0 w 605129"/>
                  <a:gd name="connsiteY0" fmla="*/ 35075 h 1591646"/>
                  <a:gd name="connsiteX1" fmla="*/ 257969 w 605129"/>
                  <a:gd name="connsiteY1" fmla="*/ 24755 h 1591646"/>
                  <a:gd name="connsiteX2" fmla="*/ 430213 w 605129"/>
                  <a:gd name="connsiteY2" fmla="*/ 213669 h 1591646"/>
                  <a:gd name="connsiteX3" fmla="*/ 592138 w 605129"/>
                  <a:gd name="connsiteY3" fmla="*/ 754212 h 1591646"/>
                  <a:gd name="connsiteX4" fmla="*/ 577850 w 605129"/>
                  <a:gd name="connsiteY4" fmla="*/ 1228082 h 1591646"/>
                  <a:gd name="connsiteX5" fmla="*/ 439738 w 605129"/>
                  <a:gd name="connsiteY5" fmla="*/ 1556693 h 1591646"/>
                  <a:gd name="connsiteX6" fmla="*/ 258763 w 605129"/>
                  <a:gd name="connsiteY6" fmla="*/ 1580506 h 1591646"/>
                  <a:gd name="connsiteX7" fmla="*/ 344487 w 605129"/>
                  <a:gd name="connsiteY7" fmla="*/ 1440012 h 1591646"/>
                  <a:gd name="connsiteX8" fmla="*/ 392113 w 605129"/>
                  <a:gd name="connsiteY8" fmla="*/ 1209031 h 1591646"/>
                  <a:gd name="connsiteX9" fmla="*/ 415925 w 605129"/>
                  <a:gd name="connsiteY9" fmla="*/ 818506 h 1591646"/>
                  <a:gd name="connsiteX10" fmla="*/ 311150 w 605129"/>
                  <a:gd name="connsiteY10" fmla="*/ 347018 h 1591646"/>
                  <a:gd name="connsiteX11" fmla="*/ 0 w 605129"/>
                  <a:gd name="connsiteY11" fmla="*/ 35075 h 1591646"/>
                  <a:gd name="connsiteX0" fmla="*/ 0 w 603428"/>
                  <a:gd name="connsiteY0" fmla="*/ 35075 h 1591646"/>
                  <a:gd name="connsiteX1" fmla="*/ 257969 w 603428"/>
                  <a:gd name="connsiteY1" fmla="*/ 24755 h 1591646"/>
                  <a:gd name="connsiteX2" fmla="*/ 430213 w 603428"/>
                  <a:gd name="connsiteY2" fmla="*/ 213669 h 1591646"/>
                  <a:gd name="connsiteX3" fmla="*/ 592138 w 603428"/>
                  <a:gd name="connsiteY3" fmla="*/ 754212 h 1591646"/>
                  <a:gd name="connsiteX4" fmla="*/ 577850 w 603428"/>
                  <a:gd name="connsiteY4" fmla="*/ 1228082 h 1591646"/>
                  <a:gd name="connsiteX5" fmla="*/ 439738 w 603428"/>
                  <a:gd name="connsiteY5" fmla="*/ 1556693 h 1591646"/>
                  <a:gd name="connsiteX6" fmla="*/ 258763 w 603428"/>
                  <a:gd name="connsiteY6" fmla="*/ 1580506 h 1591646"/>
                  <a:gd name="connsiteX7" fmla="*/ 344487 w 603428"/>
                  <a:gd name="connsiteY7" fmla="*/ 1440012 h 1591646"/>
                  <a:gd name="connsiteX8" fmla="*/ 392113 w 603428"/>
                  <a:gd name="connsiteY8" fmla="*/ 1209031 h 1591646"/>
                  <a:gd name="connsiteX9" fmla="*/ 415925 w 603428"/>
                  <a:gd name="connsiteY9" fmla="*/ 818506 h 1591646"/>
                  <a:gd name="connsiteX10" fmla="*/ 311150 w 603428"/>
                  <a:gd name="connsiteY10" fmla="*/ 347018 h 1591646"/>
                  <a:gd name="connsiteX11" fmla="*/ 0 w 603428"/>
                  <a:gd name="connsiteY11" fmla="*/ 35075 h 1591646"/>
                  <a:gd name="connsiteX0" fmla="*/ 0 w 597118"/>
                  <a:gd name="connsiteY0" fmla="*/ 35075 h 1591646"/>
                  <a:gd name="connsiteX1" fmla="*/ 257969 w 597118"/>
                  <a:gd name="connsiteY1" fmla="*/ 24755 h 1591646"/>
                  <a:gd name="connsiteX2" fmla="*/ 430213 w 597118"/>
                  <a:gd name="connsiteY2" fmla="*/ 213669 h 1591646"/>
                  <a:gd name="connsiteX3" fmla="*/ 580232 w 597118"/>
                  <a:gd name="connsiteY3" fmla="*/ 758975 h 1591646"/>
                  <a:gd name="connsiteX4" fmla="*/ 577850 w 597118"/>
                  <a:gd name="connsiteY4" fmla="*/ 1228082 h 1591646"/>
                  <a:gd name="connsiteX5" fmla="*/ 439738 w 597118"/>
                  <a:gd name="connsiteY5" fmla="*/ 1556693 h 1591646"/>
                  <a:gd name="connsiteX6" fmla="*/ 258763 w 597118"/>
                  <a:gd name="connsiteY6" fmla="*/ 1580506 h 1591646"/>
                  <a:gd name="connsiteX7" fmla="*/ 344487 w 597118"/>
                  <a:gd name="connsiteY7" fmla="*/ 1440012 h 1591646"/>
                  <a:gd name="connsiteX8" fmla="*/ 392113 w 597118"/>
                  <a:gd name="connsiteY8" fmla="*/ 1209031 h 1591646"/>
                  <a:gd name="connsiteX9" fmla="*/ 415925 w 597118"/>
                  <a:gd name="connsiteY9" fmla="*/ 818506 h 1591646"/>
                  <a:gd name="connsiteX10" fmla="*/ 311150 w 597118"/>
                  <a:gd name="connsiteY10" fmla="*/ 347018 h 1591646"/>
                  <a:gd name="connsiteX11" fmla="*/ 0 w 597118"/>
                  <a:gd name="connsiteY11" fmla="*/ 35075 h 1591646"/>
                  <a:gd name="connsiteX0" fmla="*/ 0 w 598393"/>
                  <a:gd name="connsiteY0" fmla="*/ 35075 h 1604645"/>
                  <a:gd name="connsiteX1" fmla="*/ 257969 w 598393"/>
                  <a:gd name="connsiteY1" fmla="*/ 24755 h 1604645"/>
                  <a:gd name="connsiteX2" fmla="*/ 430213 w 598393"/>
                  <a:gd name="connsiteY2" fmla="*/ 213669 h 1604645"/>
                  <a:gd name="connsiteX3" fmla="*/ 580232 w 598393"/>
                  <a:gd name="connsiteY3" fmla="*/ 758975 h 1604645"/>
                  <a:gd name="connsiteX4" fmla="*/ 580231 w 598393"/>
                  <a:gd name="connsiteY4" fmla="*/ 1132832 h 1604645"/>
                  <a:gd name="connsiteX5" fmla="*/ 439738 w 598393"/>
                  <a:gd name="connsiteY5" fmla="*/ 1556693 h 1604645"/>
                  <a:gd name="connsiteX6" fmla="*/ 258763 w 598393"/>
                  <a:gd name="connsiteY6" fmla="*/ 1580506 h 1604645"/>
                  <a:gd name="connsiteX7" fmla="*/ 344487 w 598393"/>
                  <a:gd name="connsiteY7" fmla="*/ 1440012 h 1604645"/>
                  <a:gd name="connsiteX8" fmla="*/ 392113 w 598393"/>
                  <a:gd name="connsiteY8" fmla="*/ 1209031 h 1604645"/>
                  <a:gd name="connsiteX9" fmla="*/ 415925 w 598393"/>
                  <a:gd name="connsiteY9" fmla="*/ 818506 h 1604645"/>
                  <a:gd name="connsiteX10" fmla="*/ 311150 w 598393"/>
                  <a:gd name="connsiteY10" fmla="*/ 347018 h 1604645"/>
                  <a:gd name="connsiteX11" fmla="*/ 0 w 598393"/>
                  <a:gd name="connsiteY11" fmla="*/ 35075 h 1604645"/>
                  <a:gd name="connsiteX0" fmla="*/ 0 w 593000"/>
                  <a:gd name="connsiteY0" fmla="*/ 35075 h 1604645"/>
                  <a:gd name="connsiteX1" fmla="*/ 257969 w 593000"/>
                  <a:gd name="connsiteY1" fmla="*/ 24755 h 1604645"/>
                  <a:gd name="connsiteX2" fmla="*/ 430213 w 593000"/>
                  <a:gd name="connsiteY2" fmla="*/ 213669 h 1604645"/>
                  <a:gd name="connsiteX3" fmla="*/ 580232 w 593000"/>
                  <a:gd name="connsiteY3" fmla="*/ 758975 h 1604645"/>
                  <a:gd name="connsiteX4" fmla="*/ 580231 w 593000"/>
                  <a:gd name="connsiteY4" fmla="*/ 1132832 h 1604645"/>
                  <a:gd name="connsiteX5" fmla="*/ 439738 w 593000"/>
                  <a:gd name="connsiteY5" fmla="*/ 1556693 h 1604645"/>
                  <a:gd name="connsiteX6" fmla="*/ 258763 w 593000"/>
                  <a:gd name="connsiteY6" fmla="*/ 1580506 h 1604645"/>
                  <a:gd name="connsiteX7" fmla="*/ 344487 w 593000"/>
                  <a:gd name="connsiteY7" fmla="*/ 1440012 h 1604645"/>
                  <a:gd name="connsiteX8" fmla="*/ 392113 w 593000"/>
                  <a:gd name="connsiteY8" fmla="*/ 1209031 h 1604645"/>
                  <a:gd name="connsiteX9" fmla="*/ 415925 w 593000"/>
                  <a:gd name="connsiteY9" fmla="*/ 818506 h 1604645"/>
                  <a:gd name="connsiteX10" fmla="*/ 311150 w 593000"/>
                  <a:gd name="connsiteY10" fmla="*/ 347018 h 1604645"/>
                  <a:gd name="connsiteX11" fmla="*/ 0 w 593000"/>
                  <a:gd name="connsiteY11" fmla="*/ 35075 h 1604645"/>
                  <a:gd name="connsiteX0" fmla="*/ 0 w 585327"/>
                  <a:gd name="connsiteY0" fmla="*/ 35075 h 1598513"/>
                  <a:gd name="connsiteX1" fmla="*/ 257969 w 585327"/>
                  <a:gd name="connsiteY1" fmla="*/ 24755 h 1598513"/>
                  <a:gd name="connsiteX2" fmla="*/ 430213 w 585327"/>
                  <a:gd name="connsiteY2" fmla="*/ 213669 h 1598513"/>
                  <a:gd name="connsiteX3" fmla="*/ 580232 w 585327"/>
                  <a:gd name="connsiteY3" fmla="*/ 758975 h 1598513"/>
                  <a:gd name="connsiteX4" fmla="*/ 549275 w 585327"/>
                  <a:gd name="connsiteY4" fmla="*/ 1232845 h 1598513"/>
                  <a:gd name="connsiteX5" fmla="*/ 439738 w 585327"/>
                  <a:gd name="connsiteY5" fmla="*/ 1556693 h 1598513"/>
                  <a:gd name="connsiteX6" fmla="*/ 258763 w 585327"/>
                  <a:gd name="connsiteY6" fmla="*/ 1580506 h 1598513"/>
                  <a:gd name="connsiteX7" fmla="*/ 344487 w 585327"/>
                  <a:gd name="connsiteY7" fmla="*/ 1440012 h 1598513"/>
                  <a:gd name="connsiteX8" fmla="*/ 392113 w 585327"/>
                  <a:gd name="connsiteY8" fmla="*/ 1209031 h 1598513"/>
                  <a:gd name="connsiteX9" fmla="*/ 415925 w 585327"/>
                  <a:gd name="connsiteY9" fmla="*/ 818506 h 1598513"/>
                  <a:gd name="connsiteX10" fmla="*/ 311150 w 585327"/>
                  <a:gd name="connsiteY10" fmla="*/ 347018 h 1598513"/>
                  <a:gd name="connsiteX11" fmla="*/ 0 w 585327"/>
                  <a:gd name="connsiteY11" fmla="*/ 35075 h 1598513"/>
                  <a:gd name="connsiteX0" fmla="*/ 0 w 585739"/>
                  <a:gd name="connsiteY0" fmla="*/ 35075 h 1598513"/>
                  <a:gd name="connsiteX1" fmla="*/ 257969 w 585739"/>
                  <a:gd name="connsiteY1" fmla="*/ 24755 h 1598513"/>
                  <a:gd name="connsiteX2" fmla="*/ 430213 w 585739"/>
                  <a:gd name="connsiteY2" fmla="*/ 213669 h 1598513"/>
                  <a:gd name="connsiteX3" fmla="*/ 580232 w 585739"/>
                  <a:gd name="connsiteY3" fmla="*/ 758975 h 1598513"/>
                  <a:gd name="connsiteX4" fmla="*/ 549275 w 585739"/>
                  <a:gd name="connsiteY4" fmla="*/ 1232845 h 1598513"/>
                  <a:gd name="connsiteX5" fmla="*/ 439738 w 585739"/>
                  <a:gd name="connsiteY5" fmla="*/ 1556693 h 1598513"/>
                  <a:gd name="connsiteX6" fmla="*/ 258763 w 585739"/>
                  <a:gd name="connsiteY6" fmla="*/ 1580506 h 1598513"/>
                  <a:gd name="connsiteX7" fmla="*/ 344487 w 585739"/>
                  <a:gd name="connsiteY7" fmla="*/ 1440012 h 1598513"/>
                  <a:gd name="connsiteX8" fmla="*/ 392113 w 585739"/>
                  <a:gd name="connsiteY8" fmla="*/ 1209031 h 1598513"/>
                  <a:gd name="connsiteX9" fmla="*/ 415925 w 585739"/>
                  <a:gd name="connsiteY9" fmla="*/ 818506 h 1598513"/>
                  <a:gd name="connsiteX10" fmla="*/ 311150 w 585739"/>
                  <a:gd name="connsiteY10" fmla="*/ 347018 h 1598513"/>
                  <a:gd name="connsiteX11" fmla="*/ 0 w 585739"/>
                  <a:gd name="connsiteY11" fmla="*/ 35075 h 1598513"/>
                  <a:gd name="connsiteX0" fmla="*/ 0 w 586761"/>
                  <a:gd name="connsiteY0" fmla="*/ 35075 h 1598513"/>
                  <a:gd name="connsiteX1" fmla="*/ 257969 w 586761"/>
                  <a:gd name="connsiteY1" fmla="*/ 24755 h 1598513"/>
                  <a:gd name="connsiteX2" fmla="*/ 430213 w 586761"/>
                  <a:gd name="connsiteY2" fmla="*/ 213669 h 1598513"/>
                  <a:gd name="connsiteX3" fmla="*/ 580232 w 586761"/>
                  <a:gd name="connsiteY3" fmla="*/ 758975 h 1598513"/>
                  <a:gd name="connsiteX4" fmla="*/ 549275 w 586761"/>
                  <a:gd name="connsiteY4" fmla="*/ 1232845 h 1598513"/>
                  <a:gd name="connsiteX5" fmla="*/ 439738 w 586761"/>
                  <a:gd name="connsiteY5" fmla="*/ 1556693 h 1598513"/>
                  <a:gd name="connsiteX6" fmla="*/ 258763 w 586761"/>
                  <a:gd name="connsiteY6" fmla="*/ 1580506 h 1598513"/>
                  <a:gd name="connsiteX7" fmla="*/ 344487 w 586761"/>
                  <a:gd name="connsiteY7" fmla="*/ 1440012 h 1598513"/>
                  <a:gd name="connsiteX8" fmla="*/ 392113 w 586761"/>
                  <a:gd name="connsiteY8" fmla="*/ 1209031 h 1598513"/>
                  <a:gd name="connsiteX9" fmla="*/ 415925 w 586761"/>
                  <a:gd name="connsiteY9" fmla="*/ 818506 h 1598513"/>
                  <a:gd name="connsiteX10" fmla="*/ 311150 w 586761"/>
                  <a:gd name="connsiteY10" fmla="*/ 347018 h 1598513"/>
                  <a:gd name="connsiteX11" fmla="*/ 0 w 586761"/>
                  <a:gd name="connsiteY11" fmla="*/ 35075 h 1598513"/>
                  <a:gd name="connsiteX0" fmla="*/ 0 w 583009"/>
                  <a:gd name="connsiteY0" fmla="*/ 35075 h 1598513"/>
                  <a:gd name="connsiteX1" fmla="*/ 257969 w 583009"/>
                  <a:gd name="connsiteY1" fmla="*/ 24755 h 1598513"/>
                  <a:gd name="connsiteX2" fmla="*/ 430213 w 583009"/>
                  <a:gd name="connsiteY2" fmla="*/ 213669 h 1598513"/>
                  <a:gd name="connsiteX3" fmla="*/ 580232 w 583009"/>
                  <a:gd name="connsiteY3" fmla="*/ 758975 h 1598513"/>
                  <a:gd name="connsiteX4" fmla="*/ 549275 w 583009"/>
                  <a:gd name="connsiteY4" fmla="*/ 1232845 h 1598513"/>
                  <a:gd name="connsiteX5" fmla="*/ 439738 w 583009"/>
                  <a:gd name="connsiteY5" fmla="*/ 1556693 h 1598513"/>
                  <a:gd name="connsiteX6" fmla="*/ 258763 w 583009"/>
                  <a:gd name="connsiteY6" fmla="*/ 1580506 h 1598513"/>
                  <a:gd name="connsiteX7" fmla="*/ 344487 w 583009"/>
                  <a:gd name="connsiteY7" fmla="*/ 1440012 h 1598513"/>
                  <a:gd name="connsiteX8" fmla="*/ 392113 w 583009"/>
                  <a:gd name="connsiteY8" fmla="*/ 1209031 h 1598513"/>
                  <a:gd name="connsiteX9" fmla="*/ 415925 w 583009"/>
                  <a:gd name="connsiteY9" fmla="*/ 818506 h 1598513"/>
                  <a:gd name="connsiteX10" fmla="*/ 311150 w 583009"/>
                  <a:gd name="connsiteY10" fmla="*/ 347018 h 1598513"/>
                  <a:gd name="connsiteX11" fmla="*/ 0 w 583009"/>
                  <a:gd name="connsiteY11" fmla="*/ 35075 h 1598513"/>
                  <a:gd name="connsiteX0" fmla="*/ 0 w 583009"/>
                  <a:gd name="connsiteY0" fmla="*/ 35075 h 1598513"/>
                  <a:gd name="connsiteX1" fmla="*/ 257969 w 583009"/>
                  <a:gd name="connsiteY1" fmla="*/ 24755 h 1598513"/>
                  <a:gd name="connsiteX2" fmla="*/ 430213 w 583009"/>
                  <a:gd name="connsiteY2" fmla="*/ 213669 h 1598513"/>
                  <a:gd name="connsiteX3" fmla="*/ 580232 w 583009"/>
                  <a:gd name="connsiteY3" fmla="*/ 758975 h 1598513"/>
                  <a:gd name="connsiteX4" fmla="*/ 549275 w 583009"/>
                  <a:gd name="connsiteY4" fmla="*/ 1232845 h 1598513"/>
                  <a:gd name="connsiteX5" fmla="*/ 439738 w 583009"/>
                  <a:gd name="connsiteY5" fmla="*/ 1556693 h 1598513"/>
                  <a:gd name="connsiteX6" fmla="*/ 258763 w 583009"/>
                  <a:gd name="connsiteY6" fmla="*/ 1580506 h 1598513"/>
                  <a:gd name="connsiteX7" fmla="*/ 344487 w 583009"/>
                  <a:gd name="connsiteY7" fmla="*/ 1440012 h 1598513"/>
                  <a:gd name="connsiteX8" fmla="*/ 392113 w 583009"/>
                  <a:gd name="connsiteY8" fmla="*/ 1209031 h 1598513"/>
                  <a:gd name="connsiteX9" fmla="*/ 415925 w 583009"/>
                  <a:gd name="connsiteY9" fmla="*/ 818506 h 1598513"/>
                  <a:gd name="connsiteX10" fmla="*/ 311150 w 583009"/>
                  <a:gd name="connsiteY10" fmla="*/ 347018 h 1598513"/>
                  <a:gd name="connsiteX11" fmla="*/ 0 w 583009"/>
                  <a:gd name="connsiteY11" fmla="*/ 35075 h 1598513"/>
                  <a:gd name="connsiteX0" fmla="*/ 0 w 583009"/>
                  <a:gd name="connsiteY0" fmla="*/ 55465 h 1618903"/>
                  <a:gd name="connsiteX1" fmla="*/ 257969 w 583009"/>
                  <a:gd name="connsiteY1" fmla="*/ 45145 h 1618903"/>
                  <a:gd name="connsiteX2" fmla="*/ 430213 w 583009"/>
                  <a:gd name="connsiteY2" fmla="*/ 234059 h 1618903"/>
                  <a:gd name="connsiteX3" fmla="*/ 580232 w 583009"/>
                  <a:gd name="connsiteY3" fmla="*/ 779365 h 1618903"/>
                  <a:gd name="connsiteX4" fmla="*/ 549275 w 583009"/>
                  <a:gd name="connsiteY4" fmla="*/ 1253235 h 1618903"/>
                  <a:gd name="connsiteX5" fmla="*/ 439738 w 583009"/>
                  <a:gd name="connsiteY5" fmla="*/ 1577083 h 1618903"/>
                  <a:gd name="connsiteX6" fmla="*/ 258763 w 583009"/>
                  <a:gd name="connsiteY6" fmla="*/ 1600896 h 1618903"/>
                  <a:gd name="connsiteX7" fmla="*/ 344487 w 583009"/>
                  <a:gd name="connsiteY7" fmla="*/ 1460402 h 1618903"/>
                  <a:gd name="connsiteX8" fmla="*/ 392113 w 583009"/>
                  <a:gd name="connsiteY8" fmla="*/ 1229421 h 1618903"/>
                  <a:gd name="connsiteX9" fmla="*/ 415925 w 583009"/>
                  <a:gd name="connsiteY9" fmla="*/ 838896 h 1618903"/>
                  <a:gd name="connsiteX10" fmla="*/ 311150 w 583009"/>
                  <a:gd name="connsiteY10" fmla="*/ 367408 h 1618903"/>
                  <a:gd name="connsiteX11" fmla="*/ 0 w 583009"/>
                  <a:gd name="connsiteY11" fmla="*/ 55465 h 1618903"/>
                  <a:gd name="connsiteX0" fmla="*/ 0 w 583009"/>
                  <a:gd name="connsiteY0" fmla="*/ 49425 h 1612863"/>
                  <a:gd name="connsiteX1" fmla="*/ 257969 w 583009"/>
                  <a:gd name="connsiteY1" fmla="*/ 39105 h 1612863"/>
                  <a:gd name="connsiteX2" fmla="*/ 430213 w 583009"/>
                  <a:gd name="connsiteY2" fmla="*/ 228019 h 1612863"/>
                  <a:gd name="connsiteX3" fmla="*/ 580232 w 583009"/>
                  <a:gd name="connsiteY3" fmla="*/ 773325 h 1612863"/>
                  <a:gd name="connsiteX4" fmla="*/ 549275 w 583009"/>
                  <a:gd name="connsiteY4" fmla="*/ 1247195 h 1612863"/>
                  <a:gd name="connsiteX5" fmla="*/ 439738 w 583009"/>
                  <a:gd name="connsiteY5" fmla="*/ 1571043 h 1612863"/>
                  <a:gd name="connsiteX6" fmla="*/ 258763 w 583009"/>
                  <a:gd name="connsiteY6" fmla="*/ 1594856 h 1612863"/>
                  <a:gd name="connsiteX7" fmla="*/ 344487 w 583009"/>
                  <a:gd name="connsiteY7" fmla="*/ 1454362 h 1612863"/>
                  <a:gd name="connsiteX8" fmla="*/ 392113 w 583009"/>
                  <a:gd name="connsiteY8" fmla="*/ 1223381 h 1612863"/>
                  <a:gd name="connsiteX9" fmla="*/ 415925 w 583009"/>
                  <a:gd name="connsiteY9" fmla="*/ 832856 h 1612863"/>
                  <a:gd name="connsiteX10" fmla="*/ 311150 w 583009"/>
                  <a:gd name="connsiteY10" fmla="*/ 361368 h 1612863"/>
                  <a:gd name="connsiteX11" fmla="*/ 0 w 583009"/>
                  <a:gd name="connsiteY11" fmla="*/ 49425 h 1612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83009" h="1612863">
                    <a:moveTo>
                      <a:pt x="0" y="49425"/>
                    </a:moveTo>
                    <a:cubicBezTo>
                      <a:pt x="130174" y="-36300"/>
                      <a:pt x="186267" y="9339"/>
                      <a:pt x="257969" y="39105"/>
                    </a:cubicBezTo>
                    <a:cubicBezTo>
                      <a:pt x="329671" y="68871"/>
                      <a:pt x="376503" y="105649"/>
                      <a:pt x="430213" y="228019"/>
                    </a:cubicBezTo>
                    <a:cubicBezTo>
                      <a:pt x="483924" y="350389"/>
                      <a:pt x="569913" y="596318"/>
                      <a:pt x="580232" y="773325"/>
                    </a:cubicBezTo>
                    <a:cubicBezTo>
                      <a:pt x="590551" y="950332"/>
                      <a:pt x="570309" y="1126148"/>
                      <a:pt x="549275" y="1247195"/>
                    </a:cubicBezTo>
                    <a:cubicBezTo>
                      <a:pt x="528241" y="1368242"/>
                      <a:pt x="488157" y="1513100"/>
                      <a:pt x="439738" y="1571043"/>
                    </a:cubicBezTo>
                    <a:cubicBezTo>
                      <a:pt x="391319" y="1628987"/>
                      <a:pt x="304006" y="1616287"/>
                      <a:pt x="258763" y="1594856"/>
                    </a:cubicBezTo>
                    <a:cubicBezTo>
                      <a:pt x="296863" y="1549613"/>
                      <a:pt x="322262" y="1516275"/>
                      <a:pt x="344487" y="1454362"/>
                    </a:cubicBezTo>
                    <a:cubicBezTo>
                      <a:pt x="366712" y="1392449"/>
                      <a:pt x="380207" y="1326965"/>
                      <a:pt x="392113" y="1223381"/>
                    </a:cubicBezTo>
                    <a:cubicBezTo>
                      <a:pt x="404019" y="1119797"/>
                      <a:pt x="429419" y="976525"/>
                      <a:pt x="415925" y="832856"/>
                    </a:cubicBezTo>
                    <a:cubicBezTo>
                      <a:pt x="402431" y="689187"/>
                      <a:pt x="349515" y="482415"/>
                      <a:pt x="311150" y="361368"/>
                    </a:cubicBezTo>
                    <a:cubicBezTo>
                      <a:pt x="272785" y="240321"/>
                      <a:pt x="236537" y="109751"/>
                      <a:pt x="0" y="49425"/>
                    </a:cubicBezTo>
                    <a:close/>
                  </a:path>
                </a:pathLst>
              </a:custGeom>
              <a:solidFill>
                <a:srgbClr val="E6BB7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" name="任意多边形 129"/>
              <p:cNvSpPr/>
              <p:nvPr/>
            </p:nvSpPr>
            <p:spPr>
              <a:xfrm>
                <a:off x="6224685" y="2094047"/>
                <a:ext cx="583009" cy="1612863"/>
              </a:xfrm>
              <a:custGeom>
                <a:avLst/>
                <a:gdLst>
                  <a:gd name="connsiteX0" fmla="*/ 2192 w 582624"/>
                  <a:gd name="connsiteY0" fmla="*/ 36522 h 1656991"/>
                  <a:gd name="connsiteX1" fmla="*/ 159354 w 582624"/>
                  <a:gd name="connsiteY1" fmla="*/ 31759 h 1656991"/>
                  <a:gd name="connsiteX2" fmla="*/ 402242 w 582624"/>
                  <a:gd name="connsiteY2" fmla="*/ 236547 h 1656991"/>
                  <a:gd name="connsiteX3" fmla="*/ 578454 w 582624"/>
                  <a:gd name="connsiteY3" fmla="*/ 784234 h 1656991"/>
                  <a:gd name="connsiteX4" fmla="*/ 511779 w 582624"/>
                  <a:gd name="connsiteY4" fmla="*/ 1484322 h 1656991"/>
                  <a:gd name="connsiteX5" fmla="*/ 340329 w 582624"/>
                  <a:gd name="connsiteY5" fmla="*/ 1651009 h 1656991"/>
                  <a:gd name="connsiteX6" fmla="*/ 221267 w 582624"/>
                  <a:gd name="connsiteY6" fmla="*/ 1608147 h 1656991"/>
                  <a:gd name="connsiteX7" fmla="*/ 283179 w 582624"/>
                  <a:gd name="connsiteY7" fmla="*/ 1493847 h 1656991"/>
                  <a:gd name="connsiteX8" fmla="*/ 354617 w 582624"/>
                  <a:gd name="connsiteY8" fmla="*/ 1236672 h 1656991"/>
                  <a:gd name="connsiteX9" fmla="*/ 378429 w 582624"/>
                  <a:gd name="connsiteY9" fmla="*/ 846147 h 1656991"/>
                  <a:gd name="connsiteX10" fmla="*/ 273654 w 582624"/>
                  <a:gd name="connsiteY10" fmla="*/ 374659 h 1656991"/>
                  <a:gd name="connsiteX11" fmla="*/ 2192 w 582624"/>
                  <a:gd name="connsiteY11" fmla="*/ 36522 h 1656991"/>
                  <a:gd name="connsiteX0" fmla="*/ 2192 w 582624"/>
                  <a:gd name="connsiteY0" fmla="*/ 36522 h 1656991"/>
                  <a:gd name="connsiteX1" fmla="*/ 159354 w 582624"/>
                  <a:gd name="connsiteY1" fmla="*/ 31759 h 1656991"/>
                  <a:gd name="connsiteX2" fmla="*/ 402242 w 582624"/>
                  <a:gd name="connsiteY2" fmla="*/ 236547 h 1656991"/>
                  <a:gd name="connsiteX3" fmla="*/ 578454 w 582624"/>
                  <a:gd name="connsiteY3" fmla="*/ 784234 h 1656991"/>
                  <a:gd name="connsiteX4" fmla="*/ 511779 w 582624"/>
                  <a:gd name="connsiteY4" fmla="*/ 1484322 h 1656991"/>
                  <a:gd name="connsiteX5" fmla="*/ 340329 w 582624"/>
                  <a:gd name="connsiteY5" fmla="*/ 1651009 h 1656991"/>
                  <a:gd name="connsiteX6" fmla="*/ 221267 w 582624"/>
                  <a:gd name="connsiteY6" fmla="*/ 1608147 h 1656991"/>
                  <a:gd name="connsiteX7" fmla="*/ 283179 w 582624"/>
                  <a:gd name="connsiteY7" fmla="*/ 1493847 h 1656991"/>
                  <a:gd name="connsiteX8" fmla="*/ 354617 w 582624"/>
                  <a:gd name="connsiteY8" fmla="*/ 1236672 h 1656991"/>
                  <a:gd name="connsiteX9" fmla="*/ 378429 w 582624"/>
                  <a:gd name="connsiteY9" fmla="*/ 846147 h 1656991"/>
                  <a:gd name="connsiteX10" fmla="*/ 273654 w 582624"/>
                  <a:gd name="connsiteY10" fmla="*/ 374659 h 1656991"/>
                  <a:gd name="connsiteX11" fmla="*/ 2192 w 582624"/>
                  <a:gd name="connsiteY11" fmla="*/ 36522 h 1656991"/>
                  <a:gd name="connsiteX0" fmla="*/ 0 w 580432"/>
                  <a:gd name="connsiteY0" fmla="*/ 20487 h 1640956"/>
                  <a:gd name="connsiteX1" fmla="*/ 157162 w 580432"/>
                  <a:gd name="connsiteY1" fmla="*/ 15724 h 1640956"/>
                  <a:gd name="connsiteX2" fmla="*/ 400050 w 580432"/>
                  <a:gd name="connsiteY2" fmla="*/ 220512 h 1640956"/>
                  <a:gd name="connsiteX3" fmla="*/ 576262 w 580432"/>
                  <a:gd name="connsiteY3" fmla="*/ 768199 h 1640956"/>
                  <a:gd name="connsiteX4" fmla="*/ 509587 w 580432"/>
                  <a:gd name="connsiteY4" fmla="*/ 1468287 h 1640956"/>
                  <a:gd name="connsiteX5" fmla="*/ 338137 w 580432"/>
                  <a:gd name="connsiteY5" fmla="*/ 1634974 h 1640956"/>
                  <a:gd name="connsiteX6" fmla="*/ 219075 w 580432"/>
                  <a:gd name="connsiteY6" fmla="*/ 1592112 h 1640956"/>
                  <a:gd name="connsiteX7" fmla="*/ 280987 w 580432"/>
                  <a:gd name="connsiteY7" fmla="*/ 1477812 h 1640956"/>
                  <a:gd name="connsiteX8" fmla="*/ 352425 w 580432"/>
                  <a:gd name="connsiteY8" fmla="*/ 1220637 h 1640956"/>
                  <a:gd name="connsiteX9" fmla="*/ 376237 w 580432"/>
                  <a:gd name="connsiteY9" fmla="*/ 830112 h 1640956"/>
                  <a:gd name="connsiteX10" fmla="*/ 271462 w 580432"/>
                  <a:gd name="connsiteY10" fmla="*/ 358624 h 1640956"/>
                  <a:gd name="connsiteX11" fmla="*/ 0 w 580432"/>
                  <a:gd name="connsiteY11" fmla="*/ 20487 h 1640956"/>
                  <a:gd name="connsiteX0" fmla="*/ 0 w 580432"/>
                  <a:gd name="connsiteY0" fmla="*/ 5954 h 1626423"/>
                  <a:gd name="connsiteX1" fmla="*/ 157162 w 580432"/>
                  <a:gd name="connsiteY1" fmla="*/ 1191 h 1626423"/>
                  <a:gd name="connsiteX2" fmla="*/ 400050 w 580432"/>
                  <a:gd name="connsiteY2" fmla="*/ 205979 h 1626423"/>
                  <a:gd name="connsiteX3" fmla="*/ 576262 w 580432"/>
                  <a:gd name="connsiteY3" fmla="*/ 753666 h 1626423"/>
                  <a:gd name="connsiteX4" fmla="*/ 509587 w 580432"/>
                  <a:gd name="connsiteY4" fmla="*/ 1453754 h 1626423"/>
                  <a:gd name="connsiteX5" fmla="*/ 338137 w 580432"/>
                  <a:gd name="connsiteY5" fmla="*/ 1620441 h 1626423"/>
                  <a:gd name="connsiteX6" fmla="*/ 219075 w 580432"/>
                  <a:gd name="connsiteY6" fmla="*/ 1577579 h 1626423"/>
                  <a:gd name="connsiteX7" fmla="*/ 280987 w 580432"/>
                  <a:gd name="connsiteY7" fmla="*/ 1463279 h 1626423"/>
                  <a:gd name="connsiteX8" fmla="*/ 352425 w 580432"/>
                  <a:gd name="connsiteY8" fmla="*/ 1206104 h 1626423"/>
                  <a:gd name="connsiteX9" fmla="*/ 376237 w 580432"/>
                  <a:gd name="connsiteY9" fmla="*/ 815579 h 1626423"/>
                  <a:gd name="connsiteX10" fmla="*/ 271462 w 580432"/>
                  <a:gd name="connsiteY10" fmla="*/ 344091 h 1626423"/>
                  <a:gd name="connsiteX11" fmla="*/ 0 w 580432"/>
                  <a:gd name="connsiteY11" fmla="*/ 5954 h 1626423"/>
                  <a:gd name="connsiteX0" fmla="*/ 0 w 580432"/>
                  <a:gd name="connsiteY0" fmla="*/ 5954 h 1626423"/>
                  <a:gd name="connsiteX1" fmla="*/ 157162 w 580432"/>
                  <a:gd name="connsiteY1" fmla="*/ 1191 h 1626423"/>
                  <a:gd name="connsiteX2" fmla="*/ 400050 w 580432"/>
                  <a:gd name="connsiteY2" fmla="*/ 205979 h 1626423"/>
                  <a:gd name="connsiteX3" fmla="*/ 576262 w 580432"/>
                  <a:gd name="connsiteY3" fmla="*/ 753666 h 1626423"/>
                  <a:gd name="connsiteX4" fmla="*/ 509587 w 580432"/>
                  <a:gd name="connsiteY4" fmla="*/ 1453754 h 1626423"/>
                  <a:gd name="connsiteX5" fmla="*/ 338137 w 580432"/>
                  <a:gd name="connsiteY5" fmla="*/ 1620441 h 1626423"/>
                  <a:gd name="connsiteX6" fmla="*/ 219075 w 580432"/>
                  <a:gd name="connsiteY6" fmla="*/ 1577579 h 1626423"/>
                  <a:gd name="connsiteX7" fmla="*/ 280987 w 580432"/>
                  <a:gd name="connsiteY7" fmla="*/ 1463279 h 1626423"/>
                  <a:gd name="connsiteX8" fmla="*/ 352425 w 580432"/>
                  <a:gd name="connsiteY8" fmla="*/ 1206104 h 1626423"/>
                  <a:gd name="connsiteX9" fmla="*/ 376237 w 580432"/>
                  <a:gd name="connsiteY9" fmla="*/ 815579 h 1626423"/>
                  <a:gd name="connsiteX10" fmla="*/ 271462 w 580432"/>
                  <a:gd name="connsiteY10" fmla="*/ 344091 h 1626423"/>
                  <a:gd name="connsiteX11" fmla="*/ 0 w 580432"/>
                  <a:gd name="connsiteY11" fmla="*/ 5954 h 1626423"/>
                  <a:gd name="connsiteX0" fmla="*/ 0 w 580432"/>
                  <a:gd name="connsiteY0" fmla="*/ 5954 h 1626423"/>
                  <a:gd name="connsiteX1" fmla="*/ 157162 w 580432"/>
                  <a:gd name="connsiteY1" fmla="*/ 1191 h 1626423"/>
                  <a:gd name="connsiteX2" fmla="*/ 400050 w 580432"/>
                  <a:gd name="connsiteY2" fmla="*/ 205979 h 1626423"/>
                  <a:gd name="connsiteX3" fmla="*/ 576262 w 580432"/>
                  <a:gd name="connsiteY3" fmla="*/ 753666 h 1626423"/>
                  <a:gd name="connsiteX4" fmla="*/ 509587 w 580432"/>
                  <a:gd name="connsiteY4" fmla="*/ 1453754 h 1626423"/>
                  <a:gd name="connsiteX5" fmla="*/ 338137 w 580432"/>
                  <a:gd name="connsiteY5" fmla="*/ 1620441 h 1626423"/>
                  <a:gd name="connsiteX6" fmla="*/ 219075 w 580432"/>
                  <a:gd name="connsiteY6" fmla="*/ 1577579 h 1626423"/>
                  <a:gd name="connsiteX7" fmla="*/ 280987 w 580432"/>
                  <a:gd name="connsiteY7" fmla="*/ 1463279 h 1626423"/>
                  <a:gd name="connsiteX8" fmla="*/ 352425 w 580432"/>
                  <a:gd name="connsiteY8" fmla="*/ 1206104 h 1626423"/>
                  <a:gd name="connsiteX9" fmla="*/ 376237 w 580432"/>
                  <a:gd name="connsiteY9" fmla="*/ 815579 h 1626423"/>
                  <a:gd name="connsiteX10" fmla="*/ 271462 w 580432"/>
                  <a:gd name="connsiteY10" fmla="*/ 344091 h 1626423"/>
                  <a:gd name="connsiteX11" fmla="*/ 0 w 580432"/>
                  <a:gd name="connsiteY11" fmla="*/ 5954 h 1626423"/>
                  <a:gd name="connsiteX0" fmla="*/ 0 w 580923"/>
                  <a:gd name="connsiteY0" fmla="*/ 5954 h 1626423"/>
                  <a:gd name="connsiteX1" fmla="*/ 157162 w 580923"/>
                  <a:gd name="connsiteY1" fmla="*/ 1191 h 1626423"/>
                  <a:gd name="connsiteX2" fmla="*/ 400050 w 580923"/>
                  <a:gd name="connsiteY2" fmla="*/ 205979 h 1626423"/>
                  <a:gd name="connsiteX3" fmla="*/ 576262 w 580923"/>
                  <a:gd name="connsiteY3" fmla="*/ 753666 h 1626423"/>
                  <a:gd name="connsiteX4" fmla="*/ 509587 w 580923"/>
                  <a:gd name="connsiteY4" fmla="*/ 1453754 h 1626423"/>
                  <a:gd name="connsiteX5" fmla="*/ 338137 w 580923"/>
                  <a:gd name="connsiteY5" fmla="*/ 1620441 h 1626423"/>
                  <a:gd name="connsiteX6" fmla="*/ 219075 w 580923"/>
                  <a:gd name="connsiteY6" fmla="*/ 1577579 h 1626423"/>
                  <a:gd name="connsiteX7" fmla="*/ 280987 w 580923"/>
                  <a:gd name="connsiteY7" fmla="*/ 1463279 h 1626423"/>
                  <a:gd name="connsiteX8" fmla="*/ 352425 w 580923"/>
                  <a:gd name="connsiteY8" fmla="*/ 1206104 h 1626423"/>
                  <a:gd name="connsiteX9" fmla="*/ 376237 w 580923"/>
                  <a:gd name="connsiteY9" fmla="*/ 815579 h 1626423"/>
                  <a:gd name="connsiteX10" fmla="*/ 271462 w 580923"/>
                  <a:gd name="connsiteY10" fmla="*/ 344091 h 1626423"/>
                  <a:gd name="connsiteX11" fmla="*/ 0 w 580923"/>
                  <a:gd name="connsiteY11" fmla="*/ 5954 h 1626423"/>
                  <a:gd name="connsiteX0" fmla="*/ 0 w 580923"/>
                  <a:gd name="connsiteY0" fmla="*/ 5954 h 1620536"/>
                  <a:gd name="connsiteX1" fmla="*/ 157162 w 580923"/>
                  <a:gd name="connsiteY1" fmla="*/ 1191 h 1620536"/>
                  <a:gd name="connsiteX2" fmla="*/ 400050 w 580923"/>
                  <a:gd name="connsiteY2" fmla="*/ 205979 h 1620536"/>
                  <a:gd name="connsiteX3" fmla="*/ 576262 w 580923"/>
                  <a:gd name="connsiteY3" fmla="*/ 753666 h 1620536"/>
                  <a:gd name="connsiteX4" fmla="*/ 509587 w 580923"/>
                  <a:gd name="connsiteY4" fmla="*/ 1453754 h 1620536"/>
                  <a:gd name="connsiteX5" fmla="*/ 338137 w 580923"/>
                  <a:gd name="connsiteY5" fmla="*/ 1620441 h 1620536"/>
                  <a:gd name="connsiteX6" fmla="*/ 219075 w 580923"/>
                  <a:gd name="connsiteY6" fmla="*/ 1577579 h 1620536"/>
                  <a:gd name="connsiteX7" fmla="*/ 280987 w 580923"/>
                  <a:gd name="connsiteY7" fmla="*/ 1463279 h 1620536"/>
                  <a:gd name="connsiteX8" fmla="*/ 352425 w 580923"/>
                  <a:gd name="connsiteY8" fmla="*/ 1206104 h 1620536"/>
                  <a:gd name="connsiteX9" fmla="*/ 376237 w 580923"/>
                  <a:gd name="connsiteY9" fmla="*/ 815579 h 1620536"/>
                  <a:gd name="connsiteX10" fmla="*/ 271462 w 580923"/>
                  <a:gd name="connsiteY10" fmla="*/ 344091 h 1620536"/>
                  <a:gd name="connsiteX11" fmla="*/ 0 w 580923"/>
                  <a:gd name="connsiteY11" fmla="*/ 5954 h 1620536"/>
                  <a:gd name="connsiteX0" fmla="*/ 0 w 580923"/>
                  <a:gd name="connsiteY0" fmla="*/ 5954 h 1620536"/>
                  <a:gd name="connsiteX1" fmla="*/ 157162 w 580923"/>
                  <a:gd name="connsiteY1" fmla="*/ 1191 h 1620536"/>
                  <a:gd name="connsiteX2" fmla="*/ 400050 w 580923"/>
                  <a:gd name="connsiteY2" fmla="*/ 205979 h 1620536"/>
                  <a:gd name="connsiteX3" fmla="*/ 576262 w 580923"/>
                  <a:gd name="connsiteY3" fmla="*/ 753666 h 1620536"/>
                  <a:gd name="connsiteX4" fmla="*/ 509587 w 580923"/>
                  <a:gd name="connsiteY4" fmla="*/ 1453754 h 1620536"/>
                  <a:gd name="connsiteX5" fmla="*/ 338137 w 580923"/>
                  <a:gd name="connsiteY5" fmla="*/ 1620441 h 1620536"/>
                  <a:gd name="connsiteX6" fmla="*/ 219075 w 580923"/>
                  <a:gd name="connsiteY6" fmla="*/ 1577579 h 1620536"/>
                  <a:gd name="connsiteX7" fmla="*/ 280987 w 580923"/>
                  <a:gd name="connsiteY7" fmla="*/ 1463279 h 1620536"/>
                  <a:gd name="connsiteX8" fmla="*/ 352425 w 580923"/>
                  <a:gd name="connsiteY8" fmla="*/ 1206104 h 1620536"/>
                  <a:gd name="connsiteX9" fmla="*/ 376237 w 580923"/>
                  <a:gd name="connsiteY9" fmla="*/ 815579 h 1620536"/>
                  <a:gd name="connsiteX10" fmla="*/ 271462 w 580923"/>
                  <a:gd name="connsiteY10" fmla="*/ 344091 h 1620536"/>
                  <a:gd name="connsiteX11" fmla="*/ 0 w 580923"/>
                  <a:gd name="connsiteY11" fmla="*/ 5954 h 1620536"/>
                  <a:gd name="connsiteX0" fmla="*/ 0 w 580923"/>
                  <a:gd name="connsiteY0" fmla="*/ 5954 h 1620518"/>
                  <a:gd name="connsiteX1" fmla="*/ 157162 w 580923"/>
                  <a:gd name="connsiteY1" fmla="*/ 1191 h 1620518"/>
                  <a:gd name="connsiteX2" fmla="*/ 400050 w 580923"/>
                  <a:gd name="connsiteY2" fmla="*/ 205979 h 1620518"/>
                  <a:gd name="connsiteX3" fmla="*/ 576262 w 580923"/>
                  <a:gd name="connsiteY3" fmla="*/ 753666 h 1620518"/>
                  <a:gd name="connsiteX4" fmla="*/ 509587 w 580923"/>
                  <a:gd name="connsiteY4" fmla="*/ 1453754 h 1620518"/>
                  <a:gd name="connsiteX5" fmla="*/ 338137 w 580923"/>
                  <a:gd name="connsiteY5" fmla="*/ 1620441 h 1620518"/>
                  <a:gd name="connsiteX6" fmla="*/ 219075 w 580923"/>
                  <a:gd name="connsiteY6" fmla="*/ 1577579 h 1620518"/>
                  <a:gd name="connsiteX7" fmla="*/ 280987 w 580923"/>
                  <a:gd name="connsiteY7" fmla="*/ 1463279 h 1620518"/>
                  <a:gd name="connsiteX8" fmla="*/ 352425 w 580923"/>
                  <a:gd name="connsiteY8" fmla="*/ 1206104 h 1620518"/>
                  <a:gd name="connsiteX9" fmla="*/ 376237 w 580923"/>
                  <a:gd name="connsiteY9" fmla="*/ 815579 h 1620518"/>
                  <a:gd name="connsiteX10" fmla="*/ 271462 w 580923"/>
                  <a:gd name="connsiteY10" fmla="*/ 344091 h 1620518"/>
                  <a:gd name="connsiteX11" fmla="*/ 0 w 580923"/>
                  <a:gd name="connsiteY11" fmla="*/ 5954 h 1620518"/>
                  <a:gd name="connsiteX0" fmla="*/ 0 w 580407"/>
                  <a:gd name="connsiteY0" fmla="*/ 5954 h 1611042"/>
                  <a:gd name="connsiteX1" fmla="*/ 157162 w 580407"/>
                  <a:gd name="connsiteY1" fmla="*/ 1191 h 1611042"/>
                  <a:gd name="connsiteX2" fmla="*/ 400050 w 580407"/>
                  <a:gd name="connsiteY2" fmla="*/ 205979 h 1611042"/>
                  <a:gd name="connsiteX3" fmla="*/ 576262 w 580407"/>
                  <a:gd name="connsiteY3" fmla="*/ 753666 h 1611042"/>
                  <a:gd name="connsiteX4" fmla="*/ 509587 w 580407"/>
                  <a:gd name="connsiteY4" fmla="*/ 1453754 h 1611042"/>
                  <a:gd name="connsiteX5" fmla="*/ 340518 w 580407"/>
                  <a:gd name="connsiteY5" fmla="*/ 1610916 h 1611042"/>
                  <a:gd name="connsiteX6" fmla="*/ 219075 w 580407"/>
                  <a:gd name="connsiteY6" fmla="*/ 1577579 h 1611042"/>
                  <a:gd name="connsiteX7" fmla="*/ 280987 w 580407"/>
                  <a:gd name="connsiteY7" fmla="*/ 1463279 h 1611042"/>
                  <a:gd name="connsiteX8" fmla="*/ 352425 w 580407"/>
                  <a:gd name="connsiteY8" fmla="*/ 1206104 h 1611042"/>
                  <a:gd name="connsiteX9" fmla="*/ 376237 w 580407"/>
                  <a:gd name="connsiteY9" fmla="*/ 815579 h 1611042"/>
                  <a:gd name="connsiteX10" fmla="*/ 271462 w 580407"/>
                  <a:gd name="connsiteY10" fmla="*/ 344091 h 1611042"/>
                  <a:gd name="connsiteX11" fmla="*/ 0 w 580407"/>
                  <a:gd name="connsiteY11" fmla="*/ 5954 h 1611042"/>
                  <a:gd name="connsiteX0" fmla="*/ 0 w 580130"/>
                  <a:gd name="connsiteY0" fmla="*/ 5954 h 1611042"/>
                  <a:gd name="connsiteX1" fmla="*/ 157162 w 580130"/>
                  <a:gd name="connsiteY1" fmla="*/ 1191 h 1611042"/>
                  <a:gd name="connsiteX2" fmla="*/ 400050 w 580130"/>
                  <a:gd name="connsiteY2" fmla="*/ 205979 h 1611042"/>
                  <a:gd name="connsiteX3" fmla="*/ 576262 w 580130"/>
                  <a:gd name="connsiteY3" fmla="*/ 753666 h 1611042"/>
                  <a:gd name="connsiteX4" fmla="*/ 509587 w 580130"/>
                  <a:gd name="connsiteY4" fmla="*/ 1453754 h 1611042"/>
                  <a:gd name="connsiteX5" fmla="*/ 340518 w 580130"/>
                  <a:gd name="connsiteY5" fmla="*/ 1610916 h 1611042"/>
                  <a:gd name="connsiteX6" fmla="*/ 219075 w 580130"/>
                  <a:gd name="connsiteY6" fmla="*/ 1577579 h 1611042"/>
                  <a:gd name="connsiteX7" fmla="*/ 280987 w 580130"/>
                  <a:gd name="connsiteY7" fmla="*/ 1463279 h 1611042"/>
                  <a:gd name="connsiteX8" fmla="*/ 352425 w 580130"/>
                  <a:gd name="connsiteY8" fmla="*/ 1206104 h 1611042"/>
                  <a:gd name="connsiteX9" fmla="*/ 376237 w 580130"/>
                  <a:gd name="connsiteY9" fmla="*/ 815579 h 1611042"/>
                  <a:gd name="connsiteX10" fmla="*/ 271462 w 580130"/>
                  <a:gd name="connsiteY10" fmla="*/ 344091 h 1611042"/>
                  <a:gd name="connsiteX11" fmla="*/ 0 w 580130"/>
                  <a:gd name="connsiteY11" fmla="*/ 5954 h 1611042"/>
                  <a:gd name="connsiteX0" fmla="*/ 0 w 579406"/>
                  <a:gd name="connsiteY0" fmla="*/ 5954 h 1617985"/>
                  <a:gd name="connsiteX1" fmla="*/ 157162 w 579406"/>
                  <a:gd name="connsiteY1" fmla="*/ 1191 h 1617985"/>
                  <a:gd name="connsiteX2" fmla="*/ 400050 w 579406"/>
                  <a:gd name="connsiteY2" fmla="*/ 205979 h 1617985"/>
                  <a:gd name="connsiteX3" fmla="*/ 576262 w 579406"/>
                  <a:gd name="connsiteY3" fmla="*/ 753666 h 1617985"/>
                  <a:gd name="connsiteX4" fmla="*/ 502444 w 579406"/>
                  <a:gd name="connsiteY4" fmla="*/ 1446611 h 1617985"/>
                  <a:gd name="connsiteX5" fmla="*/ 340518 w 579406"/>
                  <a:gd name="connsiteY5" fmla="*/ 1610916 h 1617985"/>
                  <a:gd name="connsiteX6" fmla="*/ 219075 w 579406"/>
                  <a:gd name="connsiteY6" fmla="*/ 1577579 h 1617985"/>
                  <a:gd name="connsiteX7" fmla="*/ 280987 w 579406"/>
                  <a:gd name="connsiteY7" fmla="*/ 1463279 h 1617985"/>
                  <a:gd name="connsiteX8" fmla="*/ 352425 w 579406"/>
                  <a:gd name="connsiteY8" fmla="*/ 1206104 h 1617985"/>
                  <a:gd name="connsiteX9" fmla="*/ 376237 w 579406"/>
                  <a:gd name="connsiteY9" fmla="*/ 815579 h 1617985"/>
                  <a:gd name="connsiteX10" fmla="*/ 271462 w 579406"/>
                  <a:gd name="connsiteY10" fmla="*/ 344091 h 1617985"/>
                  <a:gd name="connsiteX11" fmla="*/ 0 w 579406"/>
                  <a:gd name="connsiteY11" fmla="*/ 5954 h 1617985"/>
                  <a:gd name="connsiteX0" fmla="*/ 0 w 579406"/>
                  <a:gd name="connsiteY0" fmla="*/ 5954 h 1610925"/>
                  <a:gd name="connsiteX1" fmla="*/ 157162 w 579406"/>
                  <a:gd name="connsiteY1" fmla="*/ 1191 h 1610925"/>
                  <a:gd name="connsiteX2" fmla="*/ 400050 w 579406"/>
                  <a:gd name="connsiteY2" fmla="*/ 205979 h 1610925"/>
                  <a:gd name="connsiteX3" fmla="*/ 576262 w 579406"/>
                  <a:gd name="connsiteY3" fmla="*/ 753666 h 1610925"/>
                  <a:gd name="connsiteX4" fmla="*/ 502444 w 579406"/>
                  <a:gd name="connsiteY4" fmla="*/ 1446611 h 1610925"/>
                  <a:gd name="connsiteX5" fmla="*/ 340518 w 579406"/>
                  <a:gd name="connsiteY5" fmla="*/ 1610916 h 1610925"/>
                  <a:gd name="connsiteX6" fmla="*/ 219075 w 579406"/>
                  <a:gd name="connsiteY6" fmla="*/ 1577579 h 1610925"/>
                  <a:gd name="connsiteX7" fmla="*/ 280987 w 579406"/>
                  <a:gd name="connsiteY7" fmla="*/ 1463279 h 1610925"/>
                  <a:gd name="connsiteX8" fmla="*/ 352425 w 579406"/>
                  <a:gd name="connsiteY8" fmla="*/ 1206104 h 1610925"/>
                  <a:gd name="connsiteX9" fmla="*/ 376237 w 579406"/>
                  <a:gd name="connsiteY9" fmla="*/ 815579 h 1610925"/>
                  <a:gd name="connsiteX10" fmla="*/ 271462 w 579406"/>
                  <a:gd name="connsiteY10" fmla="*/ 344091 h 1610925"/>
                  <a:gd name="connsiteX11" fmla="*/ 0 w 579406"/>
                  <a:gd name="connsiteY11" fmla="*/ 5954 h 1610925"/>
                  <a:gd name="connsiteX0" fmla="*/ 0 w 579600"/>
                  <a:gd name="connsiteY0" fmla="*/ 5954 h 1603792"/>
                  <a:gd name="connsiteX1" fmla="*/ 157162 w 579600"/>
                  <a:gd name="connsiteY1" fmla="*/ 1191 h 1603792"/>
                  <a:gd name="connsiteX2" fmla="*/ 400050 w 579600"/>
                  <a:gd name="connsiteY2" fmla="*/ 205979 h 1603792"/>
                  <a:gd name="connsiteX3" fmla="*/ 576262 w 579600"/>
                  <a:gd name="connsiteY3" fmla="*/ 753666 h 1603792"/>
                  <a:gd name="connsiteX4" fmla="*/ 502444 w 579600"/>
                  <a:gd name="connsiteY4" fmla="*/ 1446611 h 1603792"/>
                  <a:gd name="connsiteX5" fmla="*/ 342900 w 579600"/>
                  <a:gd name="connsiteY5" fmla="*/ 1603772 h 1603792"/>
                  <a:gd name="connsiteX6" fmla="*/ 219075 w 579600"/>
                  <a:gd name="connsiteY6" fmla="*/ 1577579 h 1603792"/>
                  <a:gd name="connsiteX7" fmla="*/ 280987 w 579600"/>
                  <a:gd name="connsiteY7" fmla="*/ 1463279 h 1603792"/>
                  <a:gd name="connsiteX8" fmla="*/ 352425 w 579600"/>
                  <a:gd name="connsiteY8" fmla="*/ 1206104 h 1603792"/>
                  <a:gd name="connsiteX9" fmla="*/ 376237 w 579600"/>
                  <a:gd name="connsiteY9" fmla="*/ 815579 h 1603792"/>
                  <a:gd name="connsiteX10" fmla="*/ 271462 w 579600"/>
                  <a:gd name="connsiteY10" fmla="*/ 344091 h 1603792"/>
                  <a:gd name="connsiteX11" fmla="*/ 0 w 579600"/>
                  <a:gd name="connsiteY11" fmla="*/ 5954 h 1603792"/>
                  <a:gd name="connsiteX0" fmla="*/ 0 w 579492"/>
                  <a:gd name="connsiteY0" fmla="*/ 5954 h 1603792"/>
                  <a:gd name="connsiteX1" fmla="*/ 157162 w 579492"/>
                  <a:gd name="connsiteY1" fmla="*/ 1191 h 1603792"/>
                  <a:gd name="connsiteX2" fmla="*/ 400050 w 579492"/>
                  <a:gd name="connsiteY2" fmla="*/ 205979 h 1603792"/>
                  <a:gd name="connsiteX3" fmla="*/ 576262 w 579492"/>
                  <a:gd name="connsiteY3" fmla="*/ 753666 h 1603792"/>
                  <a:gd name="connsiteX4" fmla="*/ 502444 w 579492"/>
                  <a:gd name="connsiteY4" fmla="*/ 1446611 h 1603792"/>
                  <a:gd name="connsiteX5" fmla="*/ 342900 w 579492"/>
                  <a:gd name="connsiteY5" fmla="*/ 1603772 h 1603792"/>
                  <a:gd name="connsiteX6" fmla="*/ 219075 w 579492"/>
                  <a:gd name="connsiteY6" fmla="*/ 1577579 h 1603792"/>
                  <a:gd name="connsiteX7" fmla="*/ 280987 w 579492"/>
                  <a:gd name="connsiteY7" fmla="*/ 1463279 h 1603792"/>
                  <a:gd name="connsiteX8" fmla="*/ 352425 w 579492"/>
                  <a:gd name="connsiteY8" fmla="*/ 1206104 h 1603792"/>
                  <a:gd name="connsiteX9" fmla="*/ 376237 w 579492"/>
                  <a:gd name="connsiteY9" fmla="*/ 815579 h 1603792"/>
                  <a:gd name="connsiteX10" fmla="*/ 271462 w 579492"/>
                  <a:gd name="connsiteY10" fmla="*/ 344091 h 1603792"/>
                  <a:gd name="connsiteX11" fmla="*/ 0 w 579492"/>
                  <a:gd name="connsiteY11" fmla="*/ 5954 h 1603792"/>
                  <a:gd name="connsiteX0" fmla="*/ 0 w 598542"/>
                  <a:gd name="connsiteY0" fmla="*/ 29332 h 1614470"/>
                  <a:gd name="connsiteX1" fmla="*/ 176212 w 598542"/>
                  <a:gd name="connsiteY1" fmla="*/ 11869 h 1614470"/>
                  <a:gd name="connsiteX2" fmla="*/ 419100 w 598542"/>
                  <a:gd name="connsiteY2" fmla="*/ 216657 h 1614470"/>
                  <a:gd name="connsiteX3" fmla="*/ 595312 w 598542"/>
                  <a:gd name="connsiteY3" fmla="*/ 764344 h 1614470"/>
                  <a:gd name="connsiteX4" fmla="*/ 521494 w 598542"/>
                  <a:gd name="connsiteY4" fmla="*/ 1457289 h 1614470"/>
                  <a:gd name="connsiteX5" fmla="*/ 361950 w 598542"/>
                  <a:gd name="connsiteY5" fmla="*/ 1614450 h 1614470"/>
                  <a:gd name="connsiteX6" fmla="*/ 238125 w 598542"/>
                  <a:gd name="connsiteY6" fmla="*/ 1588257 h 1614470"/>
                  <a:gd name="connsiteX7" fmla="*/ 300037 w 598542"/>
                  <a:gd name="connsiteY7" fmla="*/ 1473957 h 1614470"/>
                  <a:gd name="connsiteX8" fmla="*/ 371475 w 598542"/>
                  <a:gd name="connsiteY8" fmla="*/ 1216782 h 1614470"/>
                  <a:gd name="connsiteX9" fmla="*/ 395287 w 598542"/>
                  <a:gd name="connsiteY9" fmla="*/ 826257 h 1614470"/>
                  <a:gd name="connsiteX10" fmla="*/ 290512 w 598542"/>
                  <a:gd name="connsiteY10" fmla="*/ 354769 h 1614470"/>
                  <a:gd name="connsiteX11" fmla="*/ 0 w 598542"/>
                  <a:gd name="connsiteY11" fmla="*/ 29332 h 1614470"/>
                  <a:gd name="connsiteX0" fmla="*/ 0 w 598542"/>
                  <a:gd name="connsiteY0" fmla="*/ 37693 h 1622831"/>
                  <a:gd name="connsiteX1" fmla="*/ 176212 w 598542"/>
                  <a:gd name="connsiteY1" fmla="*/ 20230 h 1622831"/>
                  <a:gd name="connsiteX2" fmla="*/ 419100 w 598542"/>
                  <a:gd name="connsiteY2" fmla="*/ 225018 h 1622831"/>
                  <a:gd name="connsiteX3" fmla="*/ 595312 w 598542"/>
                  <a:gd name="connsiteY3" fmla="*/ 772705 h 1622831"/>
                  <a:gd name="connsiteX4" fmla="*/ 521494 w 598542"/>
                  <a:gd name="connsiteY4" fmla="*/ 1465650 h 1622831"/>
                  <a:gd name="connsiteX5" fmla="*/ 361950 w 598542"/>
                  <a:gd name="connsiteY5" fmla="*/ 1622811 h 1622831"/>
                  <a:gd name="connsiteX6" fmla="*/ 238125 w 598542"/>
                  <a:gd name="connsiteY6" fmla="*/ 1596618 h 1622831"/>
                  <a:gd name="connsiteX7" fmla="*/ 300037 w 598542"/>
                  <a:gd name="connsiteY7" fmla="*/ 1482318 h 1622831"/>
                  <a:gd name="connsiteX8" fmla="*/ 371475 w 598542"/>
                  <a:gd name="connsiteY8" fmla="*/ 1225143 h 1622831"/>
                  <a:gd name="connsiteX9" fmla="*/ 395287 w 598542"/>
                  <a:gd name="connsiteY9" fmla="*/ 834618 h 1622831"/>
                  <a:gd name="connsiteX10" fmla="*/ 290512 w 598542"/>
                  <a:gd name="connsiteY10" fmla="*/ 363130 h 1622831"/>
                  <a:gd name="connsiteX11" fmla="*/ 0 w 598542"/>
                  <a:gd name="connsiteY11" fmla="*/ 37693 h 1622831"/>
                  <a:gd name="connsiteX0" fmla="*/ 0 w 598542"/>
                  <a:gd name="connsiteY0" fmla="*/ 31753 h 1616891"/>
                  <a:gd name="connsiteX1" fmla="*/ 176212 w 598542"/>
                  <a:gd name="connsiteY1" fmla="*/ 14290 h 1616891"/>
                  <a:gd name="connsiteX2" fmla="*/ 419100 w 598542"/>
                  <a:gd name="connsiteY2" fmla="*/ 219078 h 1616891"/>
                  <a:gd name="connsiteX3" fmla="*/ 595312 w 598542"/>
                  <a:gd name="connsiteY3" fmla="*/ 766765 h 1616891"/>
                  <a:gd name="connsiteX4" fmla="*/ 521494 w 598542"/>
                  <a:gd name="connsiteY4" fmla="*/ 1459710 h 1616891"/>
                  <a:gd name="connsiteX5" fmla="*/ 361950 w 598542"/>
                  <a:gd name="connsiteY5" fmla="*/ 1616871 h 1616891"/>
                  <a:gd name="connsiteX6" fmla="*/ 238125 w 598542"/>
                  <a:gd name="connsiteY6" fmla="*/ 1590678 h 1616891"/>
                  <a:gd name="connsiteX7" fmla="*/ 300037 w 598542"/>
                  <a:gd name="connsiteY7" fmla="*/ 1476378 h 1616891"/>
                  <a:gd name="connsiteX8" fmla="*/ 371475 w 598542"/>
                  <a:gd name="connsiteY8" fmla="*/ 1219203 h 1616891"/>
                  <a:gd name="connsiteX9" fmla="*/ 395287 w 598542"/>
                  <a:gd name="connsiteY9" fmla="*/ 828678 h 1616891"/>
                  <a:gd name="connsiteX10" fmla="*/ 290512 w 598542"/>
                  <a:gd name="connsiteY10" fmla="*/ 357190 h 1616891"/>
                  <a:gd name="connsiteX11" fmla="*/ 0 w 598542"/>
                  <a:gd name="connsiteY11" fmla="*/ 31753 h 1616891"/>
                  <a:gd name="connsiteX0" fmla="*/ 0 w 598542"/>
                  <a:gd name="connsiteY0" fmla="*/ 16158 h 1601296"/>
                  <a:gd name="connsiteX1" fmla="*/ 230187 w 598542"/>
                  <a:gd name="connsiteY1" fmla="*/ 24095 h 1601296"/>
                  <a:gd name="connsiteX2" fmla="*/ 419100 w 598542"/>
                  <a:gd name="connsiteY2" fmla="*/ 203483 h 1601296"/>
                  <a:gd name="connsiteX3" fmla="*/ 595312 w 598542"/>
                  <a:gd name="connsiteY3" fmla="*/ 751170 h 1601296"/>
                  <a:gd name="connsiteX4" fmla="*/ 521494 w 598542"/>
                  <a:gd name="connsiteY4" fmla="*/ 1444115 h 1601296"/>
                  <a:gd name="connsiteX5" fmla="*/ 361950 w 598542"/>
                  <a:gd name="connsiteY5" fmla="*/ 1601276 h 1601296"/>
                  <a:gd name="connsiteX6" fmla="*/ 238125 w 598542"/>
                  <a:gd name="connsiteY6" fmla="*/ 1575083 h 1601296"/>
                  <a:gd name="connsiteX7" fmla="*/ 300037 w 598542"/>
                  <a:gd name="connsiteY7" fmla="*/ 1460783 h 1601296"/>
                  <a:gd name="connsiteX8" fmla="*/ 371475 w 598542"/>
                  <a:gd name="connsiteY8" fmla="*/ 1203608 h 1601296"/>
                  <a:gd name="connsiteX9" fmla="*/ 395287 w 598542"/>
                  <a:gd name="connsiteY9" fmla="*/ 813083 h 1601296"/>
                  <a:gd name="connsiteX10" fmla="*/ 290512 w 598542"/>
                  <a:gd name="connsiteY10" fmla="*/ 341595 h 1601296"/>
                  <a:gd name="connsiteX11" fmla="*/ 0 w 598542"/>
                  <a:gd name="connsiteY11" fmla="*/ 16158 h 1601296"/>
                  <a:gd name="connsiteX0" fmla="*/ 0 w 598542"/>
                  <a:gd name="connsiteY0" fmla="*/ 18455 h 1603593"/>
                  <a:gd name="connsiteX1" fmla="*/ 230187 w 598542"/>
                  <a:gd name="connsiteY1" fmla="*/ 26392 h 1603593"/>
                  <a:gd name="connsiteX2" fmla="*/ 419100 w 598542"/>
                  <a:gd name="connsiteY2" fmla="*/ 205780 h 1603593"/>
                  <a:gd name="connsiteX3" fmla="*/ 595312 w 598542"/>
                  <a:gd name="connsiteY3" fmla="*/ 753467 h 1603593"/>
                  <a:gd name="connsiteX4" fmla="*/ 521494 w 598542"/>
                  <a:gd name="connsiteY4" fmla="*/ 1446412 h 1603593"/>
                  <a:gd name="connsiteX5" fmla="*/ 361950 w 598542"/>
                  <a:gd name="connsiteY5" fmla="*/ 1603573 h 1603593"/>
                  <a:gd name="connsiteX6" fmla="*/ 238125 w 598542"/>
                  <a:gd name="connsiteY6" fmla="*/ 1577380 h 1603593"/>
                  <a:gd name="connsiteX7" fmla="*/ 300037 w 598542"/>
                  <a:gd name="connsiteY7" fmla="*/ 1463080 h 1603593"/>
                  <a:gd name="connsiteX8" fmla="*/ 371475 w 598542"/>
                  <a:gd name="connsiteY8" fmla="*/ 1205905 h 1603593"/>
                  <a:gd name="connsiteX9" fmla="*/ 395287 w 598542"/>
                  <a:gd name="connsiteY9" fmla="*/ 815380 h 1603593"/>
                  <a:gd name="connsiteX10" fmla="*/ 290512 w 598542"/>
                  <a:gd name="connsiteY10" fmla="*/ 343892 h 1603593"/>
                  <a:gd name="connsiteX11" fmla="*/ 0 w 598542"/>
                  <a:gd name="connsiteY11" fmla="*/ 18455 h 1603593"/>
                  <a:gd name="connsiteX0" fmla="*/ 0 w 598542"/>
                  <a:gd name="connsiteY0" fmla="*/ 18455 h 1603593"/>
                  <a:gd name="connsiteX1" fmla="*/ 230187 w 598542"/>
                  <a:gd name="connsiteY1" fmla="*/ 26392 h 1603593"/>
                  <a:gd name="connsiteX2" fmla="*/ 419100 w 598542"/>
                  <a:gd name="connsiteY2" fmla="*/ 205780 h 1603593"/>
                  <a:gd name="connsiteX3" fmla="*/ 595312 w 598542"/>
                  <a:gd name="connsiteY3" fmla="*/ 753467 h 1603593"/>
                  <a:gd name="connsiteX4" fmla="*/ 521494 w 598542"/>
                  <a:gd name="connsiteY4" fmla="*/ 1446412 h 1603593"/>
                  <a:gd name="connsiteX5" fmla="*/ 361950 w 598542"/>
                  <a:gd name="connsiteY5" fmla="*/ 1603573 h 1603593"/>
                  <a:gd name="connsiteX6" fmla="*/ 238125 w 598542"/>
                  <a:gd name="connsiteY6" fmla="*/ 1577380 h 1603593"/>
                  <a:gd name="connsiteX7" fmla="*/ 300037 w 598542"/>
                  <a:gd name="connsiteY7" fmla="*/ 1463080 h 1603593"/>
                  <a:gd name="connsiteX8" fmla="*/ 371475 w 598542"/>
                  <a:gd name="connsiteY8" fmla="*/ 1205905 h 1603593"/>
                  <a:gd name="connsiteX9" fmla="*/ 395287 w 598542"/>
                  <a:gd name="connsiteY9" fmla="*/ 815380 h 1603593"/>
                  <a:gd name="connsiteX10" fmla="*/ 290512 w 598542"/>
                  <a:gd name="connsiteY10" fmla="*/ 343892 h 1603593"/>
                  <a:gd name="connsiteX11" fmla="*/ 0 w 598542"/>
                  <a:gd name="connsiteY11" fmla="*/ 18455 h 1603593"/>
                  <a:gd name="connsiteX0" fmla="*/ 0 w 623942"/>
                  <a:gd name="connsiteY0" fmla="*/ 23890 h 1593153"/>
                  <a:gd name="connsiteX1" fmla="*/ 255587 w 623942"/>
                  <a:gd name="connsiteY1" fmla="*/ 15952 h 1593153"/>
                  <a:gd name="connsiteX2" fmla="*/ 444500 w 623942"/>
                  <a:gd name="connsiteY2" fmla="*/ 195340 h 1593153"/>
                  <a:gd name="connsiteX3" fmla="*/ 620712 w 623942"/>
                  <a:gd name="connsiteY3" fmla="*/ 743027 h 1593153"/>
                  <a:gd name="connsiteX4" fmla="*/ 546894 w 623942"/>
                  <a:gd name="connsiteY4" fmla="*/ 1435972 h 1593153"/>
                  <a:gd name="connsiteX5" fmla="*/ 387350 w 623942"/>
                  <a:gd name="connsiteY5" fmla="*/ 1593133 h 1593153"/>
                  <a:gd name="connsiteX6" fmla="*/ 263525 w 623942"/>
                  <a:gd name="connsiteY6" fmla="*/ 1566940 h 1593153"/>
                  <a:gd name="connsiteX7" fmla="*/ 325437 w 623942"/>
                  <a:gd name="connsiteY7" fmla="*/ 1452640 h 1593153"/>
                  <a:gd name="connsiteX8" fmla="*/ 396875 w 623942"/>
                  <a:gd name="connsiteY8" fmla="*/ 1195465 h 1593153"/>
                  <a:gd name="connsiteX9" fmla="*/ 420687 w 623942"/>
                  <a:gd name="connsiteY9" fmla="*/ 804940 h 1593153"/>
                  <a:gd name="connsiteX10" fmla="*/ 315912 w 623942"/>
                  <a:gd name="connsiteY10" fmla="*/ 333452 h 1593153"/>
                  <a:gd name="connsiteX11" fmla="*/ 0 w 623942"/>
                  <a:gd name="connsiteY11" fmla="*/ 23890 h 1593153"/>
                  <a:gd name="connsiteX0" fmla="*/ 0 w 623942"/>
                  <a:gd name="connsiteY0" fmla="*/ 40155 h 1609418"/>
                  <a:gd name="connsiteX1" fmla="*/ 255587 w 623942"/>
                  <a:gd name="connsiteY1" fmla="*/ 32217 h 1609418"/>
                  <a:gd name="connsiteX2" fmla="*/ 444500 w 623942"/>
                  <a:gd name="connsiteY2" fmla="*/ 211605 h 1609418"/>
                  <a:gd name="connsiteX3" fmla="*/ 620712 w 623942"/>
                  <a:gd name="connsiteY3" fmla="*/ 759292 h 1609418"/>
                  <a:gd name="connsiteX4" fmla="*/ 546894 w 623942"/>
                  <a:gd name="connsiteY4" fmla="*/ 1452237 h 1609418"/>
                  <a:gd name="connsiteX5" fmla="*/ 387350 w 623942"/>
                  <a:gd name="connsiteY5" fmla="*/ 1609398 h 1609418"/>
                  <a:gd name="connsiteX6" fmla="*/ 263525 w 623942"/>
                  <a:gd name="connsiteY6" fmla="*/ 1583205 h 1609418"/>
                  <a:gd name="connsiteX7" fmla="*/ 325437 w 623942"/>
                  <a:gd name="connsiteY7" fmla="*/ 1468905 h 1609418"/>
                  <a:gd name="connsiteX8" fmla="*/ 396875 w 623942"/>
                  <a:gd name="connsiteY8" fmla="*/ 1211730 h 1609418"/>
                  <a:gd name="connsiteX9" fmla="*/ 420687 w 623942"/>
                  <a:gd name="connsiteY9" fmla="*/ 821205 h 1609418"/>
                  <a:gd name="connsiteX10" fmla="*/ 315912 w 623942"/>
                  <a:gd name="connsiteY10" fmla="*/ 349717 h 1609418"/>
                  <a:gd name="connsiteX11" fmla="*/ 0 w 623942"/>
                  <a:gd name="connsiteY11" fmla="*/ 40155 h 1609418"/>
                  <a:gd name="connsiteX0" fmla="*/ 0 w 640611"/>
                  <a:gd name="connsiteY0" fmla="*/ 48190 h 1598403"/>
                  <a:gd name="connsiteX1" fmla="*/ 272256 w 640611"/>
                  <a:gd name="connsiteY1" fmla="*/ 21202 h 1598403"/>
                  <a:gd name="connsiteX2" fmla="*/ 461169 w 640611"/>
                  <a:gd name="connsiteY2" fmla="*/ 200590 h 1598403"/>
                  <a:gd name="connsiteX3" fmla="*/ 637381 w 640611"/>
                  <a:gd name="connsiteY3" fmla="*/ 748277 h 1598403"/>
                  <a:gd name="connsiteX4" fmla="*/ 563563 w 640611"/>
                  <a:gd name="connsiteY4" fmla="*/ 1441222 h 1598403"/>
                  <a:gd name="connsiteX5" fmla="*/ 404019 w 640611"/>
                  <a:gd name="connsiteY5" fmla="*/ 1598383 h 1598403"/>
                  <a:gd name="connsiteX6" fmla="*/ 280194 w 640611"/>
                  <a:gd name="connsiteY6" fmla="*/ 1572190 h 1598403"/>
                  <a:gd name="connsiteX7" fmla="*/ 342106 w 640611"/>
                  <a:gd name="connsiteY7" fmla="*/ 1457890 h 1598403"/>
                  <a:gd name="connsiteX8" fmla="*/ 413544 w 640611"/>
                  <a:gd name="connsiteY8" fmla="*/ 1200715 h 1598403"/>
                  <a:gd name="connsiteX9" fmla="*/ 437356 w 640611"/>
                  <a:gd name="connsiteY9" fmla="*/ 810190 h 1598403"/>
                  <a:gd name="connsiteX10" fmla="*/ 332581 w 640611"/>
                  <a:gd name="connsiteY10" fmla="*/ 338702 h 1598403"/>
                  <a:gd name="connsiteX11" fmla="*/ 0 w 640611"/>
                  <a:gd name="connsiteY11" fmla="*/ 48190 h 1598403"/>
                  <a:gd name="connsiteX0" fmla="*/ 0 w 640611"/>
                  <a:gd name="connsiteY0" fmla="*/ 63723 h 1613936"/>
                  <a:gd name="connsiteX1" fmla="*/ 272256 w 640611"/>
                  <a:gd name="connsiteY1" fmla="*/ 36735 h 1613936"/>
                  <a:gd name="connsiteX2" fmla="*/ 461169 w 640611"/>
                  <a:gd name="connsiteY2" fmla="*/ 216123 h 1613936"/>
                  <a:gd name="connsiteX3" fmla="*/ 637381 w 640611"/>
                  <a:gd name="connsiteY3" fmla="*/ 763810 h 1613936"/>
                  <a:gd name="connsiteX4" fmla="*/ 563563 w 640611"/>
                  <a:gd name="connsiteY4" fmla="*/ 1456755 h 1613936"/>
                  <a:gd name="connsiteX5" fmla="*/ 404019 w 640611"/>
                  <a:gd name="connsiteY5" fmla="*/ 1613916 h 1613936"/>
                  <a:gd name="connsiteX6" fmla="*/ 280194 w 640611"/>
                  <a:gd name="connsiteY6" fmla="*/ 1587723 h 1613936"/>
                  <a:gd name="connsiteX7" fmla="*/ 342106 w 640611"/>
                  <a:gd name="connsiteY7" fmla="*/ 1473423 h 1613936"/>
                  <a:gd name="connsiteX8" fmla="*/ 413544 w 640611"/>
                  <a:gd name="connsiteY8" fmla="*/ 1216248 h 1613936"/>
                  <a:gd name="connsiteX9" fmla="*/ 437356 w 640611"/>
                  <a:gd name="connsiteY9" fmla="*/ 825723 h 1613936"/>
                  <a:gd name="connsiteX10" fmla="*/ 332581 w 640611"/>
                  <a:gd name="connsiteY10" fmla="*/ 354235 h 1613936"/>
                  <a:gd name="connsiteX11" fmla="*/ 0 w 640611"/>
                  <a:gd name="connsiteY11" fmla="*/ 63723 h 1613936"/>
                  <a:gd name="connsiteX0" fmla="*/ 0 w 640611"/>
                  <a:gd name="connsiteY0" fmla="*/ 54287 h 1604500"/>
                  <a:gd name="connsiteX1" fmla="*/ 272256 w 640611"/>
                  <a:gd name="connsiteY1" fmla="*/ 27299 h 1604500"/>
                  <a:gd name="connsiteX2" fmla="*/ 461169 w 640611"/>
                  <a:gd name="connsiteY2" fmla="*/ 206687 h 1604500"/>
                  <a:gd name="connsiteX3" fmla="*/ 637381 w 640611"/>
                  <a:gd name="connsiteY3" fmla="*/ 754374 h 1604500"/>
                  <a:gd name="connsiteX4" fmla="*/ 563563 w 640611"/>
                  <a:gd name="connsiteY4" fmla="*/ 1447319 h 1604500"/>
                  <a:gd name="connsiteX5" fmla="*/ 404019 w 640611"/>
                  <a:gd name="connsiteY5" fmla="*/ 1604480 h 1604500"/>
                  <a:gd name="connsiteX6" fmla="*/ 280194 w 640611"/>
                  <a:gd name="connsiteY6" fmla="*/ 1578287 h 1604500"/>
                  <a:gd name="connsiteX7" fmla="*/ 342106 w 640611"/>
                  <a:gd name="connsiteY7" fmla="*/ 1463987 h 1604500"/>
                  <a:gd name="connsiteX8" fmla="*/ 413544 w 640611"/>
                  <a:gd name="connsiteY8" fmla="*/ 1206812 h 1604500"/>
                  <a:gd name="connsiteX9" fmla="*/ 437356 w 640611"/>
                  <a:gd name="connsiteY9" fmla="*/ 816287 h 1604500"/>
                  <a:gd name="connsiteX10" fmla="*/ 332581 w 640611"/>
                  <a:gd name="connsiteY10" fmla="*/ 344799 h 1604500"/>
                  <a:gd name="connsiteX11" fmla="*/ 0 w 640611"/>
                  <a:gd name="connsiteY11" fmla="*/ 54287 h 1604500"/>
                  <a:gd name="connsiteX0" fmla="*/ 0 w 619180"/>
                  <a:gd name="connsiteY0" fmla="*/ 46344 h 1617988"/>
                  <a:gd name="connsiteX1" fmla="*/ 250825 w 619180"/>
                  <a:gd name="connsiteY1" fmla="*/ 40787 h 1617988"/>
                  <a:gd name="connsiteX2" fmla="*/ 439738 w 619180"/>
                  <a:gd name="connsiteY2" fmla="*/ 220175 h 1617988"/>
                  <a:gd name="connsiteX3" fmla="*/ 615950 w 619180"/>
                  <a:gd name="connsiteY3" fmla="*/ 767862 h 1617988"/>
                  <a:gd name="connsiteX4" fmla="*/ 542132 w 619180"/>
                  <a:gd name="connsiteY4" fmla="*/ 1460807 h 1617988"/>
                  <a:gd name="connsiteX5" fmla="*/ 382588 w 619180"/>
                  <a:gd name="connsiteY5" fmla="*/ 1617968 h 1617988"/>
                  <a:gd name="connsiteX6" fmla="*/ 258763 w 619180"/>
                  <a:gd name="connsiteY6" fmla="*/ 1591775 h 1617988"/>
                  <a:gd name="connsiteX7" fmla="*/ 320675 w 619180"/>
                  <a:gd name="connsiteY7" fmla="*/ 1477475 h 1617988"/>
                  <a:gd name="connsiteX8" fmla="*/ 392113 w 619180"/>
                  <a:gd name="connsiteY8" fmla="*/ 1220300 h 1617988"/>
                  <a:gd name="connsiteX9" fmla="*/ 415925 w 619180"/>
                  <a:gd name="connsiteY9" fmla="*/ 829775 h 1617988"/>
                  <a:gd name="connsiteX10" fmla="*/ 311150 w 619180"/>
                  <a:gd name="connsiteY10" fmla="*/ 358287 h 1617988"/>
                  <a:gd name="connsiteX11" fmla="*/ 0 w 619180"/>
                  <a:gd name="connsiteY11" fmla="*/ 46344 h 1617988"/>
                  <a:gd name="connsiteX0" fmla="*/ 0 w 619180"/>
                  <a:gd name="connsiteY0" fmla="*/ 32511 h 1604155"/>
                  <a:gd name="connsiteX1" fmla="*/ 250825 w 619180"/>
                  <a:gd name="connsiteY1" fmla="*/ 26954 h 1604155"/>
                  <a:gd name="connsiteX2" fmla="*/ 439738 w 619180"/>
                  <a:gd name="connsiteY2" fmla="*/ 206342 h 1604155"/>
                  <a:gd name="connsiteX3" fmla="*/ 615950 w 619180"/>
                  <a:gd name="connsiteY3" fmla="*/ 754029 h 1604155"/>
                  <a:gd name="connsiteX4" fmla="*/ 542132 w 619180"/>
                  <a:gd name="connsiteY4" fmla="*/ 1446974 h 1604155"/>
                  <a:gd name="connsiteX5" fmla="*/ 382588 w 619180"/>
                  <a:gd name="connsiteY5" fmla="*/ 1604135 h 1604155"/>
                  <a:gd name="connsiteX6" fmla="*/ 258763 w 619180"/>
                  <a:gd name="connsiteY6" fmla="*/ 1577942 h 1604155"/>
                  <a:gd name="connsiteX7" fmla="*/ 320675 w 619180"/>
                  <a:gd name="connsiteY7" fmla="*/ 1463642 h 1604155"/>
                  <a:gd name="connsiteX8" fmla="*/ 392113 w 619180"/>
                  <a:gd name="connsiteY8" fmla="*/ 1206467 h 1604155"/>
                  <a:gd name="connsiteX9" fmla="*/ 415925 w 619180"/>
                  <a:gd name="connsiteY9" fmla="*/ 815942 h 1604155"/>
                  <a:gd name="connsiteX10" fmla="*/ 311150 w 619180"/>
                  <a:gd name="connsiteY10" fmla="*/ 344454 h 1604155"/>
                  <a:gd name="connsiteX11" fmla="*/ 0 w 619180"/>
                  <a:gd name="connsiteY11" fmla="*/ 32511 h 1604155"/>
                  <a:gd name="connsiteX0" fmla="*/ 0 w 619180"/>
                  <a:gd name="connsiteY0" fmla="*/ 34776 h 1606420"/>
                  <a:gd name="connsiteX1" fmla="*/ 257969 w 619180"/>
                  <a:gd name="connsiteY1" fmla="*/ 24456 h 1606420"/>
                  <a:gd name="connsiteX2" fmla="*/ 439738 w 619180"/>
                  <a:gd name="connsiteY2" fmla="*/ 208607 h 1606420"/>
                  <a:gd name="connsiteX3" fmla="*/ 615950 w 619180"/>
                  <a:gd name="connsiteY3" fmla="*/ 756294 h 1606420"/>
                  <a:gd name="connsiteX4" fmla="*/ 542132 w 619180"/>
                  <a:gd name="connsiteY4" fmla="*/ 1449239 h 1606420"/>
                  <a:gd name="connsiteX5" fmla="*/ 382588 w 619180"/>
                  <a:gd name="connsiteY5" fmla="*/ 1606400 h 1606420"/>
                  <a:gd name="connsiteX6" fmla="*/ 258763 w 619180"/>
                  <a:gd name="connsiteY6" fmla="*/ 1580207 h 1606420"/>
                  <a:gd name="connsiteX7" fmla="*/ 320675 w 619180"/>
                  <a:gd name="connsiteY7" fmla="*/ 1465907 h 1606420"/>
                  <a:gd name="connsiteX8" fmla="*/ 392113 w 619180"/>
                  <a:gd name="connsiteY8" fmla="*/ 1208732 h 1606420"/>
                  <a:gd name="connsiteX9" fmla="*/ 415925 w 619180"/>
                  <a:gd name="connsiteY9" fmla="*/ 818207 h 1606420"/>
                  <a:gd name="connsiteX10" fmla="*/ 311150 w 619180"/>
                  <a:gd name="connsiteY10" fmla="*/ 346719 h 1606420"/>
                  <a:gd name="connsiteX11" fmla="*/ 0 w 619180"/>
                  <a:gd name="connsiteY11" fmla="*/ 34776 h 1606420"/>
                  <a:gd name="connsiteX0" fmla="*/ 0 w 619180"/>
                  <a:gd name="connsiteY0" fmla="*/ 38437 h 1610081"/>
                  <a:gd name="connsiteX1" fmla="*/ 257969 w 619180"/>
                  <a:gd name="connsiteY1" fmla="*/ 28117 h 1610081"/>
                  <a:gd name="connsiteX2" fmla="*/ 439738 w 619180"/>
                  <a:gd name="connsiteY2" fmla="*/ 212268 h 1610081"/>
                  <a:gd name="connsiteX3" fmla="*/ 615950 w 619180"/>
                  <a:gd name="connsiteY3" fmla="*/ 759955 h 1610081"/>
                  <a:gd name="connsiteX4" fmla="*/ 542132 w 619180"/>
                  <a:gd name="connsiteY4" fmla="*/ 1452900 h 1610081"/>
                  <a:gd name="connsiteX5" fmla="*/ 382588 w 619180"/>
                  <a:gd name="connsiteY5" fmla="*/ 1610061 h 1610081"/>
                  <a:gd name="connsiteX6" fmla="*/ 258763 w 619180"/>
                  <a:gd name="connsiteY6" fmla="*/ 1583868 h 1610081"/>
                  <a:gd name="connsiteX7" fmla="*/ 320675 w 619180"/>
                  <a:gd name="connsiteY7" fmla="*/ 1469568 h 1610081"/>
                  <a:gd name="connsiteX8" fmla="*/ 392113 w 619180"/>
                  <a:gd name="connsiteY8" fmla="*/ 1212393 h 1610081"/>
                  <a:gd name="connsiteX9" fmla="*/ 415925 w 619180"/>
                  <a:gd name="connsiteY9" fmla="*/ 821868 h 1610081"/>
                  <a:gd name="connsiteX10" fmla="*/ 311150 w 619180"/>
                  <a:gd name="connsiteY10" fmla="*/ 350380 h 1610081"/>
                  <a:gd name="connsiteX11" fmla="*/ 0 w 619180"/>
                  <a:gd name="connsiteY11" fmla="*/ 38437 h 1610081"/>
                  <a:gd name="connsiteX0" fmla="*/ 0 w 619657"/>
                  <a:gd name="connsiteY0" fmla="*/ 35075 h 1606719"/>
                  <a:gd name="connsiteX1" fmla="*/ 257969 w 619657"/>
                  <a:gd name="connsiteY1" fmla="*/ 24755 h 1606719"/>
                  <a:gd name="connsiteX2" fmla="*/ 430213 w 619657"/>
                  <a:gd name="connsiteY2" fmla="*/ 213669 h 1606719"/>
                  <a:gd name="connsiteX3" fmla="*/ 615950 w 619657"/>
                  <a:gd name="connsiteY3" fmla="*/ 756593 h 1606719"/>
                  <a:gd name="connsiteX4" fmla="*/ 542132 w 619657"/>
                  <a:gd name="connsiteY4" fmla="*/ 1449538 h 1606719"/>
                  <a:gd name="connsiteX5" fmla="*/ 382588 w 619657"/>
                  <a:gd name="connsiteY5" fmla="*/ 1606699 h 1606719"/>
                  <a:gd name="connsiteX6" fmla="*/ 258763 w 619657"/>
                  <a:gd name="connsiteY6" fmla="*/ 1580506 h 1606719"/>
                  <a:gd name="connsiteX7" fmla="*/ 320675 w 619657"/>
                  <a:gd name="connsiteY7" fmla="*/ 1466206 h 1606719"/>
                  <a:gd name="connsiteX8" fmla="*/ 392113 w 619657"/>
                  <a:gd name="connsiteY8" fmla="*/ 1209031 h 1606719"/>
                  <a:gd name="connsiteX9" fmla="*/ 415925 w 619657"/>
                  <a:gd name="connsiteY9" fmla="*/ 818506 h 1606719"/>
                  <a:gd name="connsiteX10" fmla="*/ 311150 w 619657"/>
                  <a:gd name="connsiteY10" fmla="*/ 347018 h 1606719"/>
                  <a:gd name="connsiteX11" fmla="*/ 0 w 619657"/>
                  <a:gd name="connsiteY11" fmla="*/ 35075 h 1606719"/>
                  <a:gd name="connsiteX0" fmla="*/ 0 w 597454"/>
                  <a:gd name="connsiteY0" fmla="*/ 35075 h 1606719"/>
                  <a:gd name="connsiteX1" fmla="*/ 257969 w 597454"/>
                  <a:gd name="connsiteY1" fmla="*/ 24755 h 1606719"/>
                  <a:gd name="connsiteX2" fmla="*/ 430213 w 597454"/>
                  <a:gd name="connsiteY2" fmla="*/ 213669 h 1606719"/>
                  <a:gd name="connsiteX3" fmla="*/ 592138 w 597454"/>
                  <a:gd name="connsiteY3" fmla="*/ 754212 h 1606719"/>
                  <a:gd name="connsiteX4" fmla="*/ 542132 w 597454"/>
                  <a:gd name="connsiteY4" fmla="*/ 1449538 h 1606719"/>
                  <a:gd name="connsiteX5" fmla="*/ 382588 w 597454"/>
                  <a:gd name="connsiteY5" fmla="*/ 1606699 h 1606719"/>
                  <a:gd name="connsiteX6" fmla="*/ 258763 w 597454"/>
                  <a:gd name="connsiteY6" fmla="*/ 1580506 h 1606719"/>
                  <a:gd name="connsiteX7" fmla="*/ 320675 w 597454"/>
                  <a:gd name="connsiteY7" fmla="*/ 1466206 h 1606719"/>
                  <a:gd name="connsiteX8" fmla="*/ 392113 w 597454"/>
                  <a:gd name="connsiteY8" fmla="*/ 1209031 h 1606719"/>
                  <a:gd name="connsiteX9" fmla="*/ 415925 w 597454"/>
                  <a:gd name="connsiteY9" fmla="*/ 818506 h 1606719"/>
                  <a:gd name="connsiteX10" fmla="*/ 311150 w 597454"/>
                  <a:gd name="connsiteY10" fmla="*/ 347018 h 1606719"/>
                  <a:gd name="connsiteX11" fmla="*/ 0 w 597454"/>
                  <a:gd name="connsiteY11" fmla="*/ 35075 h 1606719"/>
                  <a:gd name="connsiteX0" fmla="*/ 0 w 596732"/>
                  <a:gd name="connsiteY0" fmla="*/ 35075 h 1596107"/>
                  <a:gd name="connsiteX1" fmla="*/ 257969 w 596732"/>
                  <a:gd name="connsiteY1" fmla="*/ 24755 h 1596107"/>
                  <a:gd name="connsiteX2" fmla="*/ 430213 w 596732"/>
                  <a:gd name="connsiteY2" fmla="*/ 213669 h 1596107"/>
                  <a:gd name="connsiteX3" fmla="*/ 592138 w 596732"/>
                  <a:gd name="connsiteY3" fmla="*/ 754212 h 1596107"/>
                  <a:gd name="connsiteX4" fmla="*/ 542132 w 596732"/>
                  <a:gd name="connsiteY4" fmla="*/ 1449538 h 1596107"/>
                  <a:gd name="connsiteX5" fmla="*/ 434975 w 596732"/>
                  <a:gd name="connsiteY5" fmla="*/ 1594793 h 1596107"/>
                  <a:gd name="connsiteX6" fmla="*/ 258763 w 596732"/>
                  <a:gd name="connsiteY6" fmla="*/ 1580506 h 1596107"/>
                  <a:gd name="connsiteX7" fmla="*/ 320675 w 596732"/>
                  <a:gd name="connsiteY7" fmla="*/ 1466206 h 1596107"/>
                  <a:gd name="connsiteX8" fmla="*/ 392113 w 596732"/>
                  <a:gd name="connsiteY8" fmla="*/ 1209031 h 1596107"/>
                  <a:gd name="connsiteX9" fmla="*/ 415925 w 596732"/>
                  <a:gd name="connsiteY9" fmla="*/ 818506 h 1596107"/>
                  <a:gd name="connsiteX10" fmla="*/ 311150 w 596732"/>
                  <a:gd name="connsiteY10" fmla="*/ 347018 h 1596107"/>
                  <a:gd name="connsiteX11" fmla="*/ 0 w 596732"/>
                  <a:gd name="connsiteY11" fmla="*/ 35075 h 1596107"/>
                  <a:gd name="connsiteX0" fmla="*/ 0 w 596732"/>
                  <a:gd name="connsiteY0" fmla="*/ 35075 h 1603457"/>
                  <a:gd name="connsiteX1" fmla="*/ 257969 w 596732"/>
                  <a:gd name="connsiteY1" fmla="*/ 24755 h 1603457"/>
                  <a:gd name="connsiteX2" fmla="*/ 430213 w 596732"/>
                  <a:gd name="connsiteY2" fmla="*/ 213669 h 1603457"/>
                  <a:gd name="connsiteX3" fmla="*/ 592138 w 596732"/>
                  <a:gd name="connsiteY3" fmla="*/ 754212 h 1603457"/>
                  <a:gd name="connsiteX4" fmla="*/ 542132 w 596732"/>
                  <a:gd name="connsiteY4" fmla="*/ 1449538 h 1603457"/>
                  <a:gd name="connsiteX5" fmla="*/ 434975 w 596732"/>
                  <a:gd name="connsiteY5" fmla="*/ 1594793 h 1603457"/>
                  <a:gd name="connsiteX6" fmla="*/ 258763 w 596732"/>
                  <a:gd name="connsiteY6" fmla="*/ 1580506 h 1603457"/>
                  <a:gd name="connsiteX7" fmla="*/ 320675 w 596732"/>
                  <a:gd name="connsiteY7" fmla="*/ 1466206 h 1603457"/>
                  <a:gd name="connsiteX8" fmla="*/ 392113 w 596732"/>
                  <a:gd name="connsiteY8" fmla="*/ 1209031 h 1603457"/>
                  <a:gd name="connsiteX9" fmla="*/ 415925 w 596732"/>
                  <a:gd name="connsiteY9" fmla="*/ 818506 h 1603457"/>
                  <a:gd name="connsiteX10" fmla="*/ 311150 w 596732"/>
                  <a:gd name="connsiteY10" fmla="*/ 347018 h 1603457"/>
                  <a:gd name="connsiteX11" fmla="*/ 0 w 596732"/>
                  <a:gd name="connsiteY11" fmla="*/ 35075 h 1603457"/>
                  <a:gd name="connsiteX0" fmla="*/ 0 w 605337"/>
                  <a:gd name="connsiteY0" fmla="*/ 35075 h 1621964"/>
                  <a:gd name="connsiteX1" fmla="*/ 257969 w 605337"/>
                  <a:gd name="connsiteY1" fmla="*/ 24755 h 1621964"/>
                  <a:gd name="connsiteX2" fmla="*/ 430213 w 605337"/>
                  <a:gd name="connsiteY2" fmla="*/ 213669 h 1621964"/>
                  <a:gd name="connsiteX3" fmla="*/ 592138 w 605337"/>
                  <a:gd name="connsiteY3" fmla="*/ 754212 h 1621964"/>
                  <a:gd name="connsiteX4" fmla="*/ 577850 w 605337"/>
                  <a:gd name="connsiteY4" fmla="*/ 1228082 h 1621964"/>
                  <a:gd name="connsiteX5" fmla="*/ 434975 w 605337"/>
                  <a:gd name="connsiteY5" fmla="*/ 1594793 h 1621964"/>
                  <a:gd name="connsiteX6" fmla="*/ 258763 w 605337"/>
                  <a:gd name="connsiteY6" fmla="*/ 1580506 h 1621964"/>
                  <a:gd name="connsiteX7" fmla="*/ 320675 w 605337"/>
                  <a:gd name="connsiteY7" fmla="*/ 1466206 h 1621964"/>
                  <a:gd name="connsiteX8" fmla="*/ 392113 w 605337"/>
                  <a:gd name="connsiteY8" fmla="*/ 1209031 h 1621964"/>
                  <a:gd name="connsiteX9" fmla="*/ 415925 w 605337"/>
                  <a:gd name="connsiteY9" fmla="*/ 818506 h 1621964"/>
                  <a:gd name="connsiteX10" fmla="*/ 311150 w 605337"/>
                  <a:gd name="connsiteY10" fmla="*/ 347018 h 1621964"/>
                  <a:gd name="connsiteX11" fmla="*/ 0 w 605337"/>
                  <a:gd name="connsiteY11" fmla="*/ 35075 h 1621964"/>
                  <a:gd name="connsiteX0" fmla="*/ 0 w 605337"/>
                  <a:gd name="connsiteY0" fmla="*/ 35075 h 1603985"/>
                  <a:gd name="connsiteX1" fmla="*/ 257969 w 605337"/>
                  <a:gd name="connsiteY1" fmla="*/ 24755 h 1603985"/>
                  <a:gd name="connsiteX2" fmla="*/ 430213 w 605337"/>
                  <a:gd name="connsiteY2" fmla="*/ 213669 h 1603985"/>
                  <a:gd name="connsiteX3" fmla="*/ 592138 w 605337"/>
                  <a:gd name="connsiteY3" fmla="*/ 754212 h 1603985"/>
                  <a:gd name="connsiteX4" fmla="*/ 577850 w 605337"/>
                  <a:gd name="connsiteY4" fmla="*/ 1228082 h 1603985"/>
                  <a:gd name="connsiteX5" fmla="*/ 434975 w 605337"/>
                  <a:gd name="connsiteY5" fmla="*/ 1594793 h 1603985"/>
                  <a:gd name="connsiteX6" fmla="*/ 258763 w 605337"/>
                  <a:gd name="connsiteY6" fmla="*/ 1580506 h 1603985"/>
                  <a:gd name="connsiteX7" fmla="*/ 320675 w 605337"/>
                  <a:gd name="connsiteY7" fmla="*/ 1466206 h 1603985"/>
                  <a:gd name="connsiteX8" fmla="*/ 392113 w 605337"/>
                  <a:gd name="connsiteY8" fmla="*/ 1209031 h 1603985"/>
                  <a:gd name="connsiteX9" fmla="*/ 415925 w 605337"/>
                  <a:gd name="connsiteY9" fmla="*/ 818506 h 1603985"/>
                  <a:gd name="connsiteX10" fmla="*/ 311150 w 605337"/>
                  <a:gd name="connsiteY10" fmla="*/ 347018 h 1603985"/>
                  <a:gd name="connsiteX11" fmla="*/ 0 w 605337"/>
                  <a:gd name="connsiteY11" fmla="*/ 35075 h 1603985"/>
                  <a:gd name="connsiteX0" fmla="*/ 0 w 605129"/>
                  <a:gd name="connsiteY0" fmla="*/ 35075 h 1588407"/>
                  <a:gd name="connsiteX1" fmla="*/ 257969 w 605129"/>
                  <a:gd name="connsiteY1" fmla="*/ 24755 h 1588407"/>
                  <a:gd name="connsiteX2" fmla="*/ 430213 w 605129"/>
                  <a:gd name="connsiteY2" fmla="*/ 213669 h 1588407"/>
                  <a:gd name="connsiteX3" fmla="*/ 592138 w 605129"/>
                  <a:gd name="connsiteY3" fmla="*/ 754212 h 1588407"/>
                  <a:gd name="connsiteX4" fmla="*/ 577850 w 605129"/>
                  <a:gd name="connsiteY4" fmla="*/ 1228082 h 1588407"/>
                  <a:gd name="connsiteX5" fmla="*/ 439738 w 605129"/>
                  <a:gd name="connsiteY5" fmla="*/ 1556693 h 1588407"/>
                  <a:gd name="connsiteX6" fmla="*/ 258763 w 605129"/>
                  <a:gd name="connsiteY6" fmla="*/ 1580506 h 1588407"/>
                  <a:gd name="connsiteX7" fmla="*/ 320675 w 605129"/>
                  <a:gd name="connsiteY7" fmla="*/ 1466206 h 1588407"/>
                  <a:gd name="connsiteX8" fmla="*/ 392113 w 605129"/>
                  <a:gd name="connsiteY8" fmla="*/ 1209031 h 1588407"/>
                  <a:gd name="connsiteX9" fmla="*/ 415925 w 605129"/>
                  <a:gd name="connsiteY9" fmla="*/ 818506 h 1588407"/>
                  <a:gd name="connsiteX10" fmla="*/ 311150 w 605129"/>
                  <a:gd name="connsiteY10" fmla="*/ 347018 h 1588407"/>
                  <a:gd name="connsiteX11" fmla="*/ 0 w 605129"/>
                  <a:gd name="connsiteY11" fmla="*/ 35075 h 1588407"/>
                  <a:gd name="connsiteX0" fmla="*/ 0 w 605129"/>
                  <a:gd name="connsiteY0" fmla="*/ 35075 h 1591646"/>
                  <a:gd name="connsiteX1" fmla="*/ 257969 w 605129"/>
                  <a:gd name="connsiteY1" fmla="*/ 24755 h 1591646"/>
                  <a:gd name="connsiteX2" fmla="*/ 430213 w 605129"/>
                  <a:gd name="connsiteY2" fmla="*/ 213669 h 1591646"/>
                  <a:gd name="connsiteX3" fmla="*/ 592138 w 605129"/>
                  <a:gd name="connsiteY3" fmla="*/ 754212 h 1591646"/>
                  <a:gd name="connsiteX4" fmla="*/ 577850 w 605129"/>
                  <a:gd name="connsiteY4" fmla="*/ 1228082 h 1591646"/>
                  <a:gd name="connsiteX5" fmla="*/ 439738 w 605129"/>
                  <a:gd name="connsiteY5" fmla="*/ 1556693 h 1591646"/>
                  <a:gd name="connsiteX6" fmla="*/ 258763 w 605129"/>
                  <a:gd name="connsiteY6" fmla="*/ 1580506 h 1591646"/>
                  <a:gd name="connsiteX7" fmla="*/ 320675 w 605129"/>
                  <a:gd name="connsiteY7" fmla="*/ 1466206 h 1591646"/>
                  <a:gd name="connsiteX8" fmla="*/ 392113 w 605129"/>
                  <a:gd name="connsiteY8" fmla="*/ 1209031 h 1591646"/>
                  <a:gd name="connsiteX9" fmla="*/ 415925 w 605129"/>
                  <a:gd name="connsiteY9" fmla="*/ 818506 h 1591646"/>
                  <a:gd name="connsiteX10" fmla="*/ 311150 w 605129"/>
                  <a:gd name="connsiteY10" fmla="*/ 347018 h 1591646"/>
                  <a:gd name="connsiteX11" fmla="*/ 0 w 605129"/>
                  <a:gd name="connsiteY11" fmla="*/ 35075 h 1591646"/>
                  <a:gd name="connsiteX0" fmla="*/ 0 w 605129"/>
                  <a:gd name="connsiteY0" fmla="*/ 35075 h 1591646"/>
                  <a:gd name="connsiteX1" fmla="*/ 257969 w 605129"/>
                  <a:gd name="connsiteY1" fmla="*/ 24755 h 1591646"/>
                  <a:gd name="connsiteX2" fmla="*/ 430213 w 605129"/>
                  <a:gd name="connsiteY2" fmla="*/ 213669 h 1591646"/>
                  <a:gd name="connsiteX3" fmla="*/ 592138 w 605129"/>
                  <a:gd name="connsiteY3" fmla="*/ 754212 h 1591646"/>
                  <a:gd name="connsiteX4" fmla="*/ 577850 w 605129"/>
                  <a:gd name="connsiteY4" fmla="*/ 1228082 h 1591646"/>
                  <a:gd name="connsiteX5" fmla="*/ 439738 w 605129"/>
                  <a:gd name="connsiteY5" fmla="*/ 1556693 h 1591646"/>
                  <a:gd name="connsiteX6" fmla="*/ 258763 w 605129"/>
                  <a:gd name="connsiteY6" fmla="*/ 1580506 h 1591646"/>
                  <a:gd name="connsiteX7" fmla="*/ 320675 w 605129"/>
                  <a:gd name="connsiteY7" fmla="*/ 1466206 h 1591646"/>
                  <a:gd name="connsiteX8" fmla="*/ 392113 w 605129"/>
                  <a:gd name="connsiteY8" fmla="*/ 1209031 h 1591646"/>
                  <a:gd name="connsiteX9" fmla="*/ 415925 w 605129"/>
                  <a:gd name="connsiteY9" fmla="*/ 818506 h 1591646"/>
                  <a:gd name="connsiteX10" fmla="*/ 311150 w 605129"/>
                  <a:gd name="connsiteY10" fmla="*/ 347018 h 1591646"/>
                  <a:gd name="connsiteX11" fmla="*/ 0 w 605129"/>
                  <a:gd name="connsiteY11" fmla="*/ 35075 h 1591646"/>
                  <a:gd name="connsiteX0" fmla="*/ 0 w 605129"/>
                  <a:gd name="connsiteY0" fmla="*/ 35075 h 1591646"/>
                  <a:gd name="connsiteX1" fmla="*/ 257969 w 605129"/>
                  <a:gd name="connsiteY1" fmla="*/ 24755 h 1591646"/>
                  <a:gd name="connsiteX2" fmla="*/ 430213 w 605129"/>
                  <a:gd name="connsiteY2" fmla="*/ 213669 h 1591646"/>
                  <a:gd name="connsiteX3" fmla="*/ 592138 w 605129"/>
                  <a:gd name="connsiteY3" fmla="*/ 754212 h 1591646"/>
                  <a:gd name="connsiteX4" fmla="*/ 577850 w 605129"/>
                  <a:gd name="connsiteY4" fmla="*/ 1228082 h 1591646"/>
                  <a:gd name="connsiteX5" fmla="*/ 439738 w 605129"/>
                  <a:gd name="connsiteY5" fmla="*/ 1556693 h 1591646"/>
                  <a:gd name="connsiteX6" fmla="*/ 258763 w 605129"/>
                  <a:gd name="connsiteY6" fmla="*/ 1580506 h 1591646"/>
                  <a:gd name="connsiteX7" fmla="*/ 344487 w 605129"/>
                  <a:gd name="connsiteY7" fmla="*/ 1440012 h 1591646"/>
                  <a:gd name="connsiteX8" fmla="*/ 392113 w 605129"/>
                  <a:gd name="connsiteY8" fmla="*/ 1209031 h 1591646"/>
                  <a:gd name="connsiteX9" fmla="*/ 415925 w 605129"/>
                  <a:gd name="connsiteY9" fmla="*/ 818506 h 1591646"/>
                  <a:gd name="connsiteX10" fmla="*/ 311150 w 605129"/>
                  <a:gd name="connsiteY10" fmla="*/ 347018 h 1591646"/>
                  <a:gd name="connsiteX11" fmla="*/ 0 w 605129"/>
                  <a:gd name="connsiteY11" fmla="*/ 35075 h 1591646"/>
                  <a:gd name="connsiteX0" fmla="*/ 0 w 603428"/>
                  <a:gd name="connsiteY0" fmla="*/ 35075 h 1591646"/>
                  <a:gd name="connsiteX1" fmla="*/ 257969 w 603428"/>
                  <a:gd name="connsiteY1" fmla="*/ 24755 h 1591646"/>
                  <a:gd name="connsiteX2" fmla="*/ 430213 w 603428"/>
                  <a:gd name="connsiteY2" fmla="*/ 213669 h 1591646"/>
                  <a:gd name="connsiteX3" fmla="*/ 592138 w 603428"/>
                  <a:gd name="connsiteY3" fmla="*/ 754212 h 1591646"/>
                  <a:gd name="connsiteX4" fmla="*/ 577850 w 603428"/>
                  <a:gd name="connsiteY4" fmla="*/ 1228082 h 1591646"/>
                  <a:gd name="connsiteX5" fmla="*/ 439738 w 603428"/>
                  <a:gd name="connsiteY5" fmla="*/ 1556693 h 1591646"/>
                  <a:gd name="connsiteX6" fmla="*/ 258763 w 603428"/>
                  <a:gd name="connsiteY6" fmla="*/ 1580506 h 1591646"/>
                  <a:gd name="connsiteX7" fmla="*/ 344487 w 603428"/>
                  <a:gd name="connsiteY7" fmla="*/ 1440012 h 1591646"/>
                  <a:gd name="connsiteX8" fmla="*/ 392113 w 603428"/>
                  <a:gd name="connsiteY8" fmla="*/ 1209031 h 1591646"/>
                  <a:gd name="connsiteX9" fmla="*/ 415925 w 603428"/>
                  <a:gd name="connsiteY9" fmla="*/ 818506 h 1591646"/>
                  <a:gd name="connsiteX10" fmla="*/ 311150 w 603428"/>
                  <a:gd name="connsiteY10" fmla="*/ 347018 h 1591646"/>
                  <a:gd name="connsiteX11" fmla="*/ 0 w 603428"/>
                  <a:gd name="connsiteY11" fmla="*/ 35075 h 1591646"/>
                  <a:gd name="connsiteX0" fmla="*/ 0 w 597118"/>
                  <a:gd name="connsiteY0" fmla="*/ 35075 h 1591646"/>
                  <a:gd name="connsiteX1" fmla="*/ 257969 w 597118"/>
                  <a:gd name="connsiteY1" fmla="*/ 24755 h 1591646"/>
                  <a:gd name="connsiteX2" fmla="*/ 430213 w 597118"/>
                  <a:gd name="connsiteY2" fmla="*/ 213669 h 1591646"/>
                  <a:gd name="connsiteX3" fmla="*/ 580232 w 597118"/>
                  <a:gd name="connsiteY3" fmla="*/ 758975 h 1591646"/>
                  <a:gd name="connsiteX4" fmla="*/ 577850 w 597118"/>
                  <a:gd name="connsiteY4" fmla="*/ 1228082 h 1591646"/>
                  <a:gd name="connsiteX5" fmla="*/ 439738 w 597118"/>
                  <a:gd name="connsiteY5" fmla="*/ 1556693 h 1591646"/>
                  <a:gd name="connsiteX6" fmla="*/ 258763 w 597118"/>
                  <a:gd name="connsiteY6" fmla="*/ 1580506 h 1591646"/>
                  <a:gd name="connsiteX7" fmla="*/ 344487 w 597118"/>
                  <a:gd name="connsiteY7" fmla="*/ 1440012 h 1591646"/>
                  <a:gd name="connsiteX8" fmla="*/ 392113 w 597118"/>
                  <a:gd name="connsiteY8" fmla="*/ 1209031 h 1591646"/>
                  <a:gd name="connsiteX9" fmla="*/ 415925 w 597118"/>
                  <a:gd name="connsiteY9" fmla="*/ 818506 h 1591646"/>
                  <a:gd name="connsiteX10" fmla="*/ 311150 w 597118"/>
                  <a:gd name="connsiteY10" fmla="*/ 347018 h 1591646"/>
                  <a:gd name="connsiteX11" fmla="*/ 0 w 597118"/>
                  <a:gd name="connsiteY11" fmla="*/ 35075 h 1591646"/>
                  <a:gd name="connsiteX0" fmla="*/ 0 w 598393"/>
                  <a:gd name="connsiteY0" fmla="*/ 35075 h 1604645"/>
                  <a:gd name="connsiteX1" fmla="*/ 257969 w 598393"/>
                  <a:gd name="connsiteY1" fmla="*/ 24755 h 1604645"/>
                  <a:gd name="connsiteX2" fmla="*/ 430213 w 598393"/>
                  <a:gd name="connsiteY2" fmla="*/ 213669 h 1604645"/>
                  <a:gd name="connsiteX3" fmla="*/ 580232 w 598393"/>
                  <a:gd name="connsiteY3" fmla="*/ 758975 h 1604645"/>
                  <a:gd name="connsiteX4" fmla="*/ 580231 w 598393"/>
                  <a:gd name="connsiteY4" fmla="*/ 1132832 h 1604645"/>
                  <a:gd name="connsiteX5" fmla="*/ 439738 w 598393"/>
                  <a:gd name="connsiteY5" fmla="*/ 1556693 h 1604645"/>
                  <a:gd name="connsiteX6" fmla="*/ 258763 w 598393"/>
                  <a:gd name="connsiteY6" fmla="*/ 1580506 h 1604645"/>
                  <a:gd name="connsiteX7" fmla="*/ 344487 w 598393"/>
                  <a:gd name="connsiteY7" fmla="*/ 1440012 h 1604645"/>
                  <a:gd name="connsiteX8" fmla="*/ 392113 w 598393"/>
                  <a:gd name="connsiteY8" fmla="*/ 1209031 h 1604645"/>
                  <a:gd name="connsiteX9" fmla="*/ 415925 w 598393"/>
                  <a:gd name="connsiteY9" fmla="*/ 818506 h 1604645"/>
                  <a:gd name="connsiteX10" fmla="*/ 311150 w 598393"/>
                  <a:gd name="connsiteY10" fmla="*/ 347018 h 1604645"/>
                  <a:gd name="connsiteX11" fmla="*/ 0 w 598393"/>
                  <a:gd name="connsiteY11" fmla="*/ 35075 h 1604645"/>
                  <a:gd name="connsiteX0" fmla="*/ 0 w 593000"/>
                  <a:gd name="connsiteY0" fmla="*/ 35075 h 1604645"/>
                  <a:gd name="connsiteX1" fmla="*/ 257969 w 593000"/>
                  <a:gd name="connsiteY1" fmla="*/ 24755 h 1604645"/>
                  <a:gd name="connsiteX2" fmla="*/ 430213 w 593000"/>
                  <a:gd name="connsiteY2" fmla="*/ 213669 h 1604645"/>
                  <a:gd name="connsiteX3" fmla="*/ 580232 w 593000"/>
                  <a:gd name="connsiteY3" fmla="*/ 758975 h 1604645"/>
                  <a:gd name="connsiteX4" fmla="*/ 580231 w 593000"/>
                  <a:gd name="connsiteY4" fmla="*/ 1132832 h 1604645"/>
                  <a:gd name="connsiteX5" fmla="*/ 439738 w 593000"/>
                  <a:gd name="connsiteY5" fmla="*/ 1556693 h 1604645"/>
                  <a:gd name="connsiteX6" fmla="*/ 258763 w 593000"/>
                  <a:gd name="connsiteY6" fmla="*/ 1580506 h 1604645"/>
                  <a:gd name="connsiteX7" fmla="*/ 344487 w 593000"/>
                  <a:gd name="connsiteY7" fmla="*/ 1440012 h 1604645"/>
                  <a:gd name="connsiteX8" fmla="*/ 392113 w 593000"/>
                  <a:gd name="connsiteY8" fmla="*/ 1209031 h 1604645"/>
                  <a:gd name="connsiteX9" fmla="*/ 415925 w 593000"/>
                  <a:gd name="connsiteY9" fmla="*/ 818506 h 1604645"/>
                  <a:gd name="connsiteX10" fmla="*/ 311150 w 593000"/>
                  <a:gd name="connsiteY10" fmla="*/ 347018 h 1604645"/>
                  <a:gd name="connsiteX11" fmla="*/ 0 w 593000"/>
                  <a:gd name="connsiteY11" fmla="*/ 35075 h 1604645"/>
                  <a:gd name="connsiteX0" fmla="*/ 0 w 585327"/>
                  <a:gd name="connsiteY0" fmla="*/ 35075 h 1598513"/>
                  <a:gd name="connsiteX1" fmla="*/ 257969 w 585327"/>
                  <a:gd name="connsiteY1" fmla="*/ 24755 h 1598513"/>
                  <a:gd name="connsiteX2" fmla="*/ 430213 w 585327"/>
                  <a:gd name="connsiteY2" fmla="*/ 213669 h 1598513"/>
                  <a:gd name="connsiteX3" fmla="*/ 580232 w 585327"/>
                  <a:gd name="connsiteY3" fmla="*/ 758975 h 1598513"/>
                  <a:gd name="connsiteX4" fmla="*/ 549275 w 585327"/>
                  <a:gd name="connsiteY4" fmla="*/ 1232845 h 1598513"/>
                  <a:gd name="connsiteX5" fmla="*/ 439738 w 585327"/>
                  <a:gd name="connsiteY5" fmla="*/ 1556693 h 1598513"/>
                  <a:gd name="connsiteX6" fmla="*/ 258763 w 585327"/>
                  <a:gd name="connsiteY6" fmla="*/ 1580506 h 1598513"/>
                  <a:gd name="connsiteX7" fmla="*/ 344487 w 585327"/>
                  <a:gd name="connsiteY7" fmla="*/ 1440012 h 1598513"/>
                  <a:gd name="connsiteX8" fmla="*/ 392113 w 585327"/>
                  <a:gd name="connsiteY8" fmla="*/ 1209031 h 1598513"/>
                  <a:gd name="connsiteX9" fmla="*/ 415925 w 585327"/>
                  <a:gd name="connsiteY9" fmla="*/ 818506 h 1598513"/>
                  <a:gd name="connsiteX10" fmla="*/ 311150 w 585327"/>
                  <a:gd name="connsiteY10" fmla="*/ 347018 h 1598513"/>
                  <a:gd name="connsiteX11" fmla="*/ 0 w 585327"/>
                  <a:gd name="connsiteY11" fmla="*/ 35075 h 1598513"/>
                  <a:gd name="connsiteX0" fmla="*/ 0 w 585739"/>
                  <a:gd name="connsiteY0" fmla="*/ 35075 h 1598513"/>
                  <a:gd name="connsiteX1" fmla="*/ 257969 w 585739"/>
                  <a:gd name="connsiteY1" fmla="*/ 24755 h 1598513"/>
                  <a:gd name="connsiteX2" fmla="*/ 430213 w 585739"/>
                  <a:gd name="connsiteY2" fmla="*/ 213669 h 1598513"/>
                  <a:gd name="connsiteX3" fmla="*/ 580232 w 585739"/>
                  <a:gd name="connsiteY3" fmla="*/ 758975 h 1598513"/>
                  <a:gd name="connsiteX4" fmla="*/ 549275 w 585739"/>
                  <a:gd name="connsiteY4" fmla="*/ 1232845 h 1598513"/>
                  <a:gd name="connsiteX5" fmla="*/ 439738 w 585739"/>
                  <a:gd name="connsiteY5" fmla="*/ 1556693 h 1598513"/>
                  <a:gd name="connsiteX6" fmla="*/ 258763 w 585739"/>
                  <a:gd name="connsiteY6" fmla="*/ 1580506 h 1598513"/>
                  <a:gd name="connsiteX7" fmla="*/ 344487 w 585739"/>
                  <a:gd name="connsiteY7" fmla="*/ 1440012 h 1598513"/>
                  <a:gd name="connsiteX8" fmla="*/ 392113 w 585739"/>
                  <a:gd name="connsiteY8" fmla="*/ 1209031 h 1598513"/>
                  <a:gd name="connsiteX9" fmla="*/ 415925 w 585739"/>
                  <a:gd name="connsiteY9" fmla="*/ 818506 h 1598513"/>
                  <a:gd name="connsiteX10" fmla="*/ 311150 w 585739"/>
                  <a:gd name="connsiteY10" fmla="*/ 347018 h 1598513"/>
                  <a:gd name="connsiteX11" fmla="*/ 0 w 585739"/>
                  <a:gd name="connsiteY11" fmla="*/ 35075 h 1598513"/>
                  <a:gd name="connsiteX0" fmla="*/ 0 w 586761"/>
                  <a:gd name="connsiteY0" fmla="*/ 35075 h 1598513"/>
                  <a:gd name="connsiteX1" fmla="*/ 257969 w 586761"/>
                  <a:gd name="connsiteY1" fmla="*/ 24755 h 1598513"/>
                  <a:gd name="connsiteX2" fmla="*/ 430213 w 586761"/>
                  <a:gd name="connsiteY2" fmla="*/ 213669 h 1598513"/>
                  <a:gd name="connsiteX3" fmla="*/ 580232 w 586761"/>
                  <a:gd name="connsiteY3" fmla="*/ 758975 h 1598513"/>
                  <a:gd name="connsiteX4" fmla="*/ 549275 w 586761"/>
                  <a:gd name="connsiteY4" fmla="*/ 1232845 h 1598513"/>
                  <a:gd name="connsiteX5" fmla="*/ 439738 w 586761"/>
                  <a:gd name="connsiteY5" fmla="*/ 1556693 h 1598513"/>
                  <a:gd name="connsiteX6" fmla="*/ 258763 w 586761"/>
                  <a:gd name="connsiteY6" fmla="*/ 1580506 h 1598513"/>
                  <a:gd name="connsiteX7" fmla="*/ 344487 w 586761"/>
                  <a:gd name="connsiteY7" fmla="*/ 1440012 h 1598513"/>
                  <a:gd name="connsiteX8" fmla="*/ 392113 w 586761"/>
                  <a:gd name="connsiteY8" fmla="*/ 1209031 h 1598513"/>
                  <a:gd name="connsiteX9" fmla="*/ 415925 w 586761"/>
                  <a:gd name="connsiteY9" fmla="*/ 818506 h 1598513"/>
                  <a:gd name="connsiteX10" fmla="*/ 311150 w 586761"/>
                  <a:gd name="connsiteY10" fmla="*/ 347018 h 1598513"/>
                  <a:gd name="connsiteX11" fmla="*/ 0 w 586761"/>
                  <a:gd name="connsiteY11" fmla="*/ 35075 h 1598513"/>
                  <a:gd name="connsiteX0" fmla="*/ 0 w 583009"/>
                  <a:gd name="connsiteY0" fmla="*/ 35075 h 1598513"/>
                  <a:gd name="connsiteX1" fmla="*/ 257969 w 583009"/>
                  <a:gd name="connsiteY1" fmla="*/ 24755 h 1598513"/>
                  <a:gd name="connsiteX2" fmla="*/ 430213 w 583009"/>
                  <a:gd name="connsiteY2" fmla="*/ 213669 h 1598513"/>
                  <a:gd name="connsiteX3" fmla="*/ 580232 w 583009"/>
                  <a:gd name="connsiteY3" fmla="*/ 758975 h 1598513"/>
                  <a:gd name="connsiteX4" fmla="*/ 549275 w 583009"/>
                  <a:gd name="connsiteY4" fmla="*/ 1232845 h 1598513"/>
                  <a:gd name="connsiteX5" fmla="*/ 439738 w 583009"/>
                  <a:gd name="connsiteY5" fmla="*/ 1556693 h 1598513"/>
                  <a:gd name="connsiteX6" fmla="*/ 258763 w 583009"/>
                  <a:gd name="connsiteY6" fmla="*/ 1580506 h 1598513"/>
                  <a:gd name="connsiteX7" fmla="*/ 344487 w 583009"/>
                  <a:gd name="connsiteY7" fmla="*/ 1440012 h 1598513"/>
                  <a:gd name="connsiteX8" fmla="*/ 392113 w 583009"/>
                  <a:gd name="connsiteY8" fmla="*/ 1209031 h 1598513"/>
                  <a:gd name="connsiteX9" fmla="*/ 415925 w 583009"/>
                  <a:gd name="connsiteY9" fmla="*/ 818506 h 1598513"/>
                  <a:gd name="connsiteX10" fmla="*/ 311150 w 583009"/>
                  <a:gd name="connsiteY10" fmla="*/ 347018 h 1598513"/>
                  <a:gd name="connsiteX11" fmla="*/ 0 w 583009"/>
                  <a:gd name="connsiteY11" fmla="*/ 35075 h 1598513"/>
                  <a:gd name="connsiteX0" fmla="*/ 0 w 583009"/>
                  <a:gd name="connsiteY0" fmla="*/ 35075 h 1598513"/>
                  <a:gd name="connsiteX1" fmla="*/ 257969 w 583009"/>
                  <a:gd name="connsiteY1" fmla="*/ 24755 h 1598513"/>
                  <a:gd name="connsiteX2" fmla="*/ 430213 w 583009"/>
                  <a:gd name="connsiteY2" fmla="*/ 213669 h 1598513"/>
                  <a:gd name="connsiteX3" fmla="*/ 580232 w 583009"/>
                  <a:gd name="connsiteY3" fmla="*/ 758975 h 1598513"/>
                  <a:gd name="connsiteX4" fmla="*/ 549275 w 583009"/>
                  <a:gd name="connsiteY4" fmla="*/ 1232845 h 1598513"/>
                  <a:gd name="connsiteX5" fmla="*/ 439738 w 583009"/>
                  <a:gd name="connsiteY5" fmla="*/ 1556693 h 1598513"/>
                  <a:gd name="connsiteX6" fmla="*/ 258763 w 583009"/>
                  <a:gd name="connsiteY6" fmla="*/ 1580506 h 1598513"/>
                  <a:gd name="connsiteX7" fmla="*/ 344487 w 583009"/>
                  <a:gd name="connsiteY7" fmla="*/ 1440012 h 1598513"/>
                  <a:gd name="connsiteX8" fmla="*/ 392113 w 583009"/>
                  <a:gd name="connsiteY8" fmla="*/ 1209031 h 1598513"/>
                  <a:gd name="connsiteX9" fmla="*/ 415925 w 583009"/>
                  <a:gd name="connsiteY9" fmla="*/ 818506 h 1598513"/>
                  <a:gd name="connsiteX10" fmla="*/ 311150 w 583009"/>
                  <a:gd name="connsiteY10" fmla="*/ 347018 h 1598513"/>
                  <a:gd name="connsiteX11" fmla="*/ 0 w 583009"/>
                  <a:gd name="connsiteY11" fmla="*/ 35075 h 1598513"/>
                  <a:gd name="connsiteX0" fmla="*/ 0 w 583009"/>
                  <a:gd name="connsiteY0" fmla="*/ 55465 h 1618903"/>
                  <a:gd name="connsiteX1" fmla="*/ 257969 w 583009"/>
                  <a:gd name="connsiteY1" fmla="*/ 45145 h 1618903"/>
                  <a:gd name="connsiteX2" fmla="*/ 430213 w 583009"/>
                  <a:gd name="connsiteY2" fmla="*/ 234059 h 1618903"/>
                  <a:gd name="connsiteX3" fmla="*/ 580232 w 583009"/>
                  <a:gd name="connsiteY3" fmla="*/ 779365 h 1618903"/>
                  <a:gd name="connsiteX4" fmla="*/ 549275 w 583009"/>
                  <a:gd name="connsiteY4" fmla="*/ 1253235 h 1618903"/>
                  <a:gd name="connsiteX5" fmla="*/ 439738 w 583009"/>
                  <a:gd name="connsiteY5" fmla="*/ 1577083 h 1618903"/>
                  <a:gd name="connsiteX6" fmla="*/ 258763 w 583009"/>
                  <a:gd name="connsiteY6" fmla="*/ 1600896 h 1618903"/>
                  <a:gd name="connsiteX7" fmla="*/ 344487 w 583009"/>
                  <a:gd name="connsiteY7" fmla="*/ 1460402 h 1618903"/>
                  <a:gd name="connsiteX8" fmla="*/ 392113 w 583009"/>
                  <a:gd name="connsiteY8" fmla="*/ 1229421 h 1618903"/>
                  <a:gd name="connsiteX9" fmla="*/ 415925 w 583009"/>
                  <a:gd name="connsiteY9" fmla="*/ 838896 h 1618903"/>
                  <a:gd name="connsiteX10" fmla="*/ 311150 w 583009"/>
                  <a:gd name="connsiteY10" fmla="*/ 367408 h 1618903"/>
                  <a:gd name="connsiteX11" fmla="*/ 0 w 583009"/>
                  <a:gd name="connsiteY11" fmla="*/ 55465 h 1618903"/>
                  <a:gd name="connsiteX0" fmla="*/ 0 w 583009"/>
                  <a:gd name="connsiteY0" fmla="*/ 49425 h 1612863"/>
                  <a:gd name="connsiteX1" fmla="*/ 257969 w 583009"/>
                  <a:gd name="connsiteY1" fmla="*/ 39105 h 1612863"/>
                  <a:gd name="connsiteX2" fmla="*/ 430213 w 583009"/>
                  <a:gd name="connsiteY2" fmla="*/ 228019 h 1612863"/>
                  <a:gd name="connsiteX3" fmla="*/ 580232 w 583009"/>
                  <a:gd name="connsiteY3" fmla="*/ 773325 h 1612863"/>
                  <a:gd name="connsiteX4" fmla="*/ 549275 w 583009"/>
                  <a:gd name="connsiteY4" fmla="*/ 1247195 h 1612863"/>
                  <a:gd name="connsiteX5" fmla="*/ 439738 w 583009"/>
                  <a:gd name="connsiteY5" fmla="*/ 1571043 h 1612863"/>
                  <a:gd name="connsiteX6" fmla="*/ 258763 w 583009"/>
                  <a:gd name="connsiteY6" fmla="*/ 1594856 h 1612863"/>
                  <a:gd name="connsiteX7" fmla="*/ 344487 w 583009"/>
                  <a:gd name="connsiteY7" fmla="*/ 1454362 h 1612863"/>
                  <a:gd name="connsiteX8" fmla="*/ 392113 w 583009"/>
                  <a:gd name="connsiteY8" fmla="*/ 1223381 h 1612863"/>
                  <a:gd name="connsiteX9" fmla="*/ 415925 w 583009"/>
                  <a:gd name="connsiteY9" fmla="*/ 832856 h 1612863"/>
                  <a:gd name="connsiteX10" fmla="*/ 311150 w 583009"/>
                  <a:gd name="connsiteY10" fmla="*/ 361368 h 1612863"/>
                  <a:gd name="connsiteX11" fmla="*/ 0 w 583009"/>
                  <a:gd name="connsiteY11" fmla="*/ 49425 h 1612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83009" h="1612863">
                    <a:moveTo>
                      <a:pt x="0" y="49425"/>
                    </a:moveTo>
                    <a:cubicBezTo>
                      <a:pt x="130174" y="-36300"/>
                      <a:pt x="186267" y="9339"/>
                      <a:pt x="257969" y="39105"/>
                    </a:cubicBezTo>
                    <a:cubicBezTo>
                      <a:pt x="329671" y="68871"/>
                      <a:pt x="376503" y="105649"/>
                      <a:pt x="430213" y="228019"/>
                    </a:cubicBezTo>
                    <a:cubicBezTo>
                      <a:pt x="483924" y="350389"/>
                      <a:pt x="569913" y="596318"/>
                      <a:pt x="580232" y="773325"/>
                    </a:cubicBezTo>
                    <a:cubicBezTo>
                      <a:pt x="590551" y="950332"/>
                      <a:pt x="570309" y="1126148"/>
                      <a:pt x="549275" y="1247195"/>
                    </a:cubicBezTo>
                    <a:cubicBezTo>
                      <a:pt x="528241" y="1368242"/>
                      <a:pt x="488157" y="1513100"/>
                      <a:pt x="439738" y="1571043"/>
                    </a:cubicBezTo>
                    <a:cubicBezTo>
                      <a:pt x="391319" y="1628987"/>
                      <a:pt x="304006" y="1616287"/>
                      <a:pt x="258763" y="1594856"/>
                    </a:cubicBezTo>
                    <a:cubicBezTo>
                      <a:pt x="296863" y="1549613"/>
                      <a:pt x="322262" y="1516275"/>
                      <a:pt x="344487" y="1454362"/>
                    </a:cubicBezTo>
                    <a:cubicBezTo>
                      <a:pt x="366712" y="1392449"/>
                      <a:pt x="380207" y="1326965"/>
                      <a:pt x="392113" y="1223381"/>
                    </a:cubicBezTo>
                    <a:cubicBezTo>
                      <a:pt x="404019" y="1119797"/>
                      <a:pt x="429419" y="976525"/>
                      <a:pt x="415925" y="832856"/>
                    </a:cubicBezTo>
                    <a:cubicBezTo>
                      <a:pt x="402431" y="689187"/>
                      <a:pt x="349515" y="482415"/>
                      <a:pt x="311150" y="361368"/>
                    </a:cubicBezTo>
                    <a:cubicBezTo>
                      <a:pt x="272785" y="240321"/>
                      <a:pt x="236537" y="109751"/>
                      <a:pt x="0" y="49425"/>
                    </a:cubicBezTo>
                    <a:close/>
                  </a:path>
                </a:pathLst>
              </a:custGeom>
              <a:solidFill>
                <a:srgbClr val="E6BB7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1" name="任意多边形 130"/>
              <p:cNvSpPr/>
              <p:nvPr/>
            </p:nvSpPr>
            <p:spPr>
              <a:xfrm>
                <a:off x="7131898" y="2094047"/>
                <a:ext cx="583009" cy="1612863"/>
              </a:xfrm>
              <a:custGeom>
                <a:avLst/>
                <a:gdLst>
                  <a:gd name="connsiteX0" fmla="*/ 2192 w 582624"/>
                  <a:gd name="connsiteY0" fmla="*/ 36522 h 1656991"/>
                  <a:gd name="connsiteX1" fmla="*/ 159354 w 582624"/>
                  <a:gd name="connsiteY1" fmla="*/ 31759 h 1656991"/>
                  <a:gd name="connsiteX2" fmla="*/ 402242 w 582624"/>
                  <a:gd name="connsiteY2" fmla="*/ 236547 h 1656991"/>
                  <a:gd name="connsiteX3" fmla="*/ 578454 w 582624"/>
                  <a:gd name="connsiteY3" fmla="*/ 784234 h 1656991"/>
                  <a:gd name="connsiteX4" fmla="*/ 511779 w 582624"/>
                  <a:gd name="connsiteY4" fmla="*/ 1484322 h 1656991"/>
                  <a:gd name="connsiteX5" fmla="*/ 340329 w 582624"/>
                  <a:gd name="connsiteY5" fmla="*/ 1651009 h 1656991"/>
                  <a:gd name="connsiteX6" fmla="*/ 221267 w 582624"/>
                  <a:gd name="connsiteY6" fmla="*/ 1608147 h 1656991"/>
                  <a:gd name="connsiteX7" fmla="*/ 283179 w 582624"/>
                  <a:gd name="connsiteY7" fmla="*/ 1493847 h 1656991"/>
                  <a:gd name="connsiteX8" fmla="*/ 354617 w 582624"/>
                  <a:gd name="connsiteY8" fmla="*/ 1236672 h 1656991"/>
                  <a:gd name="connsiteX9" fmla="*/ 378429 w 582624"/>
                  <a:gd name="connsiteY9" fmla="*/ 846147 h 1656991"/>
                  <a:gd name="connsiteX10" fmla="*/ 273654 w 582624"/>
                  <a:gd name="connsiteY10" fmla="*/ 374659 h 1656991"/>
                  <a:gd name="connsiteX11" fmla="*/ 2192 w 582624"/>
                  <a:gd name="connsiteY11" fmla="*/ 36522 h 1656991"/>
                  <a:gd name="connsiteX0" fmla="*/ 2192 w 582624"/>
                  <a:gd name="connsiteY0" fmla="*/ 36522 h 1656991"/>
                  <a:gd name="connsiteX1" fmla="*/ 159354 w 582624"/>
                  <a:gd name="connsiteY1" fmla="*/ 31759 h 1656991"/>
                  <a:gd name="connsiteX2" fmla="*/ 402242 w 582624"/>
                  <a:gd name="connsiteY2" fmla="*/ 236547 h 1656991"/>
                  <a:gd name="connsiteX3" fmla="*/ 578454 w 582624"/>
                  <a:gd name="connsiteY3" fmla="*/ 784234 h 1656991"/>
                  <a:gd name="connsiteX4" fmla="*/ 511779 w 582624"/>
                  <a:gd name="connsiteY4" fmla="*/ 1484322 h 1656991"/>
                  <a:gd name="connsiteX5" fmla="*/ 340329 w 582624"/>
                  <a:gd name="connsiteY5" fmla="*/ 1651009 h 1656991"/>
                  <a:gd name="connsiteX6" fmla="*/ 221267 w 582624"/>
                  <a:gd name="connsiteY6" fmla="*/ 1608147 h 1656991"/>
                  <a:gd name="connsiteX7" fmla="*/ 283179 w 582624"/>
                  <a:gd name="connsiteY7" fmla="*/ 1493847 h 1656991"/>
                  <a:gd name="connsiteX8" fmla="*/ 354617 w 582624"/>
                  <a:gd name="connsiteY8" fmla="*/ 1236672 h 1656991"/>
                  <a:gd name="connsiteX9" fmla="*/ 378429 w 582624"/>
                  <a:gd name="connsiteY9" fmla="*/ 846147 h 1656991"/>
                  <a:gd name="connsiteX10" fmla="*/ 273654 w 582624"/>
                  <a:gd name="connsiteY10" fmla="*/ 374659 h 1656991"/>
                  <a:gd name="connsiteX11" fmla="*/ 2192 w 582624"/>
                  <a:gd name="connsiteY11" fmla="*/ 36522 h 1656991"/>
                  <a:gd name="connsiteX0" fmla="*/ 0 w 580432"/>
                  <a:gd name="connsiteY0" fmla="*/ 20487 h 1640956"/>
                  <a:gd name="connsiteX1" fmla="*/ 157162 w 580432"/>
                  <a:gd name="connsiteY1" fmla="*/ 15724 h 1640956"/>
                  <a:gd name="connsiteX2" fmla="*/ 400050 w 580432"/>
                  <a:gd name="connsiteY2" fmla="*/ 220512 h 1640956"/>
                  <a:gd name="connsiteX3" fmla="*/ 576262 w 580432"/>
                  <a:gd name="connsiteY3" fmla="*/ 768199 h 1640956"/>
                  <a:gd name="connsiteX4" fmla="*/ 509587 w 580432"/>
                  <a:gd name="connsiteY4" fmla="*/ 1468287 h 1640956"/>
                  <a:gd name="connsiteX5" fmla="*/ 338137 w 580432"/>
                  <a:gd name="connsiteY5" fmla="*/ 1634974 h 1640956"/>
                  <a:gd name="connsiteX6" fmla="*/ 219075 w 580432"/>
                  <a:gd name="connsiteY6" fmla="*/ 1592112 h 1640956"/>
                  <a:gd name="connsiteX7" fmla="*/ 280987 w 580432"/>
                  <a:gd name="connsiteY7" fmla="*/ 1477812 h 1640956"/>
                  <a:gd name="connsiteX8" fmla="*/ 352425 w 580432"/>
                  <a:gd name="connsiteY8" fmla="*/ 1220637 h 1640956"/>
                  <a:gd name="connsiteX9" fmla="*/ 376237 w 580432"/>
                  <a:gd name="connsiteY9" fmla="*/ 830112 h 1640956"/>
                  <a:gd name="connsiteX10" fmla="*/ 271462 w 580432"/>
                  <a:gd name="connsiteY10" fmla="*/ 358624 h 1640956"/>
                  <a:gd name="connsiteX11" fmla="*/ 0 w 580432"/>
                  <a:gd name="connsiteY11" fmla="*/ 20487 h 1640956"/>
                  <a:gd name="connsiteX0" fmla="*/ 0 w 580432"/>
                  <a:gd name="connsiteY0" fmla="*/ 5954 h 1626423"/>
                  <a:gd name="connsiteX1" fmla="*/ 157162 w 580432"/>
                  <a:gd name="connsiteY1" fmla="*/ 1191 h 1626423"/>
                  <a:gd name="connsiteX2" fmla="*/ 400050 w 580432"/>
                  <a:gd name="connsiteY2" fmla="*/ 205979 h 1626423"/>
                  <a:gd name="connsiteX3" fmla="*/ 576262 w 580432"/>
                  <a:gd name="connsiteY3" fmla="*/ 753666 h 1626423"/>
                  <a:gd name="connsiteX4" fmla="*/ 509587 w 580432"/>
                  <a:gd name="connsiteY4" fmla="*/ 1453754 h 1626423"/>
                  <a:gd name="connsiteX5" fmla="*/ 338137 w 580432"/>
                  <a:gd name="connsiteY5" fmla="*/ 1620441 h 1626423"/>
                  <a:gd name="connsiteX6" fmla="*/ 219075 w 580432"/>
                  <a:gd name="connsiteY6" fmla="*/ 1577579 h 1626423"/>
                  <a:gd name="connsiteX7" fmla="*/ 280987 w 580432"/>
                  <a:gd name="connsiteY7" fmla="*/ 1463279 h 1626423"/>
                  <a:gd name="connsiteX8" fmla="*/ 352425 w 580432"/>
                  <a:gd name="connsiteY8" fmla="*/ 1206104 h 1626423"/>
                  <a:gd name="connsiteX9" fmla="*/ 376237 w 580432"/>
                  <a:gd name="connsiteY9" fmla="*/ 815579 h 1626423"/>
                  <a:gd name="connsiteX10" fmla="*/ 271462 w 580432"/>
                  <a:gd name="connsiteY10" fmla="*/ 344091 h 1626423"/>
                  <a:gd name="connsiteX11" fmla="*/ 0 w 580432"/>
                  <a:gd name="connsiteY11" fmla="*/ 5954 h 1626423"/>
                  <a:gd name="connsiteX0" fmla="*/ 0 w 580432"/>
                  <a:gd name="connsiteY0" fmla="*/ 5954 h 1626423"/>
                  <a:gd name="connsiteX1" fmla="*/ 157162 w 580432"/>
                  <a:gd name="connsiteY1" fmla="*/ 1191 h 1626423"/>
                  <a:gd name="connsiteX2" fmla="*/ 400050 w 580432"/>
                  <a:gd name="connsiteY2" fmla="*/ 205979 h 1626423"/>
                  <a:gd name="connsiteX3" fmla="*/ 576262 w 580432"/>
                  <a:gd name="connsiteY3" fmla="*/ 753666 h 1626423"/>
                  <a:gd name="connsiteX4" fmla="*/ 509587 w 580432"/>
                  <a:gd name="connsiteY4" fmla="*/ 1453754 h 1626423"/>
                  <a:gd name="connsiteX5" fmla="*/ 338137 w 580432"/>
                  <a:gd name="connsiteY5" fmla="*/ 1620441 h 1626423"/>
                  <a:gd name="connsiteX6" fmla="*/ 219075 w 580432"/>
                  <a:gd name="connsiteY6" fmla="*/ 1577579 h 1626423"/>
                  <a:gd name="connsiteX7" fmla="*/ 280987 w 580432"/>
                  <a:gd name="connsiteY7" fmla="*/ 1463279 h 1626423"/>
                  <a:gd name="connsiteX8" fmla="*/ 352425 w 580432"/>
                  <a:gd name="connsiteY8" fmla="*/ 1206104 h 1626423"/>
                  <a:gd name="connsiteX9" fmla="*/ 376237 w 580432"/>
                  <a:gd name="connsiteY9" fmla="*/ 815579 h 1626423"/>
                  <a:gd name="connsiteX10" fmla="*/ 271462 w 580432"/>
                  <a:gd name="connsiteY10" fmla="*/ 344091 h 1626423"/>
                  <a:gd name="connsiteX11" fmla="*/ 0 w 580432"/>
                  <a:gd name="connsiteY11" fmla="*/ 5954 h 1626423"/>
                  <a:gd name="connsiteX0" fmla="*/ 0 w 580432"/>
                  <a:gd name="connsiteY0" fmla="*/ 5954 h 1626423"/>
                  <a:gd name="connsiteX1" fmla="*/ 157162 w 580432"/>
                  <a:gd name="connsiteY1" fmla="*/ 1191 h 1626423"/>
                  <a:gd name="connsiteX2" fmla="*/ 400050 w 580432"/>
                  <a:gd name="connsiteY2" fmla="*/ 205979 h 1626423"/>
                  <a:gd name="connsiteX3" fmla="*/ 576262 w 580432"/>
                  <a:gd name="connsiteY3" fmla="*/ 753666 h 1626423"/>
                  <a:gd name="connsiteX4" fmla="*/ 509587 w 580432"/>
                  <a:gd name="connsiteY4" fmla="*/ 1453754 h 1626423"/>
                  <a:gd name="connsiteX5" fmla="*/ 338137 w 580432"/>
                  <a:gd name="connsiteY5" fmla="*/ 1620441 h 1626423"/>
                  <a:gd name="connsiteX6" fmla="*/ 219075 w 580432"/>
                  <a:gd name="connsiteY6" fmla="*/ 1577579 h 1626423"/>
                  <a:gd name="connsiteX7" fmla="*/ 280987 w 580432"/>
                  <a:gd name="connsiteY7" fmla="*/ 1463279 h 1626423"/>
                  <a:gd name="connsiteX8" fmla="*/ 352425 w 580432"/>
                  <a:gd name="connsiteY8" fmla="*/ 1206104 h 1626423"/>
                  <a:gd name="connsiteX9" fmla="*/ 376237 w 580432"/>
                  <a:gd name="connsiteY9" fmla="*/ 815579 h 1626423"/>
                  <a:gd name="connsiteX10" fmla="*/ 271462 w 580432"/>
                  <a:gd name="connsiteY10" fmla="*/ 344091 h 1626423"/>
                  <a:gd name="connsiteX11" fmla="*/ 0 w 580432"/>
                  <a:gd name="connsiteY11" fmla="*/ 5954 h 1626423"/>
                  <a:gd name="connsiteX0" fmla="*/ 0 w 580923"/>
                  <a:gd name="connsiteY0" fmla="*/ 5954 h 1626423"/>
                  <a:gd name="connsiteX1" fmla="*/ 157162 w 580923"/>
                  <a:gd name="connsiteY1" fmla="*/ 1191 h 1626423"/>
                  <a:gd name="connsiteX2" fmla="*/ 400050 w 580923"/>
                  <a:gd name="connsiteY2" fmla="*/ 205979 h 1626423"/>
                  <a:gd name="connsiteX3" fmla="*/ 576262 w 580923"/>
                  <a:gd name="connsiteY3" fmla="*/ 753666 h 1626423"/>
                  <a:gd name="connsiteX4" fmla="*/ 509587 w 580923"/>
                  <a:gd name="connsiteY4" fmla="*/ 1453754 h 1626423"/>
                  <a:gd name="connsiteX5" fmla="*/ 338137 w 580923"/>
                  <a:gd name="connsiteY5" fmla="*/ 1620441 h 1626423"/>
                  <a:gd name="connsiteX6" fmla="*/ 219075 w 580923"/>
                  <a:gd name="connsiteY6" fmla="*/ 1577579 h 1626423"/>
                  <a:gd name="connsiteX7" fmla="*/ 280987 w 580923"/>
                  <a:gd name="connsiteY7" fmla="*/ 1463279 h 1626423"/>
                  <a:gd name="connsiteX8" fmla="*/ 352425 w 580923"/>
                  <a:gd name="connsiteY8" fmla="*/ 1206104 h 1626423"/>
                  <a:gd name="connsiteX9" fmla="*/ 376237 w 580923"/>
                  <a:gd name="connsiteY9" fmla="*/ 815579 h 1626423"/>
                  <a:gd name="connsiteX10" fmla="*/ 271462 w 580923"/>
                  <a:gd name="connsiteY10" fmla="*/ 344091 h 1626423"/>
                  <a:gd name="connsiteX11" fmla="*/ 0 w 580923"/>
                  <a:gd name="connsiteY11" fmla="*/ 5954 h 1626423"/>
                  <a:gd name="connsiteX0" fmla="*/ 0 w 580923"/>
                  <a:gd name="connsiteY0" fmla="*/ 5954 h 1620536"/>
                  <a:gd name="connsiteX1" fmla="*/ 157162 w 580923"/>
                  <a:gd name="connsiteY1" fmla="*/ 1191 h 1620536"/>
                  <a:gd name="connsiteX2" fmla="*/ 400050 w 580923"/>
                  <a:gd name="connsiteY2" fmla="*/ 205979 h 1620536"/>
                  <a:gd name="connsiteX3" fmla="*/ 576262 w 580923"/>
                  <a:gd name="connsiteY3" fmla="*/ 753666 h 1620536"/>
                  <a:gd name="connsiteX4" fmla="*/ 509587 w 580923"/>
                  <a:gd name="connsiteY4" fmla="*/ 1453754 h 1620536"/>
                  <a:gd name="connsiteX5" fmla="*/ 338137 w 580923"/>
                  <a:gd name="connsiteY5" fmla="*/ 1620441 h 1620536"/>
                  <a:gd name="connsiteX6" fmla="*/ 219075 w 580923"/>
                  <a:gd name="connsiteY6" fmla="*/ 1577579 h 1620536"/>
                  <a:gd name="connsiteX7" fmla="*/ 280987 w 580923"/>
                  <a:gd name="connsiteY7" fmla="*/ 1463279 h 1620536"/>
                  <a:gd name="connsiteX8" fmla="*/ 352425 w 580923"/>
                  <a:gd name="connsiteY8" fmla="*/ 1206104 h 1620536"/>
                  <a:gd name="connsiteX9" fmla="*/ 376237 w 580923"/>
                  <a:gd name="connsiteY9" fmla="*/ 815579 h 1620536"/>
                  <a:gd name="connsiteX10" fmla="*/ 271462 w 580923"/>
                  <a:gd name="connsiteY10" fmla="*/ 344091 h 1620536"/>
                  <a:gd name="connsiteX11" fmla="*/ 0 w 580923"/>
                  <a:gd name="connsiteY11" fmla="*/ 5954 h 1620536"/>
                  <a:gd name="connsiteX0" fmla="*/ 0 w 580923"/>
                  <a:gd name="connsiteY0" fmla="*/ 5954 h 1620536"/>
                  <a:gd name="connsiteX1" fmla="*/ 157162 w 580923"/>
                  <a:gd name="connsiteY1" fmla="*/ 1191 h 1620536"/>
                  <a:gd name="connsiteX2" fmla="*/ 400050 w 580923"/>
                  <a:gd name="connsiteY2" fmla="*/ 205979 h 1620536"/>
                  <a:gd name="connsiteX3" fmla="*/ 576262 w 580923"/>
                  <a:gd name="connsiteY3" fmla="*/ 753666 h 1620536"/>
                  <a:gd name="connsiteX4" fmla="*/ 509587 w 580923"/>
                  <a:gd name="connsiteY4" fmla="*/ 1453754 h 1620536"/>
                  <a:gd name="connsiteX5" fmla="*/ 338137 w 580923"/>
                  <a:gd name="connsiteY5" fmla="*/ 1620441 h 1620536"/>
                  <a:gd name="connsiteX6" fmla="*/ 219075 w 580923"/>
                  <a:gd name="connsiteY6" fmla="*/ 1577579 h 1620536"/>
                  <a:gd name="connsiteX7" fmla="*/ 280987 w 580923"/>
                  <a:gd name="connsiteY7" fmla="*/ 1463279 h 1620536"/>
                  <a:gd name="connsiteX8" fmla="*/ 352425 w 580923"/>
                  <a:gd name="connsiteY8" fmla="*/ 1206104 h 1620536"/>
                  <a:gd name="connsiteX9" fmla="*/ 376237 w 580923"/>
                  <a:gd name="connsiteY9" fmla="*/ 815579 h 1620536"/>
                  <a:gd name="connsiteX10" fmla="*/ 271462 w 580923"/>
                  <a:gd name="connsiteY10" fmla="*/ 344091 h 1620536"/>
                  <a:gd name="connsiteX11" fmla="*/ 0 w 580923"/>
                  <a:gd name="connsiteY11" fmla="*/ 5954 h 1620536"/>
                  <a:gd name="connsiteX0" fmla="*/ 0 w 580923"/>
                  <a:gd name="connsiteY0" fmla="*/ 5954 h 1620518"/>
                  <a:gd name="connsiteX1" fmla="*/ 157162 w 580923"/>
                  <a:gd name="connsiteY1" fmla="*/ 1191 h 1620518"/>
                  <a:gd name="connsiteX2" fmla="*/ 400050 w 580923"/>
                  <a:gd name="connsiteY2" fmla="*/ 205979 h 1620518"/>
                  <a:gd name="connsiteX3" fmla="*/ 576262 w 580923"/>
                  <a:gd name="connsiteY3" fmla="*/ 753666 h 1620518"/>
                  <a:gd name="connsiteX4" fmla="*/ 509587 w 580923"/>
                  <a:gd name="connsiteY4" fmla="*/ 1453754 h 1620518"/>
                  <a:gd name="connsiteX5" fmla="*/ 338137 w 580923"/>
                  <a:gd name="connsiteY5" fmla="*/ 1620441 h 1620518"/>
                  <a:gd name="connsiteX6" fmla="*/ 219075 w 580923"/>
                  <a:gd name="connsiteY6" fmla="*/ 1577579 h 1620518"/>
                  <a:gd name="connsiteX7" fmla="*/ 280987 w 580923"/>
                  <a:gd name="connsiteY7" fmla="*/ 1463279 h 1620518"/>
                  <a:gd name="connsiteX8" fmla="*/ 352425 w 580923"/>
                  <a:gd name="connsiteY8" fmla="*/ 1206104 h 1620518"/>
                  <a:gd name="connsiteX9" fmla="*/ 376237 w 580923"/>
                  <a:gd name="connsiteY9" fmla="*/ 815579 h 1620518"/>
                  <a:gd name="connsiteX10" fmla="*/ 271462 w 580923"/>
                  <a:gd name="connsiteY10" fmla="*/ 344091 h 1620518"/>
                  <a:gd name="connsiteX11" fmla="*/ 0 w 580923"/>
                  <a:gd name="connsiteY11" fmla="*/ 5954 h 1620518"/>
                  <a:gd name="connsiteX0" fmla="*/ 0 w 580407"/>
                  <a:gd name="connsiteY0" fmla="*/ 5954 h 1611042"/>
                  <a:gd name="connsiteX1" fmla="*/ 157162 w 580407"/>
                  <a:gd name="connsiteY1" fmla="*/ 1191 h 1611042"/>
                  <a:gd name="connsiteX2" fmla="*/ 400050 w 580407"/>
                  <a:gd name="connsiteY2" fmla="*/ 205979 h 1611042"/>
                  <a:gd name="connsiteX3" fmla="*/ 576262 w 580407"/>
                  <a:gd name="connsiteY3" fmla="*/ 753666 h 1611042"/>
                  <a:gd name="connsiteX4" fmla="*/ 509587 w 580407"/>
                  <a:gd name="connsiteY4" fmla="*/ 1453754 h 1611042"/>
                  <a:gd name="connsiteX5" fmla="*/ 340518 w 580407"/>
                  <a:gd name="connsiteY5" fmla="*/ 1610916 h 1611042"/>
                  <a:gd name="connsiteX6" fmla="*/ 219075 w 580407"/>
                  <a:gd name="connsiteY6" fmla="*/ 1577579 h 1611042"/>
                  <a:gd name="connsiteX7" fmla="*/ 280987 w 580407"/>
                  <a:gd name="connsiteY7" fmla="*/ 1463279 h 1611042"/>
                  <a:gd name="connsiteX8" fmla="*/ 352425 w 580407"/>
                  <a:gd name="connsiteY8" fmla="*/ 1206104 h 1611042"/>
                  <a:gd name="connsiteX9" fmla="*/ 376237 w 580407"/>
                  <a:gd name="connsiteY9" fmla="*/ 815579 h 1611042"/>
                  <a:gd name="connsiteX10" fmla="*/ 271462 w 580407"/>
                  <a:gd name="connsiteY10" fmla="*/ 344091 h 1611042"/>
                  <a:gd name="connsiteX11" fmla="*/ 0 w 580407"/>
                  <a:gd name="connsiteY11" fmla="*/ 5954 h 1611042"/>
                  <a:gd name="connsiteX0" fmla="*/ 0 w 580130"/>
                  <a:gd name="connsiteY0" fmla="*/ 5954 h 1611042"/>
                  <a:gd name="connsiteX1" fmla="*/ 157162 w 580130"/>
                  <a:gd name="connsiteY1" fmla="*/ 1191 h 1611042"/>
                  <a:gd name="connsiteX2" fmla="*/ 400050 w 580130"/>
                  <a:gd name="connsiteY2" fmla="*/ 205979 h 1611042"/>
                  <a:gd name="connsiteX3" fmla="*/ 576262 w 580130"/>
                  <a:gd name="connsiteY3" fmla="*/ 753666 h 1611042"/>
                  <a:gd name="connsiteX4" fmla="*/ 509587 w 580130"/>
                  <a:gd name="connsiteY4" fmla="*/ 1453754 h 1611042"/>
                  <a:gd name="connsiteX5" fmla="*/ 340518 w 580130"/>
                  <a:gd name="connsiteY5" fmla="*/ 1610916 h 1611042"/>
                  <a:gd name="connsiteX6" fmla="*/ 219075 w 580130"/>
                  <a:gd name="connsiteY6" fmla="*/ 1577579 h 1611042"/>
                  <a:gd name="connsiteX7" fmla="*/ 280987 w 580130"/>
                  <a:gd name="connsiteY7" fmla="*/ 1463279 h 1611042"/>
                  <a:gd name="connsiteX8" fmla="*/ 352425 w 580130"/>
                  <a:gd name="connsiteY8" fmla="*/ 1206104 h 1611042"/>
                  <a:gd name="connsiteX9" fmla="*/ 376237 w 580130"/>
                  <a:gd name="connsiteY9" fmla="*/ 815579 h 1611042"/>
                  <a:gd name="connsiteX10" fmla="*/ 271462 w 580130"/>
                  <a:gd name="connsiteY10" fmla="*/ 344091 h 1611042"/>
                  <a:gd name="connsiteX11" fmla="*/ 0 w 580130"/>
                  <a:gd name="connsiteY11" fmla="*/ 5954 h 1611042"/>
                  <a:gd name="connsiteX0" fmla="*/ 0 w 579406"/>
                  <a:gd name="connsiteY0" fmla="*/ 5954 h 1617985"/>
                  <a:gd name="connsiteX1" fmla="*/ 157162 w 579406"/>
                  <a:gd name="connsiteY1" fmla="*/ 1191 h 1617985"/>
                  <a:gd name="connsiteX2" fmla="*/ 400050 w 579406"/>
                  <a:gd name="connsiteY2" fmla="*/ 205979 h 1617985"/>
                  <a:gd name="connsiteX3" fmla="*/ 576262 w 579406"/>
                  <a:gd name="connsiteY3" fmla="*/ 753666 h 1617985"/>
                  <a:gd name="connsiteX4" fmla="*/ 502444 w 579406"/>
                  <a:gd name="connsiteY4" fmla="*/ 1446611 h 1617985"/>
                  <a:gd name="connsiteX5" fmla="*/ 340518 w 579406"/>
                  <a:gd name="connsiteY5" fmla="*/ 1610916 h 1617985"/>
                  <a:gd name="connsiteX6" fmla="*/ 219075 w 579406"/>
                  <a:gd name="connsiteY6" fmla="*/ 1577579 h 1617985"/>
                  <a:gd name="connsiteX7" fmla="*/ 280987 w 579406"/>
                  <a:gd name="connsiteY7" fmla="*/ 1463279 h 1617985"/>
                  <a:gd name="connsiteX8" fmla="*/ 352425 w 579406"/>
                  <a:gd name="connsiteY8" fmla="*/ 1206104 h 1617985"/>
                  <a:gd name="connsiteX9" fmla="*/ 376237 w 579406"/>
                  <a:gd name="connsiteY9" fmla="*/ 815579 h 1617985"/>
                  <a:gd name="connsiteX10" fmla="*/ 271462 w 579406"/>
                  <a:gd name="connsiteY10" fmla="*/ 344091 h 1617985"/>
                  <a:gd name="connsiteX11" fmla="*/ 0 w 579406"/>
                  <a:gd name="connsiteY11" fmla="*/ 5954 h 1617985"/>
                  <a:gd name="connsiteX0" fmla="*/ 0 w 579406"/>
                  <a:gd name="connsiteY0" fmla="*/ 5954 h 1610925"/>
                  <a:gd name="connsiteX1" fmla="*/ 157162 w 579406"/>
                  <a:gd name="connsiteY1" fmla="*/ 1191 h 1610925"/>
                  <a:gd name="connsiteX2" fmla="*/ 400050 w 579406"/>
                  <a:gd name="connsiteY2" fmla="*/ 205979 h 1610925"/>
                  <a:gd name="connsiteX3" fmla="*/ 576262 w 579406"/>
                  <a:gd name="connsiteY3" fmla="*/ 753666 h 1610925"/>
                  <a:gd name="connsiteX4" fmla="*/ 502444 w 579406"/>
                  <a:gd name="connsiteY4" fmla="*/ 1446611 h 1610925"/>
                  <a:gd name="connsiteX5" fmla="*/ 340518 w 579406"/>
                  <a:gd name="connsiteY5" fmla="*/ 1610916 h 1610925"/>
                  <a:gd name="connsiteX6" fmla="*/ 219075 w 579406"/>
                  <a:gd name="connsiteY6" fmla="*/ 1577579 h 1610925"/>
                  <a:gd name="connsiteX7" fmla="*/ 280987 w 579406"/>
                  <a:gd name="connsiteY7" fmla="*/ 1463279 h 1610925"/>
                  <a:gd name="connsiteX8" fmla="*/ 352425 w 579406"/>
                  <a:gd name="connsiteY8" fmla="*/ 1206104 h 1610925"/>
                  <a:gd name="connsiteX9" fmla="*/ 376237 w 579406"/>
                  <a:gd name="connsiteY9" fmla="*/ 815579 h 1610925"/>
                  <a:gd name="connsiteX10" fmla="*/ 271462 w 579406"/>
                  <a:gd name="connsiteY10" fmla="*/ 344091 h 1610925"/>
                  <a:gd name="connsiteX11" fmla="*/ 0 w 579406"/>
                  <a:gd name="connsiteY11" fmla="*/ 5954 h 1610925"/>
                  <a:gd name="connsiteX0" fmla="*/ 0 w 579600"/>
                  <a:gd name="connsiteY0" fmla="*/ 5954 h 1603792"/>
                  <a:gd name="connsiteX1" fmla="*/ 157162 w 579600"/>
                  <a:gd name="connsiteY1" fmla="*/ 1191 h 1603792"/>
                  <a:gd name="connsiteX2" fmla="*/ 400050 w 579600"/>
                  <a:gd name="connsiteY2" fmla="*/ 205979 h 1603792"/>
                  <a:gd name="connsiteX3" fmla="*/ 576262 w 579600"/>
                  <a:gd name="connsiteY3" fmla="*/ 753666 h 1603792"/>
                  <a:gd name="connsiteX4" fmla="*/ 502444 w 579600"/>
                  <a:gd name="connsiteY4" fmla="*/ 1446611 h 1603792"/>
                  <a:gd name="connsiteX5" fmla="*/ 342900 w 579600"/>
                  <a:gd name="connsiteY5" fmla="*/ 1603772 h 1603792"/>
                  <a:gd name="connsiteX6" fmla="*/ 219075 w 579600"/>
                  <a:gd name="connsiteY6" fmla="*/ 1577579 h 1603792"/>
                  <a:gd name="connsiteX7" fmla="*/ 280987 w 579600"/>
                  <a:gd name="connsiteY7" fmla="*/ 1463279 h 1603792"/>
                  <a:gd name="connsiteX8" fmla="*/ 352425 w 579600"/>
                  <a:gd name="connsiteY8" fmla="*/ 1206104 h 1603792"/>
                  <a:gd name="connsiteX9" fmla="*/ 376237 w 579600"/>
                  <a:gd name="connsiteY9" fmla="*/ 815579 h 1603792"/>
                  <a:gd name="connsiteX10" fmla="*/ 271462 w 579600"/>
                  <a:gd name="connsiteY10" fmla="*/ 344091 h 1603792"/>
                  <a:gd name="connsiteX11" fmla="*/ 0 w 579600"/>
                  <a:gd name="connsiteY11" fmla="*/ 5954 h 1603792"/>
                  <a:gd name="connsiteX0" fmla="*/ 0 w 579492"/>
                  <a:gd name="connsiteY0" fmla="*/ 5954 h 1603792"/>
                  <a:gd name="connsiteX1" fmla="*/ 157162 w 579492"/>
                  <a:gd name="connsiteY1" fmla="*/ 1191 h 1603792"/>
                  <a:gd name="connsiteX2" fmla="*/ 400050 w 579492"/>
                  <a:gd name="connsiteY2" fmla="*/ 205979 h 1603792"/>
                  <a:gd name="connsiteX3" fmla="*/ 576262 w 579492"/>
                  <a:gd name="connsiteY3" fmla="*/ 753666 h 1603792"/>
                  <a:gd name="connsiteX4" fmla="*/ 502444 w 579492"/>
                  <a:gd name="connsiteY4" fmla="*/ 1446611 h 1603792"/>
                  <a:gd name="connsiteX5" fmla="*/ 342900 w 579492"/>
                  <a:gd name="connsiteY5" fmla="*/ 1603772 h 1603792"/>
                  <a:gd name="connsiteX6" fmla="*/ 219075 w 579492"/>
                  <a:gd name="connsiteY6" fmla="*/ 1577579 h 1603792"/>
                  <a:gd name="connsiteX7" fmla="*/ 280987 w 579492"/>
                  <a:gd name="connsiteY7" fmla="*/ 1463279 h 1603792"/>
                  <a:gd name="connsiteX8" fmla="*/ 352425 w 579492"/>
                  <a:gd name="connsiteY8" fmla="*/ 1206104 h 1603792"/>
                  <a:gd name="connsiteX9" fmla="*/ 376237 w 579492"/>
                  <a:gd name="connsiteY9" fmla="*/ 815579 h 1603792"/>
                  <a:gd name="connsiteX10" fmla="*/ 271462 w 579492"/>
                  <a:gd name="connsiteY10" fmla="*/ 344091 h 1603792"/>
                  <a:gd name="connsiteX11" fmla="*/ 0 w 579492"/>
                  <a:gd name="connsiteY11" fmla="*/ 5954 h 1603792"/>
                  <a:gd name="connsiteX0" fmla="*/ 0 w 598542"/>
                  <a:gd name="connsiteY0" fmla="*/ 29332 h 1614470"/>
                  <a:gd name="connsiteX1" fmla="*/ 176212 w 598542"/>
                  <a:gd name="connsiteY1" fmla="*/ 11869 h 1614470"/>
                  <a:gd name="connsiteX2" fmla="*/ 419100 w 598542"/>
                  <a:gd name="connsiteY2" fmla="*/ 216657 h 1614470"/>
                  <a:gd name="connsiteX3" fmla="*/ 595312 w 598542"/>
                  <a:gd name="connsiteY3" fmla="*/ 764344 h 1614470"/>
                  <a:gd name="connsiteX4" fmla="*/ 521494 w 598542"/>
                  <a:gd name="connsiteY4" fmla="*/ 1457289 h 1614470"/>
                  <a:gd name="connsiteX5" fmla="*/ 361950 w 598542"/>
                  <a:gd name="connsiteY5" fmla="*/ 1614450 h 1614470"/>
                  <a:gd name="connsiteX6" fmla="*/ 238125 w 598542"/>
                  <a:gd name="connsiteY6" fmla="*/ 1588257 h 1614470"/>
                  <a:gd name="connsiteX7" fmla="*/ 300037 w 598542"/>
                  <a:gd name="connsiteY7" fmla="*/ 1473957 h 1614470"/>
                  <a:gd name="connsiteX8" fmla="*/ 371475 w 598542"/>
                  <a:gd name="connsiteY8" fmla="*/ 1216782 h 1614470"/>
                  <a:gd name="connsiteX9" fmla="*/ 395287 w 598542"/>
                  <a:gd name="connsiteY9" fmla="*/ 826257 h 1614470"/>
                  <a:gd name="connsiteX10" fmla="*/ 290512 w 598542"/>
                  <a:gd name="connsiteY10" fmla="*/ 354769 h 1614470"/>
                  <a:gd name="connsiteX11" fmla="*/ 0 w 598542"/>
                  <a:gd name="connsiteY11" fmla="*/ 29332 h 1614470"/>
                  <a:gd name="connsiteX0" fmla="*/ 0 w 598542"/>
                  <a:gd name="connsiteY0" fmla="*/ 37693 h 1622831"/>
                  <a:gd name="connsiteX1" fmla="*/ 176212 w 598542"/>
                  <a:gd name="connsiteY1" fmla="*/ 20230 h 1622831"/>
                  <a:gd name="connsiteX2" fmla="*/ 419100 w 598542"/>
                  <a:gd name="connsiteY2" fmla="*/ 225018 h 1622831"/>
                  <a:gd name="connsiteX3" fmla="*/ 595312 w 598542"/>
                  <a:gd name="connsiteY3" fmla="*/ 772705 h 1622831"/>
                  <a:gd name="connsiteX4" fmla="*/ 521494 w 598542"/>
                  <a:gd name="connsiteY4" fmla="*/ 1465650 h 1622831"/>
                  <a:gd name="connsiteX5" fmla="*/ 361950 w 598542"/>
                  <a:gd name="connsiteY5" fmla="*/ 1622811 h 1622831"/>
                  <a:gd name="connsiteX6" fmla="*/ 238125 w 598542"/>
                  <a:gd name="connsiteY6" fmla="*/ 1596618 h 1622831"/>
                  <a:gd name="connsiteX7" fmla="*/ 300037 w 598542"/>
                  <a:gd name="connsiteY7" fmla="*/ 1482318 h 1622831"/>
                  <a:gd name="connsiteX8" fmla="*/ 371475 w 598542"/>
                  <a:gd name="connsiteY8" fmla="*/ 1225143 h 1622831"/>
                  <a:gd name="connsiteX9" fmla="*/ 395287 w 598542"/>
                  <a:gd name="connsiteY9" fmla="*/ 834618 h 1622831"/>
                  <a:gd name="connsiteX10" fmla="*/ 290512 w 598542"/>
                  <a:gd name="connsiteY10" fmla="*/ 363130 h 1622831"/>
                  <a:gd name="connsiteX11" fmla="*/ 0 w 598542"/>
                  <a:gd name="connsiteY11" fmla="*/ 37693 h 1622831"/>
                  <a:gd name="connsiteX0" fmla="*/ 0 w 598542"/>
                  <a:gd name="connsiteY0" fmla="*/ 31753 h 1616891"/>
                  <a:gd name="connsiteX1" fmla="*/ 176212 w 598542"/>
                  <a:gd name="connsiteY1" fmla="*/ 14290 h 1616891"/>
                  <a:gd name="connsiteX2" fmla="*/ 419100 w 598542"/>
                  <a:gd name="connsiteY2" fmla="*/ 219078 h 1616891"/>
                  <a:gd name="connsiteX3" fmla="*/ 595312 w 598542"/>
                  <a:gd name="connsiteY3" fmla="*/ 766765 h 1616891"/>
                  <a:gd name="connsiteX4" fmla="*/ 521494 w 598542"/>
                  <a:gd name="connsiteY4" fmla="*/ 1459710 h 1616891"/>
                  <a:gd name="connsiteX5" fmla="*/ 361950 w 598542"/>
                  <a:gd name="connsiteY5" fmla="*/ 1616871 h 1616891"/>
                  <a:gd name="connsiteX6" fmla="*/ 238125 w 598542"/>
                  <a:gd name="connsiteY6" fmla="*/ 1590678 h 1616891"/>
                  <a:gd name="connsiteX7" fmla="*/ 300037 w 598542"/>
                  <a:gd name="connsiteY7" fmla="*/ 1476378 h 1616891"/>
                  <a:gd name="connsiteX8" fmla="*/ 371475 w 598542"/>
                  <a:gd name="connsiteY8" fmla="*/ 1219203 h 1616891"/>
                  <a:gd name="connsiteX9" fmla="*/ 395287 w 598542"/>
                  <a:gd name="connsiteY9" fmla="*/ 828678 h 1616891"/>
                  <a:gd name="connsiteX10" fmla="*/ 290512 w 598542"/>
                  <a:gd name="connsiteY10" fmla="*/ 357190 h 1616891"/>
                  <a:gd name="connsiteX11" fmla="*/ 0 w 598542"/>
                  <a:gd name="connsiteY11" fmla="*/ 31753 h 1616891"/>
                  <a:gd name="connsiteX0" fmla="*/ 0 w 598542"/>
                  <a:gd name="connsiteY0" fmla="*/ 16158 h 1601296"/>
                  <a:gd name="connsiteX1" fmla="*/ 230187 w 598542"/>
                  <a:gd name="connsiteY1" fmla="*/ 24095 h 1601296"/>
                  <a:gd name="connsiteX2" fmla="*/ 419100 w 598542"/>
                  <a:gd name="connsiteY2" fmla="*/ 203483 h 1601296"/>
                  <a:gd name="connsiteX3" fmla="*/ 595312 w 598542"/>
                  <a:gd name="connsiteY3" fmla="*/ 751170 h 1601296"/>
                  <a:gd name="connsiteX4" fmla="*/ 521494 w 598542"/>
                  <a:gd name="connsiteY4" fmla="*/ 1444115 h 1601296"/>
                  <a:gd name="connsiteX5" fmla="*/ 361950 w 598542"/>
                  <a:gd name="connsiteY5" fmla="*/ 1601276 h 1601296"/>
                  <a:gd name="connsiteX6" fmla="*/ 238125 w 598542"/>
                  <a:gd name="connsiteY6" fmla="*/ 1575083 h 1601296"/>
                  <a:gd name="connsiteX7" fmla="*/ 300037 w 598542"/>
                  <a:gd name="connsiteY7" fmla="*/ 1460783 h 1601296"/>
                  <a:gd name="connsiteX8" fmla="*/ 371475 w 598542"/>
                  <a:gd name="connsiteY8" fmla="*/ 1203608 h 1601296"/>
                  <a:gd name="connsiteX9" fmla="*/ 395287 w 598542"/>
                  <a:gd name="connsiteY9" fmla="*/ 813083 h 1601296"/>
                  <a:gd name="connsiteX10" fmla="*/ 290512 w 598542"/>
                  <a:gd name="connsiteY10" fmla="*/ 341595 h 1601296"/>
                  <a:gd name="connsiteX11" fmla="*/ 0 w 598542"/>
                  <a:gd name="connsiteY11" fmla="*/ 16158 h 1601296"/>
                  <a:gd name="connsiteX0" fmla="*/ 0 w 598542"/>
                  <a:gd name="connsiteY0" fmla="*/ 18455 h 1603593"/>
                  <a:gd name="connsiteX1" fmla="*/ 230187 w 598542"/>
                  <a:gd name="connsiteY1" fmla="*/ 26392 h 1603593"/>
                  <a:gd name="connsiteX2" fmla="*/ 419100 w 598542"/>
                  <a:gd name="connsiteY2" fmla="*/ 205780 h 1603593"/>
                  <a:gd name="connsiteX3" fmla="*/ 595312 w 598542"/>
                  <a:gd name="connsiteY3" fmla="*/ 753467 h 1603593"/>
                  <a:gd name="connsiteX4" fmla="*/ 521494 w 598542"/>
                  <a:gd name="connsiteY4" fmla="*/ 1446412 h 1603593"/>
                  <a:gd name="connsiteX5" fmla="*/ 361950 w 598542"/>
                  <a:gd name="connsiteY5" fmla="*/ 1603573 h 1603593"/>
                  <a:gd name="connsiteX6" fmla="*/ 238125 w 598542"/>
                  <a:gd name="connsiteY6" fmla="*/ 1577380 h 1603593"/>
                  <a:gd name="connsiteX7" fmla="*/ 300037 w 598542"/>
                  <a:gd name="connsiteY7" fmla="*/ 1463080 h 1603593"/>
                  <a:gd name="connsiteX8" fmla="*/ 371475 w 598542"/>
                  <a:gd name="connsiteY8" fmla="*/ 1205905 h 1603593"/>
                  <a:gd name="connsiteX9" fmla="*/ 395287 w 598542"/>
                  <a:gd name="connsiteY9" fmla="*/ 815380 h 1603593"/>
                  <a:gd name="connsiteX10" fmla="*/ 290512 w 598542"/>
                  <a:gd name="connsiteY10" fmla="*/ 343892 h 1603593"/>
                  <a:gd name="connsiteX11" fmla="*/ 0 w 598542"/>
                  <a:gd name="connsiteY11" fmla="*/ 18455 h 1603593"/>
                  <a:gd name="connsiteX0" fmla="*/ 0 w 598542"/>
                  <a:gd name="connsiteY0" fmla="*/ 18455 h 1603593"/>
                  <a:gd name="connsiteX1" fmla="*/ 230187 w 598542"/>
                  <a:gd name="connsiteY1" fmla="*/ 26392 h 1603593"/>
                  <a:gd name="connsiteX2" fmla="*/ 419100 w 598542"/>
                  <a:gd name="connsiteY2" fmla="*/ 205780 h 1603593"/>
                  <a:gd name="connsiteX3" fmla="*/ 595312 w 598542"/>
                  <a:gd name="connsiteY3" fmla="*/ 753467 h 1603593"/>
                  <a:gd name="connsiteX4" fmla="*/ 521494 w 598542"/>
                  <a:gd name="connsiteY4" fmla="*/ 1446412 h 1603593"/>
                  <a:gd name="connsiteX5" fmla="*/ 361950 w 598542"/>
                  <a:gd name="connsiteY5" fmla="*/ 1603573 h 1603593"/>
                  <a:gd name="connsiteX6" fmla="*/ 238125 w 598542"/>
                  <a:gd name="connsiteY6" fmla="*/ 1577380 h 1603593"/>
                  <a:gd name="connsiteX7" fmla="*/ 300037 w 598542"/>
                  <a:gd name="connsiteY7" fmla="*/ 1463080 h 1603593"/>
                  <a:gd name="connsiteX8" fmla="*/ 371475 w 598542"/>
                  <a:gd name="connsiteY8" fmla="*/ 1205905 h 1603593"/>
                  <a:gd name="connsiteX9" fmla="*/ 395287 w 598542"/>
                  <a:gd name="connsiteY9" fmla="*/ 815380 h 1603593"/>
                  <a:gd name="connsiteX10" fmla="*/ 290512 w 598542"/>
                  <a:gd name="connsiteY10" fmla="*/ 343892 h 1603593"/>
                  <a:gd name="connsiteX11" fmla="*/ 0 w 598542"/>
                  <a:gd name="connsiteY11" fmla="*/ 18455 h 1603593"/>
                  <a:gd name="connsiteX0" fmla="*/ 0 w 623942"/>
                  <a:gd name="connsiteY0" fmla="*/ 23890 h 1593153"/>
                  <a:gd name="connsiteX1" fmla="*/ 255587 w 623942"/>
                  <a:gd name="connsiteY1" fmla="*/ 15952 h 1593153"/>
                  <a:gd name="connsiteX2" fmla="*/ 444500 w 623942"/>
                  <a:gd name="connsiteY2" fmla="*/ 195340 h 1593153"/>
                  <a:gd name="connsiteX3" fmla="*/ 620712 w 623942"/>
                  <a:gd name="connsiteY3" fmla="*/ 743027 h 1593153"/>
                  <a:gd name="connsiteX4" fmla="*/ 546894 w 623942"/>
                  <a:gd name="connsiteY4" fmla="*/ 1435972 h 1593153"/>
                  <a:gd name="connsiteX5" fmla="*/ 387350 w 623942"/>
                  <a:gd name="connsiteY5" fmla="*/ 1593133 h 1593153"/>
                  <a:gd name="connsiteX6" fmla="*/ 263525 w 623942"/>
                  <a:gd name="connsiteY6" fmla="*/ 1566940 h 1593153"/>
                  <a:gd name="connsiteX7" fmla="*/ 325437 w 623942"/>
                  <a:gd name="connsiteY7" fmla="*/ 1452640 h 1593153"/>
                  <a:gd name="connsiteX8" fmla="*/ 396875 w 623942"/>
                  <a:gd name="connsiteY8" fmla="*/ 1195465 h 1593153"/>
                  <a:gd name="connsiteX9" fmla="*/ 420687 w 623942"/>
                  <a:gd name="connsiteY9" fmla="*/ 804940 h 1593153"/>
                  <a:gd name="connsiteX10" fmla="*/ 315912 w 623942"/>
                  <a:gd name="connsiteY10" fmla="*/ 333452 h 1593153"/>
                  <a:gd name="connsiteX11" fmla="*/ 0 w 623942"/>
                  <a:gd name="connsiteY11" fmla="*/ 23890 h 1593153"/>
                  <a:gd name="connsiteX0" fmla="*/ 0 w 623942"/>
                  <a:gd name="connsiteY0" fmla="*/ 40155 h 1609418"/>
                  <a:gd name="connsiteX1" fmla="*/ 255587 w 623942"/>
                  <a:gd name="connsiteY1" fmla="*/ 32217 h 1609418"/>
                  <a:gd name="connsiteX2" fmla="*/ 444500 w 623942"/>
                  <a:gd name="connsiteY2" fmla="*/ 211605 h 1609418"/>
                  <a:gd name="connsiteX3" fmla="*/ 620712 w 623942"/>
                  <a:gd name="connsiteY3" fmla="*/ 759292 h 1609418"/>
                  <a:gd name="connsiteX4" fmla="*/ 546894 w 623942"/>
                  <a:gd name="connsiteY4" fmla="*/ 1452237 h 1609418"/>
                  <a:gd name="connsiteX5" fmla="*/ 387350 w 623942"/>
                  <a:gd name="connsiteY5" fmla="*/ 1609398 h 1609418"/>
                  <a:gd name="connsiteX6" fmla="*/ 263525 w 623942"/>
                  <a:gd name="connsiteY6" fmla="*/ 1583205 h 1609418"/>
                  <a:gd name="connsiteX7" fmla="*/ 325437 w 623942"/>
                  <a:gd name="connsiteY7" fmla="*/ 1468905 h 1609418"/>
                  <a:gd name="connsiteX8" fmla="*/ 396875 w 623942"/>
                  <a:gd name="connsiteY8" fmla="*/ 1211730 h 1609418"/>
                  <a:gd name="connsiteX9" fmla="*/ 420687 w 623942"/>
                  <a:gd name="connsiteY9" fmla="*/ 821205 h 1609418"/>
                  <a:gd name="connsiteX10" fmla="*/ 315912 w 623942"/>
                  <a:gd name="connsiteY10" fmla="*/ 349717 h 1609418"/>
                  <a:gd name="connsiteX11" fmla="*/ 0 w 623942"/>
                  <a:gd name="connsiteY11" fmla="*/ 40155 h 1609418"/>
                  <a:gd name="connsiteX0" fmla="*/ 0 w 640611"/>
                  <a:gd name="connsiteY0" fmla="*/ 48190 h 1598403"/>
                  <a:gd name="connsiteX1" fmla="*/ 272256 w 640611"/>
                  <a:gd name="connsiteY1" fmla="*/ 21202 h 1598403"/>
                  <a:gd name="connsiteX2" fmla="*/ 461169 w 640611"/>
                  <a:gd name="connsiteY2" fmla="*/ 200590 h 1598403"/>
                  <a:gd name="connsiteX3" fmla="*/ 637381 w 640611"/>
                  <a:gd name="connsiteY3" fmla="*/ 748277 h 1598403"/>
                  <a:gd name="connsiteX4" fmla="*/ 563563 w 640611"/>
                  <a:gd name="connsiteY4" fmla="*/ 1441222 h 1598403"/>
                  <a:gd name="connsiteX5" fmla="*/ 404019 w 640611"/>
                  <a:gd name="connsiteY5" fmla="*/ 1598383 h 1598403"/>
                  <a:gd name="connsiteX6" fmla="*/ 280194 w 640611"/>
                  <a:gd name="connsiteY6" fmla="*/ 1572190 h 1598403"/>
                  <a:gd name="connsiteX7" fmla="*/ 342106 w 640611"/>
                  <a:gd name="connsiteY7" fmla="*/ 1457890 h 1598403"/>
                  <a:gd name="connsiteX8" fmla="*/ 413544 w 640611"/>
                  <a:gd name="connsiteY8" fmla="*/ 1200715 h 1598403"/>
                  <a:gd name="connsiteX9" fmla="*/ 437356 w 640611"/>
                  <a:gd name="connsiteY9" fmla="*/ 810190 h 1598403"/>
                  <a:gd name="connsiteX10" fmla="*/ 332581 w 640611"/>
                  <a:gd name="connsiteY10" fmla="*/ 338702 h 1598403"/>
                  <a:gd name="connsiteX11" fmla="*/ 0 w 640611"/>
                  <a:gd name="connsiteY11" fmla="*/ 48190 h 1598403"/>
                  <a:gd name="connsiteX0" fmla="*/ 0 w 640611"/>
                  <a:gd name="connsiteY0" fmla="*/ 63723 h 1613936"/>
                  <a:gd name="connsiteX1" fmla="*/ 272256 w 640611"/>
                  <a:gd name="connsiteY1" fmla="*/ 36735 h 1613936"/>
                  <a:gd name="connsiteX2" fmla="*/ 461169 w 640611"/>
                  <a:gd name="connsiteY2" fmla="*/ 216123 h 1613936"/>
                  <a:gd name="connsiteX3" fmla="*/ 637381 w 640611"/>
                  <a:gd name="connsiteY3" fmla="*/ 763810 h 1613936"/>
                  <a:gd name="connsiteX4" fmla="*/ 563563 w 640611"/>
                  <a:gd name="connsiteY4" fmla="*/ 1456755 h 1613936"/>
                  <a:gd name="connsiteX5" fmla="*/ 404019 w 640611"/>
                  <a:gd name="connsiteY5" fmla="*/ 1613916 h 1613936"/>
                  <a:gd name="connsiteX6" fmla="*/ 280194 w 640611"/>
                  <a:gd name="connsiteY6" fmla="*/ 1587723 h 1613936"/>
                  <a:gd name="connsiteX7" fmla="*/ 342106 w 640611"/>
                  <a:gd name="connsiteY7" fmla="*/ 1473423 h 1613936"/>
                  <a:gd name="connsiteX8" fmla="*/ 413544 w 640611"/>
                  <a:gd name="connsiteY8" fmla="*/ 1216248 h 1613936"/>
                  <a:gd name="connsiteX9" fmla="*/ 437356 w 640611"/>
                  <a:gd name="connsiteY9" fmla="*/ 825723 h 1613936"/>
                  <a:gd name="connsiteX10" fmla="*/ 332581 w 640611"/>
                  <a:gd name="connsiteY10" fmla="*/ 354235 h 1613936"/>
                  <a:gd name="connsiteX11" fmla="*/ 0 w 640611"/>
                  <a:gd name="connsiteY11" fmla="*/ 63723 h 1613936"/>
                  <a:gd name="connsiteX0" fmla="*/ 0 w 640611"/>
                  <a:gd name="connsiteY0" fmla="*/ 54287 h 1604500"/>
                  <a:gd name="connsiteX1" fmla="*/ 272256 w 640611"/>
                  <a:gd name="connsiteY1" fmla="*/ 27299 h 1604500"/>
                  <a:gd name="connsiteX2" fmla="*/ 461169 w 640611"/>
                  <a:gd name="connsiteY2" fmla="*/ 206687 h 1604500"/>
                  <a:gd name="connsiteX3" fmla="*/ 637381 w 640611"/>
                  <a:gd name="connsiteY3" fmla="*/ 754374 h 1604500"/>
                  <a:gd name="connsiteX4" fmla="*/ 563563 w 640611"/>
                  <a:gd name="connsiteY4" fmla="*/ 1447319 h 1604500"/>
                  <a:gd name="connsiteX5" fmla="*/ 404019 w 640611"/>
                  <a:gd name="connsiteY5" fmla="*/ 1604480 h 1604500"/>
                  <a:gd name="connsiteX6" fmla="*/ 280194 w 640611"/>
                  <a:gd name="connsiteY6" fmla="*/ 1578287 h 1604500"/>
                  <a:gd name="connsiteX7" fmla="*/ 342106 w 640611"/>
                  <a:gd name="connsiteY7" fmla="*/ 1463987 h 1604500"/>
                  <a:gd name="connsiteX8" fmla="*/ 413544 w 640611"/>
                  <a:gd name="connsiteY8" fmla="*/ 1206812 h 1604500"/>
                  <a:gd name="connsiteX9" fmla="*/ 437356 w 640611"/>
                  <a:gd name="connsiteY9" fmla="*/ 816287 h 1604500"/>
                  <a:gd name="connsiteX10" fmla="*/ 332581 w 640611"/>
                  <a:gd name="connsiteY10" fmla="*/ 344799 h 1604500"/>
                  <a:gd name="connsiteX11" fmla="*/ 0 w 640611"/>
                  <a:gd name="connsiteY11" fmla="*/ 54287 h 1604500"/>
                  <a:gd name="connsiteX0" fmla="*/ 0 w 619180"/>
                  <a:gd name="connsiteY0" fmla="*/ 46344 h 1617988"/>
                  <a:gd name="connsiteX1" fmla="*/ 250825 w 619180"/>
                  <a:gd name="connsiteY1" fmla="*/ 40787 h 1617988"/>
                  <a:gd name="connsiteX2" fmla="*/ 439738 w 619180"/>
                  <a:gd name="connsiteY2" fmla="*/ 220175 h 1617988"/>
                  <a:gd name="connsiteX3" fmla="*/ 615950 w 619180"/>
                  <a:gd name="connsiteY3" fmla="*/ 767862 h 1617988"/>
                  <a:gd name="connsiteX4" fmla="*/ 542132 w 619180"/>
                  <a:gd name="connsiteY4" fmla="*/ 1460807 h 1617988"/>
                  <a:gd name="connsiteX5" fmla="*/ 382588 w 619180"/>
                  <a:gd name="connsiteY5" fmla="*/ 1617968 h 1617988"/>
                  <a:gd name="connsiteX6" fmla="*/ 258763 w 619180"/>
                  <a:gd name="connsiteY6" fmla="*/ 1591775 h 1617988"/>
                  <a:gd name="connsiteX7" fmla="*/ 320675 w 619180"/>
                  <a:gd name="connsiteY7" fmla="*/ 1477475 h 1617988"/>
                  <a:gd name="connsiteX8" fmla="*/ 392113 w 619180"/>
                  <a:gd name="connsiteY8" fmla="*/ 1220300 h 1617988"/>
                  <a:gd name="connsiteX9" fmla="*/ 415925 w 619180"/>
                  <a:gd name="connsiteY9" fmla="*/ 829775 h 1617988"/>
                  <a:gd name="connsiteX10" fmla="*/ 311150 w 619180"/>
                  <a:gd name="connsiteY10" fmla="*/ 358287 h 1617988"/>
                  <a:gd name="connsiteX11" fmla="*/ 0 w 619180"/>
                  <a:gd name="connsiteY11" fmla="*/ 46344 h 1617988"/>
                  <a:gd name="connsiteX0" fmla="*/ 0 w 619180"/>
                  <a:gd name="connsiteY0" fmla="*/ 32511 h 1604155"/>
                  <a:gd name="connsiteX1" fmla="*/ 250825 w 619180"/>
                  <a:gd name="connsiteY1" fmla="*/ 26954 h 1604155"/>
                  <a:gd name="connsiteX2" fmla="*/ 439738 w 619180"/>
                  <a:gd name="connsiteY2" fmla="*/ 206342 h 1604155"/>
                  <a:gd name="connsiteX3" fmla="*/ 615950 w 619180"/>
                  <a:gd name="connsiteY3" fmla="*/ 754029 h 1604155"/>
                  <a:gd name="connsiteX4" fmla="*/ 542132 w 619180"/>
                  <a:gd name="connsiteY4" fmla="*/ 1446974 h 1604155"/>
                  <a:gd name="connsiteX5" fmla="*/ 382588 w 619180"/>
                  <a:gd name="connsiteY5" fmla="*/ 1604135 h 1604155"/>
                  <a:gd name="connsiteX6" fmla="*/ 258763 w 619180"/>
                  <a:gd name="connsiteY6" fmla="*/ 1577942 h 1604155"/>
                  <a:gd name="connsiteX7" fmla="*/ 320675 w 619180"/>
                  <a:gd name="connsiteY7" fmla="*/ 1463642 h 1604155"/>
                  <a:gd name="connsiteX8" fmla="*/ 392113 w 619180"/>
                  <a:gd name="connsiteY8" fmla="*/ 1206467 h 1604155"/>
                  <a:gd name="connsiteX9" fmla="*/ 415925 w 619180"/>
                  <a:gd name="connsiteY9" fmla="*/ 815942 h 1604155"/>
                  <a:gd name="connsiteX10" fmla="*/ 311150 w 619180"/>
                  <a:gd name="connsiteY10" fmla="*/ 344454 h 1604155"/>
                  <a:gd name="connsiteX11" fmla="*/ 0 w 619180"/>
                  <a:gd name="connsiteY11" fmla="*/ 32511 h 1604155"/>
                  <a:gd name="connsiteX0" fmla="*/ 0 w 619180"/>
                  <a:gd name="connsiteY0" fmla="*/ 34776 h 1606420"/>
                  <a:gd name="connsiteX1" fmla="*/ 257969 w 619180"/>
                  <a:gd name="connsiteY1" fmla="*/ 24456 h 1606420"/>
                  <a:gd name="connsiteX2" fmla="*/ 439738 w 619180"/>
                  <a:gd name="connsiteY2" fmla="*/ 208607 h 1606420"/>
                  <a:gd name="connsiteX3" fmla="*/ 615950 w 619180"/>
                  <a:gd name="connsiteY3" fmla="*/ 756294 h 1606420"/>
                  <a:gd name="connsiteX4" fmla="*/ 542132 w 619180"/>
                  <a:gd name="connsiteY4" fmla="*/ 1449239 h 1606420"/>
                  <a:gd name="connsiteX5" fmla="*/ 382588 w 619180"/>
                  <a:gd name="connsiteY5" fmla="*/ 1606400 h 1606420"/>
                  <a:gd name="connsiteX6" fmla="*/ 258763 w 619180"/>
                  <a:gd name="connsiteY6" fmla="*/ 1580207 h 1606420"/>
                  <a:gd name="connsiteX7" fmla="*/ 320675 w 619180"/>
                  <a:gd name="connsiteY7" fmla="*/ 1465907 h 1606420"/>
                  <a:gd name="connsiteX8" fmla="*/ 392113 w 619180"/>
                  <a:gd name="connsiteY8" fmla="*/ 1208732 h 1606420"/>
                  <a:gd name="connsiteX9" fmla="*/ 415925 w 619180"/>
                  <a:gd name="connsiteY9" fmla="*/ 818207 h 1606420"/>
                  <a:gd name="connsiteX10" fmla="*/ 311150 w 619180"/>
                  <a:gd name="connsiteY10" fmla="*/ 346719 h 1606420"/>
                  <a:gd name="connsiteX11" fmla="*/ 0 w 619180"/>
                  <a:gd name="connsiteY11" fmla="*/ 34776 h 1606420"/>
                  <a:gd name="connsiteX0" fmla="*/ 0 w 619180"/>
                  <a:gd name="connsiteY0" fmla="*/ 38437 h 1610081"/>
                  <a:gd name="connsiteX1" fmla="*/ 257969 w 619180"/>
                  <a:gd name="connsiteY1" fmla="*/ 28117 h 1610081"/>
                  <a:gd name="connsiteX2" fmla="*/ 439738 w 619180"/>
                  <a:gd name="connsiteY2" fmla="*/ 212268 h 1610081"/>
                  <a:gd name="connsiteX3" fmla="*/ 615950 w 619180"/>
                  <a:gd name="connsiteY3" fmla="*/ 759955 h 1610081"/>
                  <a:gd name="connsiteX4" fmla="*/ 542132 w 619180"/>
                  <a:gd name="connsiteY4" fmla="*/ 1452900 h 1610081"/>
                  <a:gd name="connsiteX5" fmla="*/ 382588 w 619180"/>
                  <a:gd name="connsiteY5" fmla="*/ 1610061 h 1610081"/>
                  <a:gd name="connsiteX6" fmla="*/ 258763 w 619180"/>
                  <a:gd name="connsiteY6" fmla="*/ 1583868 h 1610081"/>
                  <a:gd name="connsiteX7" fmla="*/ 320675 w 619180"/>
                  <a:gd name="connsiteY7" fmla="*/ 1469568 h 1610081"/>
                  <a:gd name="connsiteX8" fmla="*/ 392113 w 619180"/>
                  <a:gd name="connsiteY8" fmla="*/ 1212393 h 1610081"/>
                  <a:gd name="connsiteX9" fmla="*/ 415925 w 619180"/>
                  <a:gd name="connsiteY9" fmla="*/ 821868 h 1610081"/>
                  <a:gd name="connsiteX10" fmla="*/ 311150 w 619180"/>
                  <a:gd name="connsiteY10" fmla="*/ 350380 h 1610081"/>
                  <a:gd name="connsiteX11" fmla="*/ 0 w 619180"/>
                  <a:gd name="connsiteY11" fmla="*/ 38437 h 1610081"/>
                  <a:gd name="connsiteX0" fmla="*/ 0 w 619657"/>
                  <a:gd name="connsiteY0" fmla="*/ 35075 h 1606719"/>
                  <a:gd name="connsiteX1" fmla="*/ 257969 w 619657"/>
                  <a:gd name="connsiteY1" fmla="*/ 24755 h 1606719"/>
                  <a:gd name="connsiteX2" fmla="*/ 430213 w 619657"/>
                  <a:gd name="connsiteY2" fmla="*/ 213669 h 1606719"/>
                  <a:gd name="connsiteX3" fmla="*/ 615950 w 619657"/>
                  <a:gd name="connsiteY3" fmla="*/ 756593 h 1606719"/>
                  <a:gd name="connsiteX4" fmla="*/ 542132 w 619657"/>
                  <a:gd name="connsiteY4" fmla="*/ 1449538 h 1606719"/>
                  <a:gd name="connsiteX5" fmla="*/ 382588 w 619657"/>
                  <a:gd name="connsiteY5" fmla="*/ 1606699 h 1606719"/>
                  <a:gd name="connsiteX6" fmla="*/ 258763 w 619657"/>
                  <a:gd name="connsiteY6" fmla="*/ 1580506 h 1606719"/>
                  <a:gd name="connsiteX7" fmla="*/ 320675 w 619657"/>
                  <a:gd name="connsiteY7" fmla="*/ 1466206 h 1606719"/>
                  <a:gd name="connsiteX8" fmla="*/ 392113 w 619657"/>
                  <a:gd name="connsiteY8" fmla="*/ 1209031 h 1606719"/>
                  <a:gd name="connsiteX9" fmla="*/ 415925 w 619657"/>
                  <a:gd name="connsiteY9" fmla="*/ 818506 h 1606719"/>
                  <a:gd name="connsiteX10" fmla="*/ 311150 w 619657"/>
                  <a:gd name="connsiteY10" fmla="*/ 347018 h 1606719"/>
                  <a:gd name="connsiteX11" fmla="*/ 0 w 619657"/>
                  <a:gd name="connsiteY11" fmla="*/ 35075 h 1606719"/>
                  <a:gd name="connsiteX0" fmla="*/ 0 w 597454"/>
                  <a:gd name="connsiteY0" fmla="*/ 35075 h 1606719"/>
                  <a:gd name="connsiteX1" fmla="*/ 257969 w 597454"/>
                  <a:gd name="connsiteY1" fmla="*/ 24755 h 1606719"/>
                  <a:gd name="connsiteX2" fmla="*/ 430213 w 597454"/>
                  <a:gd name="connsiteY2" fmla="*/ 213669 h 1606719"/>
                  <a:gd name="connsiteX3" fmla="*/ 592138 w 597454"/>
                  <a:gd name="connsiteY3" fmla="*/ 754212 h 1606719"/>
                  <a:gd name="connsiteX4" fmla="*/ 542132 w 597454"/>
                  <a:gd name="connsiteY4" fmla="*/ 1449538 h 1606719"/>
                  <a:gd name="connsiteX5" fmla="*/ 382588 w 597454"/>
                  <a:gd name="connsiteY5" fmla="*/ 1606699 h 1606719"/>
                  <a:gd name="connsiteX6" fmla="*/ 258763 w 597454"/>
                  <a:gd name="connsiteY6" fmla="*/ 1580506 h 1606719"/>
                  <a:gd name="connsiteX7" fmla="*/ 320675 w 597454"/>
                  <a:gd name="connsiteY7" fmla="*/ 1466206 h 1606719"/>
                  <a:gd name="connsiteX8" fmla="*/ 392113 w 597454"/>
                  <a:gd name="connsiteY8" fmla="*/ 1209031 h 1606719"/>
                  <a:gd name="connsiteX9" fmla="*/ 415925 w 597454"/>
                  <a:gd name="connsiteY9" fmla="*/ 818506 h 1606719"/>
                  <a:gd name="connsiteX10" fmla="*/ 311150 w 597454"/>
                  <a:gd name="connsiteY10" fmla="*/ 347018 h 1606719"/>
                  <a:gd name="connsiteX11" fmla="*/ 0 w 597454"/>
                  <a:gd name="connsiteY11" fmla="*/ 35075 h 1606719"/>
                  <a:gd name="connsiteX0" fmla="*/ 0 w 596732"/>
                  <a:gd name="connsiteY0" fmla="*/ 35075 h 1596107"/>
                  <a:gd name="connsiteX1" fmla="*/ 257969 w 596732"/>
                  <a:gd name="connsiteY1" fmla="*/ 24755 h 1596107"/>
                  <a:gd name="connsiteX2" fmla="*/ 430213 w 596732"/>
                  <a:gd name="connsiteY2" fmla="*/ 213669 h 1596107"/>
                  <a:gd name="connsiteX3" fmla="*/ 592138 w 596732"/>
                  <a:gd name="connsiteY3" fmla="*/ 754212 h 1596107"/>
                  <a:gd name="connsiteX4" fmla="*/ 542132 w 596732"/>
                  <a:gd name="connsiteY4" fmla="*/ 1449538 h 1596107"/>
                  <a:gd name="connsiteX5" fmla="*/ 434975 w 596732"/>
                  <a:gd name="connsiteY5" fmla="*/ 1594793 h 1596107"/>
                  <a:gd name="connsiteX6" fmla="*/ 258763 w 596732"/>
                  <a:gd name="connsiteY6" fmla="*/ 1580506 h 1596107"/>
                  <a:gd name="connsiteX7" fmla="*/ 320675 w 596732"/>
                  <a:gd name="connsiteY7" fmla="*/ 1466206 h 1596107"/>
                  <a:gd name="connsiteX8" fmla="*/ 392113 w 596732"/>
                  <a:gd name="connsiteY8" fmla="*/ 1209031 h 1596107"/>
                  <a:gd name="connsiteX9" fmla="*/ 415925 w 596732"/>
                  <a:gd name="connsiteY9" fmla="*/ 818506 h 1596107"/>
                  <a:gd name="connsiteX10" fmla="*/ 311150 w 596732"/>
                  <a:gd name="connsiteY10" fmla="*/ 347018 h 1596107"/>
                  <a:gd name="connsiteX11" fmla="*/ 0 w 596732"/>
                  <a:gd name="connsiteY11" fmla="*/ 35075 h 1596107"/>
                  <a:gd name="connsiteX0" fmla="*/ 0 w 596732"/>
                  <a:gd name="connsiteY0" fmla="*/ 35075 h 1603457"/>
                  <a:gd name="connsiteX1" fmla="*/ 257969 w 596732"/>
                  <a:gd name="connsiteY1" fmla="*/ 24755 h 1603457"/>
                  <a:gd name="connsiteX2" fmla="*/ 430213 w 596732"/>
                  <a:gd name="connsiteY2" fmla="*/ 213669 h 1603457"/>
                  <a:gd name="connsiteX3" fmla="*/ 592138 w 596732"/>
                  <a:gd name="connsiteY3" fmla="*/ 754212 h 1603457"/>
                  <a:gd name="connsiteX4" fmla="*/ 542132 w 596732"/>
                  <a:gd name="connsiteY4" fmla="*/ 1449538 h 1603457"/>
                  <a:gd name="connsiteX5" fmla="*/ 434975 w 596732"/>
                  <a:gd name="connsiteY5" fmla="*/ 1594793 h 1603457"/>
                  <a:gd name="connsiteX6" fmla="*/ 258763 w 596732"/>
                  <a:gd name="connsiteY6" fmla="*/ 1580506 h 1603457"/>
                  <a:gd name="connsiteX7" fmla="*/ 320675 w 596732"/>
                  <a:gd name="connsiteY7" fmla="*/ 1466206 h 1603457"/>
                  <a:gd name="connsiteX8" fmla="*/ 392113 w 596732"/>
                  <a:gd name="connsiteY8" fmla="*/ 1209031 h 1603457"/>
                  <a:gd name="connsiteX9" fmla="*/ 415925 w 596732"/>
                  <a:gd name="connsiteY9" fmla="*/ 818506 h 1603457"/>
                  <a:gd name="connsiteX10" fmla="*/ 311150 w 596732"/>
                  <a:gd name="connsiteY10" fmla="*/ 347018 h 1603457"/>
                  <a:gd name="connsiteX11" fmla="*/ 0 w 596732"/>
                  <a:gd name="connsiteY11" fmla="*/ 35075 h 1603457"/>
                  <a:gd name="connsiteX0" fmla="*/ 0 w 605337"/>
                  <a:gd name="connsiteY0" fmla="*/ 35075 h 1621964"/>
                  <a:gd name="connsiteX1" fmla="*/ 257969 w 605337"/>
                  <a:gd name="connsiteY1" fmla="*/ 24755 h 1621964"/>
                  <a:gd name="connsiteX2" fmla="*/ 430213 w 605337"/>
                  <a:gd name="connsiteY2" fmla="*/ 213669 h 1621964"/>
                  <a:gd name="connsiteX3" fmla="*/ 592138 w 605337"/>
                  <a:gd name="connsiteY3" fmla="*/ 754212 h 1621964"/>
                  <a:gd name="connsiteX4" fmla="*/ 577850 w 605337"/>
                  <a:gd name="connsiteY4" fmla="*/ 1228082 h 1621964"/>
                  <a:gd name="connsiteX5" fmla="*/ 434975 w 605337"/>
                  <a:gd name="connsiteY5" fmla="*/ 1594793 h 1621964"/>
                  <a:gd name="connsiteX6" fmla="*/ 258763 w 605337"/>
                  <a:gd name="connsiteY6" fmla="*/ 1580506 h 1621964"/>
                  <a:gd name="connsiteX7" fmla="*/ 320675 w 605337"/>
                  <a:gd name="connsiteY7" fmla="*/ 1466206 h 1621964"/>
                  <a:gd name="connsiteX8" fmla="*/ 392113 w 605337"/>
                  <a:gd name="connsiteY8" fmla="*/ 1209031 h 1621964"/>
                  <a:gd name="connsiteX9" fmla="*/ 415925 w 605337"/>
                  <a:gd name="connsiteY9" fmla="*/ 818506 h 1621964"/>
                  <a:gd name="connsiteX10" fmla="*/ 311150 w 605337"/>
                  <a:gd name="connsiteY10" fmla="*/ 347018 h 1621964"/>
                  <a:gd name="connsiteX11" fmla="*/ 0 w 605337"/>
                  <a:gd name="connsiteY11" fmla="*/ 35075 h 1621964"/>
                  <a:gd name="connsiteX0" fmla="*/ 0 w 605337"/>
                  <a:gd name="connsiteY0" fmla="*/ 35075 h 1603985"/>
                  <a:gd name="connsiteX1" fmla="*/ 257969 w 605337"/>
                  <a:gd name="connsiteY1" fmla="*/ 24755 h 1603985"/>
                  <a:gd name="connsiteX2" fmla="*/ 430213 w 605337"/>
                  <a:gd name="connsiteY2" fmla="*/ 213669 h 1603985"/>
                  <a:gd name="connsiteX3" fmla="*/ 592138 w 605337"/>
                  <a:gd name="connsiteY3" fmla="*/ 754212 h 1603985"/>
                  <a:gd name="connsiteX4" fmla="*/ 577850 w 605337"/>
                  <a:gd name="connsiteY4" fmla="*/ 1228082 h 1603985"/>
                  <a:gd name="connsiteX5" fmla="*/ 434975 w 605337"/>
                  <a:gd name="connsiteY5" fmla="*/ 1594793 h 1603985"/>
                  <a:gd name="connsiteX6" fmla="*/ 258763 w 605337"/>
                  <a:gd name="connsiteY6" fmla="*/ 1580506 h 1603985"/>
                  <a:gd name="connsiteX7" fmla="*/ 320675 w 605337"/>
                  <a:gd name="connsiteY7" fmla="*/ 1466206 h 1603985"/>
                  <a:gd name="connsiteX8" fmla="*/ 392113 w 605337"/>
                  <a:gd name="connsiteY8" fmla="*/ 1209031 h 1603985"/>
                  <a:gd name="connsiteX9" fmla="*/ 415925 w 605337"/>
                  <a:gd name="connsiteY9" fmla="*/ 818506 h 1603985"/>
                  <a:gd name="connsiteX10" fmla="*/ 311150 w 605337"/>
                  <a:gd name="connsiteY10" fmla="*/ 347018 h 1603985"/>
                  <a:gd name="connsiteX11" fmla="*/ 0 w 605337"/>
                  <a:gd name="connsiteY11" fmla="*/ 35075 h 1603985"/>
                  <a:gd name="connsiteX0" fmla="*/ 0 w 605129"/>
                  <a:gd name="connsiteY0" fmla="*/ 35075 h 1588407"/>
                  <a:gd name="connsiteX1" fmla="*/ 257969 w 605129"/>
                  <a:gd name="connsiteY1" fmla="*/ 24755 h 1588407"/>
                  <a:gd name="connsiteX2" fmla="*/ 430213 w 605129"/>
                  <a:gd name="connsiteY2" fmla="*/ 213669 h 1588407"/>
                  <a:gd name="connsiteX3" fmla="*/ 592138 w 605129"/>
                  <a:gd name="connsiteY3" fmla="*/ 754212 h 1588407"/>
                  <a:gd name="connsiteX4" fmla="*/ 577850 w 605129"/>
                  <a:gd name="connsiteY4" fmla="*/ 1228082 h 1588407"/>
                  <a:gd name="connsiteX5" fmla="*/ 439738 w 605129"/>
                  <a:gd name="connsiteY5" fmla="*/ 1556693 h 1588407"/>
                  <a:gd name="connsiteX6" fmla="*/ 258763 w 605129"/>
                  <a:gd name="connsiteY6" fmla="*/ 1580506 h 1588407"/>
                  <a:gd name="connsiteX7" fmla="*/ 320675 w 605129"/>
                  <a:gd name="connsiteY7" fmla="*/ 1466206 h 1588407"/>
                  <a:gd name="connsiteX8" fmla="*/ 392113 w 605129"/>
                  <a:gd name="connsiteY8" fmla="*/ 1209031 h 1588407"/>
                  <a:gd name="connsiteX9" fmla="*/ 415925 w 605129"/>
                  <a:gd name="connsiteY9" fmla="*/ 818506 h 1588407"/>
                  <a:gd name="connsiteX10" fmla="*/ 311150 w 605129"/>
                  <a:gd name="connsiteY10" fmla="*/ 347018 h 1588407"/>
                  <a:gd name="connsiteX11" fmla="*/ 0 w 605129"/>
                  <a:gd name="connsiteY11" fmla="*/ 35075 h 1588407"/>
                  <a:gd name="connsiteX0" fmla="*/ 0 w 605129"/>
                  <a:gd name="connsiteY0" fmla="*/ 35075 h 1591646"/>
                  <a:gd name="connsiteX1" fmla="*/ 257969 w 605129"/>
                  <a:gd name="connsiteY1" fmla="*/ 24755 h 1591646"/>
                  <a:gd name="connsiteX2" fmla="*/ 430213 w 605129"/>
                  <a:gd name="connsiteY2" fmla="*/ 213669 h 1591646"/>
                  <a:gd name="connsiteX3" fmla="*/ 592138 w 605129"/>
                  <a:gd name="connsiteY3" fmla="*/ 754212 h 1591646"/>
                  <a:gd name="connsiteX4" fmla="*/ 577850 w 605129"/>
                  <a:gd name="connsiteY4" fmla="*/ 1228082 h 1591646"/>
                  <a:gd name="connsiteX5" fmla="*/ 439738 w 605129"/>
                  <a:gd name="connsiteY5" fmla="*/ 1556693 h 1591646"/>
                  <a:gd name="connsiteX6" fmla="*/ 258763 w 605129"/>
                  <a:gd name="connsiteY6" fmla="*/ 1580506 h 1591646"/>
                  <a:gd name="connsiteX7" fmla="*/ 320675 w 605129"/>
                  <a:gd name="connsiteY7" fmla="*/ 1466206 h 1591646"/>
                  <a:gd name="connsiteX8" fmla="*/ 392113 w 605129"/>
                  <a:gd name="connsiteY8" fmla="*/ 1209031 h 1591646"/>
                  <a:gd name="connsiteX9" fmla="*/ 415925 w 605129"/>
                  <a:gd name="connsiteY9" fmla="*/ 818506 h 1591646"/>
                  <a:gd name="connsiteX10" fmla="*/ 311150 w 605129"/>
                  <a:gd name="connsiteY10" fmla="*/ 347018 h 1591646"/>
                  <a:gd name="connsiteX11" fmla="*/ 0 w 605129"/>
                  <a:gd name="connsiteY11" fmla="*/ 35075 h 1591646"/>
                  <a:gd name="connsiteX0" fmla="*/ 0 w 605129"/>
                  <a:gd name="connsiteY0" fmla="*/ 35075 h 1591646"/>
                  <a:gd name="connsiteX1" fmla="*/ 257969 w 605129"/>
                  <a:gd name="connsiteY1" fmla="*/ 24755 h 1591646"/>
                  <a:gd name="connsiteX2" fmla="*/ 430213 w 605129"/>
                  <a:gd name="connsiteY2" fmla="*/ 213669 h 1591646"/>
                  <a:gd name="connsiteX3" fmla="*/ 592138 w 605129"/>
                  <a:gd name="connsiteY3" fmla="*/ 754212 h 1591646"/>
                  <a:gd name="connsiteX4" fmla="*/ 577850 w 605129"/>
                  <a:gd name="connsiteY4" fmla="*/ 1228082 h 1591646"/>
                  <a:gd name="connsiteX5" fmla="*/ 439738 w 605129"/>
                  <a:gd name="connsiteY5" fmla="*/ 1556693 h 1591646"/>
                  <a:gd name="connsiteX6" fmla="*/ 258763 w 605129"/>
                  <a:gd name="connsiteY6" fmla="*/ 1580506 h 1591646"/>
                  <a:gd name="connsiteX7" fmla="*/ 320675 w 605129"/>
                  <a:gd name="connsiteY7" fmla="*/ 1466206 h 1591646"/>
                  <a:gd name="connsiteX8" fmla="*/ 392113 w 605129"/>
                  <a:gd name="connsiteY8" fmla="*/ 1209031 h 1591646"/>
                  <a:gd name="connsiteX9" fmla="*/ 415925 w 605129"/>
                  <a:gd name="connsiteY9" fmla="*/ 818506 h 1591646"/>
                  <a:gd name="connsiteX10" fmla="*/ 311150 w 605129"/>
                  <a:gd name="connsiteY10" fmla="*/ 347018 h 1591646"/>
                  <a:gd name="connsiteX11" fmla="*/ 0 w 605129"/>
                  <a:gd name="connsiteY11" fmla="*/ 35075 h 1591646"/>
                  <a:gd name="connsiteX0" fmla="*/ 0 w 605129"/>
                  <a:gd name="connsiteY0" fmla="*/ 35075 h 1591646"/>
                  <a:gd name="connsiteX1" fmla="*/ 257969 w 605129"/>
                  <a:gd name="connsiteY1" fmla="*/ 24755 h 1591646"/>
                  <a:gd name="connsiteX2" fmla="*/ 430213 w 605129"/>
                  <a:gd name="connsiteY2" fmla="*/ 213669 h 1591646"/>
                  <a:gd name="connsiteX3" fmla="*/ 592138 w 605129"/>
                  <a:gd name="connsiteY3" fmla="*/ 754212 h 1591646"/>
                  <a:gd name="connsiteX4" fmla="*/ 577850 w 605129"/>
                  <a:gd name="connsiteY4" fmla="*/ 1228082 h 1591646"/>
                  <a:gd name="connsiteX5" fmla="*/ 439738 w 605129"/>
                  <a:gd name="connsiteY5" fmla="*/ 1556693 h 1591646"/>
                  <a:gd name="connsiteX6" fmla="*/ 258763 w 605129"/>
                  <a:gd name="connsiteY6" fmla="*/ 1580506 h 1591646"/>
                  <a:gd name="connsiteX7" fmla="*/ 344487 w 605129"/>
                  <a:gd name="connsiteY7" fmla="*/ 1440012 h 1591646"/>
                  <a:gd name="connsiteX8" fmla="*/ 392113 w 605129"/>
                  <a:gd name="connsiteY8" fmla="*/ 1209031 h 1591646"/>
                  <a:gd name="connsiteX9" fmla="*/ 415925 w 605129"/>
                  <a:gd name="connsiteY9" fmla="*/ 818506 h 1591646"/>
                  <a:gd name="connsiteX10" fmla="*/ 311150 w 605129"/>
                  <a:gd name="connsiteY10" fmla="*/ 347018 h 1591646"/>
                  <a:gd name="connsiteX11" fmla="*/ 0 w 605129"/>
                  <a:gd name="connsiteY11" fmla="*/ 35075 h 1591646"/>
                  <a:gd name="connsiteX0" fmla="*/ 0 w 603428"/>
                  <a:gd name="connsiteY0" fmla="*/ 35075 h 1591646"/>
                  <a:gd name="connsiteX1" fmla="*/ 257969 w 603428"/>
                  <a:gd name="connsiteY1" fmla="*/ 24755 h 1591646"/>
                  <a:gd name="connsiteX2" fmla="*/ 430213 w 603428"/>
                  <a:gd name="connsiteY2" fmla="*/ 213669 h 1591646"/>
                  <a:gd name="connsiteX3" fmla="*/ 592138 w 603428"/>
                  <a:gd name="connsiteY3" fmla="*/ 754212 h 1591646"/>
                  <a:gd name="connsiteX4" fmla="*/ 577850 w 603428"/>
                  <a:gd name="connsiteY4" fmla="*/ 1228082 h 1591646"/>
                  <a:gd name="connsiteX5" fmla="*/ 439738 w 603428"/>
                  <a:gd name="connsiteY5" fmla="*/ 1556693 h 1591646"/>
                  <a:gd name="connsiteX6" fmla="*/ 258763 w 603428"/>
                  <a:gd name="connsiteY6" fmla="*/ 1580506 h 1591646"/>
                  <a:gd name="connsiteX7" fmla="*/ 344487 w 603428"/>
                  <a:gd name="connsiteY7" fmla="*/ 1440012 h 1591646"/>
                  <a:gd name="connsiteX8" fmla="*/ 392113 w 603428"/>
                  <a:gd name="connsiteY8" fmla="*/ 1209031 h 1591646"/>
                  <a:gd name="connsiteX9" fmla="*/ 415925 w 603428"/>
                  <a:gd name="connsiteY9" fmla="*/ 818506 h 1591646"/>
                  <a:gd name="connsiteX10" fmla="*/ 311150 w 603428"/>
                  <a:gd name="connsiteY10" fmla="*/ 347018 h 1591646"/>
                  <a:gd name="connsiteX11" fmla="*/ 0 w 603428"/>
                  <a:gd name="connsiteY11" fmla="*/ 35075 h 1591646"/>
                  <a:gd name="connsiteX0" fmla="*/ 0 w 597118"/>
                  <a:gd name="connsiteY0" fmla="*/ 35075 h 1591646"/>
                  <a:gd name="connsiteX1" fmla="*/ 257969 w 597118"/>
                  <a:gd name="connsiteY1" fmla="*/ 24755 h 1591646"/>
                  <a:gd name="connsiteX2" fmla="*/ 430213 w 597118"/>
                  <a:gd name="connsiteY2" fmla="*/ 213669 h 1591646"/>
                  <a:gd name="connsiteX3" fmla="*/ 580232 w 597118"/>
                  <a:gd name="connsiteY3" fmla="*/ 758975 h 1591646"/>
                  <a:gd name="connsiteX4" fmla="*/ 577850 w 597118"/>
                  <a:gd name="connsiteY4" fmla="*/ 1228082 h 1591646"/>
                  <a:gd name="connsiteX5" fmla="*/ 439738 w 597118"/>
                  <a:gd name="connsiteY5" fmla="*/ 1556693 h 1591646"/>
                  <a:gd name="connsiteX6" fmla="*/ 258763 w 597118"/>
                  <a:gd name="connsiteY6" fmla="*/ 1580506 h 1591646"/>
                  <a:gd name="connsiteX7" fmla="*/ 344487 w 597118"/>
                  <a:gd name="connsiteY7" fmla="*/ 1440012 h 1591646"/>
                  <a:gd name="connsiteX8" fmla="*/ 392113 w 597118"/>
                  <a:gd name="connsiteY8" fmla="*/ 1209031 h 1591646"/>
                  <a:gd name="connsiteX9" fmla="*/ 415925 w 597118"/>
                  <a:gd name="connsiteY9" fmla="*/ 818506 h 1591646"/>
                  <a:gd name="connsiteX10" fmla="*/ 311150 w 597118"/>
                  <a:gd name="connsiteY10" fmla="*/ 347018 h 1591646"/>
                  <a:gd name="connsiteX11" fmla="*/ 0 w 597118"/>
                  <a:gd name="connsiteY11" fmla="*/ 35075 h 1591646"/>
                  <a:gd name="connsiteX0" fmla="*/ 0 w 598393"/>
                  <a:gd name="connsiteY0" fmla="*/ 35075 h 1604645"/>
                  <a:gd name="connsiteX1" fmla="*/ 257969 w 598393"/>
                  <a:gd name="connsiteY1" fmla="*/ 24755 h 1604645"/>
                  <a:gd name="connsiteX2" fmla="*/ 430213 w 598393"/>
                  <a:gd name="connsiteY2" fmla="*/ 213669 h 1604645"/>
                  <a:gd name="connsiteX3" fmla="*/ 580232 w 598393"/>
                  <a:gd name="connsiteY3" fmla="*/ 758975 h 1604645"/>
                  <a:gd name="connsiteX4" fmla="*/ 580231 w 598393"/>
                  <a:gd name="connsiteY4" fmla="*/ 1132832 h 1604645"/>
                  <a:gd name="connsiteX5" fmla="*/ 439738 w 598393"/>
                  <a:gd name="connsiteY5" fmla="*/ 1556693 h 1604645"/>
                  <a:gd name="connsiteX6" fmla="*/ 258763 w 598393"/>
                  <a:gd name="connsiteY6" fmla="*/ 1580506 h 1604645"/>
                  <a:gd name="connsiteX7" fmla="*/ 344487 w 598393"/>
                  <a:gd name="connsiteY7" fmla="*/ 1440012 h 1604645"/>
                  <a:gd name="connsiteX8" fmla="*/ 392113 w 598393"/>
                  <a:gd name="connsiteY8" fmla="*/ 1209031 h 1604645"/>
                  <a:gd name="connsiteX9" fmla="*/ 415925 w 598393"/>
                  <a:gd name="connsiteY9" fmla="*/ 818506 h 1604645"/>
                  <a:gd name="connsiteX10" fmla="*/ 311150 w 598393"/>
                  <a:gd name="connsiteY10" fmla="*/ 347018 h 1604645"/>
                  <a:gd name="connsiteX11" fmla="*/ 0 w 598393"/>
                  <a:gd name="connsiteY11" fmla="*/ 35075 h 1604645"/>
                  <a:gd name="connsiteX0" fmla="*/ 0 w 593000"/>
                  <a:gd name="connsiteY0" fmla="*/ 35075 h 1604645"/>
                  <a:gd name="connsiteX1" fmla="*/ 257969 w 593000"/>
                  <a:gd name="connsiteY1" fmla="*/ 24755 h 1604645"/>
                  <a:gd name="connsiteX2" fmla="*/ 430213 w 593000"/>
                  <a:gd name="connsiteY2" fmla="*/ 213669 h 1604645"/>
                  <a:gd name="connsiteX3" fmla="*/ 580232 w 593000"/>
                  <a:gd name="connsiteY3" fmla="*/ 758975 h 1604645"/>
                  <a:gd name="connsiteX4" fmla="*/ 580231 w 593000"/>
                  <a:gd name="connsiteY4" fmla="*/ 1132832 h 1604645"/>
                  <a:gd name="connsiteX5" fmla="*/ 439738 w 593000"/>
                  <a:gd name="connsiteY5" fmla="*/ 1556693 h 1604645"/>
                  <a:gd name="connsiteX6" fmla="*/ 258763 w 593000"/>
                  <a:gd name="connsiteY6" fmla="*/ 1580506 h 1604645"/>
                  <a:gd name="connsiteX7" fmla="*/ 344487 w 593000"/>
                  <a:gd name="connsiteY7" fmla="*/ 1440012 h 1604645"/>
                  <a:gd name="connsiteX8" fmla="*/ 392113 w 593000"/>
                  <a:gd name="connsiteY8" fmla="*/ 1209031 h 1604645"/>
                  <a:gd name="connsiteX9" fmla="*/ 415925 w 593000"/>
                  <a:gd name="connsiteY9" fmla="*/ 818506 h 1604645"/>
                  <a:gd name="connsiteX10" fmla="*/ 311150 w 593000"/>
                  <a:gd name="connsiteY10" fmla="*/ 347018 h 1604645"/>
                  <a:gd name="connsiteX11" fmla="*/ 0 w 593000"/>
                  <a:gd name="connsiteY11" fmla="*/ 35075 h 1604645"/>
                  <a:gd name="connsiteX0" fmla="*/ 0 w 585327"/>
                  <a:gd name="connsiteY0" fmla="*/ 35075 h 1598513"/>
                  <a:gd name="connsiteX1" fmla="*/ 257969 w 585327"/>
                  <a:gd name="connsiteY1" fmla="*/ 24755 h 1598513"/>
                  <a:gd name="connsiteX2" fmla="*/ 430213 w 585327"/>
                  <a:gd name="connsiteY2" fmla="*/ 213669 h 1598513"/>
                  <a:gd name="connsiteX3" fmla="*/ 580232 w 585327"/>
                  <a:gd name="connsiteY3" fmla="*/ 758975 h 1598513"/>
                  <a:gd name="connsiteX4" fmla="*/ 549275 w 585327"/>
                  <a:gd name="connsiteY4" fmla="*/ 1232845 h 1598513"/>
                  <a:gd name="connsiteX5" fmla="*/ 439738 w 585327"/>
                  <a:gd name="connsiteY5" fmla="*/ 1556693 h 1598513"/>
                  <a:gd name="connsiteX6" fmla="*/ 258763 w 585327"/>
                  <a:gd name="connsiteY6" fmla="*/ 1580506 h 1598513"/>
                  <a:gd name="connsiteX7" fmla="*/ 344487 w 585327"/>
                  <a:gd name="connsiteY7" fmla="*/ 1440012 h 1598513"/>
                  <a:gd name="connsiteX8" fmla="*/ 392113 w 585327"/>
                  <a:gd name="connsiteY8" fmla="*/ 1209031 h 1598513"/>
                  <a:gd name="connsiteX9" fmla="*/ 415925 w 585327"/>
                  <a:gd name="connsiteY9" fmla="*/ 818506 h 1598513"/>
                  <a:gd name="connsiteX10" fmla="*/ 311150 w 585327"/>
                  <a:gd name="connsiteY10" fmla="*/ 347018 h 1598513"/>
                  <a:gd name="connsiteX11" fmla="*/ 0 w 585327"/>
                  <a:gd name="connsiteY11" fmla="*/ 35075 h 1598513"/>
                  <a:gd name="connsiteX0" fmla="*/ 0 w 585739"/>
                  <a:gd name="connsiteY0" fmla="*/ 35075 h 1598513"/>
                  <a:gd name="connsiteX1" fmla="*/ 257969 w 585739"/>
                  <a:gd name="connsiteY1" fmla="*/ 24755 h 1598513"/>
                  <a:gd name="connsiteX2" fmla="*/ 430213 w 585739"/>
                  <a:gd name="connsiteY2" fmla="*/ 213669 h 1598513"/>
                  <a:gd name="connsiteX3" fmla="*/ 580232 w 585739"/>
                  <a:gd name="connsiteY3" fmla="*/ 758975 h 1598513"/>
                  <a:gd name="connsiteX4" fmla="*/ 549275 w 585739"/>
                  <a:gd name="connsiteY4" fmla="*/ 1232845 h 1598513"/>
                  <a:gd name="connsiteX5" fmla="*/ 439738 w 585739"/>
                  <a:gd name="connsiteY5" fmla="*/ 1556693 h 1598513"/>
                  <a:gd name="connsiteX6" fmla="*/ 258763 w 585739"/>
                  <a:gd name="connsiteY6" fmla="*/ 1580506 h 1598513"/>
                  <a:gd name="connsiteX7" fmla="*/ 344487 w 585739"/>
                  <a:gd name="connsiteY7" fmla="*/ 1440012 h 1598513"/>
                  <a:gd name="connsiteX8" fmla="*/ 392113 w 585739"/>
                  <a:gd name="connsiteY8" fmla="*/ 1209031 h 1598513"/>
                  <a:gd name="connsiteX9" fmla="*/ 415925 w 585739"/>
                  <a:gd name="connsiteY9" fmla="*/ 818506 h 1598513"/>
                  <a:gd name="connsiteX10" fmla="*/ 311150 w 585739"/>
                  <a:gd name="connsiteY10" fmla="*/ 347018 h 1598513"/>
                  <a:gd name="connsiteX11" fmla="*/ 0 w 585739"/>
                  <a:gd name="connsiteY11" fmla="*/ 35075 h 1598513"/>
                  <a:gd name="connsiteX0" fmla="*/ 0 w 586761"/>
                  <a:gd name="connsiteY0" fmla="*/ 35075 h 1598513"/>
                  <a:gd name="connsiteX1" fmla="*/ 257969 w 586761"/>
                  <a:gd name="connsiteY1" fmla="*/ 24755 h 1598513"/>
                  <a:gd name="connsiteX2" fmla="*/ 430213 w 586761"/>
                  <a:gd name="connsiteY2" fmla="*/ 213669 h 1598513"/>
                  <a:gd name="connsiteX3" fmla="*/ 580232 w 586761"/>
                  <a:gd name="connsiteY3" fmla="*/ 758975 h 1598513"/>
                  <a:gd name="connsiteX4" fmla="*/ 549275 w 586761"/>
                  <a:gd name="connsiteY4" fmla="*/ 1232845 h 1598513"/>
                  <a:gd name="connsiteX5" fmla="*/ 439738 w 586761"/>
                  <a:gd name="connsiteY5" fmla="*/ 1556693 h 1598513"/>
                  <a:gd name="connsiteX6" fmla="*/ 258763 w 586761"/>
                  <a:gd name="connsiteY6" fmla="*/ 1580506 h 1598513"/>
                  <a:gd name="connsiteX7" fmla="*/ 344487 w 586761"/>
                  <a:gd name="connsiteY7" fmla="*/ 1440012 h 1598513"/>
                  <a:gd name="connsiteX8" fmla="*/ 392113 w 586761"/>
                  <a:gd name="connsiteY8" fmla="*/ 1209031 h 1598513"/>
                  <a:gd name="connsiteX9" fmla="*/ 415925 w 586761"/>
                  <a:gd name="connsiteY9" fmla="*/ 818506 h 1598513"/>
                  <a:gd name="connsiteX10" fmla="*/ 311150 w 586761"/>
                  <a:gd name="connsiteY10" fmla="*/ 347018 h 1598513"/>
                  <a:gd name="connsiteX11" fmla="*/ 0 w 586761"/>
                  <a:gd name="connsiteY11" fmla="*/ 35075 h 1598513"/>
                  <a:gd name="connsiteX0" fmla="*/ 0 w 583009"/>
                  <a:gd name="connsiteY0" fmla="*/ 35075 h 1598513"/>
                  <a:gd name="connsiteX1" fmla="*/ 257969 w 583009"/>
                  <a:gd name="connsiteY1" fmla="*/ 24755 h 1598513"/>
                  <a:gd name="connsiteX2" fmla="*/ 430213 w 583009"/>
                  <a:gd name="connsiteY2" fmla="*/ 213669 h 1598513"/>
                  <a:gd name="connsiteX3" fmla="*/ 580232 w 583009"/>
                  <a:gd name="connsiteY3" fmla="*/ 758975 h 1598513"/>
                  <a:gd name="connsiteX4" fmla="*/ 549275 w 583009"/>
                  <a:gd name="connsiteY4" fmla="*/ 1232845 h 1598513"/>
                  <a:gd name="connsiteX5" fmla="*/ 439738 w 583009"/>
                  <a:gd name="connsiteY5" fmla="*/ 1556693 h 1598513"/>
                  <a:gd name="connsiteX6" fmla="*/ 258763 w 583009"/>
                  <a:gd name="connsiteY6" fmla="*/ 1580506 h 1598513"/>
                  <a:gd name="connsiteX7" fmla="*/ 344487 w 583009"/>
                  <a:gd name="connsiteY7" fmla="*/ 1440012 h 1598513"/>
                  <a:gd name="connsiteX8" fmla="*/ 392113 w 583009"/>
                  <a:gd name="connsiteY8" fmla="*/ 1209031 h 1598513"/>
                  <a:gd name="connsiteX9" fmla="*/ 415925 w 583009"/>
                  <a:gd name="connsiteY9" fmla="*/ 818506 h 1598513"/>
                  <a:gd name="connsiteX10" fmla="*/ 311150 w 583009"/>
                  <a:gd name="connsiteY10" fmla="*/ 347018 h 1598513"/>
                  <a:gd name="connsiteX11" fmla="*/ 0 w 583009"/>
                  <a:gd name="connsiteY11" fmla="*/ 35075 h 1598513"/>
                  <a:gd name="connsiteX0" fmla="*/ 0 w 583009"/>
                  <a:gd name="connsiteY0" fmla="*/ 35075 h 1598513"/>
                  <a:gd name="connsiteX1" fmla="*/ 257969 w 583009"/>
                  <a:gd name="connsiteY1" fmla="*/ 24755 h 1598513"/>
                  <a:gd name="connsiteX2" fmla="*/ 430213 w 583009"/>
                  <a:gd name="connsiteY2" fmla="*/ 213669 h 1598513"/>
                  <a:gd name="connsiteX3" fmla="*/ 580232 w 583009"/>
                  <a:gd name="connsiteY3" fmla="*/ 758975 h 1598513"/>
                  <a:gd name="connsiteX4" fmla="*/ 549275 w 583009"/>
                  <a:gd name="connsiteY4" fmla="*/ 1232845 h 1598513"/>
                  <a:gd name="connsiteX5" fmla="*/ 439738 w 583009"/>
                  <a:gd name="connsiteY5" fmla="*/ 1556693 h 1598513"/>
                  <a:gd name="connsiteX6" fmla="*/ 258763 w 583009"/>
                  <a:gd name="connsiteY6" fmla="*/ 1580506 h 1598513"/>
                  <a:gd name="connsiteX7" fmla="*/ 344487 w 583009"/>
                  <a:gd name="connsiteY7" fmla="*/ 1440012 h 1598513"/>
                  <a:gd name="connsiteX8" fmla="*/ 392113 w 583009"/>
                  <a:gd name="connsiteY8" fmla="*/ 1209031 h 1598513"/>
                  <a:gd name="connsiteX9" fmla="*/ 415925 w 583009"/>
                  <a:gd name="connsiteY9" fmla="*/ 818506 h 1598513"/>
                  <a:gd name="connsiteX10" fmla="*/ 311150 w 583009"/>
                  <a:gd name="connsiteY10" fmla="*/ 347018 h 1598513"/>
                  <a:gd name="connsiteX11" fmla="*/ 0 w 583009"/>
                  <a:gd name="connsiteY11" fmla="*/ 35075 h 1598513"/>
                  <a:gd name="connsiteX0" fmla="*/ 0 w 583009"/>
                  <a:gd name="connsiteY0" fmla="*/ 55465 h 1618903"/>
                  <a:gd name="connsiteX1" fmla="*/ 257969 w 583009"/>
                  <a:gd name="connsiteY1" fmla="*/ 45145 h 1618903"/>
                  <a:gd name="connsiteX2" fmla="*/ 430213 w 583009"/>
                  <a:gd name="connsiteY2" fmla="*/ 234059 h 1618903"/>
                  <a:gd name="connsiteX3" fmla="*/ 580232 w 583009"/>
                  <a:gd name="connsiteY3" fmla="*/ 779365 h 1618903"/>
                  <a:gd name="connsiteX4" fmla="*/ 549275 w 583009"/>
                  <a:gd name="connsiteY4" fmla="*/ 1253235 h 1618903"/>
                  <a:gd name="connsiteX5" fmla="*/ 439738 w 583009"/>
                  <a:gd name="connsiteY5" fmla="*/ 1577083 h 1618903"/>
                  <a:gd name="connsiteX6" fmla="*/ 258763 w 583009"/>
                  <a:gd name="connsiteY6" fmla="*/ 1600896 h 1618903"/>
                  <a:gd name="connsiteX7" fmla="*/ 344487 w 583009"/>
                  <a:gd name="connsiteY7" fmla="*/ 1460402 h 1618903"/>
                  <a:gd name="connsiteX8" fmla="*/ 392113 w 583009"/>
                  <a:gd name="connsiteY8" fmla="*/ 1229421 h 1618903"/>
                  <a:gd name="connsiteX9" fmla="*/ 415925 w 583009"/>
                  <a:gd name="connsiteY9" fmla="*/ 838896 h 1618903"/>
                  <a:gd name="connsiteX10" fmla="*/ 311150 w 583009"/>
                  <a:gd name="connsiteY10" fmla="*/ 367408 h 1618903"/>
                  <a:gd name="connsiteX11" fmla="*/ 0 w 583009"/>
                  <a:gd name="connsiteY11" fmla="*/ 55465 h 1618903"/>
                  <a:gd name="connsiteX0" fmla="*/ 0 w 583009"/>
                  <a:gd name="connsiteY0" fmla="*/ 49425 h 1612863"/>
                  <a:gd name="connsiteX1" fmla="*/ 257969 w 583009"/>
                  <a:gd name="connsiteY1" fmla="*/ 39105 h 1612863"/>
                  <a:gd name="connsiteX2" fmla="*/ 430213 w 583009"/>
                  <a:gd name="connsiteY2" fmla="*/ 228019 h 1612863"/>
                  <a:gd name="connsiteX3" fmla="*/ 580232 w 583009"/>
                  <a:gd name="connsiteY3" fmla="*/ 773325 h 1612863"/>
                  <a:gd name="connsiteX4" fmla="*/ 549275 w 583009"/>
                  <a:gd name="connsiteY4" fmla="*/ 1247195 h 1612863"/>
                  <a:gd name="connsiteX5" fmla="*/ 439738 w 583009"/>
                  <a:gd name="connsiteY5" fmla="*/ 1571043 h 1612863"/>
                  <a:gd name="connsiteX6" fmla="*/ 258763 w 583009"/>
                  <a:gd name="connsiteY6" fmla="*/ 1594856 h 1612863"/>
                  <a:gd name="connsiteX7" fmla="*/ 344487 w 583009"/>
                  <a:gd name="connsiteY7" fmla="*/ 1454362 h 1612863"/>
                  <a:gd name="connsiteX8" fmla="*/ 392113 w 583009"/>
                  <a:gd name="connsiteY8" fmla="*/ 1223381 h 1612863"/>
                  <a:gd name="connsiteX9" fmla="*/ 415925 w 583009"/>
                  <a:gd name="connsiteY9" fmla="*/ 832856 h 1612863"/>
                  <a:gd name="connsiteX10" fmla="*/ 311150 w 583009"/>
                  <a:gd name="connsiteY10" fmla="*/ 361368 h 1612863"/>
                  <a:gd name="connsiteX11" fmla="*/ 0 w 583009"/>
                  <a:gd name="connsiteY11" fmla="*/ 49425 h 1612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83009" h="1612863">
                    <a:moveTo>
                      <a:pt x="0" y="49425"/>
                    </a:moveTo>
                    <a:cubicBezTo>
                      <a:pt x="130174" y="-36300"/>
                      <a:pt x="186267" y="9339"/>
                      <a:pt x="257969" y="39105"/>
                    </a:cubicBezTo>
                    <a:cubicBezTo>
                      <a:pt x="329671" y="68871"/>
                      <a:pt x="376503" y="105649"/>
                      <a:pt x="430213" y="228019"/>
                    </a:cubicBezTo>
                    <a:cubicBezTo>
                      <a:pt x="483924" y="350389"/>
                      <a:pt x="569913" y="596318"/>
                      <a:pt x="580232" y="773325"/>
                    </a:cubicBezTo>
                    <a:cubicBezTo>
                      <a:pt x="590551" y="950332"/>
                      <a:pt x="570309" y="1126148"/>
                      <a:pt x="549275" y="1247195"/>
                    </a:cubicBezTo>
                    <a:cubicBezTo>
                      <a:pt x="528241" y="1368242"/>
                      <a:pt x="488157" y="1513100"/>
                      <a:pt x="439738" y="1571043"/>
                    </a:cubicBezTo>
                    <a:cubicBezTo>
                      <a:pt x="391319" y="1628987"/>
                      <a:pt x="304006" y="1616287"/>
                      <a:pt x="258763" y="1594856"/>
                    </a:cubicBezTo>
                    <a:cubicBezTo>
                      <a:pt x="296863" y="1549613"/>
                      <a:pt x="322262" y="1516275"/>
                      <a:pt x="344487" y="1454362"/>
                    </a:cubicBezTo>
                    <a:cubicBezTo>
                      <a:pt x="366712" y="1392449"/>
                      <a:pt x="380207" y="1326965"/>
                      <a:pt x="392113" y="1223381"/>
                    </a:cubicBezTo>
                    <a:cubicBezTo>
                      <a:pt x="404019" y="1119797"/>
                      <a:pt x="429419" y="976525"/>
                      <a:pt x="415925" y="832856"/>
                    </a:cubicBezTo>
                    <a:cubicBezTo>
                      <a:pt x="402431" y="689187"/>
                      <a:pt x="349515" y="482415"/>
                      <a:pt x="311150" y="361368"/>
                    </a:cubicBezTo>
                    <a:cubicBezTo>
                      <a:pt x="272785" y="240321"/>
                      <a:pt x="236537" y="109751"/>
                      <a:pt x="0" y="49425"/>
                    </a:cubicBezTo>
                    <a:close/>
                  </a:path>
                </a:pathLst>
              </a:custGeom>
              <a:solidFill>
                <a:srgbClr val="E6BB7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" name="任意多边形 132"/>
              <p:cNvSpPr/>
              <p:nvPr/>
            </p:nvSpPr>
            <p:spPr>
              <a:xfrm>
                <a:off x="6677523" y="2094047"/>
                <a:ext cx="583009" cy="1612863"/>
              </a:xfrm>
              <a:custGeom>
                <a:avLst/>
                <a:gdLst>
                  <a:gd name="connsiteX0" fmla="*/ 2192 w 582624"/>
                  <a:gd name="connsiteY0" fmla="*/ 36522 h 1656991"/>
                  <a:gd name="connsiteX1" fmla="*/ 159354 w 582624"/>
                  <a:gd name="connsiteY1" fmla="*/ 31759 h 1656991"/>
                  <a:gd name="connsiteX2" fmla="*/ 402242 w 582624"/>
                  <a:gd name="connsiteY2" fmla="*/ 236547 h 1656991"/>
                  <a:gd name="connsiteX3" fmla="*/ 578454 w 582624"/>
                  <a:gd name="connsiteY3" fmla="*/ 784234 h 1656991"/>
                  <a:gd name="connsiteX4" fmla="*/ 511779 w 582624"/>
                  <a:gd name="connsiteY4" fmla="*/ 1484322 h 1656991"/>
                  <a:gd name="connsiteX5" fmla="*/ 340329 w 582624"/>
                  <a:gd name="connsiteY5" fmla="*/ 1651009 h 1656991"/>
                  <a:gd name="connsiteX6" fmla="*/ 221267 w 582624"/>
                  <a:gd name="connsiteY6" fmla="*/ 1608147 h 1656991"/>
                  <a:gd name="connsiteX7" fmla="*/ 283179 w 582624"/>
                  <a:gd name="connsiteY7" fmla="*/ 1493847 h 1656991"/>
                  <a:gd name="connsiteX8" fmla="*/ 354617 w 582624"/>
                  <a:gd name="connsiteY8" fmla="*/ 1236672 h 1656991"/>
                  <a:gd name="connsiteX9" fmla="*/ 378429 w 582624"/>
                  <a:gd name="connsiteY9" fmla="*/ 846147 h 1656991"/>
                  <a:gd name="connsiteX10" fmla="*/ 273654 w 582624"/>
                  <a:gd name="connsiteY10" fmla="*/ 374659 h 1656991"/>
                  <a:gd name="connsiteX11" fmla="*/ 2192 w 582624"/>
                  <a:gd name="connsiteY11" fmla="*/ 36522 h 1656991"/>
                  <a:gd name="connsiteX0" fmla="*/ 2192 w 582624"/>
                  <a:gd name="connsiteY0" fmla="*/ 36522 h 1656991"/>
                  <a:gd name="connsiteX1" fmla="*/ 159354 w 582624"/>
                  <a:gd name="connsiteY1" fmla="*/ 31759 h 1656991"/>
                  <a:gd name="connsiteX2" fmla="*/ 402242 w 582624"/>
                  <a:gd name="connsiteY2" fmla="*/ 236547 h 1656991"/>
                  <a:gd name="connsiteX3" fmla="*/ 578454 w 582624"/>
                  <a:gd name="connsiteY3" fmla="*/ 784234 h 1656991"/>
                  <a:gd name="connsiteX4" fmla="*/ 511779 w 582624"/>
                  <a:gd name="connsiteY4" fmla="*/ 1484322 h 1656991"/>
                  <a:gd name="connsiteX5" fmla="*/ 340329 w 582624"/>
                  <a:gd name="connsiteY5" fmla="*/ 1651009 h 1656991"/>
                  <a:gd name="connsiteX6" fmla="*/ 221267 w 582624"/>
                  <a:gd name="connsiteY6" fmla="*/ 1608147 h 1656991"/>
                  <a:gd name="connsiteX7" fmla="*/ 283179 w 582624"/>
                  <a:gd name="connsiteY7" fmla="*/ 1493847 h 1656991"/>
                  <a:gd name="connsiteX8" fmla="*/ 354617 w 582624"/>
                  <a:gd name="connsiteY8" fmla="*/ 1236672 h 1656991"/>
                  <a:gd name="connsiteX9" fmla="*/ 378429 w 582624"/>
                  <a:gd name="connsiteY9" fmla="*/ 846147 h 1656991"/>
                  <a:gd name="connsiteX10" fmla="*/ 273654 w 582624"/>
                  <a:gd name="connsiteY10" fmla="*/ 374659 h 1656991"/>
                  <a:gd name="connsiteX11" fmla="*/ 2192 w 582624"/>
                  <a:gd name="connsiteY11" fmla="*/ 36522 h 1656991"/>
                  <a:gd name="connsiteX0" fmla="*/ 0 w 580432"/>
                  <a:gd name="connsiteY0" fmla="*/ 20487 h 1640956"/>
                  <a:gd name="connsiteX1" fmla="*/ 157162 w 580432"/>
                  <a:gd name="connsiteY1" fmla="*/ 15724 h 1640956"/>
                  <a:gd name="connsiteX2" fmla="*/ 400050 w 580432"/>
                  <a:gd name="connsiteY2" fmla="*/ 220512 h 1640956"/>
                  <a:gd name="connsiteX3" fmla="*/ 576262 w 580432"/>
                  <a:gd name="connsiteY3" fmla="*/ 768199 h 1640956"/>
                  <a:gd name="connsiteX4" fmla="*/ 509587 w 580432"/>
                  <a:gd name="connsiteY4" fmla="*/ 1468287 h 1640956"/>
                  <a:gd name="connsiteX5" fmla="*/ 338137 w 580432"/>
                  <a:gd name="connsiteY5" fmla="*/ 1634974 h 1640956"/>
                  <a:gd name="connsiteX6" fmla="*/ 219075 w 580432"/>
                  <a:gd name="connsiteY6" fmla="*/ 1592112 h 1640956"/>
                  <a:gd name="connsiteX7" fmla="*/ 280987 w 580432"/>
                  <a:gd name="connsiteY7" fmla="*/ 1477812 h 1640956"/>
                  <a:gd name="connsiteX8" fmla="*/ 352425 w 580432"/>
                  <a:gd name="connsiteY8" fmla="*/ 1220637 h 1640956"/>
                  <a:gd name="connsiteX9" fmla="*/ 376237 w 580432"/>
                  <a:gd name="connsiteY9" fmla="*/ 830112 h 1640956"/>
                  <a:gd name="connsiteX10" fmla="*/ 271462 w 580432"/>
                  <a:gd name="connsiteY10" fmla="*/ 358624 h 1640956"/>
                  <a:gd name="connsiteX11" fmla="*/ 0 w 580432"/>
                  <a:gd name="connsiteY11" fmla="*/ 20487 h 1640956"/>
                  <a:gd name="connsiteX0" fmla="*/ 0 w 580432"/>
                  <a:gd name="connsiteY0" fmla="*/ 5954 h 1626423"/>
                  <a:gd name="connsiteX1" fmla="*/ 157162 w 580432"/>
                  <a:gd name="connsiteY1" fmla="*/ 1191 h 1626423"/>
                  <a:gd name="connsiteX2" fmla="*/ 400050 w 580432"/>
                  <a:gd name="connsiteY2" fmla="*/ 205979 h 1626423"/>
                  <a:gd name="connsiteX3" fmla="*/ 576262 w 580432"/>
                  <a:gd name="connsiteY3" fmla="*/ 753666 h 1626423"/>
                  <a:gd name="connsiteX4" fmla="*/ 509587 w 580432"/>
                  <a:gd name="connsiteY4" fmla="*/ 1453754 h 1626423"/>
                  <a:gd name="connsiteX5" fmla="*/ 338137 w 580432"/>
                  <a:gd name="connsiteY5" fmla="*/ 1620441 h 1626423"/>
                  <a:gd name="connsiteX6" fmla="*/ 219075 w 580432"/>
                  <a:gd name="connsiteY6" fmla="*/ 1577579 h 1626423"/>
                  <a:gd name="connsiteX7" fmla="*/ 280987 w 580432"/>
                  <a:gd name="connsiteY7" fmla="*/ 1463279 h 1626423"/>
                  <a:gd name="connsiteX8" fmla="*/ 352425 w 580432"/>
                  <a:gd name="connsiteY8" fmla="*/ 1206104 h 1626423"/>
                  <a:gd name="connsiteX9" fmla="*/ 376237 w 580432"/>
                  <a:gd name="connsiteY9" fmla="*/ 815579 h 1626423"/>
                  <a:gd name="connsiteX10" fmla="*/ 271462 w 580432"/>
                  <a:gd name="connsiteY10" fmla="*/ 344091 h 1626423"/>
                  <a:gd name="connsiteX11" fmla="*/ 0 w 580432"/>
                  <a:gd name="connsiteY11" fmla="*/ 5954 h 1626423"/>
                  <a:gd name="connsiteX0" fmla="*/ 0 w 580432"/>
                  <a:gd name="connsiteY0" fmla="*/ 5954 h 1626423"/>
                  <a:gd name="connsiteX1" fmla="*/ 157162 w 580432"/>
                  <a:gd name="connsiteY1" fmla="*/ 1191 h 1626423"/>
                  <a:gd name="connsiteX2" fmla="*/ 400050 w 580432"/>
                  <a:gd name="connsiteY2" fmla="*/ 205979 h 1626423"/>
                  <a:gd name="connsiteX3" fmla="*/ 576262 w 580432"/>
                  <a:gd name="connsiteY3" fmla="*/ 753666 h 1626423"/>
                  <a:gd name="connsiteX4" fmla="*/ 509587 w 580432"/>
                  <a:gd name="connsiteY4" fmla="*/ 1453754 h 1626423"/>
                  <a:gd name="connsiteX5" fmla="*/ 338137 w 580432"/>
                  <a:gd name="connsiteY5" fmla="*/ 1620441 h 1626423"/>
                  <a:gd name="connsiteX6" fmla="*/ 219075 w 580432"/>
                  <a:gd name="connsiteY6" fmla="*/ 1577579 h 1626423"/>
                  <a:gd name="connsiteX7" fmla="*/ 280987 w 580432"/>
                  <a:gd name="connsiteY7" fmla="*/ 1463279 h 1626423"/>
                  <a:gd name="connsiteX8" fmla="*/ 352425 w 580432"/>
                  <a:gd name="connsiteY8" fmla="*/ 1206104 h 1626423"/>
                  <a:gd name="connsiteX9" fmla="*/ 376237 w 580432"/>
                  <a:gd name="connsiteY9" fmla="*/ 815579 h 1626423"/>
                  <a:gd name="connsiteX10" fmla="*/ 271462 w 580432"/>
                  <a:gd name="connsiteY10" fmla="*/ 344091 h 1626423"/>
                  <a:gd name="connsiteX11" fmla="*/ 0 w 580432"/>
                  <a:gd name="connsiteY11" fmla="*/ 5954 h 1626423"/>
                  <a:gd name="connsiteX0" fmla="*/ 0 w 580432"/>
                  <a:gd name="connsiteY0" fmla="*/ 5954 h 1626423"/>
                  <a:gd name="connsiteX1" fmla="*/ 157162 w 580432"/>
                  <a:gd name="connsiteY1" fmla="*/ 1191 h 1626423"/>
                  <a:gd name="connsiteX2" fmla="*/ 400050 w 580432"/>
                  <a:gd name="connsiteY2" fmla="*/ 205979 h 1626423"/>
                  <a:gd name="connsiteX3" fmla="*/ 576262 w 580432"/>
                  <a:gd name="connsiteY3" fmla="*/ 753666 h 1626423"/>
                  <a:gd name="connsiteX4" fmla="*/ 509587 w 580432"/>
                  <a:gd name="connsiteY4" fmla="*/ 1453754 h 1626423"/>
                  <a:gd name="connsiteX5" fmla="*/ 338137 w 580432"/>
                  <a:gd name="connsiteY5" fmla="*/ 1620441 h 1626423"/>
                  <a:gd name="connsiteX6" fmla="*/ 219075 w 580432"/>
                  <a:gd name="connsiteY6" fmla="*/ 1577579 h 1626423"/>
                  <a:gd name="connsiteX7" fmla="*/ 280987 w 580432"/>
                  <a:gd name="connsiteY7" fmla="*/ 1463279 h 1626423"/>
                  <a:gd name="connsiteX8" fmla="*/ 352425 w 580432"/>
                  <a:gd name="connsiteY8" fmla="*/ 1206104 h 1626423"/>
                  <a:gd name="connsiteX9" fmla="*/ 376237 w 580432"/>
                  <a:gd name="connsiteY9" fmla="*/ 815579 h 1626423"/>
                  <a:gd name="connsiteX10" fmla="*/ 271462 w 580432"/>
                  <a:gd name="connsiteY10" fmla="*/ 344091 h 1626423"/>
                  <a:gd name="connsiteX11" fmla="*/ 0 w 580432"/>
                  <a:gd name="connsiteY11" fmla="*/ 5954 h 1626423"/>
                  <a:gd name="connsiteX0" fmla="*/ 0 w 580923"/>
                  <a:gd name="connsiteY0" fmla="*/ 5954 h 1626423"/>
                  <a:gd name="connsiteX1" fmla="*/ 157162 w 580923"/>
                  <a:gd name="connsiteY1" fmla="*/ 1191 h 1626423"/>
                  <a:gd name="connsiteX2" fmla="*/ 400050 w 580923"/>
                  <a:gd name="connsiteY2" fmla="*/ 205979 h 1626423"/>
                  <a:gd name="connsiteX3" fmla="*/ 576262 w 580923"/>
                  <a:gd name="connsiteY3" fmla="*/ 753666 h 1626423"/>
                  <a:gd name="connsiteX4" fmla="*/ 509587 w 580923"/>
                  <a:gd name="connsiteY4" fmla="*/ 1453754 h 1626423"/>
                  <a:gd name="connsiteX5" fmla="*/ 338137 w 580923"/>
                  <a:gd name="connsiteY5" fmla="*/ 1620441 h 1626423"/>
                  <a:gd name="connsiteX6" fmla="*/ 219075 w 580923"/>
                  <a:gd name="connsiteY6" fmla="*/ 1577579 h 1626423"/>
                  <a:gd name="connsiteX7" fmla="*/ 280987 w 580923"/>
                  <a:gd name="connsiteY7" fmla="*/ 1463279 h 1626423"/>
                  <a:gd name="connsiteX8" fmla="*/ 352425 w 580923"/>
                  <a:gd name="connsiteY8" fmla="*/ 1206104 h 1626423"/>
                  <a:gd name="connsiteX9" fmla="*/ 376237 w 580923"/>
                  <a:gd name="connsiteY9" fmla="*/ 815579 h 1626423"/>
                  <a:gd name="connsiteX10" fmla="*/ 271462 w 580923"/>
                  <a:gd name="connsiteY10" fmla="*/ 344091 h 1626423"/>
                  <a:gd name="connsiteX11" fmla="*/ 0 w 580923"/>
                  <a:gd name="connsiteY11" fmla="*/ 5954 h 1626423"/>
                  <a:gd name="connsiteX0" fmla="*/ 0 w 580923"/>
                  <a:gd name="connsiteY0" fmla="*/ 5954 h 1620536"/>
                  <a:gd name="connsiteX1" fmla="*/ 157162 w 580923"/>
                  <a:gd name="connsiteY1" fmla="*/ 1191 h 1620536"/>
                  <a:gd name="connsiteX2" fmla="*/ 400050 w 580923"/>
                  <a:gd name="connsiteY2" fmla="*/ 205979 h 1620536"/>
                  <a:gd name="connsiteX3" fmla="*/ 576262 w 580923"/>
                  <a:gd name="connsiteY3" fmla="*/ 753666 h 1620536"/>
                  <a:gd name="connsiteX4" fmla="*/ 509587 w 580923"/>
                  <a:gd name="connsiteY4" fmla="*/ 1453754 h 1620536"/>
                  <a:gd name="connsiteX5" fmla="*/ 338137 w 580923"/>
                  <a:gd name="connsiteY5" fmla="*/ 1620441 h 1620536"/>
                  <a:gd name="connsiteX6" fmla="*/ 219075 w 580923"/>
                  <a:gd name="connsiteY6" fmla="*/ 1577579 h 1620536"/>
                  <a:gd name="connsiteX7" fmla="*/ 280987 w 580923"/>
                  <a:gd name="connsiteY7" fmla="*/ 1463279 h 1620536"/>
                  <a:gd name="connsiteX8" fmla="*/ 352425 w 580923"/>
                  <a:gd name="connsiteY8" fmla="*/ 1206104 h 1620536"/>
                  <a:gd name="connsiteX9" fmla="*/ 376237 w 580923"/>
                  <a:gd name="connsiteY9" fmla="*/ 815579 h 1620536"/>
                  <a:gd name="connsiteX10" fmla="*/ 271462 w 580923"/>
                  <a:gd name="connsiteY10" fmla="*/ 344091 h 1620536"/>
                  <a:gd name="connsiteX11" fmla="*/ 0 w 580923"/>
                  <a:gd name="connsiteY11" fmla="*/ 5954 h 1620536"/>
                  <a:gd name="connsiteX0" fmla="*/ 0 w 580923"/>
                  <a:gd name="connsiteY0" fmla="*/ 5954 h 1620536"/>
                  <a:gd name="connsiteX1" fmla="*/ 157162 w 580923"/>
                  <a:gd name="connsiteY1" fmla="*/ 1191 h 1620536"/>
                  <a:gd name="connsiteX2" fmla="*/ 400050 w 580923"/>
                  <a:gd name="connsiteY2" fmla="*/ 205979 h 1620536"/>
                  <a:gd name="connsiteX3" fmla="*/ 576262 w 580923"/>
                  <a:gd name="connsiteY3" fmla="*/ 753666 h 1620536"/>
                  <a:gd name="connsiteX4" fmla="*/ 509587 w 580923"/>
                  <a:gd name="connsiteY4" fmla="*/ 1453754 h 1620536"/>
                  <a:gd name="connsiteX5" fmla="*/ 338137 w 580923"/>
                  <a:gd name="connsiteY5" fmla="*/ 1620441 h 1620536"/>
                  <a:gd name="connsiteX6" fmla="*/ 219075 w 580923"/>
                  <a:gd name="connsiteY6" fmla="*/ 1577579 h 1620536"/>
                  <a:gd name="connsiteX7" fmla="*/ 280987 w 580923"/>
                  <a:gd name="connsiteY7" fmla="*/ 1463279 h 1620536"/>
                  <a:gd name="connsiteX8" fmla="*/ 352425 w 580923"/>
                  <a:gd name="connsiteY8" fmla="*/ 1206104 h 1620536"/>
                  <a:gd name="connsiteX9" fmla="*/ 376237 w 580923"/>
                  <a:gd name="connsiteY9" fmla="*/ 815579 h 1620536"/>
                  <a:gd name="connsiteX10" fmla="*/ 271462 w 580923"/>
                  <a:gd name="connsiteY10" fmla="*/ 344091 h 1620536"/>
                  <a:gd name="connsiteX11" fmla="*/ 0 w 580923"/>
                  <a:gd name="connsiteY11" fmla="*/ 5954 h 1620536"/>
                  <a:gd name="connsiteX0" fmla="*/ 0 w 580923"/>
                  <a:gd name="connsiteY0" fmla="*/ 5954 h 1620518"/>
                  <a:gd name="connsiteX1" fmla="*/ 157162 w 580923"/>
                  <a:gd name="connsiteY1" fmla="*/ 1191 h 1620518"/>
                  <a:gd name="connsiteX2" fmla="*/ 400050 w 580923"/>
                  <a:gd name="connsiteY2" fmla="*/ 205979 h 1620518"/>
                  <a:gd name="connsiteX3" fmla="*/ 576262 w 580923"/>
                  <a:gd name="connsiteY3" fmla="*/ 753666 h 1620518"/>
                  <a:gd name="connsiteX4" fmla="*/ 509587 w 580923"/>
                  <a:gd name="connsiteY4" fmla="*/ 1453754 h 1620518"/>
                  <a:gd name="connsiteX5" fmla="*/ 338137 w 580923"/>
                  <a:gd name="connsiteY5" fmla="*/ 1620441 h 1620518"/>
                  <a:gd name="connsiteX6" fmla="*/ 219075 w 580923"/>
                  <a:gd name="connsiteY6" fmla="*/ 1577579 h 1620518"/>
                  <a:gd name="connsiteX7" fmla="*/ 280987 w 580923"/>
                  <a:gd name="connsiteY7" fmla="*/ 1463279 h 1620518"/>
                  <a:gd name="connsiteX8" fmla="*/ 352425 w 580923"/>
                  <a:gd name="connsiteY8" fmla="*/ 1206104 h 1620518"/>
                  <a:gd name="connsiteX9" fmla="*/ 376237 w 580923"/>
                  <a:gd name="connsiteY9" fmla="*/ 815579 h 1620518"/>
                  <a:gd name="connsiteX10" fmla="*/ 271462 w 580923"/>
                  <a:gd name="connsiteY10" fmla="*/ 344091 h 1620518"/>
                  <a:gd name="connsiteX11" fmla="*/ 0 w 580923"/>
                  <a:gd name="connsiteY11" fmla="*/ 5954 h 1620518"/>
                  <a:gd name="connsiteX0" fmla="*/ 0 w 580407"/>
                  <a:gd name="connsiteY0" fmla="*/ 5954 h 1611042"/>
                  <a:gd name="connsiteX1" fmla="*/ 157162 w 580407"/>
                  <a:gd name="connsiteY1" fmla="*/ 1191 h 1611042"/>
                  <a:gd name="connsiteX2" fmla="*/ 400050 w 580407"/>
                  <a:gd name="connsiteY2" fmla="*/ 205979 h 1611042"/>
                  <a:gd name="connsiteX3" fmla="*/ 576262 w 580407"/>
                  <a:gd name="connsiteY3" fmla="*/ 753666 h 1611042"/>
                  <a:gd name="connsiteX4" fmla="*/ 509587 w 580407"/>
                  <a:gd name="connsiteY4" fmla="*/ 1453754 h 1611042"/>
                  <a:gd name="connsiteX5" fmla="*/ 340518 w 580407"/>
                  <a:gd name="connsiteY5" fmla="*/ 1610916 h 1611042"/>
                  <a:gd name="connsiteX6" fmla="*/ 219075 w 580407"/>
                  <a:gd name="connsiteY6" fmla="*/ 1577579 h 1611042"/>
                  <a:gd name="connsiteX7" fmla="*/ 280987 w 580407"/>
                  <a:gd name="connsiteY7" fmla="*/ 1463279 h 1611042"/>
                  <a:gd name="connsiteX8" fmla="*/ 352425 w 580407"/>
                  <a:gd name="connsiteY8" fmla="*/ 1206104 h 1611042"/>
                  <a:gd name="connsiteX9" fmla="*/ 376237 w 580407"/>
                  <a:gd name="connsiteY9" fmla="*/ 815579 h 1611042"/>
                  <a:gd name="connsiteX10" fmla="*/ 271462 w 580407"/>
                  <a:gd name="connsiteY10" fmla="*/ 344091 h 1611042"/>
                  <a:gd name="connsiteX11" fmla="*/ 0 w 580407"/>
                  <a:gd name="connsiteY11" fmla="*/ 5954 h 1611042"/>
                  <a:gd name="connsiteX0" fmla="*/ 0 w 580130"/>
                  <a:gd name="connsiteY0" fmla="*/ 5954 h 1611042"/>
                  <a:gd name="connsiteX1" fmla="*/ 157162 w 580130"/>
                  <a:gd name="connsiteY1" fmla="*/ 1191 h 1611042"/>
                  <a:gd name="connsiteX2" fmla="*/ 400050 w 580130"/>
                  <a:gd name="connsiteY2" fmla="*/ 205979 h 1611042"/>
                  <a:gd name="connsiteX3" fmla="*/ 576262 w 580130"/>
                  <a:gd name="connsiteY3" fmla="*/ 753666 h 1611042"/>
                  <a:gd name="connsiteX4" fmla="*/ 509587 w 580130"/>
                  <a:gd name="connsiteY4" fmla="*/ 1453754 h 1611042"/>
                  <a:gd name="connsiteX5" fmla="*/ 340518 w 580130"/>
                  <a:gd name="connsiteY5" fmla="*/ 1610916 h 1611042"/>
                  <a:gd name="connsiteX6" fmla="*/ 219075 w 580130"/>
                  <a:gd name="connsiteY6" fmla="*/ 1577579 h 1611042"/>
                  <a:gd name="connsiteX7" fmla="*/ 280987 w 580130"/>
                  <a:gd name="connsiteY7" fmla="*/ 1463279 h 1611042"/>
                  <a:gd name="connsiteX8" fmla="*/ 352425 w 580130"/>
                  <a:gd name="connsiteY8" fmla="*/ 1206104 h 1611042"/>
                  <a:gd name="connsiteX9" fmla="*/ 376237 w 580130"/>
                  <a:gd name="connsiteY9" fmla="*/ 815579 h 1611042"/>
                  <a:gd name="connsiteX10" fmla="*/ 271462 w 580130"/>
                  <a:gd name="connsiteY10" fmla="*/ 344091 h 1611042"/>
                  <a:gd name="connsiteX11" fmla="*/ 0 w 580130"/>
                  <a:gd name="connsiteY11" fmla="*/ 5954 h 1611042"/>
                  <a:gd name="connsiteX0" fmla="*/ 0 w 579406"/>
                  <a:gd name="connsiteY0" fmla="*/ 5954 h 1617985"/>
                  <a:gd name="connsiteX1" fmla="*/ 157162 w 579406"/>
                  <a:gd name="connsiteY1" fmla="*/ 1191 h 1617985"/>
                  <a:gd name="connsiteX2" fmla="*/ 400050 w 579406"/>
                  <a:gd name="connsiteY2" fmla="*/ 205979 h 1617985"/>
                  <a:gd name="connsiteX3" fmla="*/ 576262 w 579406"/>
                  <a:gd name="connsiteY3" fmla="*/ 753666 h 1617985"/>
                  <a:gd name="connsiteX4" fmla="*/ 502444 w 579406"/>
                  <a:gd name="connsiteY4" fmla="*/ 1446611 h 1617985"/>
                  <a:gd name="connsiteX5" fmla="*/ 340518 w 579406"/>
                  <a:gd name="connsiteY5" fmla="*/ 1610916 h 1617985"/>
                  <a:gd name="connsiteX6" fmla="*/ 219075 w 579406"/>
                  <a:gd name="connsiteY6" fmla="*/ 1577579 h 1617985"/>
                  <a:gd name="connsiteX7" fmla="*/ 280987 w 579406"/>
                  <a:gd name="connsiteY7" fmla="*/ 1463279 h 1617985"/>
                  <a:gd name="connsiteX8" fmla="*/ 352425 w 579406"/>
                  <a:gd name="connsiteY8" fmla="*/ 1206104 h 1617985"/>
                  <a:gd name="connsiteX9" fmla="*/ 376237 w 579406"/>
                  <a:gd name="connsiteY9" fmla="*/ 815579 h 1617985"/>
                  <a:gd name="connsiteX10" fmla="*/ 271462 w 579406"/>
                  <a:gd name="connsiteY10" fmla="*/ 344091 h 1617985"/>
                  <a:gd name="connsiteX11" fmla="*/ 0 w 579406"/>
                  <a:gd name="connsiteY11" fmla="*/ 5954 h 1617985"/>
                  <a:gd name="connsiteX0" fmla="*/ 0 w 579406"/>
                  <a:gd name="connsiteY0" fmla="*/ 5954 h 1610925"/>
                  <a:gd name="connsiteX1" fmla="*/ 157162 w 579406"/>
                  <a:gd name="connsiteY1" fmla="*/ 1191 h 1610925"/>
                  <a:gd name="connsiteX2" fmla="*/ 400050 w 579406"/>
                  <a:gd name="connsiteY2" fmla="*/ 205979 h 1610925"/>
                  <a:gd name="connsiteX3" fmla="*/ 576262 w 579406"/>
                  <a:gd name="connsiteY3" fmla="*/ 753666 h 1610925"/>
                  <a:gd name="connsiteX4" fmla="*/ 502444 w 579406"/>
                  <a:gd name="connsiteY4" fmla="*/ 1446611 h 1610925"/>
                  <a:gd name="connsiteX5" fmla="*/ 340518 w 579406"/>
                  <a:gd name="connsiteY5" fmla="*/ 1610916 h 1610925"/>
                  <a:gd name="connsiteX6" fmla="*/ 219075 w 579406"/>
                  <a:gd name="connsiteY6" fmla="*/ 1577579 h 1610925"/>
                  <a:gd name="connsiteX7" fmla="*/ 280987 w 579406"/>
                  <a:gd name="connsiteY7" fmla="*/ 1463279 h 1610925"/>
                  <a:gd name="connsiteX8" fmla="*/ 352425 w 579406"/>
                  <a:gd name="connsiteY8" fmla="*/ 1206104 h 1610925"/>
                  <a:gd name="connsiteX9" fmla="*/ 376237 w 579406"/>
                  <a:gd name="connsiteY9" fmla="*/ 815579 h 1610925"/>
                  <a:gd name="connsiteX10" fmla="*/ 271462 w 579406"/>
                  <a:gd name="connsiteY10" fmla="*/ 344091 h 1610925"/>
                  <a:gd name="connsiteX11" fmla="*/ 0 w 579406"/>
                  <a:gd name="connsiteY11" fmla="*/ 5954 h 1610925"/>
                  <a:gd name="connsiteX0" fmla="*/ 0 w 579600"/>
                  <a:gd name="connsiteY0" fmla="*/ 5954 h 1603792"/>
                  <a:gd name="connsiteX1" fmla="*/ 157162 w 579600"/>
                  <a:gd name="connsiteY1" fmla="*/ 1191 h 1603792"/>
                  <a:gd name="connsiteX2" fmla="*/ 400050 w 579600"/>
                  <a:gd name="connsiteY2" fmla="*/ 205979 h 1603792"/>
                  <a:gd name="connsiteX3" fmla="*/ 576262 w 579600"/>
                  <a:gd name="connsiteY3" fmla="*/ 753666 h 1603792"/>
                  <a:gd name="connsiteX4" fmla="*/ 502444 w 579600"/>
                  <a:gd name="connsiteY4" fmla="*/ 1446611 h 1603792"/>
                  <a:gd name="connsiteX5" fmla="*/ 342900 w 579600"/>
                  <a:gd name="connsiteY5" fmla="*/ 1603772 h 1603792"/>
                  <a:gd name="connsiteX6" fmla="*/ 219075 w 579600"/>
                  <a:gd name="connsiteY6" fmla="*/ 1577579 h 1603792"/>
                  <a:gd name="connsiteX7" fmla="*/ 280987 w 579600"/>
                  <a:gd name="connsiteY7" fmla="*/ 1463279 h 1603792"/>
                  <a:gd name="connsiteX8" fmla="*/ 352425 w 579600"/>
                  <a:gd name="connsiteY8" fmla="*/ 1206104 h 1603792"/>
                  <a:gd name="connsiteX9" fmla="*/ 376237 w 579600"/>
                  <a:gd name="connsiteY9" fmla="*/ 815579 h 1603792"/>
                  <a:gd name="connsiteX10" fmla="*/ 271462 w 579600"/>
                  <a:gd name="connsiteY10" fmla="*/ 344091 h 1603792"/>
                  <a:gd name="connsiteX11" fmla="*/ 0 w 579600"/>
                  <a:gd name="connsiteY11" fmla="*/ 5954 h 1603792"/>
                  <a:gd name="connsiteX0" fmla="*/ 0 w 579492"/>
                  <a:gd name="connsiteY0" fmla="*/ 5954 h 1603792"/>
                  <a:gd name="connsiteX1" fmla="*/ 157162 w 579492"/>
                  <a:gd name="connsiteY1" fmla="*/ 1191 h 1603792"/>
                  <a:gd name="connsiteX2" fmla="*/ 400050 w 579492"/>
                  <a:gd name="connsiteY2" fmla="*/ 205979 h 1603792"/>
                  <a:gd name="connsiteX3" fmla="*/ 576262 w 579492"/>
                  <a:gd name="connsiteY3" fmla="*/ 753666 h 1603792"/>
                  <a:gd name="connsiteX4" fmla="*/ 502444 w 579492"/>
                  <a:gd name="connsiteY4" fmla="*/ 1446611 h 1603792"/>
                  <a:gd name="connsiteX5" fmla="*/ 342900 w 579492"/>
                  <a:gd name="connsiteY5" fmla="*/ 1603772 h 1603792"/>
                  <a:gd name="connsiteX6" fmla="*/ 219075 w 579492"/>
                  <a:gd name="connsiteY6" fmla="*/ 1577579 h 1603792"/>
                  <a:gd name="connsiteX7" fmla="*/ 280987 w 579492"/>
                  <a:gd name="connsiteY7" fmla="*/ 1463279 h 1603792"/>
                  <a:gd name="connsiteX8" fmla="*/ 352425 w 579492"/>
                  <a:gd name="connsiteY8" fmla="*/ 1206104 h 1603792"/>
                  <a:gd name="connsiteX9" fmla="*/ 376237 w 579492"/>
                  <a:gd name="connsiteY9" fmla="*/ 815579 h 1603792"/>
                  <a:gd name="connsiteX10" fmla="*/ 271462 w 579492"/>
                  <a:gd name="connsiteY10" fmla="*/ 344091 h 1603792"/>
                  <a:gd name="connsiteX11" fmla="*/ 0 w 579492"/>
                  <a:gd name="connsiteY11" fmla="*/ 5954 h 1603792"/>
                  <a:gd name="connsiteX0" fmla="*/ 0 w 598542"/>
                  <a:gd name="connsiteY0" fmla="*/ 29332 h 1614470"/>
                  <a:gd name="connsiteX1" fmla="*/ 176212 w 598542"/>
                  <a:gd name="connsiteY1" fmla="*/ 11869 h 1614470"/>
                  <a:gd name="connsiteX2" fmla="*/ 419100 w 598542"/>
                  <a:gd name="connsiteY2" fmla="*/ 216657 h 1614470"/>
                  <a:gd name="connsiteX3" fmla="*/ 595312 w 598542"/>
                  <a:gd name="connsiteY3" fmla="*/ 764344 h 1614470"/>
                  <a:gd name="connsiteX4" fmla="*/ 521494 w 598542"/>
                  <a:gd name="connsiteY4" fmla="*/ 1457289 h 1614470"/>
                  <a:gd name="connsiteX5" fmla="*/ 361950 w 598542"/>
                  <a:gd name="connsiteY5" fmla="*/ 1614450 h 1614470"/>
                  <a:gd name="connsiteX6" fmla="*/ 238125 w 598542"/>
                  <a:gd name="connsiteY6" fmla="*/ 1588257 h 1614470"/>
                  <a:gd name="connsiteX7" fmla="*/ 300037 w 598542"/>
                  <a:gd name="connsiteY7" fmla="*/ 1473957 h 1614470"/>
                  <a:gd name="connsiteX8" fmla="*/ 371475 w 598542"/>
                  <a:gd name="connsiteY8" fmla="*/ 1216782 h 1614470"/>
                  <a:gd name="connsiteX9" fmla="*/ 395287 w 598542"/>
                  <a:gd name="connsiteY9" fmla="*/ 826257 h 1614470"/>
                  <a:gd name="connsiteX10" fmla="*/ 290512 w 598542"/>
                  <a:gd name="connsiteY10" fmla="*/ 354769 h 1614470"/>
                  <a:gd name="connsiteX11" fmla="*/ 0 w 598542"/>
                  <a:gd name="connsiteY11" fmla="*/ 29332 h 1614470"/>
                  <a:gd name="connsiteX0" fmla="*/ 0 w 598542"/>
                  <a:gd name="connsiteY0" fmla="*/ 37693 h 1622831"/>
                  <a:gd name="connsiteX1" fmla="*/ 176212 w 598542"/>
                  <a:gd name="connsiteY1" fmla="*/ 20230 h 1622831"/>
                  <a:gd name="connsiteX2" fmla="*/ 419100 w 598542"/>
                  <a:gd name="connsiteY2" fmla="*/ 225018 h 1622831"/>
                  <a:gd name="connsiteX3" fmla="*/ 595312 w 598542"/>
                  <a:gd name="connsiteY3" fmla="*/ 772705 h 1622831"/>
                  <a:gd name="connsiteX4" fmla="*/ 521494 w 598542"/>
                  <a:gd name="connsiteY4" fmla="*/ 1465650 h 1622831"/>
                  <a:gd name="connsiteX5" fmla="*/ 361950 w 598542"/>
                  <a:gd name="connsiteY5" fmla="*/ 1622811 h 1622831"/>
                  <a:gd name="connsiteX6" fmla="*/ 238125 w 598542"/>
                  <a:gd name="connsiteY6" fmla="*/ 1596618 h 1622831"/>
                  <a:gd name="connsiteX7" fmla="*/ 300037 w 598542"/>
                  <a:gd name="connsiteY7" fmla="*/ 1482318 h 1622831"/>
                  <a:gd name="connsiteX8" fmla="*/ 371475 w 598542"/>
                  <a:gd name="connsiteY8" fmla="*/ 1225143 h 1622831"/>
                  <a:gd name="connsiteX9" fmla="*/ 395287 w 598542"/>
                  <a:gd name="connsiteY9" fmla="*/ 834618 h 1622831"/>
                  <a:gd name="connsiteX10" fmla="*/ 290512 w 598542"/>
                  <a:gd name="connsiteY10" fmla="*/ 363130 h 1622831"/>
                  <a:gd name="connsiteX11" fmla="*/ 0 w 598542"/>
                  <a:gd name="connsiteY11" fmla="*/ 37693 h 1622831"/>
                  <a:gd name="connsiteX0" fmla="*/ 0 w 598542"/>
                  <a:gd name="connsiteY0" fmla="*/ 31753 h 1616891"/>
                  <a:gd name="connsiteX1" fmla="*/ 176212 w 598542"/>
                  <a:gd name="connsiteY1" fmla="*/ 14290 h 1616891"/>
                  <a:gd name="connsiteX2" fmla="*/ 419100 w 598542"/>
                  <a:gd name="connsiteY2" fmla="*/ 219078 h 1616891"/>
                  <a:gd name="connsiteX3" fmla="*/ 595312 w 598542"/>
                  <a:gd name="connsiteY3" fmla="*/ 766765 h 1616891"/>
                  <a:gd name="connsiteX4" fmla="*/ 521494 w 598542"/>
                  <a:gd name="connsiteY4" fmla="*/ 1459710 h 1616891"/>
                  <a:gd name="connsiteX5" fmla="*/ 361950 w 598542"/>
                  <a:gd name="connsiteY5" fmla="*/ 1616871 h 1616891"/>
                  <a:gd name="connsiteX6" fmla="*/ 238125 w 598542"/>
                  <a:gd name="connsiteY6" fmla="*/ 1590678 h 1616891"/>
                  <a:gd name="connsiteX7" fmla="*/ 300037 w 598542"/>
                  <a:gd name="connsiteY7" fmla="*/ 1476378 h 1616891"/>
                  <a:gd name="connsiteX8" fmla="*/ 371475 w 598542"/>
                  <a:gd name="connsiteY8" fmla="*/ 1219203 h 1616891"/>
                  <a:gd name="connsiteX9" fmla="*/ 395287 w 598542"/>
                  <a:gd name="connsiteY9" fmla="*/ 828678 h 1616891"/>
                  <a:gd name="connsiteX10" fmla="*/ 290512 w 598542"/>
                  <a:gd name="connsiteY10" fmla="*/ 357190 h 1616891"/>
                  <a:gd name="connsiteX11" fmla="*/ 0 w 598542"/>
                  <a:gd name="connsiteY11" fmla="*/ 31753 h 1616891"/>
                  <a:gd name="connsiteX0" fmla="*/ 0 w 598542"/>
                  <a:gd name="connsiteY0" fmla="*/ 16158 h 1601296"/>
                  <a:gd name="connsiteX1" fmla="*/ 230187 w 598542"/>
                  <a:gd name="connsiteY1" fmla="*/ 24095 h 1601296"/>
                  <a:gd name="connsiteX2" fmla="*/ 419100 w 598542"/>
                  <a:gd name="connsiteY2" fmla="*/ 203483 h 1601296"/>
                  <a:gd name="connsiteX3" fmla="*/ 595312 w 598542"/>
                  <a:gd name="connsiteY3" fmla="*/ 751170 h 1601296"/>
                  <a:gd name="connsiteX4" fmla="*/ 521494 w 598542"/>
                  <a:gd name="connsiteY4" fmla="*/ 1444115 h 1601296"/>
                  <a:gd name="connsiteX5" fmla="*/ 361950 w 598542"/>
                  <a:gd name="connsiteY5" fmla="*/ 1601276 h 1601296"/>
                  <a:gd name="connsiteX6" fmla="*/ 238125 w 598542"/>
                  <a:gd name="connsiteY6" fmla="*/ 1575083 h 1601296"/>
                  <a:gd name="connsiteX7" fmla="*/ 300037 w 598542"/>
                  <a:gd name="connsiteY7" fmla="*/ 1460783 h 1601296"/>
                  <a:gd name="connsiteX8" fmla="*/ 371475 w 598542"/>
                  <a:gd name="connsiteY8" fmla="*/ 1203608 h 1601296"/>
                  <a:gd name="connsiteX9" fmla="*/ 395287 w 598542"/>
                  <a:gd name="connsiteY9" fmla="*/ 813083 h 1601296"/>
                  <a:gd name="connsiteX10" fmla="*/ 290512 w 598542"/>
                  <a:gd name="connsiteY10" fmla="*/ 341595 h 1601296"/>
                  <a:gd name="connsiteX11" fmla="*/ 0 w 598542"/>
                  <a:gd name="connsiteY11" fmla="*/ 16158 h 1601296"/>
                  <a:gd name="connsiteX0" fmla="*/ 0 w 598542"/>
                  <a:gd name="connsiteY0" fmla="*/ 18455 h 1603593"/>
                  <a:gd name="connsiteX1" fmla="*/ 230187 w 598542"/>
                  <a:gd name="connsiteY1" fmla="*/ 26392 h 1603593"/>
                  <a:gd name="connsiteX2" fmla="*/ 419100 w 598542"/>
                  <a:gd name="connsiteY2" fmla="*/ 205780 h 1603593"/>
                  <a:gd name="connsiteX3" fmla="*/ 595312 w 598542"/>
                  <a:gd name="connsiteY3" fmla="*/ 753467 h 1603593"/>
                  <a:gd name="connsiteX4" fmla="*/ 521494 w 598542"/>
                  <a:gd name="connsiteY4" fmla="*/ 1446412 h 1603593"/>
                  <a:gd name="connsiteX5" fmla="*/ 361950 w 598542"/>
                  <a:gd name="connsiteY5" fmla="*/ 1603573 h 1603593"/>
                  <a:gd name="connsiteX6" fmla="*/ 238125 w 598542"/>
                  <a:gd name="connsiteY6" fmla="*/ 1577380 h 1603593"/>
                  <a:gd name="connsiteX7" fmla="*/ 300037 w 598542"/>
                  <a:gd name="connsiteY7" fmla="*/ 1463080 h 1603593"/>
                  <a:gd name="connsiteX8" fmla="*/ 371475 w 598542"/>
                  <a:gd name="connsiteY8" fmla="*/ 1205905 h 1603593"/>
                  <a:gd name="connsiteX9" fmla="*/ 395287 w 598542"/>
                  <a:gd name="connsiteY9" fmla="*/ 815380 h 1603593"/>
                  <a:gd name="connsiteX10" fmla="*/ 290512 w 598542"/>
                  <a:gd name="connsiteY10" fmla="*/ 343892 h 1603593"/>
                  <a:gd name="connsiteX11" fmla="*/ 0 w 598542"/>
                  <a:gd name="connsiteY11" fmla="*/ 18455 h 1603593"/>
                  <a:gd name="connsiteX0" fmla="*/ 0 w 598542"/>
                  <a:gd name="connsiteY0" fmla="*/ 18455 h 1603593"/>
                  <a:gd name="connsiteX1" fmla="*/ 230187 w 598542"/>
                  <a:gd name="connsiteY1" fmla="*/ 26392 h 1603593"/>
                  <a:gd name="connsiteX2" fmla="*/ 419100 w 598542"/>
                  <a:gd name="connsiteY2" fmla="*/ 205780 h 1603593"/>
                  <a:gd name="connsiteX3" fmla="*/ 595312 w 598542"/>
                  <a:gd name="connsiteY3" fmla="*/ 753467 h 1603593"/>
                  <a:gd name="connsiteX4" fmla="*/ 521494 w 598542"/>
                  <a:gd name="connsiteY4" fmla="*/ 1446412 h 1603593"/>
                  <a:gd name="connsiteX5" fmla="*/ 361950 w 598542"/>
                  <a:gd name="connsiteY5" fmla="*/ 1603573 h 1603593"/>
                  <a:gd name="connsiteX6" fmla="*/ 238125 w 598542"/>
                  <a:gd name="connsiteY6" fmla="*/ 1577380 h 1603593"/>
                  <a:gd name="connsiteX7" fmla="*/ 300037 w 598542"/>
                  <a:gd name="connsiteY7" fmla="*/ 1463080 h 1603593"/>
                  <a:gd name="connsiteX8" fmla="*/ 371475 w 598542"/>
                  <a:gd name="connsiteY8" fmla="*/ 1205905 h 1603593"/>
                  <a:gd name="connsiteX9" fmla="*/ 395287 w 598542"/>
                  <a:gd name="connsiteY9" fmla="*/ 815380 h 1603593"/>
                  <a:gd name="connsiteX10" fmla="*/ 290512 w 598542"/>
                  <a:gd name="connsiteY10" fmla="*/ 343892 h 1603593"/>
                  <a:gd name="connsiteX11" fmla="*/ 0 w 598542"/>
                  <a:gd name="connsiteY11" fmla="*/ 18455 h 1603593"/>
                  <a:gd name="connsiteX0" fmla="*/ 0 w 623942"/>
                  <a:gd name="connsiteY0" fmla="*/ 23890 h 1593153"/>
                  <a:gd name="connsiteX1" fmla="*/ 255587 w 623942"/>
                  <a:gd name="connsiteY1" fmla="*/ 15952 h 1593153"/>
                  <a:gd name="connsiteX2" fmla="*/ 444500 w 623942"/>
                  <a:gd name="connsiteY2" fmla="*/ 195340 h 1593153"/>
                  <a:gd name="connsiteX3" fmla="*/ 620712 w 623942"/>
                  <a:gd name="connsiteY3" fmla="*/ 743027 h 1593153"/>
                  <a:gd name="connsiteX4" fmla="*/ 546894 w 623942"/>
                  <a:gd name="connsiteY4" fmla="*/ 1435972 h 1593153"/>
                  <a:gd name="connsiteX5" fmla="*/ 387350 w 623942"/>
                  <a:gd name="connsiteY5" fmla="*/ 1593133 h 1593153"/>
                  <a:gd name="connsiteX6" fmla="*/ 263525 w 623942"/>
                  <a:gd name="connsiteY6" fmla="*/ 1566940 h 1593153"/>
                  <a:gd name="connsiteX7" fmla="*/ 325437 w 623942"/>
                  <a:gd name="connsiteY7" fmla="*/ 1452640 h 1593153"/>
                  <a:gd name="connsiteX8" fmla="*/ 396875 w 623942"/>
                  <a:gd name="connsiteY8" fmla="*/ 1195465 h 1593153"/>
                  <a:gd name="connsiteX9" fmla="*/ 420687 w 623942"/>
                  <a:gd name="connsiteY9" fmla="*/ 804940 h 1593153"/>
                  <a:gd name="connsiteX10" fmla="*/ 315912 w 623942"/>
                  <a:gd name="connsiteY10" fmla="*/ 333452 h 1593153"/>
                  <a:gd name="connsiteX11" fmla="*/ 0 w 623942"/>
                  <a:gd name="connsiteY11" fmla="*/ 23890 h 1593153"/>
                  <a:gd name="connsiteX0" fmla="*/ 0 w 623942"/>
                  <a:gd name="connsiteY0" fmla="*/ 40155 h 1609418"/>
                  <a:gd name="connsiteX1" fmla="*/ 255587 w 623942"/>
                  <a:gd name="connsiteY1" fmla="*/ 32217 h 1609418"/>
                  <a:gd name="connsiteX2" fmla="*/ 444500 w 623942"/>
                  <a:gd name="connsiteY2" fmla="*/ 211605 h 1609418"/>
                  <a:gd name="connsiteX3" fmla="*/ 620712 w 623942"/>
                  <a:gd name="connsiteY3" fmla="*/ 759292 h 1609418"/>
                  <a:gd name="connsiteX4" fmla="*/ 546894 w 623942"/>
                  <a:gd name="connsiteY4" fmla="*/ 1452237 h 1609418"/>
                  <a:gd name="connsiteX5" fmla="*/ 387350 w 623942"/>
                  <a:gd name="connsiteY5" fmla="*/ 1609398 h 1609418"/>
                  <a:gd name="connsiteX6" fmla="*/ 263525 w 623942"/>
                  <a:gd name="connsiteY6" fmla="*/ 1583205 h 1609418"/>
                  <a:gd name="connsiteX7" fmla="*/ 325437 w 623942"/>
                  <a:gd name="connsiteY7" fmla="*/ 1468905 h 1609418"/>
                  <a:gd name="connsiteX8" fmla="*/ 396875 w 623942"/>
                  <a:gd name="connsiteY8" fmla="*/ 1211730 h 1609418"/>
                  <a:gd name="connsiteX9" fmla="*/ 420687 w 623942"/>
                  <a:gd name="connsiteY9" fmla="*/ 821205 h 1609418"/>
                  <a:gd name="connsiteX10" fmla="*/ 315912 w 623942"/>
                  <a:gd name="connsiteY10" fmla="*/ 349717 h 1609418"/>
                  <a:gd name="connsiteX11" fmla="*/ 0 w 623942"/>
                  <a:gd name="connsiteY11" fmla="*/ 40155 h 1609418"/>
                  <a:gd name="connsiteX0" fmla="*/ 0 w 640611"/>
                  <a:gd name="connsiteY0" fmla="*/ 48190 h 1598403"/>
                  <a:gd name="connsiteX1" fmla="*/ 272256 w 640611"/>
                  <a:gd name="connsiteY1" fmla="*/ 21202 h 1598403"/>
                  <a:gd name="connsiteX2" fmla="*/ 461169 w 640611"/>
                  <a:gd name="connsiteY2" fmla="*/ 200590 h 1598403"/>
                  <a:gd name="connsiteX3" fmla="*/ 637381 w 640611"/>
                  <a:gd name="connsiteY3" fmla="*/ 748277 h 1598403"/>
                  <a:gd name="connsiteX4" fmla="*/ 563563 w 640611"/>
                  <a:gd name="connsiteY4" fmla="*/ 1441222 h 1598403"/>
                  <a:gd name="connsiteX5" fmla="*/ 404019 w 640611"/>
                  <a:gd name="connsiteY5" fmla="*/ 1598383 h 1598403"/>
                  <a:gd name="connsiteX6" fmla="*/ 280194 w 640611"/>
                  <a:gd name="connsiteY6" fmla="*/ 1572190 h 1598403"/>
                  <a:gd name="connsiteX7" fmla="*/ 342106 w 640611"/>
                  <a:gd name="connsiteY7" fmla="*/ 1457890 h 1598403"/>
                  <a:gd name="connsiteX8" fmla="*/ 413544 w 640611"/>
                  <a:gd name="connsiteY8" fmla="*/ 1200715 h 1598403"/>
                  <a:gd name="connsiteX9" fmla="*/ 437356 w 640611"/>
                  <a:gd name="connsiteY9" fmla="*/ 810190 h 1598403"/>
                  <a:gd name="connsiteX10" fmla="*/ 332581 w 640611"/>
                  <a:gd name="connsiteY10" fmla="*/ 338702 h 1598403"/>
                  <a:gd name="connsiteX11" fmla="*/ 0 w 640611"/>
                  <a:gd name="connsiteY11" fmla="*/ 48190 h 1598403"/>
                  <a:gd name="connsiteX0" fmla="*/ 0 w 640611"/>
                  <a:gd name="connsiteY0" fmla="*/ 63723 h 1613936"/>
                  <a:gd name="connsiteX1" fmla="*/ 272256 w 640611"/>
                  <a:gd name="connsiteY1" fmla="*/ 36735 h 1613936"/>
                  <a:gd name="connsiteX2" fmla="*/ 461169 w 640611"/>
                  <a:gd name="connsiteY2" fmla="*/ 216123 h 1613936"/>
                  <a:gd name="connsiteX3" fmla="*/ 637381 w 640611"/>
                  <a:gd name="connsiteY3" fmla="*/ 763810 h 1613936"/>
                  <a:gd name="connsiteX4" fmla="*/ 563563 w 640611"/>
                  <a:gd name="connsiteY4" fmla="*/ 1456755 h 1613936"/>
                  <a:gd name="connsiteX5" fmla="*/ 404019 w 640611"/>
                  <a:gd name="connsiteY5" fmla="*/ 1613916 h 1613936"/>
                  <a:gd name="connsiteX6" fmla="*/ 280194 w 640611"/>
                  <a:gd name="connsiteY6" fmla="*/ 1587723 h 1613936"/>
                  <a:gd name="connsiteX7" fmla="*/ 342106 w 640611"/>
                  <a:gd name="connsiteY7" fmla="*/ 1473423 h 1613936"/>
                  <a:gd name="connsiteX8" fmla="*/ 413544 w 640611"/>
                  <a:gd name="connsiteY8" fmla="*/ 1216248 h 1613936"/>
                  <a:gd name="connsiteX9" fmla="*/ 437356 w 640611"/>
                  <a:gd name="connsiteY9" fmla="*/ 825723 h 1613936"/>
                  <a:gd name="connsiteX10" fmla="*/ 332581 w 640611"/>
                  <a:gd name="connsiteY10" fmla="*/ 354235 h 1613936"/>
                  <a:gd name="connsiteX11" fmla="*/ 0 w 640611"/>
                  <a:gd name="connsiteY11" fmla="*/ 63723 h 1613936"/>
                  <a:gd name="connsiteX0" fmla="*/ 0 w 640611"/>
                  <a:gd name="connsiteY0" fmla="*/ 54287 h 1604500"/>
                  <a:gd name="connsiteX1" fmla="*/ 272256 w 640611"/>
                  <a:gd name="connsiteY1" fmla="*/ 27299 h 1604500"/>
                  <a:gd name="connsiteX2" fmla="*/ 461169 w 640611"/>
                  <a:gd name="connsiteY2" fmla="*/ 206687 h 1604500"/>
                  <a:gd name="connsiteX3" fmla="*/ 637381 w 640611"/>
                  <a:gd name="connsiteY3" fmla="*/ 754374 h 1604500"/>
                  <a:gd name="connsiteX4" fmla="*/ 563563 w 640611"/>
                  <a:gd name="connsiteY4" fmla="*/ 1447319 h 1604500"/>
                  <a:gd name="connsiteX5" fmla="*/ 404019 w 640611"/>
                  <a:gd name="connsiteY5" fmla="*/ 1604480 h 1604500"/>
                  <a:gd name="connsiteX6" fmla="*/ 280194 w 640611"/>
                  <a:gd name="connsiteY6" fmla="*/ 1578287 h 1604500"/>
                  <a:gd name="connsiteX7" fmla="*/ 342106 w 640611"/>
                  <a:gd name="connsiteY7" fmla="*/ 1463987 h 1604500"/>
                  <a:gd name="connsiteX8" fmla="*/ 413544 w 640611"/>
                  <a:gd name="connsiteY8" fmla="*/ 1206812 h 1604500"/>
                  <a:gd name="connsiteX9" fmla="*/ 437356 w 640611"/>
                  <a:gd name="connsiteY9" fmla="*/ 816287 h 1604500"/>
                  <a:gd name="connsiteX10" fmla="*/ 332581 w 640611"/>
                  <a:gd name="connsiteY10" fmla="*/ 344799 h 1604500"/>
                  <a:gd name="connsiteX11" fmla="*/ 0 w 640611"/>
                  <a:gd name="connsiteY11" fmla="*/ 54287 h 1604500"/>
                  <a:gd name="connsiteX0" fmla="*/ 0 w 619180"/>
                  <a:gd name="connsiteY0" fmla="*/ 46344 h 1617988"/>
                  <a:gd name="connsiteX1" fmla="*/ 250825 w 619180"/>
                  <a:gd name="connsiteY1" fmla="*/ 40787 h 1617988"/>
                  <a:gd name="connsiteX2" fmla="*/ 439738 w 619180"/>
                  <a:gd name="connsiteY2" fmla="*/ 220175 h 1617988"/>
                  <a:gd name="connsiteX3" fmla="*/ 615950 w 619180"/>
                  <a:gd name="connsiteY3" fmla="*/ 767862 h 1617988"/>
                  <a:gd name="connsiteX4" fmla="*/ 542132 w 619180"/>
                  <a:gd name="connsiteY4" fmla="*/ 1460807 h 1617988"/>
                  <a:gd name="connsiteX5" fmla="*/ 382588 w 619180"/>
                  <a:gd name="connsiteY5" fmla="*/ 1617968 h 1617988"/>
                  <a:gd name="connsiteX6" fmla="*/ 258763 w 619180"/>
                  <a:gd name="connsiteY6" fmla="*/ 1591775 h 1617988"/>
                  <a:gd name="connsiteX7" fmla="*/ 320675 w 619180"/>
                  <a:gd name="connsiteY7" fmla="*/ 1477475 h 1617988"/>
                  <a:gd name="connsiteX8" fmla="*/ 392113 w 619180"/>
                  <a:gd name="connsiteY8" fmla="*/ 1220300 h 1617988"/>
                  <a:gd name="connsiteX9" fmla="*/ 415925 w 619180"/>
                  <a:gd name="connsiteY9" fmla="*/ 829775 h 1617988"/>
                  <a:gd name="connsiteX10" fmla="*/ 311150 w 619180"/>
                  <a:gd name="connsiteY10" fmla="*/ 358287 h 1617988"/>
                  <a:gd name="connsiteX11" fmla="*/ 0 w 619180"/>
                  <a:gd name="connsiteY11" fmla="*/ 46344 h 1617988"/>
                  <a:gd name="connsiteX0" fmla="*/ 0 w 619180"/>
                  <a:gd name="connsiteY0" fmla="*/ 32511 h 1604155"/>
                  <a:gd name="connsiteX1" fmla="*/ 250825 w 619180"/>
                  <a:gd name="connsiteY1" fmla="*/ 26954 h 1604155"/>
                  <a:gd name="connsiteX2" fmla="*/ 439738 w 619180"/>
                  <a:gd name="connsiteY2" fmla="*/ 206342 h 1604155"/>
                  <a:gd name="connsiteX3" fmla="*/ 615950 w 619180"/>
                  <a:gd name="connsiteY3" fmla="*/ 754029 h 1604155"/>
                  <a:gd name="connsiteX4" fmla="*/ 542132 w 619180"/>
                  <a:gd name="connsiteY4" fmla="*/ 1446974 h 1604155"/>
                  <a:gd name="connsiteX5" fmla="*/ 382588 w 619180"/>
                  <a:gd name="connsiteY5" fmla="*/ 1604135 h 1604155"/>
                  <a:gd name="connsiteX6" fmla="*/ 258763 w 619180"/>
                  <a:gd name="connsiteY6" fmla="*/ 1577942 h 1604155"/>
                  <a:gd name="connsiteX7" fmla="*/ 320675 w 619180"/>
                  <a:gd name="connsiteY7" fmla="*/ 1463642 h 1604155"/>
                  <a:gd name="connsiteX8" fmla="*/ 392113 w 619180"/>
                  <a:gd name="connsiteY8" fmla="*/ 1206467 h 1604155"/>
                  <a:gd name="connsiteX9" fmla="*/ 415925 w 619180"/>
                  <a:gd name="connsiteY9" fmla="*/ 815942 h 1604155"/>
                  <a:gd name="connsiteX10" fmla="*/ 311150 w 619180"/>
                  <a:gd name="connsiteY10" fmla="*/ 344454 h 1604155"/>
                  <a:gd name="connsiteX11" fmla="*/ 0 w 619180"/>
                  <a:gd name="connsiteY11" fmla="*/ 32511 h 1604155"/>
                  <a:gd name="connsiteX0" fmla="*/ 0 w 619180"/>
                  <a:gd name="connsiteY0" fmla="*/ 34776 h 1606420"/>
                  <a:gd name="connsiteX1" fmla="*/ 257969 w 619180"/>
                  <a:gd name="connsiteY1" fmla="*/ 24456 h 1606420"/>
                  <a:gd name="connsiteX2" fmla="*/ 439738 w 619180"/>
                  <a:gd name="connsiteY2" fmla="*/ 208607 h 1606420"/>
                  <a:gd name="connsiteX3" fmla="*/ 615950 w 619180"/>
                  <a:gd name="connsiteY3" fmla="*/ 756294 h 1606420"/>
                  <a:gd name="connsiteX4" fmla="*/ 542132 w 619180"/>
                  <a:gd name="connsiteY4" fmla="*/ 1449239 h 1606420"/>
                  <a:gd name="connsiteX5" fmla="*/ 382588 w 619180"/>
                  <a:gd name="connsiteY5" fmla="*/ 1606400 h 1606420"/>
                  <a:gd name="connsiteX6" fmla="*/ 258763 w 619180"/>
                  <a:gd name="connsiteY6" fmla="*/ 1580207 h 1606420"/>
                  <a:gd name="connsiteX7" fmla="*/ 320675 w 619180"/>
                  <a:gd name="connsiteY7" fmla="*/ 1465907 h 1606420"/>
                  <a:gd name="connsiteX8" fmla="*/ 392113 w 619180"/>
                  <a:gd name="connsiteY8" fmla="*/ 1208732 h 1606420"/>
                  <a:gd name="connsiteX9" fmla="*/ 415925 w 619180"/>
                  <a:gd name="connsiteY9" fmla="*/ 818207 h 1606420"/>
                  <a:gd name="connsiteX10" fmla="*/ 311150 w 619180"/>
                  <a:gd name="connsiteY10" fmla="*/ 346719 h 1606420"/>
                  <a:gd name="connsiteX11" fmla="*/ 0 w 619180"/>
                  <a:gd name="connsiteY11" fmla="*/ 34776 h 1606420"/>
                  <a:gd name="connsiteX0" fmla="*/ 0 w 619180"/>
                  <a:gd name="connsiteY0" fmla="*/ 38437 h 1610081"/>
                  <a:gd name="connsiteX1" fmla="*/ 257969 w 619180"/>
                  <a:gd name="connsiteY1" fmla="*/ 28117 h 1610081"/>
                  <a:gd name="connsiteX2" fmla="*/ 439738 w 619180"/>
                  <a:gd name="connsiteY2" fmla="*/ 212268 h 1610081"/>
                  <a:gd name="connsiteX3" fmla="*/ 615950 w 619180"/>
                  <a:gd name="connsiteY3" fmla="*/ 759955 h 1610081"/>
                  <a:gd name="connsiteX4" fmla="*/ 542132 w 619180"/>
                  <a:gd name="connsiteY4" fmla="*/ 1452900 h 1610081"/>
                  <a:gd name="connsiteX5" fmla="*/ 382588 w 619180"/>
                  <a:gd name="connsiteY5" fmla="*/ 1610061 h 1610081"/>
                  <a:gd name="connsiteX6" fmla="*/ 258763 w 619180"/>
                  <a:gd name="connsiteY6" fmla="*/ 1583868 h 1610081"/>
                  <a:gd name="connsiteX7" fmla="*/ 320675 w 619180"/>
                  <a:gd name="connsiteY7" fmla="*/ 1469568 h 1610081"/>
                  <a:gd name="connsiteX8" fmla="*/ 392113 w 619180"/>
                  <a:gd name="connsiteY8" fmla="*/ 1212393 h 1610081"/>
                  <a:gd name="connsiteX9" fmla="*/ 415925 w 619180"/>
                  <a:gd name="connsiteY9" fmla="*/ 821868 h 1610081"/>
                  <a:gd name="connsiteX10" fmla="*/ 311150 w 619180"/>
                  <a:gd name="connsiteY10" fmla="*/ 350380 h 1610081"/>
                  <a:gd name="connsiteX11" fmla="*/ 0 w 619180"/>
                  <a:gd name="connsiteY11" fmla="*/ 38437 h 1610081"/>
                  <a:gd name="connsiteX0" fmla="*/ 0 w 619657"/>
                  <a:gd name="connsiteY0" fmla="*/ 35075 h 1606719"/>
                  <a:gd name="connsiteX1" fmla="*/ 257969 w 619657"/>
                  <a:gd name="connsiteY1" fmla="*/ 24755 h 1606719"/>
                  <a:gd name="connsiteX2" fmla="*/ 430213 w 619657"/>
                  <a:gd name="connsiteY2" fmla="*/ 213669 h 1606719"/>
                  <a:gd name="connsiteX3" fmla="*/ 615950 w 619657"/>
                  <a:gd name="connsiteY3" fmla="*/ 756593 h 1606719"/>
                  <a:gd name="connsiteX4" fmla="*/ 542132 w 619657"/>
                  <a:gd name="connsiteY4" fmla="*/ 1449538 h 1606719"/>
                  <a:gd name="connsiteX5" fmla="*/ 382588 w 619657"/>
                  <a:gd name="connsiteY5" fmla="*/ 1606699 h 1606719"/>
                  <a:gd name="connsiteX6" fmla="*/ 258763 w 619657"/>
                  <a:gd name="connsiteY6" fmla="*/ 1580506 h 1606719"/>
                  <a:gd name="connsiteX7" fmla="*/ 320675 w 619657"/>
                  <a:gd name="connsiteY7" fmla="*/ 1466206 h 1606719"/>
                  <a:gd name="connsiteX8" fmla="*/ 392113 w 619657"/>
                  <a:gd name="connsiteY8" fmla="*/ 1209031 h 1606719"/>
                  <a:gd name="connsiteX9" fmla="*/ 415925 w 619657"/>
                  <a:gd name="connsiteY9" fmla="*/ 818506 h 1606719"/>
                  <a:gd name="connsiteX10" fmla="*/ 311150 w 619657"/>
                  <a:gd name="connsiteY10" fmla="*/ 347018 h 1606719"/>
                  <a:gd name="connsiteX11" fmla="*/ 0 w 619657"/>
                  <a:gd name="connsiteY11" fmla="*/ 35075 h 1606719"/>
                  <a:gd name="connsiteX0" fmla="*/ 0 w 597454"/>
                  <a:gd name="connsiteY0" fmla="*/ 35075 h 1606719"/>
                  <a:gd name="connsiteX1" fmla="*/ 257969 w 597454"/>
                  <a:gd name="connsiteY1" fmla="*/ 24755 h 1606719"/>
                  <a:gd name="connsiteX2" fmla="*/ 430213 w 597454"/>
                  <a:gd name="connsiteY2" fmla="*/ 213669 h 1606719"/>
                  <a:gd name="connsiteX3" fmla="*/ 592138 w 597454"/>
                  <a:gd name="connsiteY3" fmla="*/ 754212 h 1606719"/>
                  <a:gd name="connsiteX4" fmla="*/ 542132 w 597454"/>
                  <a:gd name="connsiteY4" fmla="*/ 1449538 h 1606719"/>
                  <a:gd name="connsiteX5" fmla="*/ 382588 w 597454"/>
                  <a:gd name="connsiteY5" fmla="*/ 1606699 h 1606719"/>
                  <a:gd name="connsiteX6" fmla="*/ 258763 w 597454"/>
                  <a:gd name="connsiteY6" fmla="*/ 1580506 h 1606719"/>
                  <a:gd name="connsiteX7" fmla="*/ 320675 w 597454"/>
                  <a:gd name="connsiteY7" fmla="*/ 1466206 h 1606719"/>
                  <a:gd name="connsiteX8" fmla="*/ 392113 w 597454"/>
                  <a:gd name="connsiteY8" fmla="*/ 1209031 h 1606719"/>
                  <a:gd name="connsiteX9" fmla="*/ 415925 w 597454"/>
                  <a:gd name="connsiteY9" fmla="*/ 818506 h 1606719"/>
                  <a:gd name="connsiteX10" fmla="*/ 311150 w 597454"/>
                  <a:gd name="connsiteY10" fmla="*/ 347018 h 1606719"/>
                  <a:gd name="connsiteX11" fmla="*/ 0 w 597454"/>
                  <a:gd name="connsiteY11" fmla="*/ 35075 h 1606719"/>
                  <a:gd name="connsiteX0" fmla="*/ 0 w 596732"/>
                  <a:gd name="connsiteY0" fmla="*/ 35075 h 1596107"/>
                  <a:gd name="connsiteX1" fmla="*/ 257969 w 596732"/>
                  <a:gd name="connsiteY1" fmla="*/ 24755 h 1596107"/>
                  <a:gd name="connsiteX2" fmla="*/ 430213 w 596732"/>
                  <a:gd name="connsiteY2" fmla="*/ 213669 h 1596107"/>
                  <a:gd name="connsiteX3" fmla="*/ 592138 w 596732"/>
                  <a:gd name="connsiteY3" fmla="*/ 754212 h 1596107"/>
                  <a:gd name="connsiteX4" fmla="*/ 542132 w 596732"/>
                  <a:gd name="connsiteY4" fmla="*/ 1449538 h 1596107"/>
                  <a:gd name="connsiteX5" fmla="*/ 434975 w 596732"/>
                  <a:gd name="connsiteY5" fmla="*/ 1594793 h 1596107"/>
                  <a:gd name="connsiteX6" fmla="*/ 258763 w 596732"/>
                  <a:gd name="connsiteY6" fmla="*/ 1580506 h 1596107"/>
                  <a:gd name="connsiteX7" fmla="*/ 320675 w 596732"/>
                  <a:gd name="connsiteY7" fmla="*/ 1466206 h 1596107"/>
                  <a:gd name="connsiteX8" fmla="*/ 392113 w 596732"/>
                  <a:gd name="connsiteY8" fmla="*/ 1209031 h 1596107"/>
                  <a:gd name="connsiteX9" fmla="*/ 415925 w 596732"/>
                  <a:gd name="connsiteY9" fmla="*/ 818506 h 1596107"/>
                  <a:gd name="connsiteX10" fmla="*/ 311150 w 596732"/>
                  <a:gd name="connsiteY10" fmla="*/ 347018 h 1596107"/>
                  <a:gd name="connsiteX11" fmla="*/ 0 w 596732"/>
                  <a:gd name="connsiteY11" fmla="*/ 35075 h 1596107"/>
                  <a:gd name="connsiteX0" fmla="*/ 0 w 596732"/>
                  <a:gd name="connsiteY0" fmla="*/ 35075 h 1603457"/>
                  <a:gd name="connsiteX1" fmla="*/ 257969 w 596732"/>
                  <a:gd name="connsiteY1" fmla="*/ 24755 h 1603457"/>
                  <a:gd name="connsiteX2" fmla="*/ 430213 w 596732"/>
                  <a:gd name="connsiteY2" fmla="*/ 213669 h 1603457"/>
                  <a:gd name="connsiteX3" fmla="*/ 592138 w 596732"/>
                  <a:gd name="connsiteY3" fmla="*/ 754212 h 1603457"/>
                  <a:gd name="connsiteX4" fmla="*/ 542132 w 596732"/>
                  <a:gd name="connsiteY4" fmla="*/ 1449538 h 1603457"/>
                  <a:gd name="connsiteX5" fmla="*/ 434975 w 596732"/>
                  <a:gd name="connsiteY5" fmla="*/ 1594793 h 1603457"/>
                  <a:gd name="connsiteX6" fmla="*/ 258763 w 596732"/>
                  <a:gd name="connsiteY6" fmla="*/ 1580506 h 1603457"/>
                  <a:gd name="connsiteX7" fmla="*/ 320675 w 596732"/>
                  <a:gd name="connsiteY7" fmla="*/ 1466206 h 1603457"/>
                  <a:gd name="connsiteX8" fmla="*/ 392113 w 596732"/>
                  <a:gd name="connsiteY8" fmla="*/ 1209031 h 1603457"/>
                  <a:gd name="connsiteX9" fmla="*/ 415925 w 596732"/>
                  <a:gd name="connsiteY9" fmla="*/ 818506 h 1603457"/>
                  <a:gd name="connsiteX10" fmla="*/ 311150 w 596732"/>
                  <a:gd name="connsiteY10" fmla="*/ 347018 h 1603457"/>
                  <a:gd name="connsiteX11" fmla="*/ 0 w 596732"/>
                  <a:gd name="connsiteY11" fmla="*/ 35075 h 1603457"/>
                  <a:gd name="connsiteX0" fmla="*/ 0 w 605337"/>
                  <a:gd name="connsiteY0" fmla="*/ 35075 h 1621964"/>
                  <a:gd name="connsiteX1" fmla="*/ 257969 w 605337"/>
                  <a:gd name="connsiteY1" fmla="*/ 24755 h 1621964"/>
                  <a:gd name="connsiteX2" fmla="*/ 430213 w 605337"/>
                  <a:gd name="connsiteY2" fmla="*/ 213669 h 1621964"/>
                  <a:gd name="connsiteX3" fmla="*/ 592138 w 605337"/>
                  <a:gd name="connsiteY3" fmla="*/ 754212 h 1621964"/>
                  <a:gd name="connsiteX4" fmla="*/ 577850 w 605337"/>
                  <a:gd name="connsiteY4" fmla="*/ 1228082 h 1621964"/>
                  <a:gd name="connsiteX5" fmla="*/ 434975 w 605337"/>
                  <a:gd name="connsiteY5" fmla="*/ 1594793 h 1621964"/>
                  <a:gd name="connsiteX6" fmla="*/ 258763 w 605337"/>
                  <a:gd name="connsiteY6" fmla="*/ 1580506 h 1621964"/>
                  <a:gd name="connsiteX7" fmla="*/ 320675 w 605337"/>
                  <a:gd name="connsiteY7" fmla="*/ 1466206 h 1621964"/>
                  <a:gd name="connsiteX8" fmla="*/ 392113 w 605337"/>
                  <a:gd name="connsiteY8" fmla="*/ 1209031 h 1621964"/>
                  <a:gd name="connsiteX9" fmla="*/ 415925 w 605337"/>
                  <a:gd name="connsiteY9" fmla="*/ 818506 h 1621964"/>
                  <a:gd name="connsiteX10" fmla="*/ 311150 w 605337"/>
                  <a:gd name="connsiteY10" fmla="*/ 347018 h 1621964"/>
                  <a:gd name="connsiteX11" fmla="*/ 0 w 605337"/>
                  <a:gd name="connsiteY11" fmla="*/ 35075 h 1621964"/>
                  <a:gd name="connsiteX0" fmla="*/ 0 w 605337"/>
                  <a:gd name="connsiteY0" fmla="*/ 35075 h 1603985"/>
                  <a:gd name="connsiteX1" fmla="*/ 257969 w 605337"/>
                  <a:gd name="connsiteY1" fmla="*/ 24755 h 1603985"/>
                  <a:gd name="connsiteX2" fmla="*/ 430213 w 605337"/>
                  <a:gd name="connsiteY2" fmla="*/ 213669 h 1603985"/>
                  <a:gd name="connsiteX3" fmla="*/ 592138 w 605337"/>
                  <a:gd name="connsiteY3" fmla="*/ 754212 h 1603985"/>
                  <a:gd name="connsiteX4" fmla="*/ 577850 w 605337"/>
                  <a:gd name="connsiteY4" fmla="*/ 1228082 h 1603985"/>
                  <a:gd name="connsiteX5" fmla="*/ 434975 w 605337"/>
                  <a:gd name="connsiteY5" fmla="*/ 1594793 h 1603985"/>
                  <a:gd name="connsiteX6" fmla="*/ 258763 w 605337"/>
                  <a:gd name="connsiteY6" fmla="*/ 1580506 h 1603985"/>
                  <a:gd name="connsiteX7" fmla="*/ 320675 w 605337"/>
                  <a:gd name="connsiteY7" fmla="*/ 1466206 h 1603985"/>
                  <a:gd name="connsiteX8" fmla="*/ 392113 w 605337"/>
                  <a:gd name="connsiteY8" fmla="*/ 1209031 h 1603985"/>
                  <a:gd name="connsiteX9" fmla="*/ 415925 w 605337"/>
                  <a:gd name="connsiteY9" fmla="*/ 818506 h 1603985"/>
                  <a:gd name="connsiteX10" fmla="*/ 311150 w 605337"/>
                  <a:gd name="connsiteY10" fmla="*/ 347018 h 1603985"/>
                  <a:gd name="connsiteX11" fmla="*/ 0 w 605337"/>
                  <a:gd name="connsiteY11" fmla="*/ 35075 h 1603985"/>
                  <a:gd name="connsiteX0" fmla="*/ 0 w 605129"/>
                  <a:gd name="connsiteY0" fmla="*/ 35075 h 1588407"/>
                  <a:gd name="connsiteX1" fmla="*/ 257969 w 605129"/>
                  <a:gd name="connsiteY1" fmla="*/ 24755 h 1588407"/>
                  <a:gd name="connsiteX2" fmla="*/ 430213 w 605129"/>
                  <a:gd name="connsiteY2" fmla="*/ 213669 h 1588407"/>
                  <a:gd name="connsiteX3" fmla="*/ 592138 w 605129"/>
                  <a:gd name="connsiteY3" fmla="*/ 754212 h 1588407"/>
                  <a:gd name="connsiteX4" fmla="*/ 577850 w 605129"/>
                  <a:gd name="connsiteY4" fmla="*/ 1228082 h 1588407"/>
                  <a:gd name="connsiteX5" fmla="*/ 439738 w 605129"/>
                  <a:gd name="connsiteY5" fmla="*/ 1556693 h 1588407"/>
                  <a:gd name="connsiteX6" fmla="*/ 258763 w 605129"/>
                  <a:gd name="connsiteY6" fmla="*/ 1580506 h 1588407"/>
                  <a:gd name="connsiteX7" fmla="*/ 320675 w 605129"/>
                  <a:gd name="connsiteY7" fmla="*/ 1466206 h 1588407"/>
                  <a:gd name="connsiteX8" fmla="*/ 392113 w 605129"/>
                  <a:gd name="connsiteY8" fmla="*/ 1209031 h 1588407"/>
                  <a:gd name="connsiteX9" fmla="*/ 415925 w 605129"/>
                  <a:gd name="connsiteY9" fmla="*/ 818506 h 1588407"/>
                  <a:gd name="connsiteX10" fmla="*/ 311150 w 605129"/>
                  <a:gd name="connsiteY10" fmla="*/ 347018 h 1588407"/>
                  <a:gd name="connsiteX11" fmla="*/ 0 w 605129"/>
                  <a:gd name="connsiteY11" fmla="*/ 35075 h 1588407"/>
                  <a:gd name="connsiteX0" fmla="*/ 0 w 605129"/>
                  <a:gd name="connsiteY0" fmla="*/ 35075 h 1591646"/>
                  <a:gd name="connsiteX1" fmla="*/ 257969 w 605129"/>
                  <a:gd name="connsiteY1" fmla="*/ 24755 h 1591646"/>
                  <a:gd name="connsiteX2" fmla="*/ 430213 w 605129"/>
                  <a:gd name="connsiteY2" fmla="*/ 213669 h 1591646"/>
                  <a:gd name="connsiteX3" fmla="*/ 592138 w 605129"/>
                  <a:gd name="connsiteY3" fmla="*/ 754212 h 1591646"/>
                  <a:gd name="connsiteX4" fmla="*/ 577850 w 605129"/>
                  <a:gd name="connsiteY4" fmla="*/ 1228082 h 1591646"/>
                  <a:gd name="connsiteX5" fmla="*/ 439738 w 605129"/>
                  <a:gd name="connsiteY5" fmla="*/ 1556693 h 1591646"/>
                  <a:gd name="connsiteX6" fmla="*/ 258763 w 605129"/>
                  <a:gd name="connsiteY6" fmla="*/ 1580506 h 1591646"/>
                  <a:gd name="connsiteX7" fmla="*/ 320675 w 605129"/>
                  <a:gd name="connsiteY7" fmla="*/ 1466206 h 1591646"/>
                  <a:gd name="connsiteX8" fmla="*/ 392113 w 605129"/>
                  <a:gd name="connsiteY8" fmla="*/ 1209031 h 1591646"/>
                  <a:gd name="connsiteX9" fmla="*/ 415925 w 605129"/>
                  <a:gd name="connsiteY9" fmla="*/ 818506 h 1591646"/>
                  <a:gd name="connsiteX10" fmla="*/ 311150 w 605129"/>
                  <a:gd name="connsiteY10" fmla="*/ 347018 h 1591646"/>
                  <a:gd name="connsiteX11" fmla="*/ 0 w 605129"/>
                  <a:gd name="connsiteY11" fmla="*/ 35075 h 1591646"/>
                  <a:gd name="connsiteX0" fmla="*/ 0 w 605129"/>
                  <a:gd name="connsiteY0" fmla="*/ 35075 h 1591646"/>
                  <a:gd name="connsiteX1" fmla="*/ 257969 w 605129"/>
                  <a:gd name="connsiteY1" fmla="*/ 24755 h 1591646"/>
                  <a:gd name="connsiteX2" fmla="*/ 430213 w 605129"/>
                  <a:gd name="connsiteY2" fmla="*/ 213669 h 1591646"/>
                  <a:gd name="connsiteX3" fmla="*/ 592138 w 605129"/>
                  <a:gd name="connsiteY3" fmla="*/ 754212 h 1591646"/>
                  <a:gd name="connsiteX4" fmla="*/ 577850 w 605129"/>
                  <a:gd name="connsiteY4" fmla="*/ 1228082 h 1591646"/>
                  <a:gd name="connsiteX5" fmla="*/ 439738 w 605129"/>
                  <a:gd name="connsiteY5" fmla="*/ 1556693 h 1591646"/>
                  <a:gd name="connsiteX6" fmla="*/ 258763 w 605129"/>
                  <a:gd name="connsiteY6" fmla="*/ 1580506 h 1591646"/>
                  <a:gd name="connsiteX7" fmla="*/ 320675 w 605129"/>
                  <a:gd name="connsiteY7" fmla="*/ 1466206 h 1591646"/>
                  <a:gd name="connsiteX8" fmla="*/ 392113 w 605129"/>
                  <a:gd name="connsiteY8" fmla="*/ 1209031 h 1591646"/>
                  <a:gd name="connsiteX9" fmla="*/ 415925 w 605129"/>
                  <a:gd name="connsiteY9" fmla="*/ 818506 h 1591646"/>
                  <a:gd name="connsiteX10" fmla="*/ 311150 w 605129"/>
                  <a:gd name="connsiteY10" fmla="*/ 347018 h 1591646"/>
                  <a:gd name="connsiteX11" fmla="*/ 0 w 605129"/>
                  <a:gd name="connsiteY11" fmla="*/ 35075 h 1591646"/>
                  <a:gd name="connsiteX0" fmla="*/ 0 w 605129"/>
                  <a:gd name="connsiteY0" fmla="*/ 35075 h 1591646"/>
                  <a:gd name="connsiteX1" fmla="*/ 257969 w 605129"/>
                  <a:gd name="connsiteY1" fmla="*/ 24755 h 1591646"/>
                  <a:gd name="connsiteX2" fmla="*/ 430213 w 605129"/>
                  <a:gd name="connsiteY2" fmla="*/ 213669 h 1591646"/>
                  <a:gd name="connsiteX3" fmla="*/ 592138 w 605129"/>
                  <a:gd name="connsiteY3" fmla="*/ 754212 h 1591646"/>
                  <a:gd name="connsiteX4" fmla="*/ 577850 w 605129"/>
                  <a:gd name="connsiteY4" fmla="*/ 1228082 h 1591646"/>
                  <a:gd name="connsiteX5" fmla="*/ 439738 w 605129"/>
                  <a:gd name="connsiteY5" fmla="*/ 1556693 h 1591646"/>
                  <a:gd name="connsiteX6" fmla="*/ 258763 w 605129"/>
                  <a:gd name="connsiteY6" fmla="*/ 1580506 h 1591646"/>
                  <a:gd name="connsiteX7" fmla="*/ 344487 w 605129"/>
                  <a:gd name="connsiteY7" fmla="*/ 1440012 h 1591646"/>
                  <a:gd name="connsiteX8" fmla="*/ 392113 w 605129"/>
                  <a:gd name="connsiteY8" fmla="*/ 1209031 h 1591646"/>
                  <a:gd name="connsiteX9" fmla="*/ 415925 w 605129"/>
                  <a:gd name="connsiteY9" fmla="*/ 818506 h 1591646"/>
                  <a:gd name="connsiteX10" fmla="*/ 311150 w 605129"/>
                  <a:gd name="connsiteY10" fmla="*/ 347018 h 1591646"/>
                  <a:gd name="connsiteX11" fmla="*/ 0 w 605129"/>
                  <a:gd name="connsiteY11" fmla="*/ 35075 h 1591646"/>
                  <a:gd name="connsiteX0" fmla="*/ 0 w 603428"/>
                  <a:gd name="connsiteY0" fmla="*/ 35075 h 1591646"/>
                  <a:gd name="connsiteX1" fmla="*/ 257969 w 603428"/>
                  <a:gd name="connsiteY1" fmla="*/ 24755 h 1591646"/>
                  <a:gd name="connsiteX2" fmla="*/ 430213 w 603428"/>
                  <a:gd name="connsiteY2" fmla="*/ 213669 h 1591646"/>
                  <a:gd name="connsiteX3" fmla="*/ 592138 w 603428"/>
                  <a:gd name="connsiteY3" fmla="*/ 754212 h 1591646"/>
                  <a:gd name="connsiteX4" fmla="*/ 577850 w 603428"/>
                  <a:gd name="connsiteY4" fmla="*/ 1228082 h 1591646"/>
                  <a:gd name="connsiteX5" fmla="*/ 439738 w 603428"/>
                  <a:gd name="connsiteY5" fmla="*/ 1556693 h 1591646"/>
                  <a:gd name="connsiteX6" fmla="*/ 258763 w 603428"/>
                  <a:gd name="connsiteY6" fmla="*/ 1580506 h 1591646"/>
                  <a:gd name="connsiteX7" fmla="*/ 344487 w 603428"/>
                  <a:gd name="connsiteY7" fmla="*/ 1440012 h 1591646"/>
                  <a:gd name="connsiteX8" fmla="*/ 392113 w 603428"/>
                  <a:gd name="connsiteY8" fmla="*/ 1209031 h 1591646"/>
                  <a:gd name="connsiteX9" fmla="*/ 415925 w 603428"/>
                  <a:gd name="connsiteY9" fmla="*/ 818506 h 1591646"/>
                  <a:gd name="connsiteX10" fmla="*/ 311150 w 603428"/>
                  <a:gd name="connsiteY10" fmla="*/ 347018 h 1591646"/>
                  <a:gd name="connsiteX11" fmla="*/ 0 w 603428"/>
                  <a:gd name="connsiteY11" fmla="*/ 35075 h 1591646"/>
                  <a:gd name="connsiteX0" fmla="*/ 0 w 597118"/>
                  <a:gd name="connsiteY0" fmla="*/ 35075 h 1591646"/>
                  <a:gd name="connsiteX1" fmla="*/ 257969 w 597118"/>
                  <a:gd name="connsiteY1" fmla="*/ 24755 h 1591646"/>
                  <a:gd name="connsiteX2" fmla="*/ 430213 w 597118"/>
                  <a:gd name="connsiteY2" fmla="*/ 213669 h 1591646"/>
                  <a:gd name="connsiteX3" fmla="*/ 580232 w 597118"/>
                  <a:gd name="connsiteY3" fmla="*/ 758975 h 1591646"/>
                  <a:gd name="connsiteX4" fmla="*/ 577850 w 597118"/>
                  <a:gd name="connsiteY4" fmla="*/ 1228082 h 1591646"/>
                  <a:gd name="connsiteX5" fmla="*/ 439738 w 597118"/>
                  <a:gd name="connsiteY5" fmla="*/ 1556693 h 1591646"/>
                  <a:gd name="connsiteX6" fmla="*/ 258763 w 597118"/>
                  <a:gd name="connsiteY6" fmla="*/ 1580506 h 1591646"/>
                  <a:gd name="connsiteX7" fmla="*/ 344487 w 597118"/>
                  <a:gd name="connsiteY7" fmla="*/ 1440012 h 1591646"/>
                  <a:gd name="connsiteX8" fmla="*/ 392113 w 597118"/>
                  <a:gd name="connsiteY8" fmla="*/ 1209031 h 1591646"/>
                  <a:gd name="connsiteX9" fmla="*/ 415925 w 597118"/>
                  <a:gd name="connsiteY9" fmla="*/ 818506 h 1591646"/>
                  <a:gd name="connsiteX10" fmla="*/ 311150 w 597118"/>
                  <a:gd name="connsiteY10" fmla="*/ 347018 h 1591646"/>
                  <a:gd name="connsiteX11" fmla="*/ 0 w 597118"/>
                  <a:gd name="connsiteY11" fmla="*/ 35075 h 1591646"/>
                  <a:gd name="connsiteX0" fmla="*/ 0 w 598393"/>
                  <a:gd name="connsiteY0" fmla="*/ 35075 h 1604645"/>
                  <a:gd name="connsiteX1" fmla="*/ 257969 w 598393"/>
                  <a:gd name="connsiteY1" fmla="*/ 24755 h 1604645"/>
                  <a:gd name="connsiteX2" fmla="*/ 430213 w 598393"/>
                  <a:gd name="connsiteY2" fmla="*/ 213669 h 1604645"/>
                  <a:gd name="connsiteX3" fmla="*/ 580232 w 598393"/>
                  <a:gd name="connsiteY3" fmla="*/ 758975 h 1604645"/>
                  <a:gd name="connsiteX4" fmla="*/ 580231 w 598393"/>
                  <a:gd name="connsiteY4" fmla="*/ 1132832 h 1604645"/>
                  <a:gd name="connsiteX5" fmla="*/ 439738 w 598393"/>
                  <a:gd name="connsiteY5" fmla="*/ 1556693 h 1604645"/>
                  <a:gd name="connsiteX6" fmla="*/ 258763 w 598393"/>
                  <a:gd name="connsiteY6" fmla="*/ 1580506 h 1604645"/>
                  <a:gd name="connsiteX7" fmla="*/ 344487 w 598393"/>
                  <a:gd name="connsiteY7" fmla="*/ 1440012 h 1604645"/>
                  <a:gd name="connsiteX8" fmla="*/ 392113 w 598393"/>
                  <a:gd name="connsiteY8" fmla="*/ 1209031 h 1604645"/>
                  <a:gd name="connsiteX9" fmla="*/ 415925 w 598393"/>
                  <a:gd name="connsiteY9" fmla="*/ 818506 h 1604645"/>
                  <a:gd name="connsiteX10" fmla="*/ 311150 w 598393"/>
                  <a:gd name="connsiteY10" fmla="*/ 347018 h 1604645"/>
                  <a:gd name="connsiteX11" fmla="*/ 0 w 598393"/>
                  <a:gd name="connsiteY11" fmla="*/ 35075 h 1604645"/>
                  <a:gd name="connsiteX0" fmla="*/ 0 w 593000"/>
                  <a:gd name="connsiteY0" fmla="*/ 35075 h 1604645"/>
                  <a:gd name="connsiteX1" fmla="*/ 257969 w 593000"/>
                  <a:gd name="connsiteY1" fmla="*/ 24755 h 1604645"/>
                  <a:gd name="connsiteX2" fmla="*/ 430213 w 593000"/>
                  <a:gd name="connsiteY2" fmla="*/ 213669 h 1604645"/>
                  <a:gd name="connsiteX3" fmla="*/ 580232 w 593000"/>
                  <a:gd name="connsiteY3" fmla="*/ 758975 h 1604645"/>
                  <a:gd name="connsiteX4" fmla="*/ 580231 w 593000"/>
                  <a:gd name="connsiteY4" fmla="*/ 1132832 h 1604645"/>
                  <a:gd name="connsiteX5" fmla="*/ 439738 w 593000"/>
                  <a:gd name="connsiteY5" fmla="*/ 1556693 h 1604645"/>
                  <a:gd name="connsiteX6" fmla="*/ 258763 w 593000"/>
                  <a:gd name="connsiteY6" fmla="*/ 1580506 h 1604645"/>
                  <a:gd name="connsiteX7" fmla="*/ 344487 w 593000"/>
                  <a:gd name="connsiteY7" fmla="*/ 1440012 h 1604645"/>
                  <a:gd name="connsiteX8" fmla="*/ 392113 w 593000"/>
                  <a:gd name="connsiteY8" fmla="*/ 1209031 h 1604645"/>
                  <a:gd name="connsiteX9" fmla="*/ 415925 w 593000"/>
                  <a:gd name="connsiteY9" fmla="*/ 818506 h 1604645"/>
                  <a:gd name="connsiteX10" fmla="*/ 311150 w 593000"/>
                  <a:gd name="connsiteY10" fmla="*/ 347018 h 1604645"/>
                  <a:gd name="connsiteX11" fmla="*/ 0 w 593000"/>
                  <a:gd name="connsiteY11" fmla="*/ 35075 h 1604645"/>
                  <a:gd name="connsiteX0" fmla="*/ 0 w 585327"/>
                  <a:gd name="connsiteY0" fmla="*/ 35075 h 1598513"/>
                  <a:gd name="connsiteX1" fmla="*/ 257969 w 585327"/>
                  <a:gd name="connsiteY1" fmla="*/ 24755 h 1598513"/>
                  <a:gd name="connsiteX2" fmla="*/ 430213 w 585327"/>
                  <a:gd name="connsiteY2" fmla="*/ 213669 h 1598513"/>
                  <a:gd name="connsiteX3" fmla="*/ 580232 w 585327"/>
                  <a:gd name="connsiteY3" fmla="*/ 758975 h 1598513"/>
                  <a:gd name="connsiteX4" fmla="*/ 549275 w 585327"/>
                  <a:gd name="connsiteY4" fmla="*/ 1232845 h 1598513"/>
                  <a:gd name="connsiteX5" fmla="*/ 439738 w 585327"/>
                  <a:gd name="connsiteY5" fmla="*/ 1556693 h 1598513"/>
                  <a:gd name="connsiteX6" fmla="*/ 258763 w 585327"/>
                  <a:gd name="connsiteY6" fmla="*/ 1580506 h 1598513"/>
                  <a:gd name="connsiteX7" fmla="*/ 344487 w 585327"/>
                  <a:gd name="connsiteY7" fmla="*/ 1440012 h 1598513"/>
                  <a:gd name="connsiteX8" fmla="*/ 392113 w 585327"/>
                  <a:gd name="connsiteY8" fmla="*/ 1209031 h 1598513"/>
                  <a:gd name="connsiteX9" fmla="*/ 415925 w 585327"/>
                  <a:gd name="connsiteY9" fmla="*/ 818506 h 1598513"/>
                  <a:gd name="connsiteX10" fmla="*/ 311150 w 585327"/>
                  <a:gd name="connsiteY10" fmla="*/ 347018 h 1598513"/>
                  <a:gd name="connsiteX11" fmla="*/ 0 w 585327"/>
                  <a:gd name="connsiteY11" fmla="*/ 35075 h 1598513"/>
                  <a:gd name="connsiteX0" fmla="*/ 0 w 585739"/>
                  <a:gd name="connsiteY0" fmla="*/ 35075 h 1598513"/>
                  <a:gd name="connsiteX1" fmla="*/ 257969 w 585739"/>
                  <a:gd name="connsiteY1" fmla="*/ 24755 h 1598513"/>
                  <a:gd name="connsiteX2" fmla="*/ 430213 w 585739"/>
                  <a:gd name="connsiteY2" fmla="*/ 213669 h 1598513"/>
                  <a:gd name="connsiteX3" fmla="*/ 580232 w 585739"/>
                  <a:gd name="connsiteY3" fmla="*/ 758975 h 1598513"/>
                  <a:gd name="connsiteX4" fmla="*/ 549275 w 585739"/>
                  <a:gd name="connsiteY4" fmla="*/ 1232845 h 1598513"/>
                  <a:gd name="connsiteX5" fmla="*/ 439738 w 585739"/>
                  <a:gd name="connsiteY5" fmla="*/ 1556693 h 1598513"/>
                  <a:gd name="connsiteX6" fmla="*/ 258763 w 585739"/>
                  <a:gd name="connsiteY6" fmla="*/ 1580506 h 1598513"/>
                  <a:gd name="connsiteX7" fmla="*/ 344487 w 585739"/>
                  <a:gd name="connsiteY7" fmla="*/ 1440012 h 1598513"/>
                  <a:gd name="connsiteX8" fmla="*/ 392113 w 585739"/>
                  <a:gd name="connsiteY8" fmla="*/ 1209031 h 1598513"/>
                  <a:gd name="connsiteX9" fmla="*/ 415925 w 585739"/>
                  <a:gd name="connsiteY9" fmla="*/ 818506 h 1598513"/>
                  <a:gd name="connsiteX10" fmla="*/ 311150 w 585739"/>
                  <a:gd name="connsiteY10" fmla="*/ 347018 h 1598513"/>
                  <a:gd name="connsiteX11" fmla="*/ 0 w 585739"/>
                  <a:gd name="connsiteY11" fmla="*/ 35075 h 1598513"/>
                  <a:gd name="connsiteX0" fmla="*/ 0 w 586761"/>
                  <a:gd name="connsiteY0" fmla="*/ 35075 h 1598513"/>
                  <a:gd name="connsiteX1" fmla="*/ 257969 w 586761"/>
                  <a:gd name="connsiteY1" fmla="*/ 24755 h 1598513"/>
                  <a:gd name="connsiteX2" fmla="*/ 430213 w 586761"/>
                  <a:gd name="connsiteY2" fmla="*/ 213669 h 1598513"/>
                  <a:gd name="connsiteX3" fmla="*/ 580232 w 586761"/>
                  <a:gd name="connsiteY3" fmla="*/ 758975 h 1598513"/>
                  <a:gd name="connsiteX4" fmla="*/ 549275 w 586761"/>
                  <a:gd name="connsiteY4" fmla="*/ 1232845 h 1598513"/>
                  <a:gd name="connsiteX5" fmla="*/ 439738 w 586761"/>
                  <a:gd name="connsiteY5" fmla="*/ 1556693 h 1598513"/>
                  <a:gd name="connsiteX6" fmla="*/ 258763 w 586761"/>
                  <a:gd name="connsiteY6" fmla="*/ 1580506 h 1598513"/>
                  <a:gd name="connsiteX7" fmla="*/ 344487 w 586761"/>
                  <a:gd name="connsiteY7" fmla="*/ 1440012 h 1598513"/>
                  <a:gd name="connsiteX8" fmla="*/ 392113 w 586761"/>
                  <a:gd name="connsiteY8" fmla="*/ 1209031 h 1598513"/>
                  <a:gd name="connsiteX9" fmla="*/ 415925 w 586761"/>
                  <a:gd name="connsiteY9" fmla="*/ 818506 h 1598513"/>
                  <a:gd name="connsiteX10" fmla="*/ 311150 w 586761"/>
                  <a:gd name="connsiteY10" fmla="*/ 347018 h 1598513"/>
                  <a:gd name="connsiteX11" fmla="*/ 0 w 586761"/>
                  <a:gd name="connsiteY11" fmla="*/ 35075 h 1598513"/>
                  <a:gd name="connsiteX0" fmla="*/ 0 w 583009"/>
                  <a:gd name="connsiteY0" fmla="*/ 35075 h 1598513"/>
                  <a:gd name="connsiteX1" fmla="*/ 257969 w 583009"/>
                  <a:gd name="connsiteY1" fmla="*/ 24755 h 1598513"/>
                  <a:gd name="connsiteX2" fmla="*/ 430213 w 583009"/>
                  <a:gd name="connsiteY2" fmla="*/ 213669 h 1598513"/>
                  <a:gd name="connsiteX3" fmla="*/ 580232 w 583009"/>
                  <a:gd name="connsiteY3" fmla="*/ 758975 h 1598513"/>
                  <a:gd name="connsiteX4" fmla="*/ 549275 w 583009"/>
                  <a:gd name="connsiteY4" fmla="*/ 1232845 h 1598513"/>
                  <a:gd name="connsiteX5" fmla="*/ 439738 w 583009"/>
                  <a:gd name="connsiteY5" fmla="*/ 1556693 h 1598513"/>
                  <a:gd name="connsiteX6" fmla="*/ 258763 w 583009"/>
                  <a:gd name="connsiteY6" fmla="*/ 1580506 h 1598513"/>
                  <a:gd name="connsiteX7" fmla="*/ 344487 w 583009"/>
                  <a:gd name="connsiteY7" fmla="*/ 1440012 h 1598513"/>
                  <a:gd name="connsiteX8" fmla="*/ 392113 w 583009"/>
                  <a:gd name="connsiteY8" fmla="*/ 1209031 h 1598513"/>
                  <a:gd name="connsiteX9" fmla="*/ 415925 w 583009"/>
                  <a:gd name="connsiteY9" fmla="*/ 818506 h 1598513"/>
                  <a:gd name="connsiteX10" fmla="*/ 311150 w 583009"/>
                  <a:gd name="connsiteY10" fmla="*/ 347018 h 1598513"/>
                  <a:gd name="connsiteX11" fmla="*/ 0 w 583009"/>
                  <a:gd name="connsiteY11" fmla="*/ 35075 h 1598513"/>
                  <a:gd name="connsiteX0" fmla="*/ 0 w 583009"/>
                  <a:gd name="connsiteY0" fmla="*/ 35075 h 1598513"/>
                  <a:gd name="connsiteX1" fmla="*/ 257969 w 583009"/>
                  <a:gd name="connsiteY1" fmla="*/ 24755 h 1598513"/>
                  <a:gd name="connsiteX2" fmla="*/ 430213 w 583009"/>
                  <a:gd name="connsiteY2" fmla="*/ 213669 h 1598513"/>
                  <a:gd name="connsiteX3" fmla="*/ 580232 w 583009"/>
                  <a:gd name="connsiteY3" fmla="*/ 758975 h 1598513"/>
                  <a:gd name="connsiteX4" fmla="*/ 549275 w 583009"/>
                  <a:gd name="connsiteY4" fmla="*/ 1232845 h 1598513"/>
                  <a:gd name="connsiteX5" fmla="*/ 439738 w 583009"/>
                  <a:gd name="connsiteY5" fmla="*/ 1556693 h 1598513"/>
                  <a:gd name="connsiteX6" fmla="*/ 258763 w 583009"/>
                  <a:gd name="connsiteY6" fmla="*/ 1580506 h 1598513"/>
                  <a:gd name="connsiteX7" fmla="*/ 344487 w 583009"/>
                  <a:gd name="connsiteY7" fmla="*/ 1440012 h 1598513"/>
                  <a:gd name="connsiteX8" fmla="*/ 392113 w 583009"/>
                  <a:gd name="connsiteY8" fmla="*/ 1209031 h 1598513"/>
                  <a:gd name="connsiteX9" fmla="*/ 415925 w 583009"/>
                  <a:gd name="connsiteY9" fmla="*/ 818506 h 1598513"/>
                  <a:gd name="connsiteX10" fmla="*/ 311150 w 583009"/>
                  <a:gd name="connsiteY10" fmla="*/ 347018 h 1598513"/>
                  <a:gd name="connsiteX11" fmla="*/ 0 w 583009"/>
                  <a:gd name="connsiteY11" fmla="*/ 35075 h 1598513"/>
                  <a:gd name="connsiteX0" fmla="*/ 0 w 583009"/>
                  <a:gd name="connsiteY0" fmla="*/ 55465 h 1618903"/>
                  <a:gd name="connsiteX1" fmla="*/ 257969 w 583009"/>
                  <a:gd name="connsiteY1" fmla="*/ 45145 h 1618903"/>
                  <a:gd name="connsiteX2" fmla="*/ 430213 w 583009"/>
                  <a:gd name="connsiteY2" fmla="*/ 234059 h 1618903"/>
                  <a:gd name="connsiteX3" fmla="*/ 580232 w 583009"/>
                  <a:gd name="connsiteY3" fmla="*/ 779365 h 1618903"/>
                  <a:gd name="connsiteX4" fmla="*/ 549275 w 583009"/>
                  <a:gd name="connsiteY4" fmla="*/ 1253235 h 1618903"/>
                  <a:gd name="connsiteX5" fmla="*/ 439738 w 583009"/>
                  <a:gd name="connsiteY5" fmla="*/ 1577083 h 1618903"/>
                  <a:gd name="connsiteX6" fmla="*/ 258763 w 583009"/>
                  <a:gd name="connsiteY6" fmla="*/ 1600896 h 1618903"/>
                  <a:gd name="connsiteX7" fmla="*/ 344487 w 583009"/>
                  <a:gd name="connsiteY7" fmla="*/ 1460402 h 1618903"/>
                  <a:gd name="connsiteX8" fmla="*/ 392113 w 583009"/>
                  <a:gd name="connsiteY8" fmla="*/ 1229421 h 1618903"/>
                  <a:gd name="connsiteX9" fmla="*/ 415925 w 583009"/>
                  <a:gd name="connsiteY9" fmla="*/ 838896 h 1618903"/>
                  <a:gd name="connsiteX10" fmla="*/ 311150 w 583009"/>
                  <a:gd name="connsiteY10" fmla="*/ 367408 h 1618903"/>
                  <a:gd name="connsiteX11" fmla="*/ 0 w 583009"/>
                  <a:gd name="connsiteY11" fmla="*/ 55465 h 1618903"/>
                  <a:gd name="connsiteX0" fmla="*/ 0 w 583009"/>
                  <a:gd name="connsiteY0" fmla="*/ 49425 h 1612863"/>
                  <a:gd name="connsiteX1" fmla="*/ 257969 w 583009"/>
                  <a:gd name="connsiteY1" fmla="*/ 39105 h 1612863"/>
                  <a:gd name="connsiteX2" fmla="*/ 430213 w 583009"/>
                  <a:gd name="connsiteY2" fmla="*/ 228019 h 1612863"/>
                  <a:gd name="connsiteX3" fmla="*/ 580232 w 583009"/>
                  <a:gd name="connsiteY3" fmla="*/ 773325 h 1612863"/>
                  <a:gd name="connsiteX4" fmla="*/ 549275 w 583009"/>
                  <a:gd name="connsiteY4" fmla="*/ 1247195 h 1612863"/>
                  <a:gd name="connsiteX5" fmla="*/ 439738 w 583009"/>
                  <a:gd name="connsiteY5" fmla="*/ 1571043 h 1612863"/>
                  <a:gd name="connsiteX6" fmla="*/ 258763 w 583009"/>
                  <a:gd name="connsiteY6" fmla="*/ 1594856 h 1612863"/>
                  <a:gd name="connsiteX7" fmla="*/ 344487 w 583009"/>
                  <a:gd name="connsiteY7" fmla="*/ 1454362 h 1612863"/>
                  <a:gd name="connsiteX8" fmla="*/ 392113 w 583009"/>
                  <a:gd name="connsiteY8" fmla="*/ 1223381 h 1612863"/>
                  <a:gd name="connsiteX9" fmla="*/ 415925 w 583009"/>
                  <a:gd name="connsiteY9" fmla="*/ 832856 h 1612863"/>
                  <a:gd name="connsiteX10" fmla="*/ 311150 w 583009"/>
                  <a:gd name="connsiteY10" fmla="*/ 361368 h 1612863"/>
                  <a:gd name="connsiteX11" fmla="*/ 0 w 583009"/>
                  <a:gd name="connsiteY11" fmla="*/ 49425 h 1612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83009" h="1612863">
                    <a:moveTo>
                      <a:pt x="0" y="49425"/>
                    </a:moveTo>
                    <a:cubicBezTo>
                      <a:pt x="130174" y="-36300"/>
                      <a:pt x="186267" y="9339"/>
                      <a:pt x="257969" y="39105"/>
                    </a:cubicBezTo>
                    <a:cubicBezTo>
                      <a:pt x="329671" y="68871"/>
                      <a:pt x="376503" y="105649"/>
                      <a:pt x="430213" y="228019"/>
                    </a:cubicBezTo>
                    <a:cubicBezTo>
                      <a:pt x="483924" y="350389"/>
                      <a:pt x="569913" y="596318"/>
                      <a:pt x="580232" y="773325"/>
                    </a:cubicBezTo>
                    <a:cubicBezTo>
                      <a:pt x="590551" y="950332"/>
                      <a:pt x="570309" y="1126148"/>
                      <a:pt x="549275" y="1247195"/>
                    </a:cubicBezTo>
                    <a:cubicBezTo>
                      <a:pt x="528241" y="1368242"/>
                      <a:pt x="488157" y="1513100"/>
                      <a:pt x="439738" y="1571043"/>
                    </a:cubicBezTo>
                    <a:cubicBezTo>
                      <a:pt x="391319" y="1628987"/>
                      <a:pt x="304006" y="1616287"/>
                      <a:pt x="258763" y="1594856"/>
                    </a:cubicBezTo>
                    <a:cubicBezTo>
                      <a:pt x="296863" y="1549613"/>
                      <a:pt x="322262" y="1516275"/>
                      <a:pt x="344487" y="1454362"/>
                    </a:cubicBezTo>
                    <a:cubicBezTo>
                      <a:pt x="366712" y="1392449"/>
                      <a:pt x="380207" y="1326965"/>
                      <a:pt x="392113" y="1223381"/>
                    </a:cubicBezTo>
                    <a:cubicBezTo>
                      <a:pt x="404019" y="1119797"/>
                      <a:pt x="429419" y="976525"/>
                      <a:pt x="415925" y="832856"/>
                    </a:cubicBezTo>
                    <a:cubicBezTo>
                      <a:pt x="402431" y="689187"/>
                      <a:pt x="349515" y="482415"/>
                      <a:pt x="311150" y="361368"/>
                    </a:cubicBezTo>
                    <a:cubicBezTo>
                      <a:pt x="272785" y="240321"/>
                      <a:pt x="236537" y="109751"/>
                      <a:pt x="0" y="49425"/>
                    </a:cubicBezTo>
                    <a:close/>
                  </a:path>
                </a:pathLst>
              </a:custGeom>
              <a:solidFill>
                <a:srgbClr val="E6BB7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32" name="任意多边形 131"/>
            <p:cNvSpPr/>
            <p:nvPr/>
          </p:nvSpPr>
          <p:spPr>
            <a:xfrm>
              <a:off x="7487620" y="2108391"/>
              <a:ext cx="674323" cy="3306436"/>
            </a:xfrm>
            <a:custGeom>
              <a:avLst/>
              <a:gdLst>
                <a:gd name="connsiteX0" fmla="*/ 202078 w 674323"/>
                <a:gd name="connsiteY0" fmla="*/ 667 h 3306436"/>
                <a:gd name="connsiteX1" fmla="*/ 277035 w 674323"/>
                <a:gd name="connsiteY1" fmla="*/ 3921 h 3306436"/>
                <a:gd name="connsiteX2" fmla="*/ 400504 w 674323"/>
                <a:gd name="connsiteY2" fmla="*/ 56049 h 3306436"/>
                <a:gd name="connsiteX3" fmla="*/ 643645 w 674323"/>
                <a:gd name="connsiteY3" fmla="*/ 698886 h 3306436"/>
                <a:gd name="connsiteX4" fmla="*/ 663526 w 674323"/>
                <a:gd name="connsiteY4" fmla="*/ 2402071 h 3306436"/>
                <a:gd name="connsiteX5" fmla="*/ 577373 w 674323"/>
                <a:gd name="connsiteY5" fmla="*/ 3296741 h 3306436"/>
                <a:gd name="connsiteX6" fmla="*/ 124291 w 674323"/>
                <a:gd name="connsiteY6" fmla="*/ 3305693 h 3306436"/>
                <a:gd name="connsiteX7" fmla="*/ 0 w 674323"/>
                <a:gd name="connsiteY7" fmla="*/ 3306436 h 3306436"/>
                <a:gd name="connsiteX8" fmla="*/ 0 w 674323"/>
                <a:gd name="connsiteY8" fmla="*/ 3135966 h 3306436"/>
                <a:gd name="connsiteX9" fmla="*/ 7022 w 674323"/>
                <a:gd name="connsiteY9" fmla="*/ 3135981 h 3306436"/>
                <a:gd name="connsiteX10" fmla="*/ 444829 w 674323"/>
                <a:gd name="connsiteY10" fmla="*/ 3137688 h 3306436"/>
                <a:gd name="connsiteX11" fmla="*/ 471338 w 674323"/>
                <a:gd name="connsiteY11" fmla="*/ 2594259 h 3306436"/>
                <a:gd name="connsiteX12" fmla="*/ 451456 w 674323"/>
                <a:gd name="connsiteY12" fmla="*/ 1308587 h 3306436"/>
                <a:gd name="connsiteX13" fmla="*/ 365303 w 674323"/>
                <a:gd name="connsiteY13" fmla="*/ 354273 h 3306436"/>
                <a:gd name="connsiteX14" fmla="*/ 120615 w 674323"/>
                <a:gd name="connsiteY14" fmla="*/ 22083 h 3306436"/>
                <a:gd name="connsiteX15" fmla="*/ 202078 w 674323"/>
                <a:gd name="connsiteY15" fmla="*/ 667 h 3306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74323" h="3306436">
                  <a:moveTo>
                    <a:pt x="202078" y="667"/>
                  </a:moveTo>
                  <a:cubicBezTo>
                    <a:pt x="228437" y="-1178"/>
                    <a:pt x="253712" y="1091"/>
                    <a:pt x="277035" y="3921"/>
                  </a:cubicBezTo>
                  <a:cubicBezTo>
                    <a:pt x="323684" y="9582"/>
                    <a:pt x="350327" y="28036"/>
                    <a:pt x="400504" y="56049"/>
                  </a:cubicBezTo>
                  <a:cubicBezTo>
                    <a:pt x="444224" y="80458"/>
                    <a:pt x="599807" y="307882"/>
                    <a:pt x="643645" y="698886"/>
                  </a:cubicBezTo>
                  <a:cubicBezTo>
                    <a:pt x="687482" y="1089890"/>
                    <a:pt x="674572" y="1969096"/>
                    <a:pt x="663526" y="2402071"/>
                  </a:cubicBezTo>
                  <a:cubicBezTo>
                    <a:pt x="652480" y="2835046"/>
                    <a:pt x="732006" y="3284591"/>
                    <a:pt x="577373" y="3296741"/>
                  </a:cubicBezTo>
                  <a:cubicBezTo>
                    <a:pt x="519386" y="3301297"/>
                    <a:pt x="345526" y="3303990"/>
                    <a:pt x="124291" y="3305693"/>
                  </a:cubicBezTo>
                  <a:lnTo>
                    <a:pt x="0" y="3306436"/>
                  </a:lnTo>
                  <a:lnTo>
                    <a:pt x="0" y="3135966"/>
                  </a:lnTo>
                  <a:lnTo>
                    <a:pt x="7022" y="3135981"/>
                  </a:lnTo>
                  <a:lnTo>
                    <a:pt x="444829" y="3137688"/>
                  </a:lnTo>
                  <a:cubicBezTo>
                    <a:pt x="490116" y="3073625"/>
                    <a:pt x="470234" y="2899110"/>
                    <a:pt x="471338" y="2594259"/>
                  </a:cubicBezTo>
                  <a:cubicBezTo>
                    <a:pt x="472442" y="2289409"/>
                    <a:pt x="469130" y="1681917"/>
                    <a:pt x="451456" y="1308587"/>
                  </a:cubicBezTo>
                  <a:cubicBezTo>
                    <a:pt x="433783" y="935256"/>
                    <a:pt x="421635" y="571865"/>
                    <a:pt x="365303" y="354273"/>
                  </a:cubicBezTo>
                  <a:cubicBezTo>
                    <a:pt x="308971" y="136680"/>
                    <a:pt x="233812" y="83694"/>
                    <a:pt x="120615" y="22083"/>
                  </a:cubicBezTo>
                  <a:cubicBezTo>
                    <a:pt x="148276" y="8466"/>
                    <a:pt x="175719" y="2511"/>
                    <a:pt x="202078" y="667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06" name="上箭头 105"/>
          <p:cNvSpPr/>
          <p:nvPr/>
        </p:nvSpPr>
        <p:spPr>
          <a:xfrm rot="10800000" flipH="1">
            <a:off x="7993155" y="4246249"/>
            <a:ext cx="122435" cy="415926"/>
          </a:xfrm>
          <a:prstGeom prst="up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文本框 161"/>
          <p:cNvSpPr txBox="1"/>
          <p:nvPr/>
        </p:nvSpPr>
        <p:spPr>
          <a:xfrm>
            <a:off x="3753732" y="4311545"/>
            <a:ext cx="11959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增大电流</a:t>
            </a:r>
          </a:p>
        </p:txBody>
      </p:sp>
      <p:grpSp>
        <p:nvGrpSpPr>
          <p:cNvPr id="168" name="组合 167"/>
          <p:cNvGrpSpPr/>
          <p:nvPr/>
        </p:nvGrpSpPr>
        <p:grpSpPr>
          <a:xfrm>
            <a:off x="8438357" y="2679992"/>
            <a:ext cx="2717311" cy="338554"/>
            <a:chOff x="8438357" y="2679992"/>
            <a:chExt cx="2717311" cy="338554"/>
          </a:xfrm>
        </p:grpSpPr>
        <p:cxnSp>
          <p:nvCxnSpPr>
            <p:cNvPr id="166" name="直接箭头连接符 165"/>
            <p:cNvCxnSpPr/>
            <p:nvPr/>
          </p:nvCxnSpPr>
          <p:spPr>
            <a:xfrm>
              <a:off x="8438357" y="2838349"/>
              <a:ext cx="1358786" cy="0"/>
            </a:xfrm>
            <a:prstGeom prst="straightConnector1">
              <a:avLst/>
            </a:prstGeom>
            <a:ln>
              <a:solidFill>
                <a:schemeClr val="bg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文本框 166"/>
            <p:cNvSpPr txBox="1"/>
            <p:nvPr/>
          </p:nvSpPr>
          <p:spPr>
            <a:xfrm>
              <a:off x="9606916" y="2679992"/>
              <a:ext cx="15487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存在磁饱和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2139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105" grpId="0" animBg="1"/>
      <p:bldP spid="134" grpId="0" animBg="1"/>
      <p:bldP spid="106" grpId="0" animBg="1"/>
      <p:bldP spid="16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组合 79"/>
          <p:cNvGrpSpPr/>
          <p:nvPr/>
        </p:nvGrpSpPr>
        <p:grpSpPr>
          <a:xfrm>
            <a:off x="1493408" y="490330"/>
            <a:ext cx="10504530" cy="5312769"/>
            <a:chOff x="1493408" y="490330"/>
            <a:chExt cx="10504530" cy="5312769"/>
          </a:xfrm>
        </p:grpSpPr>
        <p:sp>
          <p:nvSpPr>
            <p:cNvPr id="2" name="文本框 1"/>
            <p:cNvSpPr txBox="1"/>
            <p:nvPr/>
          </p:nvSpPr>
          <p:spPr>
            <a:xfrm>
              <a:off x="4344669" y="490330"/>
              <a:ext cx="35026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饱和电流</a:t>
              </a:r>
              <a:r>
                <a:rPr lang="en-US" altLang="zh-CN" sz="20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Isat</a:t>
              </a:r>
              <a:endParaRPr lang="zh-CN" altLang="en-US" sz="20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6710913" y="890440"/>
              <a:ext cx="528702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一般是指相对初始电感值衰减</a:t>
              </a:r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30%</a:t>
              </a: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（一些厂家是</a:t>
              </a:r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10%</a:t>
              </a: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40%</a:t>
              </a: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）时的偏置电流</a:t>
              </a:r>
            </a:p>
          </p:txBody>
        </p:sp>
        <p:cxnSp>
          <p:nvCxnSpPr>
            <p:cNvPr id="4" name="直接连接符 3"/>
            <p:cNvCxnSpPr/>
            <p:nvPr/>
          </p:nvCxnSpPr>
          <p:spPr>
            <a:xfrm>
              <a:off x="6096000" y="1019980"/>
              <a:ext cx="59055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组合 4"/>
            <p:cNvGrpSpPr/>
            <p:nvPr/>
          </p:nvGrpSpPr>
          <p:grpSpPr>
            <a:xfrm>
              <a:off x="4929241" y="2133791"/>
              <a:ext cx="2818610" cy="3305536"/>
              <a:chOff x="4929241" y="2133791"/>
              <a:chExt cx="2818610" cy="3305536"/>
            </a:xfrm>
          </p:grpSpPr>
          <p:sp>
            <p:nvSpPr>
              <p:cNvPr id="6" name="任意多边形 5"/>
              <p:cNvSpPr/>
              <p:nvPr/>
            </p:nvSpPr>
            <p:spPr>
              <a:xfrm>
                <a:off x="4929241" y="2138497"/>
                <a:ext cx="900352" cy="3300830"/>
              </a:xfrm>
              <a:custGeom>
                <a:avLst/>
                <a:gdLst>
                  <a:gd name="connsiteX0" fmla="*/ 416392 w 900352"/>
                  <a:gd name="connsiteY0" fmla="*/ 235 h 3300830"/>
                  <a:gd name="connsiteX1" fmla="*/ 529862 w 900352"/>
                  <a:gd name="connsiteY1" fmla="*/ 60692 h 3300830"/>
                  <a:gd name="connsiteX2" fmla="*/ 276793 w 900352"/>
                  <a:gd name="connsiteY2" fmla="*/ 438719 h 3300830"/>
                  <a:gd name="connsiteX3" fmla="*/ 226120 w 900352"/>
                  <a:gd name="connsiteY3" fmla="*/ 815637 h 3300830"/>
                  <a:gd name="connsiteX4" fmla="*/ 212865 w 900352"/>
                  <a:gd name="connsiteY4" fmla="*/ 2094683 h 3300830"/>
                  <a:gd name="connsiteX5" fmla="*/ 219492 w 900352"/>
                  <a:gd name="connsiteY5" fmla="*/ 3082133 h 3300830"/>
                  <a:gd name="connsiteX6" fmla="*/ 378545 w 900352"/>
                  <a:gd name="connsiteY6" fmla="*/ 3128523 h 3300830"/>
                  <a:gd name="connsiteX7" fmla="*/ 795229 w 900352"/>
                  <a:gd name="connsiteY7" fmla="*/ 3125883 h 3300830"/>
                  <a:gd name="connsiteX8" fmla="*/ 900352 w 900352"/>
                  <a:gd name="connsiteY8" fmla="*/ 3125745 h 3300830"/>
                  <a:gd name="connsiteX9" fmla="*/ 900352 w 900352"/>
                  <a:gd name="connsiteY9" fmla="*/ 3300830 h 3300830"/>
                  <a:gd name="connsiteX10" fmla="*/ 80322 w 900352"/>
                  <a:gd name="connsiteY10" fmla="*/ 3300830 h 3300830"/>
                  <a:gd name="connsiteX11" fmla="*/ 14050 w 900352"/>
                  <a:gd name="connsiteY11" fmla="*/ 1736816 h 3300830"/>
                  <a:gd name="connsiteX12" fmla="*/ 73694 w 900352"/>
                  <a:gd name="connsiteY12" fmla="*/ 570432 h 3300830"/>
                  <a:gd name="connsiteX13" fmla="*/ 385170 w 900352"/>
                  <a:gd name="connsiteY13" fmla="*/ 7121 h 3300830"/>
                  <a:gd name="connsiteX14" fmla="*/ 416392 w 900352"/>
                  <a:gd name="connsiteY14" fmla="*/ 235 h 3300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0352" h="3300830">
                    <a:moveTo>
                      <a:pt x="416392" y="235"/>
                    </a:moveTo>
                    <a:cubicBezTo>
                      <a:pt x="441709" y="3187"/>
                      <a:pt x="480159" y="20929"/>
                      <a:pt x="529862" y="60692"/>
                    </a:cubicBezTo>
                    <a:cubicBezTo>
                      <a:pt x="408784" y="124897"/>
                      <a:pt x="327416" y="312894"/>
                      <a:pt x="276793" y="438719"/>
                    </a:cubicBezTo>
                    <a:cubicBezTo>
                      <a:pt x="226170" y="564543"/>
                      <a:pt x="236773" y="539644"/>
                      <a:pt x="226120" y="815637"/>
                    </a:cubicBezTo>
                    <a:cubicBezTo>
                      <a:pt x="215466" y="1091631"/>
                      <a:pt x="213969" y="1716934"/>
                      <a:pt x="212865" y="2094683"/>
                    </a:cubicBezTo>
                    <a:cubicBezTo>
                      <a:pt x="211761" y="2472433"/>
                      <a:pt x="198507" y="2969471"/>
                      <a:pt x="219492" y="3082133"/>
                    </a:cubicBezTo>
                    <a:cubicBezTo>
                      <a:pt x="227224" y="3135151"/>
                      <a:pt x="317796" y="3134046"/>
                      <a:pt x="378545" y="3128523"/>
                    </a:cubicBezTo>
                    <a:cubicBezTo>
                      <a:pt x="393732" y="3127143"/>
                      <a:pt x="557134" y="3126315"/>
                      <a:pt x="795229" y="3125883"/>
                    </a:cubicBezTo>
                    <a:lnTo>
                      <a:pt x="900352" y="3125745"/>
                    </a:lnTo>
                    <a:lnTo>
                      <a:pt x="900352" y="3300830"/>
                    </a:lnTo>
                    <a:lnTo>
                      <a:pt x="80322" y="3300830"/>
                    </a:lnTo>
                    <a:cubicBezTo>
                      <a:pt x="-24609" y="3230139"/>
                      <a:pt x="-2517" y="2301230"/>
                      <a:pt x="14050" y="1736816"/>
                    </a:cubicBezTo>
                    <a:cubicBezTo>
                      <a:pt x="30617" y="1119384"/>
                      <a:pt x="11841" y="858713"/>
                      <a:pt x="73694" y="570432"/>
                    </a:cubicBezTo>
                    <a:cubicBezTo>
                      <a:pt x="135547" y="282150"/>
                      <a:pt x="280239" y="83333"/>
                      <a:pt x="385170" y="7121"/>
                    </a:cubicBezTo>
                    <a:cubicBezTo>
                      <a:pt x="398149" y="1323"/>
                      <a:pt x="407951" y="-748"/>
                      <a:pt x="416392" y="235"/>
                    </a:cubicBezTo>
                    <a:close/>
                  </a:path>
                </a:pathLst>
              </a:custGeom>
              <a:solidFill>
                <a:srgbClr val="E6BB7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任意多边形 6"/>
              <p:cNvSpPr/>
              <p:nvPr/>
            </p:nvSpPr>
            <p:spPr>
              <a:xfrm>
                <a:off x="7216637" y="2133791"/>
                <a:ext cx="531214" cy="1555260"/>
              </a:xfrm>
              <a:custGeom>
                <a:avLst/>
                <a:gdLst>
                  <a:gd name="connsiteX0" fmla="*/ 402829 w 538561"/>
                  <a:gd name="connsiteY0" fmla="*/ 156 h 1555603"/>
                  <a:gd name="connsiteX1" fmla="*/ 302816 w 538561"/>
                  <a:gd name="connsiteY1" fmla="*/ 93024 h 1555603"/>
                  <a:gd name="connsiteX2" fmla="*/ 136129 w 538561"/>
                  <a:gd name="connsiteY2" fmla="*/ 328768 h 1555603"/>
                  <a:gd name="connsiteX3" fmla="*/ 38497 w 538561"/>
                  <a:gd name="connsiteY3" fmla="*/ 662143 h 1555603"/>
                  <a:gd name="connsiteX4" fmla="*/ 397 w 538561"/>
                  <a:gd name="connsiteY4" fmla="*/ 974087 h 1555603"/>
                  <a:gd name="connsiteX5" fmla="*/ 28972 w 538561"/>
                  <a:gd name="connsiteY5" fmla="*/ 1276506 h 1555603"/>
                  <a:gd name="connsiteX6" fmla="*/ 169466 w 538561"/>
                  <a:gd name="connsiteY6" fmla="*/ 1550349 h 1555603"/>
                  <a:gd name="connsiteX7" fmla="*/ 276622 w 538561"/>
                  <a:gd name="connsiteY7" fmla="*/ 1447956 h 1555603"/>
                  <a:gd name="connsiteX8" fmla="*/ 250429 w 538561"/>
                  <a:gd name="connsiteY8" fmla="*/ 1338418 h 1555603"/>
                  <a:gd name="connsiteX9" fmla="*/ 212329 w 538561"/>
                  <a:gd name="connsiteY9" fmla="*/ 1026474 h 1555603"/>
                  <a:gd name="connsiteX10" fmla="*/ 264716 w 538561"/>
                  <a:gd name="connsiteY10" fmla="*/ 652618 h 1555603"/>
                  <a:gd name="connsiteX11" fmla="*/ 409972 w 538561"/>
                  <a:gd name="connsiteY11" fmla="*/ 219231 h 1555603"/>
                  <a:gd name="connsiteX12" fmla="*/ 524272 w 538561"/>
                  <a:gd name="connsiteY12" fmla="*/ 85881 h 1555603"/>
                  <a:gd name="connsiteX13" fmla="*/ 526654 w 538561"/>
                  <a:gd name="connsiteY13" fmla="*/ 71593 h 1555603"/>
                  <a:gd name="connsiteX14" fmla="*/ 402829 w 538561"/>
                  <a:gd name="connsiteY14" fmla="*/ 156 h 1555603"/>
                  <a:gd name="connsiteX0" fmla="*/ 402829 w 538561"/>
                  <a:gd name="connsiteY0" fmla="*/ 156 h 1555603"/>
                  <a:gd name="connsiteX1" fmla="*/ 302816 w 538561"/>
                  <a:gd name="connsiteY1" fmla="*/ 93024 h 1555603"/>
                  <a:gd name="connsiteX2" fmla="*/ 136129 w 538561"/>
                  <a:gd name="connsiteY2" fmla="*/ 328768 h 1555603"/>
                  <a:gd name="connsiteX3" fmla="*/ 38497 w 538561"/>
                  <a:gd name="connsiteY3" fmla="*/ 662143 h 1555603"/>
                  <a:gd name="connsiteX4" fmla="*/ 397 w 538561"/>
                  <a:gd name="connsiteY4" fmla="*/ 974087 h 1555603"/>
                  <a:gd name="connsiteX5" fmla="*/ 28972 w 538561"/>
                  <a:gd name="connsiteY5" fmla="*/ 1276506 h 1555603"/>
                  <a:gd name="connsiteX6" fmla="*/ 169466 w 538561"/>
                  <a:gd name="connsiteY6" fmla="*/ 1550349 h 1555603"/>
                  <a:gd name="connsiteX7" fmla="*/ 276622 w 538561"/>
                  <a:gd name="connsiteY7" fmla="*/ 1447956 h 1555603"/>
                  <a:gd name="connsiteX8" fmla="*/ 250429 w 538561"/>
                  <a:gd name="connsiteY8" fmla="*/ 1338418 h 1555603"/>
                  <a:gd name="connsiteX9" fmla="*/ 212329 w 538561"/>
                  <a:gd name="connsiteY9" fmla="*/ 1026474 h 1555603"/>
                  <a:gd name="connsiteX10" fmla="*/ 236141 w 538561"/>
                  <a:gd name="connsiteY10" fmla="*/ 630393 h 1555603"/>
                  <a:gd name="connsiteX11" fmla="*/ 409972 w 538561"/>
                  <a:gd name="connsiteY11" fmla="*/ 219231 h 1555603"/>
                  <a:gd name="connsiteX12" fmla="*/ 524272 w 538561"/>
                  <a:gd name="connsiteY12" fmla="*/ 85881 h 1555603"/>
                  <a:gd name="connsiteX13" fmla="*/ 526654 w 538561"/>
                  <a:gd name="connsiteY13" fmla="*/ 71593 h 1555603"/>
                  <a:gd name="connsiteX14" fmla="*/ 402829 w 538561"/>
                  <a:gd name="connsiteY14" fmla="*/ 156 h 1555603"/>
                  <a:gd name="connsiteX0" fmla="*/ 402829 w 538561"/>
                  <a:gd name="connsiteY0" fmla="*/ 156 h 1555603"/>
                  <a:gd name="connsiteX1" fmla="*/ 302816 w 538561"/>
                  <a:gd name="connsiteY1" fmla="*/ 93024 h 1555603"/>
                  <a:gd name="connsiteX2" fmla="*/ 136129 w 538561"/>
                  <a:gd name="connsiteY2" fmla="*/ 328768 h 1555603"/>
                  <a:gd name="connsiteX3" fmla="*/ 38497 w 538561"/>
                  <a:gd name="connsiteY3" fmla="*/ 662143 h 1555603"/>
                  <a:gd name="connsiteX4" fmla="*/ 397 w 538561"/>
                  <a:gd name="connsiteY4" fmla="*/ 974087 h 1555603"/>
                  <a:gd name="connsiteX5" fmla="*/ 28972 w 538561"/>
                  <a:gd name="connsiteY5" fmla="*/ 1276506 h 1555603"/>
                  <a:gd name="connsiteX6" fmla="*/ 169466 w 538561"/>
                  <a:gd name="connsiteY6" fmla="*/ 1550349 h 1555603"/>
                  <a:gd name="connsiteX7" fmla="*/ 276622 w 538561"/>
                  <a:gd name="connsiteY7" fmla="*/ 1447956 h 1555603"/>
                  <a:gd name="connsiteX8" fmla="*/ 250429 w 538561"/>
                  <a:gd name="connsiteY8" fmla="*/ 1338418 h 1555603"/>
                  <a:gd name="connsiteX9" fmla="*/ 196454 w 538561"/>
                  <a:gd name="connsiteY9" fmla="*/ 1020124 h 1555603"/>
                  <a:gd name="connsiteX10" fmla="*/ 236141 w 538561"/>
                  <a:gd name="connsiteY10" fmla="*/ 630393 h 1555603"/>
                  <a:gd name="connsiteX11" fmla="*/ 409972 w 538561"/>
                  <a:gd name="connsiteY11" fmla="*/ 219231 h 1555603"/>
                  <a:gd name="connsiteX12" fmla="*/ 524272 w 538561"/>
                  <a:gd name="connsiteY12" fmla="*/ 85881 h 1555603"/>
                  <a:gd name="connsiteX13" fmla="*/ 526654 w 538561"/>
                  <a:gd name="connsiteY13" fmla="*/ 71593 h 1555603"/>
                  <a:gd name="connsiteX14" fmla="*/ 402829 w 538561"/>
                  <a:gd name="connsiteY14" fmla="*/ 156 h 1555603"/>
                  <a:gd name="connsiteX0" fmla="*/ 396460 w 532192"/>
                  <a:gd name="connsiteY0" fmla="*/ 156 h 1555603"/>
                  <a:gd name="connsiteX1" fmla="*/ 296447 w 532192"/>
                  <a:gd name="connsiteY1" fmla="*/ 93024 h 1555603"/>
                  <a:gd name="connsiteX2" fmla="*/ 129760 w 532192"/>
                  <a:gd name="connsiteY2" fmla="*/ 328768 h 1555603"/>
                  <a:gd name="connsiteX3" fmla="*/ 32128 w 532192"/>
                  <a:gd name="connsiteY3" fmla="*/ 662143 h 1555603"/>
                  <a:gd name="connsiteX4" fmla="*/ 1172 w 532192"/>
                  <a:gd name="connsiteY4" fmla="*/ 976468 h 1555603"/>
                  <a:gd name="connsiteX5" fmla="*/ 22603 w 532192"/>
                  <a:gd name="connsiteY5" fmla="*/ 1276506 h 1555603"/>
                  <a:gd name="connsiteX6" fmla="*/ 163097 w 532192"/>
                  <a:gd name="connsiteY6" fmla="*/ 1550349 h 1555603"/>
                  <a:gd name="connsiteX7" fmla="*/ 270253 w 532192"/>
                  <a:gd name="connsiteY7" fmla="*/ 1447956 h 1555603"/>
                  <a:gd name="connsiteX8" fmla="*/ 244060 w 532192"/>
                  <a:gd name="connsiteY8" fmla="*/ 1338418 h 1555603"/>
                  <a:gd name="connsiteX9" fmla="*/ 190085 w 532192"/>
                  <a:gd name="connsiteY9" fmla="*/ 1020124 h 1555603"/>
                  <a:gd name="connsiteX10" fmla="*/ 229772 w 532192"/>
                  <a:gd name="connsiteY10" fmla="*/ 630393 h 1555603"/>
                  <a:gd name="connsiteX11" fmla="*/ 403603 w 532192"/>
                  <a:gd name="connsiteY11" fmla="*/ 219231 h 1555603"/>
                  <a:gd name="connsiteX12" fmla="*/ 517903 w 532192"/>
                  <a:gd name="connsiteY12" fmla="*/ 85881 h 1555603"/>
                  <a:gd name="connsiteX13" fmla="*/ 520285 w 532192"/>
                  <a:gd name="connsiteY13" fmla="*/ 71593 h 1555603"/>
                  <a:gd name="connsiteX14" fmla="*/ 396460 w 532192"/>
                  <a:gd name="connsiteY14" fmla="*/ 156 h 1555603"/>
                  <a:gd name="connsiteX0" fmla="*/ 395482 w 531214"/>
                  <a:gd name="connsiteY0" fmla="*/ 156 h 1555260"/>
                  <a:gd name="connsiteX1" fmla="*/ 295469 w 531214"/>
                  <a:gd name="connsiteY1" fmla="*/ 93024 h 1555260"/>
                  <a:gd name="connsiteX2" fmla="*/ 128782 w 531214"/>
                  <a:gd name="connsiteY2" fmla="*/ 328768 h 1555260"/>
                  <a:gd name="connsiteX3" fmla="*/ 31150 w 531214"/>
                  <a:gd name="connsiteY3" fmla="*/ 662143 h 1555260"/>
                  <a:gd name="connsiteX4" fmla="*/ 194 w 531214"/>
                  <a:gd name="connsiteY4" fmla="*/ 976468 h 1555260"/>
                  <a:gd name="connsiteX5" fmla="*/ 33531 w 531214"/>
                  <a:gd name="connsiteY5" fmla="*/ 1283650 h 1555260"/>
                  <a:gd name="connsiteX6" fmla="*/ 162119 w 531214"/>
                  <a:gd name="connsiteY6" fmla="*/ 1550349 h 1555260"/>
                  <a:gd name="connsiteX7" fmla="*/ 269275 w 531214"/>
                  <a:gd name="connsiteY7" fmla="*/ 1447956 h 1555260"/>
                  <a:gd name="connsiteX8" fmla="*/ 243082 w 531214"/>
                  <a:gd name="connsiteY8" fmla="*/ 1338418 h 1555260"/>
                  <a:gd name="connsiteX9" fmla="*/ 189107 w 531214"/>
                  <a:gd name="connsiteY9" fmla="*/ 1020124 h 1555260"/>
                  <a:gd name="connsiteX10" fmla="*/ 228794 w 531214"/>
                  <a:gd name="connsiteY10" fmla="*/ 630393 h 1555260"/>
                  <a:gd name="connsiteX11" fmla="*/ 402625 w 531214"/>
                  <a:gd name="connsiteY11" fmla="*/ 219231 h 1555260"/>
                  <a:gd name="connsiteX12" fmla="*/ 516925 w 531214"/>
                  <a:gd name="connsiteY12" fmla="*/ 85881 h 1555260"/>
                  <a:gd name="connsiteX13" fmla="*/ 519307 w 531214"/>
                  <a:gd name="connsiteY13" fmla="*/ 71593 h 1555260"/>
                  <a:gd name="connsiteX14" fmla="*/ 395482 w 531214"/>
                  <a:gd name="connsiteY14" fmla="*/ 156 h 1555260"/>
                  <a:gd name="connsiteX0" fmla="*/ 395482 w 531214"/>
                  <a:gd name="connsiteY0" fmla="*/ 156 h 1555260"/>
                  <a:gd name="connsiteX1" fmla="*/ 295469 w 531214"/>
                  <a:gd name="connsiteY1" fmla="*/ 93024 h 1555260"/>
                  <a:gd name="connsiteX2" fmla="*/ 128782 w 531214"/>
                  <a:gd name="connsiteY2" fmla="*/ 328768 h 1555260"/>
                  <a:gd name="connsiteX3" fmla="*/ 31150 w 531214"/>
                  <a:gd name="connsiteY3" fmla="*/ 662143 h 1555260"/>
                  <a:gd name="connsiteX4" fmla="*/ 194 w 531214"/>
                  <a:gd name="connsiteY4" fmla="*/ 976468 h 1555260"/>
                  <a:gd name="connsiteX5" fmla="*/ 33531 w 531214"/>
                  <a:gd name="connsiteY5" fmla="*/ 1283650 h 1555260"/>
                  <a:gd name="connsiteX6" fmla="*/ 162119 w 531214"/>
                  <a:gd name="connsiteY6" fmla="*/ 1550349 h 1555260"/>
                  <a:gd name="connsiteX7" fmla="*/ 269275 w 531214"/>
                  <a:gd name="connsiteY7" fmla="*/ 1447956 h 1555260"/>
                  <a:gd name="connsiteX8" fmla="*/ 243082 w 531214"/>
                  <a:gd name="connsiteY8" fmla="*/ 1338418 h 1555260"/>
                  <a:gd name="connsiteX9" fmla="*/ 177201 w 531214"/>
                  <a:gd name="connsiteY9" fmla="*/ 1015361 h 1555260"/>
                  <a:gd name="connsiteX10" fmla="*/ 228794 w 531214"/>
                  <a:gd name="connsiteY10" fmla="*/ 630393 h 1555260"/>
                  <a:gd name="connsiteX11" fmla="*/ 402625 w 531214"/>
                  <a:gd name="connsiteY11" fmla="*/ 219231 h 1555260"/>
                  <a:gd name="connsiteX12" fmla="*/ 516925 w 531214"/>
                  <a:gd name="connsiteY12" fmla="*/ 85881 h 1555260"/>
                  <a:gd name="connsiteX13" fmla="*/ 519307 w 531214"/>
                  <a:gd name="connsiteY13" fmla="*/ 71593 h 1555260"/>
                  <a:gd name="connsiteX14" fmla="*/ 395482 w 531214"/>
                  <a:gd name="connsiteY14" fmla="*/ 156 h 1555260"/>
                  <a:gd name="connsiteX0" fmla="*/ 395482 w 531214"/>
                  <a:gd name="connsiteY0" fmla="*/ 156 h 1555260"/>
                  <a:gd name="connsiteX1" fmla="*/ 295469 w 531214"/>
                  <a:gd name="connsiteY1" fmla="*/ 93024 h 1555260"/>
                  <a:gd name="connsiteX2" fmla="*/ 128782 w 531214"/>
                  <a:gd name="connsiteY2" fmla="*/ 328768 h 1555260"/>
                  <a:gd name="connsiteX3" fmla="*/ 31150 w 531214"/>
                  <a:gd name="connsiteY3" fmla="*/ 662143 h 1555260"/>
                  <a:gd name="connsiteX4" fmla="*/ 194 w 531214"/>
                  <a:gd name="connsiteY4" fmla="*/ 976468 h 1555260"/>
                  <a:gd name="connsiteX5" fmla="*/ 33531 w 531214"/>
                  <a:gd name="connsiteY5" fmla="*/ 1283650 h 1555260"/>
                  <a:gd name="connsiteX6" fmla="*/ 162119 w 531214"/>
                  <a:gd name="connsiteY6" fmla="*/ 1550349 h 1555260"/>
                  <a:gd name="connsiteX7" fmla="*/ 269275 w 531214"/>
                  <a:gd name="connsiteY7" fmla="*/ 1447956 h 1555260"/>
                  <a:gd name="connsiteX8" fmla="*/ 243082 w 531214"/>
                  <a:gd name="connsiteY8" fmla="*/ 1338418 h 1555260"/>
                  <a:gd name="connsiteX9" fmla="*/ 177201 w 531214"/>
                  <a:gd name="connsiteY9" fmla="*/ 1015361 h 1555260"/>
                  <a:gd name="connsiteX10" fmla="*/ 216888 w 531214"/>
                  <a:gd name="connsiteY10" fmla="*/ 618487 h 1555260"/>
                  <a:gd name="connsiteX11" fmla="*/ 402625 w 531214"/>
                  <a:gd name="connsiteY11" fmla="*/ 219231 h 1555260"/>
                  <a:gd name="connsiteX12" fmla="*/ 516925 w 531214"/>
                  <a:gd name="connsiteY12" fmla="*/ 85881 h 1555260"/>
                  <a:gd name="connsiteX13" fmla="*/ 519307 w 531214"/>
                  <a:gd name="connsiteY13" fmla="*/ 71593 h 1555260"/>
                  <a:gd name="connsiteX14" fmla="*/ 395482 w 531214"/>
                  <a:gd name="connsiteY14" fmla="*/ 156 h 1555260"/>
                  <a:gd name="connsiteX0" fmla="*/ 395482 w 531214"/>
                  <a:gd name="connsiteY0" fmla="*/ 156 h 1555260"/>
                  <a:gd name="connsiteX1" fmla="*/ 295469 w 531214"/>
                  <a:gd name="connsiteY1" fmla="*/ 93024 h 1555260"/>
                  <a:gd name="connsiteX2" fmla="*/ 145451 w 531214"/>
                  <a:gd name="connsiteY2" fmla="*/ 338293 h 1555260"/>
                  <a:gd name="connsiteX3" fmla="*/ 31150 w 531214"/>
                  <a:gd name="connsiteY3" fmla="*/ 662143 h 1555260"/>
                  <a:gd name="connsiteX4" fmla="*/ 194 w 531214"/>
                  <a:gd name="connsiteY4" fmla="*/ 976468 h 1555260"/>
                  <a:gd name="connsiteX5" fmla="*/ 33531 w 531214"/>
                  <a:gd name="connsiteY5" fmla="*/ 1283650 h 1555260"/>
                  <a:gd name="connsiteX6" fmla="*/ 162119 w 531214"/>
                  <a:gd name="connsiteY6" fmla="*/ 1550349 h 1555260"/>
                  <a:gd name="connsiteX7" fmla="*/ 269275 w 531214"/>
                  <a:gd name="connsiteY7" fmla="*/ 1447956 h 1555260"/>
                  <a:gd name="connsiteX8" fmla="*/ 243082 w 531214"/>
                  <a:gd name="connsiteY8" fmla="*/ 1338418 h 1555260"/>
                  <a:gd name="connsiteX9" fmla="*/ 177201 w 531214"/>
                  <a:gd name="connsiteY9" fmla="*/ 1015361 h 1555260"/>
                  <a:gd name="connsiteX10" fmla="*/ 216888 w 531214"/>
                  <a:gd name="connsiteY10" fmla="*/ 618487 h 1555260"/>
                  <a:gd name="connsiteX11" fmla="*/ 402625 w 531214"/>
                  <a:gd name="connsiteY11" fmla="*/ 219231 h 1555260"/>
                  <a:gd name="connsiteX12" fmla="*/ 516925 w 531214"/>
                  <a:gd name="connsiteY12" fmla="*/ 85881 h 1555260"/>
                  <a:gd name="connsiteX13" fmla="*/ 519307 w 531214"/>
                  <a:gd name="connsiteY13" fmla="*/ 71593 h 1555260"/>
                  <a:gd name="connsiteX14" fmla="*/ 395482 w 531214"/>
                  <a:gd name="connsiteY14" fmla="*/ 156 h 1555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31214" h="1555260">
                    <a:moveTo>
                      <a:pt x="395482" y="156"/>
                    </a:moveTo>
                    <a:cubicBezTo>
                      <a:pt x="358176" y="3728"/>
                      <a:pt x="337141" y="36668"/>
                      <a:pt x="295469" y="93024"/>
                    </a:cubicBezTo>
                    <a:cubicBezTo>
                      <a:pt x="253797" y="149380"/>
                      <a:pt x="189504" y="243440"/>
                      <a:pt x="145451" y="338293"/>
                    </a:cubicBezTo>
                    <a:cubicBezTo>
                      <a:pt x="101398" y="433146"/>
                      <a:pt x="55360" y="555781"/>
                      <a:pt x="31150" y="662143"/>
                    </a:cubicBezTo>
                    <a:cubicBezTo>
                      <a:pt x="6941" y="768506"/>
                      <a:pt x="1781" y="874074"/>
                      <a:pt x="194" y="976468"/>
                    </a:cubicBezTo>
                    <a:cubicBezTo>
                      <a:pt x="-1394" y="1078862"/>
                      <a:pt x="6544" y="1188003"/>
                      <a:pt x="33531" y="1283650"/>
                    </a:cubicBezTo>
                    <a:cubicBezTo>
                      <a:pt x="60518" y="1379297"/>
                      <a:pt x="122828" y="1522965"/>
                      <a:pt x="162119" y="1550349"/>
                    </a:cubicBezTo>
                    <a:cubicBezTo>
                      <a:pt x="201410" y="1577733"/>
                      <a:pt x="255781" y="1483278"/>
                      <a:pt x="269275" y="1447956"/>
                    </a:cubicBezTo>
                    <a:cubicBezTo>
                      <a:pt x="282769" y="1412634"/>
                      <a:pt x="258428" y="1410517"/>
                      <a:pt x="243082" y="1338418"/>
                    </a:cubicBezTo>
                    <a:cubicBezTo>
                      <a:pt x="227736" y="1266319"/>
                      <a:pt x="181567" y="1135349"/>
                      <a:pt x="177201" y="1015361"/>
                    </a:cubicBezTo>
                    <a:cubicBezTo>
                      <a:pt x="172835" y="895373"/>
                      <a:pt x="179317" y="751175"/>
                      <a:pt x="216888" y="618487"/>
                    </a:cubicBezTo>
                    <a:cubicBezTo>
                      <a:pt x="254459" y="485799"/>
                      <a:pt x="352619" y="307999"/>
                      <a:pt x="402625" y="219231"/>
                    </a:cubicBezTo>
                    <a:cubicBezTo>
                      <a:pt x="452631" y="130463"/>
                      <a:pt x="497478" y="110487"/>
                      <a:pt x="516925" y="85881"/>
                    </a:cubicBezTo>
                    <a:cubicBezTo>
                      <a:pt x="536372" y="61275"/>
                      <a:pt x="534785" y="87865"/>
                      <a:pt x="519307" y="71593"/>
                    </a:cubicBezTo>
                    <a:cubicBezTo>
                      <a:pt x="503829" y="55321"/>
                      <a:pt x="432788" y="-3416"/>
                      <a:pt x="395482" y="156"/>
                    </a:cubicBezTo>
                    <a:close/>
                  </a:path>
                </a:pathLst>
              </a:custGeom>
              <a:solidFill>
                <a:srgbClr val="E6BB7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任意多边形 7"/>
              <p:cNvSpPr/>
              <p:nvPr/>
            </p:nvSpPr>
            <p:spPr>
              <a:xfrm>
                <a:off x="6762262" y="2133791"/>
                <a:ext cx="531214" cy="1555260"/>
              </a:xfrm>
              <a:custGeom>
                <a:avLst/>
                <a:gdLst>
                  <a:gd name="connsiteX0" fmla="*/ 402829 w 538561"/>
                  <a:gd name="connsiteY0" fmla="*/ 156 h 1555603"/>
                  <a:gd name="connsiteX1" fmla="*/ 302816 w 538561"/>
                  <a:gd name="connsiteY1" fmla="*/ 93024 h 1555603"/>
                  <a:gd name="connsiteX2" fmla="*/ 136129 w 538561"/>
                  <a:gd name="connsiteY2" fmla="*/ 328768 h 1555603"/>
                  <a:gd name="connsiteX3" fmla="*/ 38497 w 538561"/>
                  <a:gd name="connsiteY3" fmla="*/ 662143 h 1555603"/>
                  <a:gd name="connsiteX4" fmla="*/ 397 w 538561"/>
                  <a:gd name="connsiteY4" fmla="*/ 974087 h 1555603"/>
                  <a:gd name="connsiteX5" fmla="*/ 28972 w 538561"/>
                  <a:gd name="connsiteY5" fmla="*/ 1276506 h 1555603"/>
                  <a:gd name="connsiteX6" fmla="*/ 169466 w 538561"/>
                  <a:gd name="connsiteY6" fmla="*/ 1550349 h 1555603"/>
                  <a:gd name="connsiteX7" fmla="*/ 276622 w 538561"/>
                  <a:gd name="connsiteY7" fmla="*/ 1447956 h 1555603"/>
                  <a:gd name="connsiteX8" fmla="*/ 250429 w 538561"/>
                  <a:gd name="connsiteY8" fmla="*/ 1338418 h 1555603"/>
                  <a:gd name="connsiteX9" fmla="*/ 212329 w 538561"/>
                  <a:gd name="connsiteY9" fmla="*/ 1026474 h 1555603"/>
                  <a:gd name="connsiteX10" fmla="*/ 264716 w 538561"/>
                  <a:gd name="connsiteY10" fmla="*/ 652618 h 1555603"/>
                  <a:gd name="connsiteX11" fmla="*/ 409972 w 538561"/>
                  <a:gd name="connsiteY11" fmla="*/ 219231 h 1555603"/>
                  <a:gd name="connsiteX12" fmla="*/ 524272 w 538561"/>
                  <a:gd name="connsiteY12" fmla="*/ 85881 h 1555603"/>
                  <a:gd name="connsiteX13" fmla="*/ 526654 w 538561"/>
                  <a:gd name="connsiteY13" fmla="*/ 71593 h 1555603"/>
                  <a:gd name="connsiteX14" fmla="*/ 402829 w 538561"/>
                  <a:gd name="connsiteY14" fmla="*/ 156 h 1555603"/>
                  <a:gd name="connsiteX0" fmla="*/ 402829 w 538561"/>
                  <a:gd name="connsiteY0" fmla="*/ 156 h 1555603"/>
                  <a:gd name="connsiteX1" fmla="*/ 302816 w 538561"/>
                  <a:gd name="connsiteY1" fmla="*/ 93024 h 1555603"/>
                  <a:gd name="connsiteX2" fmla="*/ 136129 w 538561"/>
                  <a:gd name="connsiteY2" fmla="*/ 328768 h 1555603"/>
                  <a:gd name="connsiteX3" fmla="*/ 38497 w 538561"/>
                  <a:gd name="connsiteY3" fmla="*/ 662143 h 1555603"/>
                  <a:gd name="connsiteX4" fmla="*/ 397 w 538561"/>
                  <a:gd name="connsiteY4" fmla="*/ 974087 h 1555603"/>
                  <a:gd name="connsiteX5" fmla="*/ 28972 w 538561"/>
                  <a:gd name="connsiteY5" fmla="*/ 1276506 h 1555603"/>
                  <a:gd name="connsiteX6" fmla="*/ 169466 w 538561"/>
                  <a:gd name="connsiteY6" fmla="*/ 1550349 h 1555603"/>
                  <a:gd name="connsiteX7" fmla="*/ 276622 w 538561"/>
                  <a:gd name="connsiteY7" fmla="*/ 1447956 h 1555603"/>
                  <a:gd name="connsiteX8" fmla="*/ 250429 w 538561"/>
                  <a:gd name="connsiteY8" fmla="*/ 1338418 h 1555603"/>
                  <a:gd name="connsiteX9" fmla="*/ 212329 w 538561"/>
                  <a:gd name="connsiteY9" fmla="*/ 1026474 h 1555603"/>
                  <a:gd name="connsiteX10" fmla="*/ 236141 w 538561"/>
                  <a:gd name="connsiteY10" fmla="*/ 630393 h 1555603"/>
                  <a:gd name="connsiteX11" fmla="*/ 409972 w 538561"/>
                  <a:gd name="connsiteY11" fmla="*/ 219231 h 1555603"/>
                  <a:gd name="connsiteX12" fmla="*/ 524272 w 538561"/>
                  <a:gd name="connsiteY12" fmla="*/ 85881 h 1555603"/>
                  <a:gd name="connsiteX13" fmla="*/ 526654 w 538561"/>
                  <a:gd name="connsiteY13" fmla="*/ 71593 h 1555603"/>
                  <a:gd name="connsiteX14" fmla="*/ 402829 w 538561"/>
                  <a:gd name="connsiteY14" fmla="*/ 156 h 1555603"/>
                  <a:gd name="connsiteX0" fmla="*/ 402829 w 538561"/>
                  <a:gd name="connsiteY0" fmla="*/ 156 h 1555603"/>
                  <a:gd name="connsiteX1" fmla="*/ 302816 w 538561"/>
                  <a:gd name="connsiteY1" fmla="*/ 93024 h 1555603"/>
                  <a:gd name="connsiteX2" fmla="*/ 136129 w 538561"/>
                  <a:gd name="connsiteY2" fmla="*/ 328768 h 1555603"/>
                  <a:gd name="connsiteX3" fmla="*/ 38497 w 538561"/>
                  <a:gd name="connsiteY3" fmla="*/ 662143 h 1555603"/>
                  <a:gd name="connsiteX4" fmla="*/ 397 w 538561"/>
                  <a:gd name="connsiteY4" fmla="*/ 974087 h 1555603"/>
                  <a:gd name="connsiteX5" fmla="*/ 28972 w 538561"/>
                  <a:gd name="connsiteY5" fmla="*/ 1276506 h 1555603"/>
                  <a:gd name="connsiteX6" fmla="*/ 169466 w 538561"/>
                  <a:gd name="connsiteY6" fmla="*/ 1550349 h 1555603"/>
                  <a:gd name="connsiteX7" fmla="*/ 276622 w 538561"/>
                  <a:gd name="connsiteY7" fmla="*/ 1447956 h 1555603"/>
                  <a:gd name="connsiteX8" fmla="*/ 250429 w 538561"/>
                  <a:gd name="connsiteY8" fmla="*/ 1338418 h 1555603"/>
                  <a:gd name="connsiteX9" fmla="*/ 196454 w 538561"/>
                  <a:gd name="connsiteY9" fmla="*/ 1020124 h 1555603"/>
                  <a:gd name="connsiteX10" fmla="*/ 236141 w 538561"/>
                  <a:gd name="connsiteY10" fmla="*/ 630393 h 1555603"/>
                  <a:gd name="connsiteX11" fmla="*/ 409972 w 538561"/>
                  <a:gd name="connsiteY11" fmla="*/ 219231 h 1555603"/>
                  <a:gd name="connsiteX12" fmla="*/ 524272 w 538561"/>
                  <a:gd name="connsiteY12" fmla="*/ 85881 h 1555603"/>
                  <a:gd name="connsiteX13" fmla="*/ 526654 w 538561"/>
                  <a:gd name="connsiteY13" fmla="*/ 71593 h 1555603"/>
                  <a:gd name="connsiteX14" fmla="*/ 402829 w 538561"/>
                  <a:gd name="connsiteY14" fmla="*/ 156 h 1555603"/>
                  <a:gd name="connsiteX0" fmla="*/ 396460 w 532192"/>
                  <a:gd name="connsiteY0" fmla="*/ 156 h 1555603"/>
                  <a:gd name="connsiteX1" fmla="*/ 296447 w 532192"/>
                  <a:gd name="connsiteY1" fmla="*/ 93024 h 1555603"/>
                  <a:gd name="connsiteX2" fmla="*/ 129760 w 532192"/>
                  <a:gd name="connsiteY2" fmla="*/ 328768 h 1555603"/>
                  <a:gd name="connsiteX3" fmla="*/ 32128 w 532192"/>
                  <a:gd name="connsiteY3" fmla="*/ 662143 h 1555603"/>
                  <a:gd name="connsiteX4" fmla="*/ 1172 w 532192"/>
                  <a:gd name="connsiteY4" fmla="*/ 976468 h 1555603"/>
                  <a:gd name="connsiteX5" fmla="*/ 22603 w 532192"/>
                  <a:gd name="connsiteY5" fmla="*/ 1276506 h 1555603"/>
                  <a:gd name="connsiteX6" fmla="*/ 163097 w 532192"/>
                  <a:gd name="connsiteY6" fmla="*/ 1550349 h 1555603"/>
                  <a:gd name="connsiteX7" fmla="*/ 270253 w 532192"/>
                  <a:gd name="connsiteY7" fmla="*/ 1447956 h 1555603"/>
                  <a:gd name="connsiteX8" fmla="*/ 244060 w 532192"/>
                  <a:gd name="connsiteY8" fmla="*/ 1338418 h 1555603"/>
                  <a:gd name="connsiteX9" fmla="*/ 190085 w 532192"/>
                  <a:gd name="connsiteY9" fmla="*/ 1020124 h 1555603"/>
                  <a:gd name="connsiteX10" fmla="*/ 229772 w 532192"/>
                  <a:gd name="connsiteY10" fmla="*/ 630393 h 1555603"/>
                  <a:gd name="connsiteX11" fmla="*/ 403603 w 532192"/>
                  <a:gd name="connsiteY11" fmla="*/ 219231 h 1555603"/>
                  <a:gd name="connsiteX12" fmla="*/ 517903 w 532192"/>
                  <a:gd name="connsiteY12" fmla="*/ 85881 h 1555603"/>
                  <a:gd name="connsiteX13" fmla="*/ 520285 w 532192"/>
                  <a:gd name="connsiteY13" fmla="*/ 71593 h 1555603"/>
                  <a:gd name="connsiteX14" fmla="*/ 396460 w 532192"/>
                  <a:gd name="connsiteY14" fmla="*/ 156 h 1555603"/>
                  <a:gd name="connsiteX0" fmla="*/ 395482 w 531214"/>
                  <a:gd name="connsiteY0" fmla="*/ 156 h 1555260"/>
                  <a:gd name="connsiteX1" fmla="*/ 295469 w 531214"/>
                  <a:gd name="connsiteY1" fmla="*/ 93024 h 1555260"/>
                  <a:gd name="connsiteX2" fmla="*/ 128782 w 531214"/>
                  <a:gd name="connsiteY2" fmla="*/ 328768 h 1555260"/>
                  <a:gd name="connsiteX3" fmla="*/ 31150 w 531214"/>
                  <a:gd name="connsiteY3" fmla="*/ 662143 h 1555260"/>
                  <a:gd name="connsiteX4" fmla="*/ 194 w 531214"/>
                  <a:gd name="connsiteY4" fmla="*/ 976468 h 1555260"/>
                  <a:gd name="connsiteX5" fmla="*/ 33531 w 531214"/>
                  <a:gd name="connsiteY5" fmla="*/ 1283650 h 1555260"/>
                  <a:gd name="connsiteX6" fmla="*/ 162119 w 531214"/>
                  <a:gd name="connsiteY6" fmla="*/ 1550349 h 1555260"/>
                  <a:gd name="connsiteX7" fmla="*/ 269275 w 531214"/>
                  <a:gd name="connsiteY7" fmla="*/ 1447956 h 1555260"/>
                  <a:gd name="connsiteX8" fmla="*/ 243082 w 531214"/>
                  <a:gd name="connsiteY8" fmla="*/ 1338418 h 1555260"/>
                  <a:gd name="connsiteX9" fmla="*/ 189107 w 531214"/>
                  <a:gd name="connsiteY9" fmla="*/ 1020124 h 1555260"/>
                  <a:gd name="connsiteX10" fmla="*/ 228794 w 531214"/>
                  <a:gd name="connsiteY10" fmla="*/ 630393 h 1555260"/>
                  <a:gd name="connsiteX11" fmla="*/ 402625 w 531214"/>
                  <a:gd name="connsiteY11" fmla="*/ 219231 h 1555260"/>
                  <a:gd name="connsiteX12" fmla="*/ 516925 w 531214"/>
                  <a:gd name="connsiteY12" fmla="*/ 85881 h 1555260"/>
                  <a:gd name="connsiteX13" fmla="*/ 519307 w 531214"/>
                  <a:gd name="connsiteY13" fmla="*/ 71593 h 1555260"/>
                  <a:gd name="connsiteX14" fmla="*/ 395482 w 531214"/>
                  <a:gd name="connsiteY14" fmla="*/ 156 h 1555260"/>
                  <a:gd name="connsiteX0" fmla="*/ 395482 w 531214"/>
                  <a:gd name="connsiteY0" fmla="*/ 156 h 1555260"/>
                  <a:gd name="connsiteX1" fmla="*/ 295469 w 531214"/>
                  <a:gd name="connsiteY1" fmla="*/ 93024 h 1555260"/>
                  <a:gd name="connsiteX2" fmla="*/ 128782 w 531214"/>
                  <a:gd name="connsiteY2" fmla="*/ 328768 h 1555260"/>
                  <a:gd name="connsiteX3" fmla="*/ 31150 w 531214"/>
                  <a:gd name="connsiteY3" fmla="*/ 662143 h 1555260"/>
                  <a:gd name="connsiteX4" fmla="*/ 194 w 531214"/>
                  <a:gd name="connsiteY4" fmla="*/ 976468 h 1555260"/>
                  <a:gd name="connsiteX5" fmla="*/ 33531 w 531214"/>
                  <a:gd name="connsiteY5" fmla="*/ 1283650 h 1555260"/>
                  <a:gd name="connsiteX6" fmla="*/ 162119 w 531214"/>
                  <a:gd name="connsiteY6" fmla="*/ 1550349 h 1555260"/>
                  <a:gd name="connsiteX7" fmla="*/ 269275 w 531214"/>
                  <a:gd name="connsiteY7" fmla="*/ 1447956 h 1555260"/>
                  <a:gd name="connsiteX8" fmla="*/ 243082 w 531214"/>
                  <a:gd name="connsiteY8" fmla="*/ 1338418 h 1555260"/>
                  <a:gd name="connsiteX9" fmla="*/ 177201 w 531214"/>
                  <a:gd name="connsiteY9" fmla="*/ 1015361 h 1555260"/>
                  <a:gd name="connsiteX10" fmla="*/ 228794 w 531214"/>
                  <a:gd name="connsiteY10" fmla="*/ 630393 h 1555260"/>
                  <a:gd name="connsiteX11" fmla="*/ 402625 w 531214"/>
                  <a:gd name="connsiteY11" fmla="*/ 219231 h 1555260"/>
                  <a:gd name="connsiteX12" fmla="*/ 516925 w 531214"/>
                  <a:gd name="connsiteY12" fmla="*/ 85881 h 1555260"/>
                  <a:gd name="connsiteX13" fmla="*/ 519307 w 531214"/>
                  <a:gd name="connsiteY13" fmla="*/ 71593 h 1555260"/>
                  <a:gd name="connsiteX14" fmla="*/ 395482 w 531214"/>
                  <a:gd name="connsiteY14" fmla="*/ 156 h 1555260"/>
                  <a:gd name="connsiteX0" fmla="*/ 395482 w 531214"/>
                  <a:gd name="connsiteY0" fmla="*/ 156 h 1555260"/>
                  <a:gd name="connsiteX1" fmla="*/ 295469 w 531214"/>
                  <a:gd name="connsiteY1" fmla="*/ 93024 h 1555260"/>
                  <a:gd name="connsiteX2" fmla="*/ 128782 w 531214"/>
                  <a:gd name="connsiteY2" fmla="*/ 328768 h 1555260"/>
                  <a:gd name="connsiteX3" fmla="*/ 31150 w 531214"/>
                  <a:gd name="connsiteY3" fmla="*/ 662143 h 1555260"/>
                  <a:gd name="connsiteX4" fmla="*/ 194 w 531214"/>
                  <a:gd name="connsiteY4" fmla="*/ 976468 h 1555260"/>
                  <a:gd name="connsiteX5" fmla="*/ 33531 w 531214"/>
                  <a:gd name="connsiteY5" fmla="*/ 1283650 h 1555260"/>
                  <a:gd name="connsiteX6" fmla="*/ 162119 w 531214"/>
                  <a:gd name="connsiteY6" fmla="*/ 1550349 h 1555260"/>
                  <a:gd name="connsiteX7" fmla="*/ 269275 w 531214"/>
                  <a:gd name="connsiteY7" fmla="*/ 1447956 h 1555260"/>
                  <a:gd name="connsiteX8" fmla="*/ 243082 w 531214"/>
                  <a:gd name="connsiteY8" fmla="*/ 1338418 h 1555260"/>
                  <a:gd name="connsiteX9" fmla="*/ 177201 w 531214"/>
                  <a:gd name="connsiteY9" fmla="*/ 1015361 h 1555260"/>
                  <a:gd name="connsiteX10" fmla="*/ 216888 w 531214"/>
                  <a:gd name="connsiteY10" fmla="*/ 618487 h 1555260"/>
                  <a:gd name="connsiteX11" fmla="*/ 402625 w 531214"/>
                  <a:gd name="connsiteY11" fmla="*/ 219231 h 1555260"/>
                  <a:gd name="connsiteX12" fmla="*/ 516925 w 531214"/>
                  <a:gd name="connsiteY12" fmla="*/ 85881 h 1555260"/>
                  <a:gd name="connsiteX13" fmla="*/ 519307 w 531214"/>
                  <a:gd name="connsiteY13" fmla="*/ 71593 h 1555260"/>
                  <a:gd name="connsiteX14" fmla="*/ 395482 w 531214"/>
                  <a:gd name="connsiteY14" fmla="*/ 156 h 1555260"/>
                  <a:gd name="connsiteX0" fmla="*/ 395482 w 531214"/>
                  <a:gd name="connsiteY0" fmla="*/ 156 h 1555260"/>
                  <a:gd name="connsiteX1" fmla="*/ 295469 w 531214"/>
                  <a:gd name="connsiteY1" fmla="*/ 93024 h 1555260"/>
                  <a:gd name="connsiteX2" fmla="*/ 145451 w 531214"/>
                  <a:gd name="connsiteY2" fmla="*/ 338293 h 1555260"/>
                  <a:gd name="connsiteX3" fmla="*/ 31150 w 531214"/>
                  <a:gd name="connsiteY3" fmla="*/ 662143 h 1555260"/>
                  <a:gd name="connsiteX4" fmla="*/ 194 w 531214"/>
                  <a:gd name="connsiteY4" fmla="*/ 976468 h 1555260"/>
                  <a:gd name="connsiteX5" fmla="*/ 33531 w 531214"/>
                  <a:gd name="connsiteY5" fmla="*/ 1283650 h 1555260"/>
                  <a:gd name="connsiteX6" fmla="*/ 162119 w 531214"/>
                  <a:gd name="connsiteY6" fmla="*/ 1550349 h 1555260"/>
                  <a:gd name="connsiteX7" fmla="*/ 269275 w 531214"/>
                  <a:gd name="connsiteY7" fmla="*/ 1447956 h 1555260"/>
                  <a:gd name="connsiteX8" fmla="*/ 243082 w 531214"/>
                  <a:gd name="connsiteY8" fmla="*/ 1338418 h 1555260"/>
                  <a:gd name="connsiteX9" fmla="*/ 177201 w 531214"/>
                  <a:gd name="connsiteY9" fmla="*/ 1015361 h 1555260"/>
                  <a:gd name="connsiteX10" fmla="*/ 216888 w 531214"/>
                  <a:gd name="connsiteY10" fmla="*/ 618487 h 1555260"/>
                  <a:gd name="connsiteX11" fmla="*/ 402625 w 531214"/>
                  <a:gd name="connsiteY11" fmla="*/ 219231 h 1555260"/>
                  <a:gd name="connsiteX12" fmla="*/ 516925 w 531214"/>
                  <a:gd name="connsiteY12" fmla="*/ 85881 h 1555260"/>
                  <a:gd name="connsiteX13" fmla="*/ 519307 w 531214"/>
                  <a:gd name="connsiteY13" fmla="*/ 71593 h 1555260"/>
                  <a:gd name="connsiteX14" fmla="*/ 395482 w 531214"/>
                  <a:gd name="connsiteY14" fmla="*/ 156 h 1555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31214" h="1555260">
                    <a:moveTo>
                      <a:pt x="395482" y="156"/>
                    </a:moveTo>
                    <a:cubicBezTo>
                      <a:pt x="358176" y="3728"/>
                      <a:pt x="337141" y="36668"/>
                      <a:pt x="295469" y="93024"/>
                    </a:cubicBezTo>
                    <a:cubicBezTo>
                      <a:pt x="253797" y="149380"/>
                      <a:pt x="189504" y="243440"/>
                      <a:pt x="145451" y="338293"/>
                    </a:cubicBezTo>
                    <a:cubicBezTo>
                      <a:pt x="101398" y="433146"/>
                      <a:pt x="55360" y="555781"/>
                      <a:pt x="31150" y="662143"/>
                    </a:cubicBezTo>
                    <a:cubicBezTo>
                      <a:pt x="6941" y="768506"/>
                      <a:pt x="1781" y="874074"/>
                      <a:pt x="194" y="976468"/>
                    </a:cubicBezTo>
                    <a:cubicBezTo>
                      <a:pt x="-1394" y="1078862"/>
                      <a:pt x="6544" y="1188003"/>
                      <a:pt x="33531" y="1283650"/>
                    </a:cubicBezTo>
                    <a:cubicBezTo>
                      <a:pt x="60518" y="1379297"/>
                      <a:pt x="122828" y="1522965"/>
                      <a:pt x="162119" y="1550349"/>
                    </a:cubicBezTo>
                    <a:cubicBezTo>
                      <a:pt x="201410" y="1577733"/>
                      <a:pt x="255781" y="1483278"/>
                      <a:pt x="269275" y="1447956"/>
                    </a:cubicBezTo>
                    <a:cubicBezTo>
                      <a:pt x="282769" y="1412634"/>
                      <a:pt x="258428" y="1410517"/>
                      <a:pt x="243082" y="1338418"/>
                    </a:cubicBezTo>
                    <a:cubicBezTo>
                      <a:pt x="227736" y="1266319"/>
                      <a:pt x="181567" y="1135349"/>
                      <a:pt x="177201" y="1015361"/>
                    </a:cubicBezTo>
                    <a:cubicBezTo>
                      <a:pt x="172835" y="895373"/>
                      <a:pt x="179317" y="751175"/>
                      <a:pt x="216888" y="618487"/>
                    </a:cubicBezTo>
                    <a:cubicBezTo>
                      <a:pt x="254459" y="485799"/>
                      <a:pt x="352619" y="307999"/>
                      <a:pt x="402625" y="219231"/>
                    </a:cubicBezTo>
                    <a:cubicBezTo>
                      <a:pt x="452631" y="130463"/>
                      <a:pt x="497478" y="110487"/>
                      <a:pt x="516925" y="85881"/>
                    </a:cubicBezTo>
                    <a:cubicBezTo>
                      <a:pt x="536372" y="61275"/>
                      <a:pt x="534785" y="87865"/>
                      <a:pt x="519307" y="71593"/>
                    </a:cubicBezTo>
                    <a:cubicBezTo>
                      <a:pt x="503829" y="55321"/>
                      <a:pt x="432788" y="-3416"/>
                      <a:pt x="395482" y="156"/>
                    </a:cubicBezTo>
                    <a:close/>
                  </a:path>
                </a:pathLst>
              </a:custGeom>
              <a:solidFill>
                <a:srgbClr val="E6BB7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任意多边形 8"/>
              <p:cNvSpPr/>
              <p:nvPr/>
            </p:nvSpPr>
            <p:spPr>
              <a:xfrm>
                <a:off x="6309424" y="2133791"/>
                <a:ext cx="531214" cy="1555260"/>
              </a:xfrm>
              <a:custGeom>
                <a:avLst/>
                <a:gdLst>
                  <a:gd name="connsiteX0" fmla="*/ 402829 w 538561"/>
                  <a:gd name="connsiteY0" fmla="*/ 156 h 1555603"/>
                  <a:gd name="connsiteX1" fmla="*/ 302816 w 538561"/>
                  <a:gd name="connsiteY1" fmla="*/ 93024 h 1555603"/>
                  <a:gd name="connsiteX2" fmla="*/ 136129 w 538561"/>
                  <a:gd name="connsiteY2" fmla="*/ 328768 h 1555603"/>
                  <a:gd name="connsiteX3" fmla="*/ 38497 w 538561"/>
                  <a:gd name="connsiteY3" fmla="*/ 662143 h 1555603"/>
                  <a:gd name="connsiteX4" fmla="*/ 397 w 538561"/>
                  <a:gd name="connsiteY4" fmla="*/ 974087 h 1555603"/>
                  <a:gd name="connsiteX5" fmla="*/ 28972 w 538561"/>
                  <a:gd name="connsiteY5" fmla="*/ 1276506 h 1555603"/>
                  <a:gd name="connsiteX6" fmla="*/ 169466 w 538561"/>
                  <a:gd name="connsiteY6" fmla="*/ 1550349 h 1555603"/>
                  <a:gd name="connsiteX7" fmla="*/ 276622 w 538561"/>
                  <a:gd name="connsiteY7" fmla="*/ 1447956 h 1555603"/>
                  <a:gd name="connsiteX8" fmla="*/ 250429 w 538561"/>
                  <a:gd name="connsiteY8" fmla="*/ 1338418 h 1555603"/>
                  <a:gd name="connsiteX9" fmla="*/ 212329 w 538561"/>
                  <a:gd name="connsiteY9" fmla="*/ 1026474 h 1555603"/>
                  <a:gd name="connsiteX10" fmla="*/ 264716 w 538561"/>
                  <a:gd name="connsiteY10" fmla="*/ 652618 h 1555603"/>
                  <a:gd name="connsiteX11" fmla="*/ 409972 w 538561"/>
                  <a:gd name="connsiteY11" fmla="*/ 219231 h 1555603"/>
                  <a:gd name="connsiteX12" fmla="*/ 524272 w 538561"/>
                  <a:gd name="connsiteY12" fmla="*/ 85881 h 1555603"/>
                  <a:gd name="connsiteX13" fmla="*/ 526654 w 538561"/>
                  <a:gd name="connsiteY13" fmla="*/ 71593 h 1555603"/>
                  <a:gd name="connsiteX14" fmla="*/ 402829 w 538561"/>
                  <a:gd name="connsiteY14" fmla="*/ 156 h 1555603"/>
                  <a:gd name="connsiteX0" fmla="*/ 402829 w 538561"/>
                  <a:gd name="connsiteY0" fmla="*/ 156 h 1555603"/>
                  <a:gd name="connsiteX1" fmla="*/ 302816 w 538561"/>
                  <a:gd name="connsiteY1" fmla="*/ 93024 h 1555603"/>
                  <a:gd name="connsiteX2" fmla="*/ 136129 w 538561"/>
                  <a:gd name="connsiteY2" fmla="*/ 328768 h 1555603"/>
                  <a:gd name="connsiteX3" fmla="*/ 38497 w 538561"/>
                  <a:gd name="connsiteY3" fmla="*/ 662143 h 1555603"/>
                  <a:gd name="connsiteX4" fmla="*/ 397 w 538561"/>
                  <a:gd name="connsiteY4" fmla="*/ 974087 h 1555603"/>
                  <a:gd name="connsiteX5" fmla="*/ 28972 w 538561"/>
                  <a:gd name="connsiteY5" fmla="*/ 1276506 h 1555603"/>
                  <a:gd name="connsiteX6" fmla="*/ 169466 w 538561"/>
                  <a:gd name="connsiteY6" fmla="*/ 1550349 h 1555603"/>
                  <a:gd name="connsiteX7" fmla="*/ 276622 w 538561"/>
                  <a:gd name="connsiteY7" fmla="*/ 1447956 h 1555603"/>
                  <a:gd name="connsiteX8" fmla="*/ 250429 w 538561"/>
                  <a:gd name="connsiteY8" fmla="*/ 1338418 h 1555603"/>
                  <a:gd name="connsiteX9" fmla="*/ 212329 w 538561"/>
                  <a:gd name="connsiteY9" fmla="*/ 1026474 h 1555603"/>
                  <a:gd name="connsiteX10" fmla="*/ 236141 w 538561"/>
                  <a:gd name="connsiteY10" fmla="*/ 630393 h 1555603"/>
                  <a:gd name="connsiteX11" fmla="*/ 409972 w 538561"/>
                  <a:gd name="connsiteY11" fmla="*/ 219231 h 1555603"/>
                  <a:gd name="connsiteX12" fmla="*/ 524272 w 538561"/>
                  <a:gd name="connsiteY12" fmla="*/ 85881 h 1555603"/>
                  <a:gd name="connsiteX13" fmla="*/ 526654 w 538561"/>
                  <a:gd name="connsiteY13" fmla="*/ 71593 h 1555603"/>
                  <a:gd name="connsiteX14" fmla="*/ 402829 w 538561"/>
                  <a:gd name="connsiteY14" fmla="*/ 156 h 1555603"/>
                  <a:gd name="connsiteX0" fmla="*/ 402829 w 538561"/>
                  <a:gd name="connsiteY0" fmla="*/ 156 h 1555603"/>
                  <a:gd name="connsiteX1" fmla="*/ 302816 w 538561"/>
                  <a:gd name="connsiteY1" fmla="*/ 93024 h 1555603"/>
                  <a:gd name="connsiteX2" fmla="*/ 136129 w 538561"/>
                  <a:gd name="connsiteY2" fmla="*/ 328768 h 1555603"/>
                  <a:gd name="connsiteX3" fmla="*/ 38497 w 538561"/>
                  <a:gd name="connsiteY3" fmla="*/ 662143 h 1555603"/>
                  <a:gd name="connsiteX4" fmla="*/ 397 w 538561"/>
                  <a:gd name="connsiteY4" fmla="*/ 974087 h 1555603"/>
                  <a:gd name="connsiteX5" fmla="*/ 28972 w 538561"/>
                  <a:gd name="connsiteY5" fmla="*/ 1276506 h 1555603"/>
                  <a:gd name="connsiteX6" fmla="*/ 169466 w 538561"/>
                  <a:gd name="connsiteY6" fmla="*/ 1550349 h 1555603"/>
                  <a:gd name="connsiteX7" fmla="*/ 276622 w 538561"/>
                  <a:gd name="connsiteY7" fmla="*/ 1447956 h 1555603"/>
                  <a:gd name="connsiteX8" fmla="*/ 250429 w 538561"/>
                  <a:gd name="connsiteY8" fmla="*/ 1338418 h 1555603"/>
                  <a:gd name="connsiteX9" fmla="*/ 196454 w 538561"/>
                  <a:gd name="connsiteY9" fmla="*/ 1020124 h 1555603"/>
                  <a:gd name="connsiteX10" fmla="*/ 236141 w 538561"/>
                  <a:gd name="connsiteY10" fmla="*/ 630393 h 1555603"/>
                  <a:gd name="connsiteX11" fmla="*/ 409972 w 538561"/>
                  <a:gd name="connsiteY11" fmla="*/ 219231 h 1555603"/>
                  <a:gd name="connsiteX12" fmla="*/ 524272 w 538561"/>
                  <a:gd name="connsiteY12" fmla="*/ 85881 h 1555603"/>
                  <a:gd name="connsiteX13" fmla="*/ 526654 w 538561"/>
                  <a:gd name="connsiteY13" fmla="*/ 71593 h 1555603"/>
                  <a:gd name="connsiteX14" fmla="*/ 402829 w 538561"/>
                  <a:gd name="connsiteY14" fmla="*/ 156 h 1555603"/>
                  <a:gd name="connsiteX0" fmla="*/ 396460 w 532192"/>
                  <a:gd name="connsiteY0" fmla="*/ 156 h 1555603"/>
                  <a:gd name="connsiteX1" fmla="*/ 296447 w 532192"/>
                  <a:gd name="connsiteY1" fmla="*/ 93024 h 1555603"/>
                  <a:gd name="connsiteX2" fmla="*/ 129760 w 532192"/>
                  <a:gd name="connsiteY2" fmla="*/ 328768 h 1555603"/>
                  <a:gd name="connsiteX3" fmla="*/ 32128 w 532192"/>
                  <a:gd name="connsiteY3" fmla="*/ 662143 h 1555603"/>
                  <a:gd name="connsiteX4" fmla="*/ 1172 w 532192"/>
                  <a:gd name="connsiteY4" fmla="*/ 976468 h 1555603"/>
                  <a:gd name="connsiteX5" fmla="*/ 22603 w 532192"/>
                  <a:gd name="connsiteY5" fmla="*/ 1276506 h 1555603"/>
                  <a:gd name="connsiteX6" fmla="*/ 163097 w 532192"/>
                  <a:gd name="connsiteY6" fmla="*/ 1550349 h 1555603"/>
                  <a:gd name="connsiteX7" fmla="*/ 270253 w 532192"/>
                  <a:gd name="connsiteY7" fmla="*/ 1447956 h 1555603"/>
                  <a:gd name="connsiteX8" fmla="*/ 244060 w 532192"/>
                  <a:gd name="connsiteY8" fmla="*/ 1338418 h 1555603"/>
                  <a:gd name="connsiteX9" fmla="*/ 190085 w 532192"/>
                  <a:gd name="connsiteY9" fmla="*/ 1020124 h 1555603"/>
                  <a:gd name="connsiteX10" fmla="*/ 229772 w 532192"/>
                  <a:gd name="connsiteY10" fmla="*/ 630393 h 1555603"/>
                  <a:gd name="connsiteX11" fmla="*/ 403603 w 532192"/>
                  <a:gd name="connsiteY11" fmla="*/ 219231 h 1555603"/>
                  <a:gd name="connsiteX12" fmla="*/ 517903 w 532192"/>
                  <a:gd name="connsiteY12" fmla="*/ 85881 h 1555603"/>
                  <a:gd name="connsiteX13" fmla="*/ 520285 w 532192"/>
                  <a:gd name="connsiteY13" fmla="*/ 71593 h 1555603"/>
                  <a:gd name="connsiteX14" fmla="*/ 396460 w 532192"/>
                  <a:gd name="connsiteY14" fmla="*/ 156 h 1555603"/>
                  <a:gd name="connsiteX0" fmla="*/ 395482 w 531214"/>
                  <a:gd name="connsiteY0" fmla="*/ 156 h 1555260"/>
                  <a:gd name="connsiteX1" fmla="*/ 295469 w 531214"/>
                  <a:gd name="connsiteY1" fmla="*/ 93024 h 1555260"/>
                  <a:gd name="connsiteX2" fmla="*/ 128782 w 531214"/>
                  <a:gd name="connsiteY2" fmla="*/ 328768 h 1555260"/>
                  <a:gd name="connsiteX3" fmla="*/ 31150 w 531214"/>
                  <a:gd name="connsiteY3" fmla="*/ 662143 h 1555260"/>
                  <a:gd name="connsiteX4" fmla="*/ 194 w 531214"/>
                  <a:gd name="connsiteY4" fmla="*/ 976468 h 1555260"/>
                  <a:gd name="connsiteX5" fmla="*/ 33531 w 531214"/>
                  <a:gd name="connsiteY5" fmla="*/ 1283650 h 1555260"/>
                  <a:gd name="connsiteX6" fmla="*/ 162119 w 531214"/>
                  <a:gd name="connsiteY6" fmla="*/ 1550349 h 1555260"/>
                  <a:gd name="connsiteX7" fmla="*/ 269275 w 531214"/>
                  <a:gd name="connsiteY7" fmla="*/ 1447956 h 1555260"/>
                  <a:gd name="connsiteX8" fmla="*/ 243082 w 531214"/>
                  <a:gd name="connsiteY8" fmla="*/ 1338418 h 1555260"/>
                  <a:gd name="connsiteX9" fmla="*/ 189107 w 531214"/>
                  <a:gd name="connsiteY9" fmla="*/ 1020124 h 1555260"/>
                  <a:gd name="connsiteX10" fmla="*/ 228794 w 531214"/>
                  <a:gd name="connsiteY10" fmla="*/ 630393 h 1555260"/>
                  <a:gd name="connsiteX11" fmla="*/ 402625 w 531214"/>
                  <a:gd name="connsiteY11" fmla="*/ 219231 h 1555260"/>
                  <a:gd name="connsiteX12" fmla="*/ 516925 w 531214"/>
                  <a:gd name="connsiteY12" fmla="*/ 85881 h 1555260"/>
                  <a:gd name="connsiteX13" fmla="*/ 519307 w 531214"/>
                  <a:gd name="connsiteY13" fmla="*/ 71593 h 1555260"/>
                  <a:gd name="connsiteX14" fmla="*/ 395482 w 531214"/>
                  <a:gd name="connsiteY14" fmla="*/ 156 h 1555260"/>
                  <a:gd name="connsiteX0" fmla="*/ 395482 w 531214"/>
                  <a:gd name="connsiteY0" fmla="*/ 156 h 1555260"/>
                  <a:gd name="connsiteX1" fmla="*/ 295469 w 531214"/>
                  <a:gd name="connsiteY1" fmla="*/ 93024 h 1555260"/>
                  <a:gd name="connsiteX2" fmla="*/ 128782 w 531214"/>
                  <a:gd name="connsiteY2" fmla="*/ 328768 h 1555260"/>
                  <a:gd name="connsiteX3" fmla="*/ 31150 w 531214"/>
                  <a:gd name="connsiteY3" fmla="*/ 662143 h 1555260"/>
                  <a:gd name="connsiteX4" fmla="*/ 194 w 531214"/>
                  <a:gd name="connsiteY4" fmla="*/ 976468 h 1555260"/>
                  <a:gd name="connsiteX5" fmla="*/ 33531 w 531214"/>
                  <a:gd name="connsiteY5" fmla="*/ 1283650 h 1555260"/>
                  <a:gd name="connsiteX6" fmla="*/ 162119 w 531214"/>
                  <a:gd name="connsiteY6" fmla="*/ 1550349 h 1555260"/>
                  <a:gd name="connsiteX7" fmla="*/ 269275 w 531214"/>
                  <a:gd name="connsiteY7" fmla="*/ 1447956 h 1555260"/>
                  <a:gd name="connsiteX8" fmla="*/ 243082 w 531214"/>
                  <a:gd name="connsiteY8" fmla="*/ 1338418 h 1555260"/>
                  <a:gd name="connsiteX9" fmla="*/ 177201 w 531214"/>
                  <a:gd name="connsiteY9" fmla="*/ 1015361 h 1555260"/>
                  <a:gd name="connsiteX10" fmla="*/ 228794 w 531214"/>
                  <a:gd name="connsiteY10" fmla="*/ 630393 h 1555260"/>
                  <a:gd name="connsiteX11" fmla="*/ 402625 w 531214"/>
                  <a:gd name="connsiteY11" fmla="*/ 219231 h 1555260"/>
                  <a:gd name="connsiteX12" fmla="*/ 516925 w 531214"/>
                  <a:gd name="connsiteY12" fmla="*/ 85881 h 1555260"/>
                  <a:gd name="connsiteX13" fmla="*/ 519307 w 531214"/>
                  <a:gd name="connsiteY13" fmla="*/ 71593 h 1555260"/>
                  <a:gd name="connsiteX14" fmla="*/ 395482 w 531214"/>
                  <a:gd name="connsiteY14" fmla="*/ 156 h 1555260"/>
                  <a:gd name="connsiteX0" fmla="*/ 395482 w 531214"/>
                  <a:gd name="connsiteY0" fmla="*/ 156 h 1555260"/>
                  <a:gd name="connsiteX1" fmla="*/ 295469 w 531214"/>
                  <a:gd name="connsiteY1" fmla="*/ 93024 h 1555260"/>
                  <a:gd name="connsiteX2" fmla="*/ 128782 w 531214"/>
                  <a:gd name="connsiteY2" fmla="*/ 328768 h 1555260"/>
                  <a:gd name="connsiteX3" fmla="*/ 31150 w 531214"/>
                  <a:gd name="connsiteY3" fmla="*/ 662143 h 1555260"/>
                  <a:gd name="connsiteX4" fmla="*/ 194 w 531214"/>
                  <a:gd name="connsiteY4" fmla="*/ 976468 h 1555260"/>
                  <a:gd name="connsiteX5" fmla="*/ 33531 w 531214"/>
                  <a:gd name="connsiteY5" fmla="*/ 1283650 h 1555260"/>
                  <a:gd name="connsiteX6" fmla="*/ 162119 w 531214"/>
                  <a:gd name="connsiteY6" fmla="*/ 1550349 h 1555260"/>
                  <a:gd name="connsiteX7" fmla="*/ 269275 w 531214"/>
                  <a:gd name="connsiteY7" fmla="*/ 1447956 h 1555260"/>
                  <a:gd name="connsiteX8" fmla="*/ 243082 w 531214"/>
                  <a:gd name="connsiteY8" fmla="*/ 1338418 h 1555260"/>
                  <a:gd name="connsiteX9" fmla="*/ 177201 w 531214"/>
                  <a:gd name="connsiteY9" fmla="*/ 1015361 h 1555260"/>
                  <a:gd name="connsiteX10" fmla="*/ 216888 w 531214"/>
                  <a:gd name="connsiteY10" fmla="*/ 618487 h 1555260"/>
                  <a:gd name="connsiteX11" fmla="*/ 402625 w 531214"/>
                  <a:gd name="connsiteY11" fmla="*/ 219231 h 1555260"/>
                  <a:gd name="connsiteX12" fmla="*/ 516925 w 531214"/>
                  <a:gd name="connsiteY12" fmla="*/ 85881 h 1555260"/>
                  <a:gd name="connsiteX13" fmla="*/ 519307 w 531214"/>
                  <a:gd name="connsiteY13" fmla="*/ 71593 h 1555260"/>
                  <a:gd name="connsiteX14" fmla="*/ 395482 w 531214"/>
                  <a:gd name="connsiteY14" fmla="*/ 156 h 1555260"/>
                  <a:gd name="connsiteX0" fmla="*/ 395482 w 531214"/>
                  <a:gd name="connsiteY0" fmla="*/ 156 h 1555260"/>
                  <a:gd name="connsiteX1" fmla="*/ 295469 w 531214"/>
                  <a:gd name="connsiteY1" fmla="*/ 93024 h 1555260"/>
                  <a:gd name="connsiteX2" fmla="*/ 145451 w 531214"/>
                  <a:gd name="connsiteY2" fmla="*/ 338293 h 1555260"/>
                  <a:gd name="connsiteX3" fmla="*/ 31150 w 531214"/>
                  <a:gd name="connsiteY3" fmla="*/ 662143 h 1555260"/>
                  <a:gd name="connsiteX4" fmla="*/ 194 w 531214"/>
                  <a:gd name="connsiteY4" fmla="*/ 976468 h 1555260"/>
                  <a:gd name="connsiteX5" fmla="*/ 33531 w 531214"/>
                  <a:gd name="connsiteY5" fmla="*/ 1283650 h 1555260"/>
                  <a:gd name="connsiteX6" fmla="*/ 162119 w 531214"/>
                  <a:gd name="connsiteY6" fmla="*/ 1550349 h 1555260"/>
                  <a:gd name="connsiteX7" fmla="*/ 269275 w 531214"/>
                  <a:gd name="connsiteY7" fmla="*/ 1447956 h 1555260"/>
                  <a:gd name="connsiteX8" fmla="*/ 243082 w 531214"/>
                  <a:gd name="connsiteY8" fmla="*/ 1338418 h 1555260"/>
                  <a:gd name="connsiteX9" fmla="*/ 177201 w 531214"/>
                  <a:gd name="connsiteY9" fmla="*/ 1015361 h 1555260"/>
                  <a:gd name="connsiteX10" fmla="*/ 216888 w 531214"/>
                  <a:gd name="connsiteY10" fmla="*/ 618487 h 1555260"/>
                  <a:gd name="connsiteX11" fmla="*/ 402625 w 531214"/>
                  <a:gd name="connsiteY11" fmla="*/ 219231 h 1555260"/>
                  <a:gd name="connsiteX12" fmla="*/ 516925 w 531214"/>
                  <a:gd name="connsiteY12" fmla="*/ 85881 h 1555260"/>
                  <a:gd name="connsiteX13" fmla="*/ 519307 w 531214"/>
                  <a:gd name="connsiteY13" fmla="*/ 71593 h 1555260"/>
                  <a:gd name="connsiteX14" fmla="*/ 395482 w 531214"/>
                  <a:gd name="connsiteY14" fmla="*/ 156 h 1555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31214" h="1555260">
                    <a:moveTo>
                      <a:pt x="395482" y="156"/>
                    </a:moveTo>
                    <a:cubicBezTo>
                      <a:pt x="358176" y="3728"/>
                      <a:pt x="337141" y="36668"/>
                      <a:pt x="295469" y="93024"/>
                    </a:cubicBezTo>
                    <a:cubicBezTo>
                      <a:pt x="253797" y="149380"/>
                      <a:pt x="189504" y="243440"/>
                      <a:pt x="145451" y="338293"/>
                    </a:cubicBezTo>
                    <a:cubicBezTo>
                      <a:pt x="101398" y="433146"/>
                      <a:pt x="55360" y="555781"/>
                      <a:pt x="31150" y="662143"/>
                    </a:cubicBezTo>
                    <a:cubicBezTo>
                      <a:pt x="6941" y="768506"/>
                      <a:pt x="1781" y="874074"/>
                      <a:pt x="194" y="976468"/>
                    </a:cubicBezTo>
                    <a:cubicBezTo>
                      <a:pt x="-1394" y="1078862"/>
                      <a:pt x="6544" y="1188003"/>
                      <a:pt x="33531" y="1283650"/>
                    </a:cubicBezTo>
                    <a:cubicBezTo>
                      <a:pt x="60518" y="1379297"/>
                      <a:pt x="122828" y="1522965"/>
                      <a:pt x="162119" y="1550349"/>
                    </a:cubicBezTo>
                    <a:cubicBezTo>
                      <a:pt x="201410" y="1577733"/>
                      <a:pt x="255781" y="1483278"/>
                      <a:pt x="269275" y="1447956"/>
                    </a:cubicBezTo>
                    <a:cubicBezTo>
                      <a:pt x="282769" y="1412634"/>
                      <a:pt x="258428" y="1410517"/>
                      <a:pt x="243082" y="1338418"/>
                    </a:cubicBezTo>
                    <a:cubicBezTo>
                      <a:pt x="227736" y="1266319"/>
                      <a:pt x="181567" y="1135349"/>
                      <a:pt x="177201" y="1015361"/>
                    </a:cubicBezTo>
                    <a:cubicBezTo>
                      <a:pt x="172835" y="895373"/>
                      <a:pt x="179317" y="751175"/>
                      <a:pt x="216888" y="618487"/>
                    </a:cubicBezTo>
                    <a:cubicBezTo>
                      <a:pt x="254459" y="485799"/>
                      <a:pt x="352619" y="307999"/>
                      <a:pt x="402625" y="219231"/>
                    </a:cubicBezTo>
                    <a:cubicBezTo>
                      <a:pt x="452631" y="130463"/>
                      <a:pt x="497478" y="110487"/>
                      <a:pt x="516925" y="85881"/>
                    </a:cubicBezTo>
                    <a:cubicBezTo>
                      <a:pt x="536372" y="61275"/>
                      <a:pt x="534785" y="87865"/>
                      <a:pt x="519307" y="71593"/>
                    </a:cubicBezTo>
                    <a:cubicBezTo>
                      <a:pt x="503829" y="55321"/>
                      <a:pt x="432788" y="-3416"/>
                      <a:pt x="395482" y="156"/>
                    </a:cubicBezTo>
                    <a:close/>
                  </a:path>
                </a:pathLst>
              </a:custGeom>
              <a:solidFill>
                <a:srgbClr val="E6BB7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任意多边形 9"/>
              <p:cNvSpPr/>
              <p:nvPr/>
            </p:nvSpPr>
            <p:spPr>
              <a:xfrm>
                <a:off x="5855049" y="2133791"/>
                <a:ext cx="531214" cy="1555260"/>
              </a:xfrm>
              <a:custGeom>
                <a:avLst/>
                <a:gdLst>
                  <a:gd name="connsiteX0" fmla="*/ 402829 w 538561"/>
                  <a:gd name="connsiteY0" fmla="*/ 156 h 1555603"/>
                  <a:gd name="connsiteX1" fmla="*/ 302816 w 538561"/>
                  <a:gd name="connsiteY1" fmla="*/ 93024 h 1555603"/>
                  <a:gd name="connsiteX2" fmla="*/ 136129 w 538561"/>
                  <a:gd name="connsiteY2" fmla="*/ 328768 h 1555603"/>
                  <a:gd name="connsiteX3" fmla="*/ 38497 w 538561"/>
                  <a:gd name="connsiteY3" fmla="*/ 662143 h 1555603"/>
                  <a:gd name="connsiteX4" fmla="*/ 397 w 538561"/>
                  <a:gd name="connsiteY4" fmla="*/ 974087 h 1555603"/>
                  <a:gd name="connsiteX5" fmla="*/ 28972 w 538561"/>
                  <a:gd name="connsiteY5" fmla="*/ 1276506 h 1555603"/>
                  <a:gd name="connsiteX6" fmla="*/ 169466 w 538561"/>
                  <a:gd name="connsiteY6" fmla="*/ 1550349 h 1555603"/>
                  <a:gd name="connsiteX7" fmla="*/ 276622 w 538561"/>
                  <a:gd name="connsiteY7" fmla="*/ 1447956 h 1555603"/>
                  <a:gd name="connsiteX8" fmla="*/ 250429 w 538561"/>
                  <a:gd name="connsiteY8" fmla="*/ 1338418 h 1555603"/>
                  <a:gd name="connsiteX9" fmla="*/ 212329 w 538561"/>
                  <a:gd name="connsiteY9" fmla="*/ 1026474 h 1555603"/>
                  <a:gd name="connsiteX10" fmla="*/ 264716 w 538561"/>
                  <a:gd name="connsiteY10" fmla="*/ 652618 h 1555603"/>
                  <a:gd name="connsiteX11" fmla="*/ 409972 w 538561"/>
                  <a:gd name="connsiteY11" fmla="*/ 219231 h 1555603"/>
                  <a:gd name="connsiteX12" fmla="*/ 524272 w 538561"/>
                  <a:gd name="connsiteY12" fmla="*/ 85881 h 1555603"/>
                  <a:gd name="connsiteX13" fmla="*/ 526654 w 538561"/>
                  <a:gd name="connsiteY13" fmla="*/ 71593 h 1555603"/>
                  <a:gd name="connsiteX14" fmla="*/ 402829 w 538561"/>
                  <a:gd name="connsiteY14" fmla="*/ 156 h 1555603"/>
                  <a:gd name="connsiteX0" fmla="*/ 402829 w 538561"/>
                  <a:gd name="connsiteY0" fmla="*/ 156 h 1555603"/>
                  <a:gd name="connsiteX1" fmla="*/ 302816 w 538561"/>
                  <a:gd name="connsiteY1" fmla="*/ 93024 h 1555603"/>
                  <a:gd name="connsiteX2" fmla="*/ 136129 w 538561"/>
                  <a:gd name="connsiteY2" fmla="*/ 328768 h 1555603"/>
                  <a:gd name="connsiteX3" fmla="*/ 38497 w 538561"/>
                  <a:gd name="connsiteY3" fmla="*/ 662143 h 1555603"/>
                  <a:gd name="connsiteX4" fmla="*/ 397 w 538561"/>
                  <a:gd name="connsiteY4" fmla="*/ 974087 h 1555603"/>
                  <a:gd name="connsiteX5" fmla="*/ 28972 w 538561"/>
                  <a:gd name="connsiteY5" fmla="*/ 1276506 h 1555603"/>
                  <a:gd name="connsiteX6" fmla="*/ 169466 w 538561"/>
                  <a:gd name="connsiteY6" fmla="*/ 1550349 h 1555603"/>
                  <a:gd name="connsiteX7" fmla="*/ 276622 w 538561"/>
                  <a:gd name="connsiteY7" fmla="*/ 1447956 h 1555603"/>
                  <a:gd name="connsiteX8" fmla="*/ 250429 w 538561"/>
                  <a:gd name="connsiteY8" fmla="*/ 1338418 h 1555603"/>
                  <a:gd name="connsiteX9" fmla="*/ 212329 w 538561"/>
                  <a:gd name="connsiteY9" fmla="*/ 1026474 h 1555603"/>
                  <a:gd name="connsiteX10" fmla="*/ 236141 w 538561"/>
                  <a:gd name="connsiteY10" fmla="*/ 630393 h 1555603"/>
                  <a:gd name="connsiteX11" fmla="*/ 409972 w 538561"/>
                  <a:gd name="connsiteY11" fmla="*/ 219231 h 1555603"/>
                  <a:gd name="connsiteX12" fmla="*/ 524272 w 538561"/>
                  <a:gd name="connsiteY12" fmla="*/ 85881 h 1555603"/>
                  <a:gd name="connsiteX13" fmla="*/ 526654 w 538561"/>
                  <a:gd name="connsiteY13" fmla="*/ 71593 h 1555603"/>
                  <a:gd name="connsiteX14" fmla="*/ 402829 w 538561"/>
                  <a:gd name="connsiteY14" fmla="*/ 156 h 1555603"/>
                  <a:gd name="connsiteX0" fmla="*/ 402829 w 538561"/>
                  <a:gd name="connsiteY0" fmla="*/ 156 h 1555603"/>
                  <a:gd name="connsiteX1" fmla="*/ 302816 w 538561"/>
                  <a:gd name="connsiteY1" fmla="*/ 93024 h 1555603"/>
                  <a:gd name="connsiteX2" fmla="*/ 136129 w 538561"/>
                  <a:gd name="connsiteY2" fmla="*/ 328768 h 1555603"/>
                  <a:gd name="connsiteX3" fmla="*/ 38497 w 538561"/>
                  <a:gd name="connsiteY3" fmla="*/ 662143 h 1555603"/>
                  <a:gd name="connsiteX4" fmla="*/ 397 w 538561"/>
                  <a:gd name="connsiteY4" fmla="*/ 974087 h 1555603"/>
                  <a:gd name="connsiteX5" fmla="*/ 28972 w 538561"/>
                  <a:gd name="connsiteY5" fmla="*/ 1276506 h 1555603"/>
                  <a:gd name="connsiteX6" fmla="*/ 169466 w 538561"/>
                  <a:gd name="connsiteY6" fmla="*/ 1550349 h 1555603"/>
                  <a:gd name="connsiteX7" fmla="*/ 276622 w 538561"/>
                  <a:gd name="connsiteY7" fmla="*/ 1447956 h 1555603"/>
                  <a:gd name="connsiteX8" fmla="*/ 250429 w 538561"/>
                  <a:gd name="connsiteY8" fmla="*/ 1338418 h 1555603"/>
                  <a:gd name="connsiteX9" fmla="*/ 196454 w 538561"/>
                  <a:gd name="connsiteY9" fmla="*/ 1020124 h 1555603"/>
                  <a:gd name="connsiteX10" fmla="*/ 236141 w 538561"/>
                  <a:gd name="connsiteY10" fmla="*/ 630393 h 1555603"/>
                  <a:gd name="connsiteX11" fmla="*/ 409972 w 538561"/>
                  <a:gd name="connsiteY11" fmla="*/ 219231 h 1555603"/>
                  <a:gd name="connsiteX12" fmla="*/ 524272 w 538561"/>
                  <a:gd name="connsiteY12" fmla="*/ 85881 h 1555603"/>
                  <a:gd name="connsiteX13" fmla="*/ 526654 w 538561"/>
                  <a:gd name="connsiteY13" fmla="*/ 71593 h 1555603"/>
                  <a:gd name="connsiteX14" fmla="*/ 402829 w 538561"/>
                  <a:gd name="connsiteY14" fmla="*/ 156 h 1555603"/>
                  <a:gd name="connsiteX0" fmla="*/ 396460 w 532192"/>
                  <a:gd name="connsiteY0" fmla="*/ 156 h 1555603"/>
                  <a:gd name="connsiteX1" fmla="*/ 296447 w 532192"/>
                  <a:gd name="connsiteY1" fmla="*/ 93024 h 1555603"/>
                  <a:gd name="connsiteX2" fmla="*/ 129760 w 532192"/>
                  <a:gd name="connsiteY2" fmla="*/ 328768 h 1555603"/>
                  <a:gd name="connsiteX3" fmla="*/ 32128 w 532192"/>
                  <a:gd name="connsiteY3" fmla="*/ 662143 h 1555603"/>
                  <a:gd name="connsiteX4" fmla="*/ 1172 w 532192"/>
                  <a:gd name="connsiteY4" fmla="*/ 976468 h 1555603"/>
                  <a:gd name="connsiteX5" fmla="*/ 22603 w 532192"/>
                  <a:gd name="connsiteY5" fmla="*/ 1276506 h 1555603"/>
                  <a:gd name="connsiteX6" fmla="*/ 163097 w 532192"/>
                  <a:gd name="connsiteY6" fmla="*/ 1550349 h 1555603"/>
                  <a:gd name="connsiteX7" fmla="*/ 270253 w 532192"/>
                  <a:gd name="connsiteY7" fmla="*/ 1447956 h 1555603"/>
                  <a:gd name="connsiteX8" fmla="*/ 244060 w 532192"/>
                  <a:gd name="connsiteY8" fmla="*/ 1338418 h 1555603"/>
                  <a:gd name="connsiteX9" fmla="*/ 190085 w 532192"/>
                  <a:gd name="connsiteY9" fmla="*/ 1020124 h 1555603"/>
                  <a:gd name="connsiteX10" fmla="*/ 229772 w 532192"/>
                  <a:gd name="connsiteY10" fmla="*/ 630393 h 1555603"/>
                  <a:gd name="connsiteX11" fmla="*/ 403603 w 532192"/>
                  <a:gd name="connsiteY11" fmla="*/ 219231 h 1555603"/>
                  <a:gd name="connsiteX12" fmla="*/ 517903 w 532192"/>
                  <a:gd name="connsiteY12" fmla="*/ 85881 h 1555603"/>
                  <a:gd name="connsiteX13" fmla="*/ 520285 w 532192"/>
                  <a:gd name="connsiteY13" fmla="*/ 71593 h 1555603"/>
                  <a:gd name="connsiteX14" fmla="*/ 396460 w 532192"/>
                  <a:gd name="connsiteY14" fmla="*/ 156 h 1555603"/>
                  <a:gd name="connsiteX0" fmla="*/ 395482 w 531214"/>
                  <a:gd name="connsiteY0" fmla="*/ 156 h 1555260"/>
                  <a:gd name="connsiteX1" fmla="*/ 295469 w 531214"/>
                  <a:gd name="connsiteY1" fmla="*/ 93024 h 1555260"/>
                  <a:gd name="connsiteX2" fmla="*/ 128782 w 531214"/>
                  <a:gd name="connsiteY2" fmla="*/ 328768 h 1555260"/>
                  <a:gd name="connsiteX3" fmla="*/ 31150 w 531214"/>
                  <a:gd name="connsiteY3" fmla="*/ 662143 h 1555260"/>
                  <a:gd name="connsiteX4" fmla="*/ 194 w 531214"/>
                  <a:gd name="connsiteY4" fmla="*/ 976468 h 1555260"/>
                  <a:gd name="connsiteX5" fmla="*/ 33531 w 531214"/>
                  <a:gd name="connsiteY5" fmla="*/ 1283650 h 1555260"/>
                  <a:gd name="connsiteX6" fmla="*/ 162119 w 531214"/>
                  <a:gd name="connsiteY6" fmla="*/ 1550349 h 1555260"/>
                  <a:gd name="connsiteX7" fmla="*/ 269275 w 531214"/>
                  <a:gd name="connsiteY7" fmla="*/ 1447956 h 1555260"/>
                  <a:gd name="connsiteX8" fmla="*/ 243082 w 531214"/>
                  <a:gd name="connsiteY8" fmla="*/ 1338418 h 1555260"/>
                  <a:gd name="connsiteX9" fmla="*/ 189107 w 531214"/>
                  <a:gd name="connsiteY9" fmla="*/ 1020124 h 1555260"/>
                  <a:gd name="connsiteX10" fmla="*/ 228794 w 531214"/>
                  <a:gd name="connsiteY10" fmla="*/ 630393 h 1555260"/>
                  <a:gd name="connsiteX11" fmla="*/ 402625 w 531214"/>
                  <a:gd name="connsiteY11" fmla="*/ 219231 h 1555260"/>
                  <a:gd name="connsiteX12" fmla="*/ 516925 w 531214"/>
                  <a:gd name="connsiteY12" fmla="*/ 85881 h 1555260"/>
                  <a:gd name="connsiteX13" fmla="*/ 519307 w 531214"/>
                  <a:gd name="connsiteY13" fmla="*/ 71593 h 1555260"/>
                  <a:gd name="connsiteX14" fmla="*/ 395482 w 531214"/>
                  <a:gd name="connsiteY14" fmla="*/ 156 h 1555260"/>
                  <a:gd name="connsiteX0" fmla="*/ 395482 w 531214"/>
                  <a:gd name="connsiteY0" fmla="*/ 156 h 1555260"/>
                  <a:gd name="connsiteX1" fmla="*/ 295469 w 531214"/>
                  <a:gd name="connsiteY1" fmla="*/ 93024 h 1555260"/>
                  <a:gd name="connsiteX2" fmla="*/ 128782 w 531214"/>
                  <a:gd name="connsiteY2" fmla="*/ 328768 h 1555260"/>
                  <a:gd name="connsiteX3" fmla="*/ 31150 w 531214"/>
                  <a:gd name="connsiteY3" fmla="*/ 662143 h 1555260"/>
                  <a:gd name="connsiteX4" fmla="*/ 194 w 531214"/>
                  <a:gd name="connsiteY4" fmla="*/ 976468 h 1555260"/>
                  <a:gd name="connsiteX5" fmla="*/ 33531 w 531214"/>
                  <a:gd name="connsiteY5" fmla="*/ 1283650 h 1555260"/>
                  <a:gd name="connsiteX6" fmla="*/ 162119 w 531214"/>
                  <a:gd name="connsiteY6" fmla="*/ 1550349 h 1555260"/>
                  <a:gd name="connsiteX7" fmla="*/ 269275 w 531214"/>
                  <a:gd name="connsiteY7" fmla="*/ 1447956 h 1555260"/>
                  <a:gd name="connsiteX8" fmla="*/ 243082 w 531214"/>
                  <a:gd name="connsiteY8" fmla="*/ 1338418 h 1555260"/>
                  <a:gd name="connsiteX9" fmla="*/ 177201 w 531214"/>
                  <a:gd name="connsiteY9" fmla="*/ 1015361 h 1555260"/>
                  <a:gd name="connsiteX10" fmla="*/ 228794 w 531214"/>
                  <a:gd name="connsiteY10" fmla="*/ 630393 h 1555260"/>
                  <a:gd name="connsiteX11" fmla="*/ 402625 w 531214"/>
                  <a:gd name="connsiteY11" fmla="*/ 219231 h 1555260"/>
                  <a:gd name="connsiteX12" fmla="*/ 516925 w 531214"/>
                  <a:gd name="connsiteY12" fmla="*/ 85881 h 1555260"/>
                  <a:gd name="connsiteX13" fmla="*/ 519307 w 531214"/>
                  <a:gd name="connsiteY13" fmla="*/ 71593 h 1555260"/>
                  <a:gd name="connsiteX14" fmla="*/ 395482 w 531214"/>
                  <a:gd name="connsiteY14" fmla="*/ 156 h 1555260"/>
                  <a:gd name="connsiteX0" fmla="*/ 395482 w 531214"/>
                  <a:gd name="connsiteY0" fmla="*/ 156 h 1555260"/>
                  <a:gd name="connsiteX1" fmla="*/ 295469 w 531214"/>
                  <a:gd name="connsiteY1" fmla="*/ 93024 h 1555260"/>
                  <a:gd name="connsiteX2" fmla="*/ 128782 w 531214"/>
                  <a:gd name="connsiteY2" fmla="*/ 328768 h 1555260"/>
                  <a:gd name="connsiteX3" fmla="*/ 31150 w 531214"/>
                  <a:gd name="connsiteY3" fmla="*/ 662143 h 1555260"/>
                  <a:gd name="connsiteX4" fmla="*/ 194 w 531214"/>
                  <a:gd name="connsiteY4" fmla="*/ 976468 h 1555260"/>
                  <a:gd name="connsiteX5" fmla="*/ 33531 w 531214"/>
                  <a:gd name="connsiteY5" fmla="*/ 1283650 h 1555260"/>
                  <a:gd name="connsiteX6" fmla="*/ 162119 w 531214"/>
                  <a:gd name="connsiteY6" fmla="*/ 1550349 h 1555260"/>
                  <a:gd name="connsiteX7" fmla="*/ 269275 w 531214"/>
                  <a:gd name="connsiteY7" fmla="*/ 1447956 h 1555260"/>
                  <a:gd name="connsiteX8" fmla="*/ 243082 w 531214"/>
                  <a:gd name="connsiteY8" fmla="*/ 1338418 h 1555260"/>
                  <a:gd name="connsiteX9" fmla="*/ 177201 w 531214"/>
                  <a:gd name="connsiteY9" fmla="*/ 1015361 h 1555260"/>
                  <a:gd name="connsiteX10" fmla="*/ 216888 w 531214"/>
                  <a:gd name="connsiteY10" fmla="*/ 618487 h 1555260"/>
                  <a:gd name="connsiteX11" fmla="*/ 402625 w 531214"/>
                  <a:gd name="connsiteY11" fmla="*/ 219231 h 1555260"/>
                  <a:gd name="connsiteX12" fmla="*/ 516925 w 531214"/>
                  <a:gd name="connsiteY12" fmla="*/ 85881 h 1555260"/>
                  <a:gd name="connsiteX13" fmla="*/ 519307 w 531214"/>
                  <a:gd name="connsiteY13" fmla="*/ 71593 h 1555260"/>
                  <a:gd name="connsiteX14" fmla="*/ 395482 w 531214"/>
                  <a:gd name="connsiteY14" fmla="*/ 156 h 1555260"/>
                  <a:gd name="connsiteX0" fmla="*/ 395482 w 531214"/>
                  <a:gd name="connsiteY0" fmla="*/ 156 h 1555260"/>
                  <a:gd name="connsiteX1" fmla="*/ 295469 w 531214"/>
                  <a:gd name="connsiteY1" fmla="*/ 93024 h 1555260"/>
                  <a:gd name="connsiteX2" fmla="*/ 145451 w 531214"/>
                  <a:gd name="connsiteY2" fmla="*/ 338293 h 1555260"/>
                  <a:gd name="connsiteX3" fmla="*/ 31150 w 531214"/>
                  <a:gd name="connsiteY3" fmla="*/ 662143 h 1555260"/>
                  <a:gd name="connsiteX4" fmla="*/ 194 w 531214"/>
                  <a:gd name="connsiteY4" fmla="*/ 976468 h 1555260"/>
                  <a:gd name="connsiteX5" fmla="*/ 33531 w 531214"/>
                  <a:gd name="connsiteY5" fmla="*/ 1283650 h 1555260"/>
                  <a:gd name="connsiteX6" fmla="*/ 162119 w 531214"/>
                  <a:gd name="connsiteY6" fmla="*/ 1550349 h 1555260"/>
                  <a:gd name="connsiteX7" fmla="*/ 269275 w 531214"/>
                  <a:gd name="connsiteY7" fmla="*/ 1447956 h 1555260"/>
                  <a:gd name="connsiteX8" fmla="*/ 243082 w 531214"/>
                  <a:gd name="connsiteY8" fmla="*/ 1338418 h 1555260"/>
                  <a:gd name="connsiteX9" fmla="*/ 177201 w 531214"/>
                  <a:gd name="connsiteY9" fmla="*/ 1015361 h 1555260"/>
                  <a:gd name="connsiteX10" fmla="*/ 216888 w 531214"/>
                  <a:gd name="connsiteY10" fmla="*/ 618487 h 1555260"/>
                  <a:gd name="connsiteX11" fmla="*/ 402625 w 531214"/>
                  <a:gd name="connsiteY11" fmla="*/ 219231 h 1555260"/>
                  <a:gd name="connsiteX12" fmla="*/ 516925 w 531214"/>
                  <a:gd name="connsiteY12" fmla="*/ 85881 h 1555260"/>
                  <a:gd name="connsiteX13" fmla="*/ 519307 w 531214"/>
                  <a:gd name="connsiteY13" fmla="*/ 71593 h 1555260"/>
                  <a:gd name="connsiteX14" fmla="*/ 395482 w 531214"/>
                  <a:gd name="connsiteY14" fmla="*/ 156 h 1555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31214" h="1555260">
                    <a:moveTo>
                      <a:pt x="395482" y="156"/>
                    </a:moveTo>
                    <a:cubicBezTo>
                      <a:pt x="358176" y="3728"/>
                      <a:pt x="337141" y="36668"/>
                      <a:pt x="295469" y="93024"/>
                    </a:cubicBezTo>
                    <a:cubicBezTo>
                      <a:pt x="253797" y="149380"/>
                      <a:pt x="189504" y="243440"/>
                      <a:pt x="145451" y="338293"/>
                    </a:cubicBezTo>
                    <a:cubicBezTo>
                      <a:pt x="101398" y="433146"/>
                      <a:pt x="55360" y="555781"/>
                      <a:pt x="31150" y="662143"/>
                    </a:cubicBezTo>
                    <a:cubicBezTo>
                      <a:pt x="6941" y="768506"/>
                      <a:pt x="1781" y="874074"/>
                      <a:pt x="194" y="976468"/>
                    </a:cubicBezTo>
                    <a:cubicBezTo>
                      <a:pt x="-1394" y="1078862"/>
                      <a:pt x="6544" y="1188003"/>
                      <a:pt x="33531" y="1283650"/>
                    </a:cubicBezTo>
                    <a:cubicBezTo>
                      <a:pt x="60518" y="1379297"/>
                      <a:pt x="122828" y="1522965"/>
                      <a:pt x="162119" y="1550349"/>
                    </a:cubicBezTo>
                    <a:cubicBezTo>
                      <a:pt x="201410" y="1577733"/>
                      <a:pt x="255781" y="1483278"/>
                      <a:pt x="269275" y="1447956"/>
                    </a:cubicBezTo>
                    <a:cubicBezTo>
                      <a:pt x="282769" y="1412634"/>
                      <a:pt x="258428" y="1410517"/>
                      <a:pt x="243082" y="1338418"/>
                    </a:cubicBezTo>
                    <a:cubicBezTo>
                      <a:pt x="227736" y="1266319"/>
                      <a:pt x="181567" y="1135349"/>
                      <a:pt x="177201" y="1015361"/>
                    </a:cubicBezTo>
                    <a:cubicBezTo>
                      <a:pt x="172835" y="895373"/>
                      <a:pt x="179317" y="751175"/>
                      <a:pt x="216888" y="618487"/>
                    </a:cubicBezTo>
                    <a:cubicBezTo>
                      <a:pt x="254459" y="485799"/>
                      <a:pt x="352619" y="307999"/>
                      <a:pt x="402625" y="219231"/>
                    </a:cubicBezTo>
                    <a:cubicBezTo>
                      <a:pt x="452631" y="130463"/>
                      <a:pt x="497478" y="110487"/>
                      <a:pt x="516925" y="85881"/>
                    </a:cubicBezTo>
                    <a:cubicBezTo>
                      <a:pt x="536372" y="61275"/>
                      <a:pt x="534785" y="87865"/>
                      <a:pt x="519307" y="71593"/>
                    </a:cubicBezTo>
                    <a:cubicBezTo>
                      <a:pt x="503829" y="55321"/>
                      <a:pt x="432788" y="-3416"/>
                      <a:pt x="395482" y="156"/>
                    </a:cubicBezTo>
                    <a:close/>
                  </a:path>
                </a:pathLst>
              </a:custGeom>
              <a:solidFill>
                <a:srgbClr val="E6BB7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任意多边形 10"/>
              <p:cNvSpPr/>
              <p:nvPr/>
            </p:nvSpPr>
            <p:spPr>
              <a:xfrm>
                <a:off x="5400674" y="2133791"/>
                <a:ext cx="531214" cy="1555260"/>
              </a:xfrm>
              <a:custGeom>
                <a:avLst/>
                <a:gdLst>
                  <a:gd name="connsiteX0" fmla="*/ 402829 w 538561"/>
                  <a:gd name="connsiteY0" fmla="*/ 156 h 1555603"/>
                  <a:gd name="connsiteX1" fmla="*/ 302816 w 538561"/>
                  <a:gd name="connsiteY1" fmla="*/ 93024 h 1555603"/>
                  <a:gd name="connsiteX2" fmla="*/ 136129 w 538561"/>
                  <a:gd name="connsiteY2" fmla="*/ 328768 h 1555603"/>
                  <a:gd name="connsiteX3" fmla="*/ 38497 w 538561"/>
                  <a:gd name="connsiteY3" fmla="*/ 662143 h 1555603"/>
                  <a:gd name="connsiteX4" fmla="*/ 397 w 538561"/>
                  <a:gd name="connsiteY4" fmla="*/ 974087 h 1555603"/>
                  <a:gd name="connsiteX5" fmla="*/ 28972 w 538561"/>
                  <a:gd name="connsiteY5" fmla="*/ 1276506 h 1555603"/>
                  <a:gd name="connsiteX6" fmla="*/ 169466 w 538561"/>
                  <a:gd name="connsiteY6" fmla="*/ 1550349 h 1555603"/>
                  <a:gd name="connsiteX7" fmla="*/ 276622 w 538561"/>
                  <a:gd name="connsiteY7" fmla="*/ 1447956 h 1555603"/>
                  <a:gd name="connsiteX8" fmla="*/ 250429 w 538561"/>
                  <a:gd name="connsiteY8" fmla="*/ 1338418 h 1555603"/>
                  <a:gd name="connsiteX9" fmla="*/ 212329 w 538561"/>
                  <a:gd name="connsiteY9" fmla="*/ 1026474 h 1555603"/>
                  <a:gd name="connsiteX10" fmla="*/ 264716 w 538561"/>
                  <a:gd name="connsiteY10" fmla="*/ 652618 h 1555603"/>
                  <a:gd name="connsiteX11" fmla="*/ 409972 w 538561"/>
                  <a:gd name="connsiteY11" fmla="*/ 219231 h 1555603"/>
                  <a:gd name="connsiteX12" fmla="*/ 524272 w 538561"/>
                  <a:gd name="connsiteY12" fmla="*/ 85881 h 1555603"/>
                  <a:gd name="connsiteX13" fmla="*/ 526654 w 538561"/>
                  <a:gd name="connsiteY13" fmla="*/ 71593 h 1555603"/>
                  <a:gd name="connsiteX14" fmla="*/ 402829 w 538561"/>
                  <a:gd name="connsiteY14" fmla="*/ 156 h 1555603"/>
                  <a:gd name="connsiteX0" fmla="*/ 402829 w 538561"/>
                  <a:gd name="connsiteY0" fmla="*/ 156 h 1555603"/>
                  <a:gd name="connsiteX1" fmla="*/ 302816 w 538561"/>
                  <a:gd name="connsiteY1" fmla="*/ 93024 h 1555603"/>
                  <a:gd name="connsiteX2" fmla="*/ 136129 w 538561"/>
                  <a:gd name="connsiteY2" fmla="*/ 328768 h 1555603"/>
                  <a:gd name="connsiteX3" fmla="*/ 38497 w 538561"/>
                  <a:gd name="connsiteY3" fmla="*/ 662143 h 1555603"/>
                  <a:gd name="connsiteX4" fmla="*/ 397 w 538561"/>
                  <a:gd name="connsiteY4" fmla="*/ 974087 h 1555603"/>
                  <a:gd name="connsiteX5" fmla="*/ 28972 w 538561"/>
                  <a:gd name="connsiteY5" fmla="*/ 1276506 h 1555603"/>
                  <a:gd name="connsiteX6" fmla="*/ 169466 w 538561"/>
                  <a:gd name="connsiteY6" fmla="*/ 1550349 h 1555603"/>
                  <a:gd name="connsiteX7" fmla="*/ 276622 w 538561"/>
                  <a:gd name="connsiteY7" fmla="*/ 1447956 h 1555603"/>
                  <a:gd name="connsiteX8" fmla="*/ 250429 w 538561"/>
                  <a:gd name="connsiteY8" fmla="*/ 1338418 h 1555603"/>
                  <a:gd name="connsiteX9" fmla="*/ 212329 w 538561"/>
                  <a:gd name="connsiteY9" fmla="*/ 1026474 h 1555603"/>
                  <a:gd name="connsiteX10" fmla="*/ 236141 w 538561"/>
                  <a:gd name="connsiteY10" fmla="*/ 630393 h 1555603"/>
                  <a:gd name="connsiteX11" fmla="*/ 409972 w 538561"/>
                  <a:gd name="connsiteY11" fmla="*/ 219231 h 1555603"/>
                  <a:gd name="connsiteX12" fmla="*/ 524272 w 538561"/>
                  <a:gd name="connsiteY12" fmla="*/ 85881 h 1555603"/>
                  <a:gd name="connsiteX13" fmla="*/ 526654 w 538561"/>
                  <a:gd name="connsiteY13" fmla="*/ 71593 h 1555603"/>
                  <a:gd name="connsiteX14" fmla="*/ 402829 w 538561"/>
                  <a:gd name="connsiteY14" fmla="*/ 156 h 1555603"/>
                  <a:gd name="connsiteX0" fmla="*/ 402829 w 538561"/>
                  <a:gd name="connsiteY0" fmla="*/ 156 h 1555603"/>
                  <a:gd name="connsiteX1" fmla="*/ 302816 w 538561"/>
                  <a:gd name="connsiteY1" fmla="*/ 93024 h 1555603"/>
                  <a:gd name="connsiteX2" fmla="*/ 136129 w 538561"/>
                  <a:gd name="connsiteY2" fmla="*/ 328768 h 1555603"/>
                  <a:gd name="connsiteX3" fmla="*/ 38497 w 538561"/>
                  <a:gd name="connsiteY3" fmla="*/ 662143 h 1555603"/>
                  <a:gd name="connsiteX4" fmla="*/ 397 w 538561"/>
                  <a:gd name="connsiteY4" fmla="*/ 974087 h 1555603"/>
                  <a:gd name="connsiteX5" fmla="*/ 28972 w 538561"/>
                  <a:gd name="connsiteY5" fmla="*/ 1276506 h 1555603"/>
                  <a:gd name="connsiteX6" fmla="*/ 169466 w 538561"/>
                  <a:gd name="connsiteY6" fmla="*/ 1550349 h 1555603"/>
                  <a:gd name="connsiteX7" fmla="*/ 276622 w 538561"/>
                  <a:gd name="connsiteY7" fmla="*/ 1447956 h 1555603"/>
                  <a:gd name="connsiteX8" fmla="*/ 250429 w 538561"/>
                  <a:gd name="connsiteY8" fmla="*/ 1338418 h 1555603"/>
                  <a:gd name="connsiteX9" fmla="*/ 196454 w 538561"/>
                  <a:gd name="connsiteY9" fmla="*/ 1020124 h 1555603"/>
                  <a:gd name="connsiteX10" fmla="*/ 236141 w 538561"/>
                  <a:gd name="connsiteY10" fmla="*/ 630393 h 1555603"/>
                  <a:gd name="connsiteX11" fmla="*/ 409972 w 538561"/>
                  <a:gd name="connsiteY11" fmla="*/ 219231 h 1555603"/>
                  <a:gd name="connsiteX12" fmla="*/ 524272 w 538561"/>
                  <a:gd name="connsiteY12" fmla="*/ 85881 h 1555603"/>
                  <a:gd name="connsiteX13" fmla="*/ 526654 w 538561"/>
                  <a:gd name="connsiteY13" fmla="*/ 71593 h 1555603"/>
                  <a:gd name="connsiteX14" fmla="*/ 402829 w 538561"/>
                  <a:gd name="connsiteY14" fmla="*/ 156 h 1555603"/>
                  <a:gd name="connsiteX0" fmla="*/ 396460 w 532192"/>
                  <a:gd name="connsiteY0" fmla="*/ 156 h 1555603"/>
                  <a:gd name="connsiteX1" fmla="*/ 296447 w 532192"/>
                  <a:gd name="connsiteY1" fmla="*/ 93024 h 1555603"/>
                  <a:gd name="connsiteX2" fmla="*/ 129760 w 532192"/>
                  <a:gd name="connsiteY2" fmla="*/ 328768 h 1555603"/>
                  <a:gd name="connsiteX3" fmla="*/ 32128 w 532192"/>
                  <a:gd name="connsiteY3" fmla="*/ 662143 h 1555603"/>
                  <a:gd name="connsiteX4" fmla="*/ 1172 w 532192"/>
                  <a:gd name="connsiteY4" fmla="*/ 976468 h 1555603"/>
                  <a:gd name="connsiteX5" fmla="*/ 22603 w 532192"/>
                  <a:gd name="connsiteY5" fmla="*/ 1276506 h 1555603"/>
                  <a:gd name="connsiteX6" fmla="*/ 163097 w 532192"/>
                  <a:gd name="connsiteY6" fmla="*/ 1550349 h 1555603"/>
                  <a:gd name="connsiteX7" fmla="*/ 270253 w 532192"/>
                  <a:gd name="connsiteY7" fmla="*/ 1447956 h 1555603"/>
                  <a:gd name="connsiteX8" fmla="*/ 244060 w 532192"/>
                  <a:gd name="connsiteY8" fmla="*/ 1338418 h 1555603"/>
                  <a:gd name="connsiteX9" fmla="*/ 190085 w 532192"/>
                  <a:gd name="connsiteY9" fmla="*/ 1020124 h 1555603"/>
                  <a:gd name="connsiteX10" fmla="*/ 229772 w 532192"/>
                  <a:gd name="connsiteY10" fmla="*/ 630393 h 1555603"/>
                  <a:gd name="connsiteX11" fmla="*/ 403603 w 532192"/>
                  <a:gd name="connsiteY11" fmla="*/ 219231 h 1555603"/>
                  <a:gd name="connsiteX12" fmla="*/ 517903 w 532192"/>
                  <a:gd name="connsiteY12" fmla="*/ 85881 h 1555603"/>
                  <a:gd name="connsiteX13" fmla="*/ 520285 w 532192"/>
                  <a:gd name="connsiteY13" fmla="*/ 71593 h 1555603"/>
                  <a:gd name="connsiteX14" fmla="*/ 396460 w 532192"/>
                  <a:gd name="connsiteY14" fmla="*/ 156 h 1555603"/>
                  <a:gd name="connsiteX0" fmla="*/ 395482 w 531214"/>
                  <a:gd name="connsiteY0" fmla="*/ 156 h 1555260"/>
                  <a:gd name="connsiteX1" fmla="*/ 295469 w 531214"/>
                  <a:gd name="connsiteY1" fmla="*/ 93024 h 1555260"/>
                  <a:gd name="connsiteX2" fmla="*/ 128782 w 531214"/>
                  <a:gd name="connsiteY2" fmla="*/ 328768 h 1555260"/>
                  <a:gd name="connsiteX3" fmla="*/ 31150 w 531214"/>
                  <a:gd name="connsiteY3" fmla="*/ 662143 h 1555260"/>
                  <a:gd name="connsiteX4" fmla="*/ 194 w 531214"/>
                  <a:gd name="connsiteY4" fmla="*/ 976468 h 1555260"/>
                  <a:gd name="connsiteX5" fmla="*/ 33531 w 531214"/>
                  <a:gd name="connsiteY5" fmla="*/ 1283650 h 1555260"/>
                  <a:gd name="connsiteX6" fmla="*/ 162119 w 531214"/>
                  <a:gd name="connsiteY6" fmla="*/ 1550349 h 1555260"/>
                  <a:gd name="connsiteX7" fmla="*/ 269275 w 531214"/>
                  <a:gd name="connsiteY7" fmla="*/ 1447956 h 1555260"/>
                  <a:gd name="connsiteX8" fmla="*/ 243082 w 531214"/>
                  <a:gd name="connsiteY8" fmla="*/ 1338418 h 1555260"/>
                  <a:gd name="connsiteX9" fmla="*/ 189107 w 531214"/>
                  <a:gd name="connsiteY9" fmla="*/ 1020124 h 1555260"/>
                  <a:gd name="connsiteX10" fmla="*/ 228794 w 531214"/>
                  <a:gd name="connsiteY10" fmla="*/ 630393 h 1555260"/>
                  <a:gd name="connsiteX11" fmla="*/ 402625 w 531214"/>
                  <a:gd name="connsiteY11" fmla="*/ 219231 h 1555260"/>
                  <a:gd name="connsiteX12" fmla="*/ 516925 w 531214"/>
                  <a:gd name="connsiteY12" fmla="*/ 85881 h 1555260"/>
                  <a:gd name="connsiteX13" fmla="*/ 519307 w 531214"/>
                  <a:gd name="connsiteY13" fmla="*/ 71593 h 1555260"/>
                  <a:gd name="connsiteX14" fmla="*/ 395482 w 531214"/>
                  <a:gd name="connsiteY14" fmla="*/ 156 h 1555260"/>
                  <a:gd name="connsiteX0" fmla="*/ 395482 w 531214"/>
                  <a:gd name="connsiteY0" fmla="*/ 156 h 1555260"/>
                  <a:gd name="connsiteX1" fmla="*/ 295469 w 531214"/>
                  <a:gd name="connsiteY1" fmla="*/ 93024 h 1555260"/>
                  <a:gd name="connsiteX2" fmla="*/ 128782 w 531214"/>
                  <a:gd name="connsiteY2" fmla="*/ 328768 h 1555260"/>
                  <a:gd name="connsiteX3" fmla="*/ 31150 w 531214"/>
                  <a:gd name="connsiteY3" fmla="*/ 662143 h 1555260"/>
                  <a:gd name="connsiteX4" fmla="*/ 194 w 531214"/>
                  <a:gd name="connsiteY4" fmla="*/ 976468 h 1555260"/>
                  <a:gd name="connsiteX5" fmla="*/ 33531 w 531214"/>
                  <a:gd name="connsiteY5" fmla="*/ 1283650 h 1555260"/>
                  <a:gd name="connsiteX6" fmla="*/ 162119 w 531214"/>
                  <a:gd name="connsiteY6" fmla="*/ 1550349 h 1555260"/>
                  <a:gd name="connsiteX7" fmla="*/ 269275 w 531214"/>
                  <a:gd name="connsiteY7" fmla="*/ 1447956 h 1555260"/>
                  <a:gd name="connsiteX8" fmla="*/ 243082 w 531214"/>
                  <a:gd name="connsiteY8" fmla="*/ 1338418 h 1555260"/>
                  <a:gd name="connsiteX9" fmla="*/ 177201 w 531214"/>
                  <a:gd name="connsiteY9" fmla="*/ 1015361 h 1555260"/>
                  <a:gd name="connsiteX10" fmla="*/ 228794 w 531214"/>
                  <a:gd name="connsiteY10" fmla="*/ 630393 h 1555260"/>
                  <a:gd name="connsiteX11" fmla="*/ 402625 w 531214"/>
                  <a:gd name="connsiteY11" fmla="*/ 219231 h 1555260"/>
                  <a:gd name="connsiteX12" fmla="*/ 516925 w 531214"/>
                  <a:gd name="connsiteY12" fmla="*/ 85881 h 1555260"/>
                  <a:gd name="connsiteX13" fmla="*/ 519307 w 531214"/>
                  <a:gd name="connsiteY13" fmla="*/ 71593 h 1555260"/>
                  <a:gd name="connsiteX14" fmla="*/ 395482 w 531214"/>
                  <a:gd name="connsiteY14" fmla="*/ 156 h 1555260"/>
                  <a:gd name="connsiteX0" fmla="*/ 395482 w 531214"/>
                  <a:gd name="connsiteY0" fmla="*/ 156 h 1555260"/>
                  <a:gd name="connsiteX1" fmla="*/ 295469 w 531214"/>
                  <a:gd name="connsiteY1" fmla="*/ 93024 h 1555260"/>
                  <a:gd name="connsiteX2" fmla="*/ 128782 w 531214"/>
                  <a:gd name="connsiteY2" fmla="*/ 328768 h 1555260"/>
                  <a:gd name="connsiteX3" fmla="*/ 31150 w 531214"/>
                  <a:gd name="connsiteY3" fmla="*/ 662143 h 1555260"/>
                  <a:gd name="connsiteX4" fmla="*/ 194 w 531214"/>
                  <a:gd name="connsiteY4" fmla="*/ 976468 h 1555260"/>
                  <a:gd name="connsiteX5" fmla="*/ 33531 w 531214"/>
                  <a:gd name="connsiteY5" fmla="*/ 1283650 h 1555260"/>
                  <a:gd name="connsiteX6" fmla="*/ 162119 w 531214"/>
                  <a:gd name="connsiteY6" fmla="*/ 1550349 h 1555260"/>
                  <a:gd name="connsiteX7" fmla="*/ 269275 w 531214"/>
                  <a:gd name="connsiteY7" fmla="*/ 1447956 h 1555260"/>
                  <a:gd name="connsiteX8" fmla="*/ 243082 w 531214"/>
                  <a:gd name="connsiteY8" fmla="*/ 1338418 h 1555260"/>
                  <a:gd name="connsiteX9" fmla="*/ 177201 w 531214"/>
                  <a:gd name="connsiteY9" fmla="*/ 1015361 h 1555260"/>
                  <a:gd name="connsiteX10" fmla="*/ 216888 w 531214"/>
                  <a:gd name="connsiteY10" fmla="*/ 618487 h 1555260"/>
                  <a:gd name="connsiteX11" fmla="*/ 402625 w 531214"/>
                  <a:gd name="connsiteY11" fmla="*/ 219231 h 1555260"/>
                  <a:gd name="connsiteX12" fmla="*/ 516925 w 531214"/>
                  <a:gd name="connsiteY12" fmla="*/ 85881 h 1555260"/>
                  <a:gd name="connsiteX13" fmla="*/ 519307 w 531214"/>
                  <a:gd name="connsiteY13" fmla="*/ 71593 h 1555260"/>
                  <a:gd name="connsiteX14" fmla="*/ 395482 w 531214"/>
                  <a:gd name="connsiteY14" fmla="*/ 156 h 1555260"/>
                  <a:gd name="connsiteX0" fmla="*/ 395482 w 531214"/>
                  <a:gd name="connsiteY0" fmla="*/ 156 h 1555260"/>
                  <a:gd name="connsiteX1" fmla="*/ 295469 w 531214"/>
                  <a:gd name="connsiteY1" fmla="*/ 93024 h 1555260"/>
                  <a:gd name="connsiteX2" fmla="*/ 145451 w 531214"/>
                  <a:gd name="connsiteY2" fmla="*/ 338293 h 1555260"/>
                  <a:gd name="connsiteX3" fmla="*/ 31150 w 531214"/>
                  <a:gd name="connsiteY3" fmla="*/ 662143 h 1555260"/>
                  <a:gd name="connsiteX4" fmla="*/ 194 w 531214"/>
                  <a:gd name="connsiteY4" fmla="*/ 976468 h 1555260"/>
                  <a:gd name="connsiteX5" fmla="*/ 33531 w 531214"/>
                  <a:gd name="connsiteY5" fmla="*/ 1283650 h 1555260"/>
                  <a:gd name="connsiteX6" fmla="*/ 162119 w 531214"/>
                  <a:gd name="connsiteY6" fmla="*/ 1550349 h 1555260"/>
                  <a:gd name="connsiteX7" fmla="*/ 269275 w 531214"/>
                  <a:gd name="connsiteY7" fmla="*/ 1447956 h 1555260"/>
                  <a:gd name="connsiteX8" fmla="*/ 243082 w 531214"/>
                  <a:gd name="connsiteY8" fmla="*/ 1338418 h 1555260"/>
                  <a:gd name="connsiteX9" fmla="*/ 177201 w 531214"/>
                  <a:gd name="connsiteY9" fmla="*/ 1015361 h 1555260"/>
                  <a:gd name="connsiteX10" fmla="*/ 216888 w 531214"/>
                  <a:gd name="connsiteY10" fmla="*/ 618487 h 1555260"/>
                  <a:gd name="connsiteX11" fmla="*/ 402625 w 531214"/>
                  <a:gd name="connsiteY11" fmla="*/ 219231 h 1555260"/>
                  <a:gd name="connsiteX12" fmla="*/ 516925 w 531214"/>
                  <a:gd name="connsiteY12" fmla="*/ 85881 h 1555260"/>
                  <a:gd name="connsiteX13" fmla="*/ 519307 w 531214"/>
                  <a:gd name="connsiteY13" fmla="*/ 71593 h 1555260"/>
                  <a:gd name="connsiteX14" fmla="*/ 395482 w 531214"/>
                  <a:gd name="connsiteY14" fmla="*/ 156 h 1555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31214" h="1555260">
                    <a:moveTo>
                      <a:pt x="395482" y="156"/>
                    </a:moveTo>
                    <a:cubicBezTo>
                      <a:pt x="358176" y="3728"/>
                      <a:pt x="337141" y="36668"/>
                      <a:pt x="295469" y="93024"/>
                    </a:cubicBezTo>
                    <a:cubicBezTo>
                      <a:pt x="253797" y="149380"/>
                      <a:pt x="189504" y="243440"/>
                      <a:pt x="145451" y="338293"/>
                    </a:cubicBezTo>
                    <a:cubicBezTo>
                      <a:pt x="101398" y="433146"/>
                      <a:pt x="55360" y="555781"/>
                      <a:pt x="31150" y="662143"/>
                    </a:cubicBezTo>
                    <a:cubicBezTo>
                      <a:pt x="6941" y="768506"/>
                      <a:pt x="1781" y="874074"/>
                      <a:pt x="194" y="976468"/>
                    </a:cubicBezTo>
                    <a:cubicBezTo>
                      <a:pt x="-1394" y="1078862"/>
                      <a:pt x="6544" y="1188003"/>
                      <a:pt x="33531" y="1283650"/>
                    </a:cubicBezTo>
                    <a:cubicBezTo>
                      <a:pt x="60518" y="1379297"/>
                      <a:pt x="122828" y="1522965"/>
                      <a:pt x="162119" y="1550349"/>
                    </a:cubicBezTo>
                    <a:cubicBezTo>
                      <a:pt x="201410" y="1577733"/>
                      <a:pt x="255781" y="1483278"/>
                      <a:pt x="269275" y="1447956"/>
                    </a:cubicBezTo>
                    <a:cubicBezTo>
                      <a:pt x="282769" y="1412634"/>
                      <a:pt x="258428" y="1410517"/>
                      <a:pt x="243082" y="1338418"/>
                    </a:cubicBezTo>
                    <a:cubicBezTo>
                      <a:pt x="227736" y="1266319"/>
                      <a:pt x="181567" y="1135349"/>
                      <a:pt x="177201" y="1015361"/>
                    </a:cubicBezTo>
                    <a:cubicBezTo>
                      <a:pt x="172835" y="895373"/>
                      <a:pt x="179317" y="751175"/>
                      <a:pt x="216888" y="618487"/>
                    </a:cubicBezTo>
                    <a:cubicBezTo>
                      <a:pt x="254459" y="485799"/>
                      <a:pt x="352619" y="307999"/>
                      <a:pt x="402625" y="219231"/>
                    </a:cubicBezTo>
                    <a:cubicBezTo>
                      <a:pt x="452631" y="130463"/>
                      <a:pt x="497478" y="110487"/>
                      <a:pt x="516925" y="85881"/>
                    </a:cubicBezTo>
                    <a:cubicBezTo>
                      <a:pt x="536372" y="61275"/>
                      <a:pt x="534785" y="87865"/>
                      <a:pt x="519307" y="71593"/>
                    </a:cubicBezTo>
                    <a:cubicBezTo>
                      <a:pt x="503829" y="55321"/>
                      <a:pt x="432788" y="-3416"/>
                      <a:pt x="395482" y="156"/>
                    </a:cubicBezTo>
                    <a:close/>
                  </a:path>
                </a:pathLst>
              </a:custGeom>
              <a:solidFill>
                <a:srgbClr val="E6BB7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4579637" y="2272296"/>
              <a:ext cx="4021610" cy="1254703"/>
              <a:chOff x="6747990" y="2676691"/>
              <a:chExt cx="4021610" cy="1161146"/>
            </a:xfrm>
          </p:grpSpPr>
          <p:sp>
            <p:nvSpPr>
              <p:cNvPr id="13" name="任意多边形 12"/>
              <p:cNvSpPr/>
              <p:nvPr/>
            </p:nvSpPr>
            <p:spPr>
              <a:xfrm>
                <a:off x="6747990" y="2676691"/>
                <a:ext cx="4021610" cy="1161146"/>
              </a:xfrm>
              <a:custGeom>
                <a:avLst/>
                <a:gdLst>
                  <a:gd name="connsiteX0" fmla="*/ 3381829 w 3468915"/>
                  <a:gd name="connsiteY0" fmla="*/ 0 h 1161146"/>
                  <a:gd name="connsiteX1" fmla="*/ 3468915 w 3468915"/>
                  <a:gd name="connsiteY1" fmla="*/ 580572 h 1161146"/>
                  <a:gd name="connsiteX2" fmla="*/ 3381829 w 3468915"/>
                  <a:gd name="connsiteY2" fmla="*/ 1161144 h 1161146"/>
                  <a:gd name="connsiteX3" fmla="*/ 3381828 w 3468915"/>
                  <a:gd name="connsiteY3" fmla="*/ 1161143 h 1161146"/>
                  <a:gd name="connsiteX4" fmla="*/ 3381828 w 3468915"/>
                  <a:gd name="connsiteY4" fmla="*/ 1161144 h 1161146"/>
                  <a:gd name="connsiteX5" fmla="*/ 87089 w 3468915"/>
                  <a:gd name="connsiteY5" fmla="*/ 1161144 h 1161146"/>
                  <a:gd name="connsiteX6" fmla="*/ 87086 w 3468915"/>
                  <a:gd name="connsiteY6" fmla="*/ 1161146 h 1161146"/>
                  <a:gd name="connsiteX7" fmla="*/ 0 w 3468915"/>
                  <a:gd name="connsiteY7" fmla="*/ 580574 h 1161146"/>
                  <a:gd name="connsiteX8" fmla="*/ 87086 w 3468915"/>
                  <a:gd name="connsiteY8" fmla="*/ 2 h 1161146"/>
                  <a:gd name="connsiteX9" fmla="*/ 87086 w 3468915"/>
                  <a:gd name="connsiteY9" fmla="*/ 1 h 1161146"/>
                  <a:gd name="connsiteX10" fmla="*/ 3381828 w 3468915"/>
                  <a:gd name="connsiteY10" fmla="*/ 1 h 1161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468915" h="1161146">
                    <a:moveTo>
                      <a:pt x="3381829" y="0"/>
                    </a:moveTo>
                    <a:cubicBezTo>
                      <a:pt x="3429925" y="0"/>
                      <a:pt x="3468915" y="259931"/>
                      <a:pt x="3468915" y="580572"/>
                    </a:cubicBezTo>
                    <a:cubicBezTo>
                      <a:pt x="3468915" y="901213"/>
                      <a:pt x="3429925" y="1161144"/>
                      <a:pt x="3381829" y="1161144"/>
                    </a:cubicBezTo>
                    <a:lnTo>
                      <a:pt x="3381828" y="1161143"/>
                    </a:lnTo>
                    <a:lnTo>
                      <a:pt x="3381828" y="1161144"/>
                    </a:lnTo>
                    <a:lnTo>
                      <a:pt x="87089" y="1161144"/>
                    </a:lnTo>
                    <a:lnTo>
                      <a:pt x="87086" y="1161146"/>
                    </a:lnTo>
                    <a:cubicBezTo>
                      <a:pt x="38990" y="1161146"/>
                      <a:pt x="0" y="901215"/>
                      <a:pt x="0" y="580574"/>
                    </a:cubicBezTo>
                    <a:cubicBezTo>
                      <a:pt x="0" y="259933"/>
                      <a:pt x="38990" y="2"/>
                      <a:pt x="87086" y="2"/>
                    </a:cubicBezTo>
                    <a:lnTo>
                      <a:pt x="87086" y="1"/>
                    </a:lnTo>
                    <a:lnTo>
                      <a:pt x="3381828" y="1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6750432" y="2676691"/>
                <a:ext cx="201921" cy="1161143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5" name="上箭头 14"/>
            <p:cNvSpPr/>
            <p:nvPr/>
          </p:nvSpPr>
          <p:spPr>
            <a:xfrm flipH="1">
              <a:off x="4970064" y="4227421"/>
              <a:ext cx="144751" cy="453583"/>
            </a:xfrm>
            <a:prstGeom prst="up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上箭头 15"/>
            <p:cNvSpPr/>
            <p:nvPr/>
          </p:nvSpPr>
          <p:spPr>
            <a:xfrm rot="10800000" flipH="1">
              <a:off x="7997894" y="4116111"/>
              <a:ext cx="122435" cy="415926"/>
            </a:xfrm>
            <a:prstGeom prst="up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4202676" y="1473900"/>
              <a:ext cx="4826000" cy="2884233"/>
              <a:chOff x="4202676" y="1473900"/>
              <a:chExt cx="4826000" cy="2884233"/>
            </a:xfrm>
          </p:grpSpPr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9D93FB3D-9270-4B0E-AB81-C00BE2117AEC}"/>
                  </a:ext>
                </a:extLst>
              </p:cNvPr>
              <p:cNvGrpSpPr/>
              <p:nvPr/>
            </p:nvGrpSpPr>
            <p:grpSpPr>
              <a:xfrm>
                <a:off x="4801675" y="1473900"/>
                <a:ext cx="3636682" cy="1160761"/>
                <a:chOff x="7075999" y="833265"/>
                <a:chExt cx="3636682" cy="1160761"/>
              </a:xfrm>
            </p:grpSpPr>
            <p:sp>
              <p:nvSpPr>
                <p:cNvPr id="38" name="椭圆 37"/>
                <p:cNvSpPr/>
                <p:nvPr/>
              </p:nvSpPr>
              <p:spPr>
                <a:xfrm rot="10800000">
                  <a:off x="7075999" y="834586"/>
                  <a:ext cx="3636682" cy="1159440"/>
                </a:xfrm>
                <a:prstGeom prst="ellipse">
                  <a:avLst/>
                </a:prstGeom>
                <a:noFill/>
                <a:ln w="31750">
                  <a:solidFill>
                    <a:srgbClr val="5B9BD5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" name="椭圆 38"/>
                <p:cNvSpPr/>
                <p:nvPr/>
              </p:nvSpPr>
              <p:spPr>
                <a:xfrm rot="10800000">
                  <a:off x="7364871" y="1148617"/>
                  <a:ext cx="3029782" cy="776162"/>
                </a:xfrm>
                <a:prstGeom prst="ellipse">
                  <a:avLst/>
                </a:prstGeom>
                <a:noFill/>
                <a:ln w="31750">
                  <a:solidFill>
                    <a:srgbClr val="5B9BD5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0" name="椭圆 39"/>
                <p:cNvSpPr/>
                <p:nvPr/>
              </p:nvSpPr>
              <p:spPr>
                <a:xfrm rot="10800000">
                  <a:off x="7516121" y="1344800"/>
                  <a:ext cx="2706735" cy="487896"/>
                </a:xfrm>
                <a:prstGeom prst="ellipse">
                  <a:avLst/>
                </a:prstGeom>
                <a:noFill/>
                <a:ln w="31750">
                  <a:solidFill>
                    <a:srgbClr val="5B9BD5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1" name="椭圆 40"/>
                <p:cNvSpPr/>
                <p:nvPr/>
              </p:nvSpPr>
              <p:spPr>
                <a:xfrm rot="10800000">
                  <a:off x="7294420" y="1016082"/>
                  <a:ext cx="3187070" cy="931508"/>
                </a:xfrm>
                <a:prstGeom prst="ellipse">
                  <a:avLst/>
                </a:prstGeom>
                <a:noFill/>
                <a:ln w="31750">
                  <a:solidFill>
                    <a:srgbClr val="5B9BD5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42" name="直接箭头连接符 41"/>
                <p:cNvCxnSpPr>
                  <a:cxnSpLocks/>
                </p:cNvCxnSpPr>
                <p:nvPr/>
              </p:nvCxnSpPr>
              <p:spPr>
                <a:xfrm rot="10800000" flipV="1">
                  <a:off x="8828612" y="1341265"/>
                  <a:ext cx="133154" cy="1601"/>
                </a:xfrm>
                <a:prstGeom prst="straightConnector1">
                  <a:avLst/>
                </a:prstGeom>
                <a:ln w="31750">
                  <a:prstDash val="dash"/>
                  <a:headEnd type="none" w="lg" len="lg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接箭头连接符 42"/>
                <p:cNvCxnSpPr>
                  <a:cxnSpLocks/>
                </p:cNvCxnSpPr>
                <p:nvPr/>
              </p:nvCxnSpPr>
              <p:spPr>
                <a:xfrm rot="10800000" flipV="1">
                  <a:off x="8828612" y="1157115"/>
                  <a:ext cx="133154" cy="1601"/>
                </a:xfrm>
                <a:prstGeom prst="straightConnector1">
                  <a:avLst/>
                </a:prstGeom>
                <a:ln w="31750">
                  <a:prstDash val="dash"/>
                  <a:headEnd type="none" w="lg" len="lg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接箭头连接符 43"/>
                <p:cNvCxnSpPr>
                  <a:cxnSpLocks/>
                </p:cNvCxnSpPr>
                <p:nvPr/>
              </p:nvCxnSpPr>
              <p:spPr>
                <a:xfrm rot="10800000" flipV="1">
                  <a:off x="8828612" y="1004715"/>
                  <a:ext cx="133154" cy="1601"/>
                </a:xfrm>
                <a:prstGeom prst="straightConnector1">
                  <a:avLst/>
                </a:prstGeom>
                <a:ln w="31750">
                  <a:prstDash val="dash"/>
                  <a:headEnd type="none" w="lg" len="lg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接箭头连接符 44"/>
                <p:cNvCxnSpPr>
                  <a:cxnSpLocks/>
                </p:cNvCxnSpPr>
                <p:nvPr/>
              </p:nvCxnSpPr>
              <p:spPr>
                <a:xfrm rot="10800000" flipV="1">
                  <a:off x="8828612" y="833265"/>
                  <a:ext cx="133154" cy="1601"/>
                </a:xfrm>
                <a:prstGeom prst="straightConnector1">
                  <a:avLst/>
                </a:prstGeom>
                <a:ln w="31750">
                  <a:prstDash val="dash"/>
                  <a:headEnd type="none" w="lg" len="lg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" name="组合 18"/>
              <p:cNvGrpSpPr/>
              <p:nvPr/>
            </p:nvGrpSpPr>
            <p:grpSpPr>
              <a:xfrm>
                <a:off x="4202676" y="2358253"/>
                <a:ext cx="4826000" cy="1999880"/>
                <a:chOff x="4202676" y="2358253"/>
                <a:chExt cx="4826000" cy="1999880"/>
              </a:xfrm>
            </p:grpSpPr>
            <p:cxnSp>
              <p:nvCxnSpPr>
                <p:cNvPr id="20" name="直接箭头连接符 19"/>
                <p:cNvCxnSpPr/>
                <p:nvPr/>
              </p:nvCxnSpPr>
              <p:spPr>
                <a:xfrm>
                  <a:off x="4202676" y="2934281"/>
                  <a:ext cx="4826000" cy="0"/>
                </a:xfrm>
                <a:prstGeom prst="straightConnector1">
                  <a:avLst/>
                </a:prstGeom>
                <a:ln w="31750">
                  <a:prstDash val="dash"/>
                  <a:headEnd type="none" w="lg" len="lg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" name="任意多边形 20"/>
                <p:cNvSpPr/>
                <p:nvPr/>
              </p:nvSpPr>
              <p:spPr>
                <a:xfrm>
                  <a:off x="4215376" y="2634535"/>
                  <a:ext cx="4737100" cy="203814"/>
                </a:xfrm>
                <a:custGeom>
                  <a:avLst/>
                  <a:gdLst>
                    <a:gd name="connsiteX0" fmla="*/ 0 w 4737100"/>
                    <a:gd name="connsiteY0" fmla="*/ 0 h 203814"/>
                    <a:gd name="connsiteX1" fmla="*/ 2463800 w 4737100"/>
                    <a:gd name="connsiteY1" fmla="*/ 203200 h 203814"/>
                    <a:gd name="connsiteX2" fmla="*/ 4737100 w 4737100"/>
                    <a:gd name="connsiteY2" fmla="*/ 50800 h 203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737100" h="203814">
                      <a:moveTo>
                        <a:pt x="0" y="0"/>
                      </a:moveTo>
                      <a:cubicBezTo>
                        <a:pt x="837141" y="97366"/>
                        <a:pt x="1674283" y="194733"/>
                        <a:pt x="2463800" y="203200"/>
                      </a:cubicBezTo>
                      <a:cubicBezTo>
                        <a:pt x="3253317" y="211667"/>
                        <a:pt x="3995208" y="131233"/>
                        <a:pt x="4737100" y="50800"/>
                      </a:cubicBezTo>
                    </a:path>
                  </a:pathLst>
                </a:custGeom>
                <a:noFill/>
                <a:ln w="31750">
                  <a:solidFill>
                    <a:srgbClr val="5B9BD5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任意多边形 21"/>
                <p:cNvSpPr/>
                <p:nvPr/>
              </p:nvSpPr>
              <p:spPr>
                <a:xfrm>
                  <a:off x="4240776" y="2367835"/>
                  <a:ext cx="4711700" cy="381017"/>
                </a:xfrm>
                <a:custGeom>
                  <a:avLst/>
                  <a:gdLst>
                    <a:gd name="connsiteX0" fmla="*/ 0 w 4711700"/>
                    <a:gd name="connsiteY0" fmla="*/ 0 h 381017"/>
                    <a:gd name="connsiteX1" fmla="*/ 2362200 w 4711700"/>
                    <a:gd name="connsiteY1" fmla="*/ 381000 h 381017"/>
                    <a:gd name="connsiteX2" fmla="*/ 4711700 w 4711700"/>
                    <a:gd name="connsiteY2" fmla="*/ 12700 h 381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711700" h="381017">
                      <a:moveTo>
                        <a:pt x="0" y="0"/>
                      </a:moveTo>
                      <a:cubicBezTo>
                        <a:pt x="788458" y="189441"/>
                        <a:pt x="1576917" y="378883"/>
                        <a:pt x="2362200" y="381000"/>
                      </a:cubicBezTo>
                      <a:cubicBezTo>
                        <a:pt x="3147483" y="383117"/>
                        <a:pt x="3929591" y="197908"/>
                        <a:pt x="4711700" y="12700"/>
                      </a:cubicBezTo>
                    </a:path>
                  </a:pathLst>
                </a:custGeom>
                <a:noFill/>
                <a:ln w="31750">
                  <a:solidFill>
                    <a:srgbClr val="5B9BD5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任意多边形 22"/>
                <p:cNvSpPr/>
                <p:nvPr/>
              </p:nvSpPr>
              <p:spPr>
                <a:xfrm>
                  <a:off x="4228076" y="3028143"/>
                  <a:ext cx="4711700" cy="190592"/>
                </a:xfrm>
                <a:custGeom>
                  <a:avLst/>
                  <a:gdLst>
                    <a:gd name="connsiteX0" fmla="*/ 0 w 4711700"/>
                    <a:gd name="connsiteY0" fmla="*/ 190592 h 190592"/>
                    <a:gd name="connsiteX1" fmla="*/ 2463800 w 4711700"/>
                    <a:gd name="connsiteY1" fmla="*/ 92 h 190592"/>
                    <a:gd name="connsiteX2" fmla="*/ 4711700 w 4711700"/>
                    <a:gd name="connsiteY2" fmla="*/ 165192 h 1905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711700" h="190592">
                      <a:moveTo>
                        <a:pt x="0" y="190592"/>
                      </a:moveTo>
                      <a:cubicBezTo>
                        <a:pt x="839258" y="97458"/>
                        <a:pt x="1678517" y="4325"/>
                        <a:pt x="2463800" y="92"/>
                      </a:cubicBezTo>
                      <a:cubicBezTo>
                        <a:pt x="3249083" y="-4141"/>
                        <a:pt x="4351867" y="137675"/>
                        <a:pt x="4711700" y="165192"/>
                      </a:cubicBezTo>
                    </a:path>
                  </a:pathLst>
                </a:custGeom>
                <a:noFill/>
                <a:ln w="31750">
                  <a:solidFill>
                    <a:srgbClr val="5B9BD5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任意多边形 23"/>
                <p:cNvSpPr/>
                <p:nvPr/>
              </p:nvSpPr>
              <p:spPr>
                <a:xfrm>
                  <a:off x="4240776" y="3091392"/>
                  <a:ext cx="4724400" cy="457543"/>
                </a:xfrm>
                <a:custGeom>
                  <a:avLst/>
                  <a:gdLst>
                    <a:gd name="connsiteX0" fmla="*/ 0 w 4724400"/>
                    <a:gd name="connsiteY0" fmla="*/ 457543 h 457543"/>
                    <a:gd name="connsiteX1" fmla="*/ 2463800 w 4724400"/>
                    <a:gd name="connsiteY1" fmla="*/ 343 h 457543"/>
                    <a:gd name="connsiteX2" fmla="*/ 4724400 w 4724400"/>
                    <a:gd name="connsiteY2" fmla="*/ 381343 h 4575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724400" h="457543">
                      <a:moveTo>
                        <a:pt x="0" y="457543"/>
                      </a:moveTo>
                      <a:cubicBezTo>
                        <a:pt x="838200" y="235293"/>
                        <a:pt x="1676400" y="13043"/>
                        <a:pt x="2463800" y="343"/>
                      </a:cubicBezTo>
                      <a:cubicBezTo>
                        <a:pt x="3251200" y="-12357"/>
                        <a:pt x="4353983" y="330543"/>
                        <a:pt x="4724400" y="381343"/>
                      </a:cubicBezTo>
                    </a:path>
                  </a:pathLst>
                </a:custGeom>
                <a:noFill/>
                <a:ln w="31750">
                  <a:solidFill>
                    <a:srgbClr val="5B9BD5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25" name="直接箭头连接符 24"/>
                <p:cNvCxnSpPr/>
                <p:nvPr/>
              </p:nvCxnSpPr>
              <p:spPr>
                <a:xfrm>
                  <a:off x="8805679" y="3453724"/>
                  <a:ext cx="154843" cy="57111"/>
                </a:xfrm>
                <a:prstGeom prst="straightConnector1">
                  <a:avLst/>
                </a:prstGeom>
                <a:ln w="31750">
                  <a:prstDash val="dash"/>
                  <a:headEnd type="none" w="lg" len="lg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箭头连接符 25"/>
                <p:cNvCxnSpPr/>
                <p:nvPr/>
              </p:nvCxnSpPr>
              <p:spPr>
                <a:xfrm>
                  <a:off x="8869179" y="3174324"/>
                  <a:ext cx="159497" cy="22773"/>
                </a:xfrm>
                <a:prstGeom prst="straightConnector1">
                  <a:avLst/>
                </a:prstGeom>
                <a:ln w="31750">
                  <a:prstDash val="dash"/>
                  <a:headEnd type="none" w="lg" len="lg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箭头连接符 26"/>
                <p:cNvCxnSpPr/>
                <p:nvPr/>
              </p:nvCxnSpPr>
              <p:spPr>
                <a:xfrm flipV="1">
                  <a:off x="8843883" y="2681539"/>
                  <a:ext cx="182731" cy="9545"/>
                </a:xfrm>
                <a:prstGeom prst="straightConnector1">
                  <a:avLst/>
                </a:prstGeom>
                <a:ln w="31750">
                  <a:prstDash val="dash"/>
                  <a:headEnd type="none" w="lg" len="lg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接箭头连接符 27"/>
                <p:cNvCxnSpPr/>
                <p:nvPr/>
              </p:nvCxnSpPr>
              <p:spPr>
                <a:xfrm flipV="1">
                  <a:off x="8754918" y="2358253"/>
                  <a:ext cx="215799" cy="92701"/>
                </a:xfrm>
                <a:prstGeom prst="straightConnector1">
                  <a:avLst/>
                </a:prstGeom>
                <a:ln w="31750">
                  <a:prstDash val="dash"/>
                  <a:headEnd type="none" w="lg" len="lg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9" name="组合 28"/>
                <p:cNvGrpSpPr/>
                <p:nvPr/>
              </p:nvGrpSpPr>
              <p:grpSpPr>
                <a:xfrm>
                  <a:off x="4801675" y="3186134"/>
                  <a:ext cx="3636682" cy="1171999"/>
                  <a:chOff x="4801675" y="3186134"/>
                  <a:chExt cx="3636682" cy="1171999"/>
                </a:xfrm>
              </p:grpSpPr>
              <p:sp>
                <p:nvSpPr>
                  <p:cNvPr id="30" name="椭圆 29"/>
                  <p:cNvSpPr/>
                  <p:nvPr/>
                </p:nvSpPr>
                <p:spPr>
                  <a:xfrm>
                    <a:off x="4801675" y="3186134"/>
                    <a:ext cx="3636682" cy="1159440"/>
                  </a:xfrm>
                  <a:prstGeom prst="ellipse">
                    <a:avLst/>
                  </a:prstGeom>
                  <a:noFill/>
                  <a:ln w="31750">
                    <a:solidFill>
                      <a:srgbClr val="5B9BD5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1" name="椭圆 30"/>
                  <p:cNvSpPr/>
                  <p:nvPr/>
                </p:nvSpPr>
                <p:spPr>
                  <a:xfrm>
                    <a:off x="5119703" y="3255381"/>
                    <a:ext cx="3029782" cy="776162"/>
                  </a:xfrm>
                  <a:prstGeom prst="ellipse">
                    <a:avLst/>
                  </a:prstGeom>
                  <a:noFill/>
                  <a:ln w="31750">
                    <a:solidFill>
                      <a:srgbClr val="5B9BD5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2" name="椭圆 31"/>
                  <p:cNvSpPr/>
                  <p:nvPr/>
                </p:nvSpPr>
                <p:spPr>
                  <a:xfrm>
                    <a:off x="5291500" y="3347464"/>
                    <a:ext cx="2706735" cy="487896"/>
                  </a:xfrm>
                  <a:prstGeom prst="ellipse">
                    <a:avLst/>
                  </a:prstGeom>
                  <a:noFill/>
                  <a:ln w="31750">
                    <a:solidFill>
                      <a:srgbClr val="5B9BD5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3" name="椭圆 32"/>
                  <p:cNvSpPr/>
                  <p:nvPr/>
                </p:nvSpPr>
                <p:spPr>
                  <a:xfrm>
                    <a:off x="5032866" y="3232570"/>
                    <a:ext cx="3187070" cy="931508"/>
                  </a:xfrm>
                  <a:prstGeom prst="ellipse">
                    <a:avLst/>
                  </a:prstGeom>
                  <a:noFill/>
                  <a:ln w="31750">
                    <a:solidFill>
                      <a:srgbClr val="5B9BD5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34" name="直接箭头连接符 33">
                    <a:extLst>
                      <a:ext uri="{FF2B5EF4-FFF2-40B4-BE49-F238E27FC236}">
                        <a16:creationId xmlns:a16="http://schemas.microsoft.com/office/drawing/2014/main" id="{94B84986-6504-4AD1-9C4E-A7DAFCE33B3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6519505" y="4356532"/>
                    <a:ext cx="133154" cy="1601"/>
                  </a:xfrm>
                  <a:prstGeom prst="straightConnector1">
                    <a:avLst/>
                  </a:prstGeom>
                  <a:ln w="31750">
                    <a:prstDash val="dash"/>
                    <a:headEnd type="none" w="lg" len="lg"/>
                    <a:tailEnd type="triangl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直接箭头连接符 34">
                    <a:extLst>
                      <a:ext uri="{FF2B5EF4-FFF2-40B4-BE49-F238E27FC236}">
                        <a16:creationId xmlns:a16="http://schemas.microsoft.com/office/drawing/2014/main" id="{CB95A9A2-539D-4678-B4B4-B66C9811659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6519505" y="4172382"/>
                    <a:ext cx="133154" cy="1601"/>
                  </a:xfrm>
                  <a:prstGeom prst="straightConnector1">
                    <a:avLst/>
                  </a:prstGeom>
                  <a:ln w="31750">
                    <a:prstDash val="dash"/>
                    <a:headEnd type="none" w="lg" len="lg"/>
                    <a:tailEnd type="triangl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直接箭头连接符 35">
                    <a:extLst>
                      <a:ext uri="{FF2B5EF4-FFF2-40B4-BE49-F238E27FC236}">
                        <a16:creationId xmlns:a16="http://schemas.microsoft.com/office/drawing/2014/main" id="{2B7507D9-970C-424E-84B2-3A18DB2A5E9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6519505" y="4019982"/>
                    <a:ext cx="133154" cy="1601"/>
                  </a:xfrm>
                  <a:prstGeom prst="straightConnector1">
                    <a:avLst/>
                  </a:prstGeom>
                  <a:ln w="31750">
                    <a:prstDash val="dash"/>
                    <a:headEnd type="none" w="lg" len="lg"/>
                    <a:tailEnd type="triangl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直接箭头连接符 36">
                    <a:extLst>
                      <a:ext uri="{FF2B5EF4-FFF2-40B4-BE49-F238E27FC236}">
                        <a16:creationId xmlns:a16="http://schemas.microsoft.com/office/drawing/2014/main" id="{AA8C5D35-53D9-4B17-91F7-C8653DE693F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6519505" y="3848532"/>
                    <a:ext cx="133154" cy="1601"/>
                  </a:xfrm>
                  <a:prstGeom prst="straightConnector1">
                    <a:avLst/>
                  </a:prstGeom>
                  <a:ln w="31750">
                    <a:prstDash val="dash"/>
                    <a:headEnd type="none" w="lg" len="lg"/>
                    <a:tailEnd type="triangl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46" name="组合 45"/>
            <p:cNvGrpSpPr/>
            <p:nvPr/>
          </p:nvGrpSpPr>
          <p:grpSpPr>
            <a:xfrm>
              <a:off x="1930510" y="1473900"/>
              <a:ext cx="1298090" cy="1377642"/>
              <a:chOff x="4915663" y="3316114"/>
              <a:chExt cx="1341521" cy="1415487"/>
            </a:xfrm>
          </p:grpSpPr>
          <p:sp>
            <p:nvSpPr>
              <p:cNvPr id="47" name="任意多边形 46"/>
              <p:cNvSpPr/>
              <p:nvPr/>
            </p:nvSpPr>
            <p:spPr>
              <a:xfrm>
                <a:off x="4916499" y="3316114"/>
                <a:ext cx="1340685" cy="1415487"/>
              </a:xfrm>
              <a:custGeom>
                <a:avLst/>
                <a:gdLst>
                  <a:gd name="connsiteX0" fmla="*/ 533001 w 1340685"/>
                  <a:gd name="connsiteY0" fmla="*/ 29 h 1415487"/>
                  <a:gd name="connsiteX1" fmla="*/ 566780 w 1340685"/>
                  <a:gd name="connsiteY1" fmla="*/ 3406 h 1415487"/>
                  <a:gd name="connsiteX2" fmla="*/ 931111 w 1340685"/>
                  <a:gd name="connsiteY2" fmla="*/ 134375 h 1415487"/>
                  <a:gd name="connsiteX3" fmla="*/ 1219242 w 1340685"/>
                  <a:gd name="connsiteY3" fmla="*/ 255818 h 1415487"/>
                  <a:gd name="connsiteX4" fmla="*/ 1314064 w 1340685"/>
                  <a:gd name="connsiteY4" fmla="*/ 345115 h 1415487"/>
                  <a:gd name="connsiteX5" fmla="*/ 1317304 w 1340685"/>
                  <a:gd name="connsiteY5" fmla="*/ 371127 h 1415487"/>
                  <a:gd name="connsiteX6" fmla="*/ 1321635 w 1340685"/>
                  <a:gd name="connsiteY6" fmla="*/ 396312 h 1415487"/>
                  <a:gd name="connsiteX7" fmla="*/ 1340685 w 1340685"/>
                  <a:gd name="connsiteY7" fmla="*/ 782074 h 1415487"/>
                  <a:gd name="connsiteX8" fmla="*/ 1271629 w 1340685"/>
                  <a:gd name="connsiteY8" fmla="*/ 891612 h 1415487"/>
                  <a:gd name="connsiteX9" fmla="*/ 1252579 w 1340685"/>
                  <a:gd name="connsiteY9" fmla="*/ 870181 h 1415487"/>
                  <a:gd name="connsiteX10" fmla="*/ 1083510 w 1340685"/>
                  <a:gd name="connsiteY10" fmla="*/ 1151168 h 1415487"/>
                  <a:gd name="connsiteX11" fmla="*/ 1090654 w 1340685"/>
                  <a:gd name="connsiteY11" fmla="*/ 1184506 h 1415487"/>
                  <a:gd name="connsiteX12" fmla="*/ 838240 w 1340685"/>
                  <a:gd name="connsiteY12" fmla="*/ 1415487 h 1415487"/>
                  <a:gd name="connsiteX13" fmla="*/ 164347 w 1340685"/>
                  <a:gd name="connsiteY13" fmla="*/ 1105924 h 1415487"/>
                  <a:gd name="connsiteX14" fmla="*/ 90529 w 1340685"/>
                  <a:gd name="connsiteY14" fmla="*/ 936856 h 1415487"/>
                  <a:gd name="connsiteX15" fmla="*/ 41 w 1340685"/>
                  <a:gd name="connsiteY15" fmla="*/ 710637 h 1415487"/>
                  <a:gd name="connsiteX16" fmla="*/ 4399 w 1340685"/>
                  <a:gd name="connsiteY16" fmla="*/ 707311 h 1415487"/>
                  <a:gd name="connsiteX17" fmla="*/ 41 w 1340685"/>
                  <a:gd name="connsiteY17" fmla="*/ 696349 h 1415487"/>
                  <a:gd name="connsiteX18" fmla="*/ 159586 w 1340685"/>
                  <a:gd name="connsiteY18" fmla="*/ 415363 h 1415487"/>
                  <a:gd name="connsiteX19" fmla="*/ 357230 w 1340685"/>
                  <a:gd name="connsiteY19" fmla="*/ 141518 h 1415487"/>
                  <a:gd name="connsiteX20" fmla="*/ 533001 w 1340685"/>
                  <a:gd name="connsiteY20" fmla="*/ 29 h 1415487"/>
                  <a:gd name="connsiteX0" fmla="*/ 533001 w 1340685"/>
                  <a:gd name="connsiteY0" fmla="*/ 29 h 1415487"/>
                  <a:gd name="connsiteX1" fmla="*/ 566780 w 1340685"/>
                  <a:gd name="connsiteY1" fmla="*/ 3406 h 1415487"/>
                  <a:gd name="connsiteX2" fmla="*/ 931111 w 1340685"/>
                  <a:gd name="connsiteY2" fmla="*/ 134375 h 1415487"/>
                  <a:gd name="connsiteX3" fmla="*/ 1219242 w 1340685"/>
                  <a:gd name="connsiteY3" fmla="*/ 255818 h 1415487"/>
                  <a:gd name="connsiteX4" fmla="*/ 1314064 w 1340685"/>
                  <a:gd name="connsiteY4" fmla="*/ 345115 h 1415487"/>
                  <a:gd name="connsiteX5" fmla="*/ 1317304 w 1340685"/>
                  <a:gd name="connsiteY5" fmla="*/ 371127 h 1415487"/>
                  <a:gd name="connsiteX6" fmla="*/ 1321635 w 1340685"/>
                  <a:gd name="connsiteY6" fmla="*/ 396312 h 1415487"/>
                  <a:gd name="connsiteX7" fmla="*/ 1340685 w 1340685"/>
                  <a:gd name="connsiteY7" fmla="*/ 782074 h 1415487"/>
                  <a:gd name="connsiteX8" fmla="*/ 1271629 w 1340685"/>
                  <a:gd name="connsiteY8" fmla="*/ 891612 h 1415487"/>
                  <a:gd name="connsiteX9" fmla="*/ 1252579 w 1340685"/>
                  <a:gd name="connsiteY9" fmla="*/ 870181 h 1415487"/>
                  <a:gd name="connsiteX10" fmla="*/ 1083510 w 1340685"/>
                  <a:gd name="connsiteY10" fmla="*/ 1151168 h 1415487"/>
                  <a:gd name="connsiteX11" fmla="*/ 1090654 w 1340685"/>
                  <a:gd name="connsiteY11" fmla="*/ 1184506 h 1415487"/>
                  <a:gd name="connsiteX12" fmla="*/ 838240 w 1340685"/>
                  <a:gd name="connsiteY12" fmla="*/ 1415487 h 1415487"/>
                  <a:gd name="connsiteX13" fmla="*/ 164347 w 1340685"/>
                  <a:gd name="connsiteY13" fmla="*/ 1105924 h 1415487"/>
                  <a:gd name="connsiteX14" fmla="*/ 90529 w 1340685"/>
                  <a:gd name="connsiteY14" fmla="*/ 936856 h 1415487"/>
                  <a:gd name="connsiteX15" fmla="*/ 41 w 1340685"/>
                  <a:gd name="connsiteY15" fmla="*/ 710637 h 1415487"/>
                  <a:gd name="connsiteX16" fmla="*/ 41 w 1340685"/>
                  <a:gd name="connsiteY16" fmla="*/ 696349 h 1415487"/>
                  <a:gd name="connsiteX17" fmla="*/ 159586 w 1340685"/>
                  <a:gd name="connsiteY17" fmla="*/ 415363 h 1415487"/>
                  <a:gd name="connsiteX18" fmla="*/ 357230 w 1340685"/>
                  <a:gd name="connsiteY18" fmla="*/ 141518 h 1415487"/>
                  <a:gd name="connsiteX19" fmla="*/ 533001 w 1340685"/>
                  <a:gd name="connsiteY19" fmla="*/ 29 h 14154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40685" h="1415487">
                    <a:moveTo>
                      <a:pt x="533001" y="29"/>
                    </a:moveTo>
                    <a:cubicBezTo>
                      <a:pt x="543606" y="-197"/>
                      <a:pt x="554824" y="876"/>
                      <a:pt x="566780" y="3406"/>
                    </a:cubicBezTo>
                    <a:cubicBezTo>
                      <a:pt x="662427" y="23647"/>
                      <a:pt x="821574" y="91116"/>
                      <a:pt x="931111" y="134375"/>
                    </a:cubicBezTo>
                    <a:cubicBezTo>
                      <a:pt x="1040648" y="177634"/>
                      <a:pt x="1154552" y="213749"/>
                      <a:pt x="1219242" y="255818"/>
                    </a:cubicBezTo>
                    <a:cubicBezTo>
                      <a:pt x="1267760" y="287370"/>
                      <a:pt x="1301543" y="309098"/>
                      <a:pt x="1314064" y="345115"/>
                    </a:cubicBezTo>
                    <a:lnTo>
                      <a:pt x="1317304" y="371127"/>
                    </a:lnTo>
                    <a:lnTo>
                      <a:pt x="1321635" y="396312"/>
                    </a:lnTo>
                    <a:cubicBezTo>
                      <a:pt x="1324016" y="437189"/>
                      <a:pt x="1337907" y="705081"/>
                      <a:pt x="1340685" y="782074"/>
                    </a:cubicBezTo>
                    <a:cubicBezTo>
                      <a:pt x="1307745" y="837637"/>
                      <a:pt x="1286313" y="876928"/>
                      <a:pt x="1271629" y="891612"/>
                    </a:cubicBezTo>
                    <a:cubicBezTo>
                      <a:pt x="1256945" y="906297"/>
                      <a:pt x="1269644" y="843591"/>
                      <a:pt x="1252579" y="870181"/>
                    </a:cubicBezTo>
                    <a:cubicBezTo>
                      <a:pt x="1235514" y="896771"/>
                      <a:pt x="1103353" y="1124972"/>
                      <a:pt x="1083510" y="1151168"/>
                    </a:cubicBezTo>
                    <a:cubicBezTo>
                      <a:pt x="1063667" y="1177364"/>
                      <a:pt x="1095813" y="1173791"/>
                      <a:pt x="1090654" y="1184506"/>
                    </a:cubicBezTo>
                    <a:cubicBezTo>
                      <a:pt x="1042632" y="1235703"/>
                      <a:pt x="1014055" y="1407152"/>
                      <a:pt x="838240" y="1415487"/>
                    </a:cubicBezTo>
                    <a:cubicBezTo>
                      <a:pt x="707670" y="1371434"/>
                      <a:pt x="348498" y="1201570"/>
                      <a:pt x="164347" y="1105924"/>
                    </a:cubicBezTo>
                    <a:cubicBezTo>
                      <a:pt x="134977" y="1074572"/>
                      <a:pt x="117913" y="1002737"/>
                      <a:pt x="90529" y="936856"/>
                    </a:cubicBezTo>
                    <a:cubicBezTo>
                      <a:pt x="63145" y="870975"/>
                      <a:pt x="51635" y="833271"/>
                      <a:pt x="41" y="710637"/>
                    </a:cubicBezTo>
                    <a:lnTo>
                      <a:pt x="41" y="696349"/>
                    </a:lnTo>
                    <a:cubicBezTo>
                      <a:pt x="-2340" y="619355"/>
                      <a:pt x="100055" y="505454"/>
                      <a:pt x="159586" y="415363"/>
                    </a:cubicBezTo>
                    <a:cubicBezTo>
                      <a:pt x="219118" y="325272"/>
                      <a:pt x="291747" y="226846"/>
                      <a:pt x="357230" y="141518"/>
                    </a:cubicBezTo>
                    <a:cubicBezTo>
                      <a:pt x="414528" y="66856"/>
                      <a:pt x="458761" y="1613"/>
                      <a:pt x="533001" y="29"/>
                    </a:cubicBezTo>
                    <a:close/>
                  </a:path>
                </a:pathLst>
              </a:custGeom>
              <a:solidFill>
                <a:srgbClr val="97998A"/>
              </a:solidFill>
              <a:ln w="0">
                <a:solidFill>
                  <a:srgbClr val="5659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任意多边形 47"/>
              <p:cNvSpPr/>
              <p:nvPr/>
            </p:nvSpPr>
            <p:spPr>
              <a:xfrm rot="21357019">
                <a:off x="5007636" y="3360956"/>
                <a:ext cx="1140731" cy="978624"/>
              </a:xfrm>
              <a:custGeom>
                <a:avLst/>
                <a:gdLst>
                  <a:gd name="connsiteX0" fmla="*/ 484775 w 1140731"/>
                  <a:gd name="connsiteY0" fmla="*/ 0 h 978624"/>
                  <a:gd name="connsiteX1" fmla="*/ 591932 w 1140731"/>
                  <a:gd name="connsiteY1" fmla="*/ 87513 h 978624"/>
                  <a:gd name="connsiteX2" fmla="*/ 590111 w 1140731"/>
                  <a:gd name="connsiteY2" fmla="*/ 94883 h 978624"/>
                  <a:gd name="connsiteX3" fmla="*/ 609746 w 1140731"/>
                  <a:gd name="connsiteY3" fmla="*/ 93570 h 978624"/>
                  <a:gd name="connsiteX4" fmla="*/ 990231 w 1140731"/>
                  <a:gd name="connsiteY4" fmla="*/ 271603 h 978624"/>
                  <a:gd name="connsiteX5" fmla="*/ 998062 w 1140731"/>
                  <a:gd name="connsiteY5" fmla="*/ 285456 h 978624"/>
                  <a:gd name="connsiteX6" fmla="*/ 1005946 w 1140731"/>
                  <a:gd name="connsiteY6" fmla="*/ 284250 h 978624"/>
                  <a:gd name="connsiteX7" fmla="*/ 1140731 w 1140731"/>
                  <a:gd name="connsiteY7" fmla="*/ 386355 h 978624"/>
                  <a:gd name="connsiteX8" fmla="*/ 1058411 w 1140731"/>
                  <a:gd name="connsiteY8" fmla="*/ 480436 h 978624"/>
                  <a:gd name="connsiteX9" fmla="*/ 1052166 w 1140731"/>
                  <a:gd name="connsiteY9" fmla="*/ 481391 h 978624"/>
                  <a:gd name="connsiteX10" fmla="*/ 1052549 w 1140731"/>
                  <a:gd name="connsiteY10" fmla="*/ 497250 h 978624"/>
                  <a:gd name="connsiteX11" fmla="*/ 810379 w 1140731"/>
                  <a:gd name="connsiteY11" fmla="*/ 819672 h 978624"/>
                  <a:gd name="connsiteX12" fmla="*/ 775726 w 1140731"/>
                  <a:gd name="connsiteY12" fmla="*/ 834083 h 978624"/>
                  <a:gd name="connsiteX13" fmla="*/ 778122 w 1140731"/>
                  <a:gd name="connsiteY13" fmla="*/ 836775 h 978624"/>
                  <a:gd name="connsiteX14" fmla="*/ 788714 w 1140731"/>
                  <a:gd name="connsiteY14" fmla="*/ 876519 h 978624"/>
                  <a:gd name="connsiteX15" fmla="*/ 653929 w 1140731"/>
                  <a:gd name="connsiteY15" fmla="*/ 978624 h 978624"/>
                  <a:gd name="connsiteX16" fmla="*/ 529736 w 1140731"/>
                  <a:gd name="connsiteY16" fmla="*/ 916262 h 978624"/>
                  <a:gd name="connsiteX17" fmla="*/ 521111 w 1140731"/>
                  <a:gd name="connsiteY17" fmla="*/ 883899 h 978624"/>
                  <a:gd name="connsiteX18" fmla="*/ 435981 w 1140731"/>
                  <a:gd name="connsiteY18" fmla="*/ 875539 h 978624"/>
                  <a:gd name="connsiteX19" fmla="*/ 149153 w 1140731"/>
                  <a:gd name="connsiteY19" fmla="*/ 706702 h 978624"/>
                  <a:gd name="connsiteX20" fmla="*/ 123138 w 1140731"/>
                  <a:gd name="connsiteY20" fmla="*/ 660685 h 978624"/>
                  <a:gd name="connsiteX21" fmla="*/ 115082 w 1140731"/>
                  <a:gd name="connsiteY21" fmla="*/ 664812 h 978624"/>
                  <a:gd name="connsiteX22" fmla="*/ 14513 w 1140731"/>
                  <a:gd name="connsiteY22" fmla="*/ 638903 h 978624"/>
                  <a:gd name="connsiteX23" fmla="*/ 48622 w 1140731"/>
                  <a:gd name="connsiteY23" fmla="*/ 504822 h 978624"/>
                  <a:gd name="connsiteX24" fmla="*/ 86246 w 1140731"/>
                  <a:gd name="connsiteY24" fmla="*/ 485547 h 978624"/>
                  <a:gd name="connsiteX25" fmla="*/ 86942 w 1140731"/>
                  <a:gd name="connsiteY25" fmla="*/ 485454 h 978624"/>
                  <a:gd name="connsiteX26" fmla="*/ 86835 w 1140731"/>
                  <a:gd name="connsiteY26" fmla="*/ 481056 h 978624"/>
                  <a:gd name="connsiteX27" fmla="*/ 329005 w 1140731"/>
                  <a:gd name="connsiteY27" fmla="*/ 158634 h 978624"/>
                  <a:gd name="connsiteX28" fmla="*/ 394236 w 1140731"/>
                  <a:gd name="connsiteY28" fmla="*/ 131505 h 978624"/>
                  <a:gd name="connsiteX29" fmla="*/ 386039 w 1140731"/>
                  <a:gd name="connsiteY29" fmla="*/ 121577 h 978624"/>
                  <a:gd name="connsiteX30" fmla="*/ 377618 w 1140731"/>
                  <a:gd name="connsiteY30" fmla="*/ 87513 h 978624"/>
                  <a:gd name="connsiteX31" fmla="*/ 484775 w 1140731"/>
                  <a:gd name="connsiteY31" fmla="*/ 0 h 9786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140731" h="978624">
                    <a:moveTo>
                      <a:pt x="484775" y="0"/>
                    </a:moveTo>
                    <a:cubicBezTo>
                      <a:pt x="543956" y="0"/>
                      <a:pt x="591932" y="39181"/>
                      <a:pt x="591932" y="87513"/>
                    </a:cubicBezTo>
                    <a:lnTo>
                      <a:pt x="590111" y="94883"/>
                    </a:lnTo>
                    <a:lnTo>
                      <a:pt x="609746" y="93570"/>
                    </a:lnTo>
                    <a:cubicBezTo>
                      <a:pt x="770149" y="96122"/>
                      <a:pt x="912028" y="164327"/>
                      <a:pt x="990231" y="271603"/>
                    </a:cubicBezTo>
                    <a:lnTo>
                      <a:pt x="998062" y="285456"/>
                    </a:lnTo>
                    <a:lnTo>
                      <a:pt x="1005946" y="284250"/>
                    </a:lnTo>
                    <a:cubicBezTo>
                      <a:pt x="1080386" y="284250"/>
                      <a:pt x="1140731" y="329964"/>
                      <a:pt x="1140731" y="386355"/>
                    </a:cubicBezTo>
                    <a:cubicBezTo>
                      <a:pt x="1140731" y="428648"/>
                      <a:pt x="1106787" y="464936"/>
                      <a:pt x="1058411" y="480436"/>
                    </a:cubicBezTo>
                    <a:lnTo>
                      <a:pt x="1052166" y="481391"/>
                    </a:lnTo>
                    <a:lnTo>
                      <a:pt x="1052549" y="497250"/>
                    </a:lnTo>
                    <a:cubicBezTo>
                      <a:pt x="1039411" y="628652"/>
                      <a:pt x="946879" y="748994"/>
                      <a:pt x="810379" y="819672"/>
                    </a:cubicBezTo>
                    <a:lnTo>
                      <a:pt x="775726" y="834083"/>
                    </a:lnTo>
                    <a:lnTo>
                      <a:pt x="778122" y="836775"/>
                    </a:lnTo>
                    <a:cubicBezTo>
                      <a:pt x="784942" y="848991"/>
                      <a:pt x="788714" y="862421"/>
                      <a:pt x="788714" y="876519"/>
                    </a:cubicBezTo>
                    <a:cubicBezTo>
                      <a:pt x="788714" y="932910"/>
                      <a:pt x="728369" y="978624"/>
                      <a:pt x="653929" y="978624"/>
                    </a:cubicBezTo>
                    <a:cubicBezTo>
                      <a:pt x="598099" y="978624"/>
                      <a:pt x="550197" y="952910"/>
                      <a:pt x="529736" y="916262"/>
                    </a:cubicBezTo>
                    <a:lnTo>
                      <a:pt x="521111" y="883899"/>
                    </a:lnTo>
                    <a:lnTo>
                      <a:pt x="435981" y="875539"/>
                    </a:lnTo>
                    <a:cubicBezTo>
                      <a:pt x="315031" y="853339"/>
                      <a:pt x="211715" y="792524"/>
                      <a:pt x="149153" y="706702"/>
                    </a:cubicBezTo>
                    <a:lnTo>
                      <a:pt x="123138" y="660685"/>
                    </a:lnTo>
                    <a:lnTo>
                      <a:pt x="115082" y="664812"/>
                    </a:lnTo>
                    <a:cubicBezTo>
                      <a:pt x="76261" y="677002"/>
                      <a:pt x="36069" y="668046"/>
                      <a:pt x="14513" y="638903"/>
                    </a:cubicBezTo>
                    <a:cubicBezTo>
                      <a:pt x="-14229" y="600046"/>
                      <a:pt x="1042" y="540015"/>
                      <a:pt x="48622" y="504822"/>
                    </a:cubicBezTo>
                    <a:cubicBezTo>
                      <a:pt x="60517" y="496024"/>
                      <a:pt x="73305" y="489611"/>
                      <a:pt x="86246" y="485547"/>
                    </a:cubicBezTo>
                    <a:lnTo>
                      <a:pt x="86942" y="485454"/>
                    </a:lnTo>
                    <a:lnTo>
                      <a:pt x="86835" y="481056"/>
                    </a:lnTo>
                    <a:cubicBezTo>
                      <a:pt x="99973" y="349653"/>
                      <a:pt x="192506" y="229312"/>
                      <a:pt x="329005" y="158634"/>
                    </a:cubicBezTo>
                    <a:lnTo>
                      <a:pt x="394236" y="131505"/>
                    </a:lnTo>
                    <a:lnTo>
                      <a:pt x="386039" y="121577"/>
                    </a:lnTo>
                    <a:cubicBezTo>
                      <a:pt x="380617" y="111107"/>
                      <a:pt x="377618" y="99596"/>
                      <a:pt x="377618" y="87513"/>
                    </a:cubicBezTo>
                    <a:cubicBezTo>
                      <a:pt x="377618" y="39181"/>
                      <a:pt x="425594" y="0"/>
                      <a:pt x="484775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32352D"/>
                  </a:gs>
                  <a:gs pos="100000">
                    <a:srgbClr val="A2A497"/>
                  </a:gs>
                </a:gsLst>
                <a:lin ang="5400000" scaled="1"/>
              </a:gradFill>
              <a:ln w="0">
                <a:solidFill>
                  <a:srgbClr val="787A6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任意多边形 48"/>
              <p:cNvSpPr/>
              <p:nvPr/>
            </p:nvSpPr>
            <p:spPr>
              <a:xfrm>
                <a:off x="4915663" y="3712426"/>
                <a:ext cx="1341521" cy="1019175"/>
              </a:xfrm>
              <a:custGeom>
                <a:avLst/>
                <a:gdLst>
                  <a:gd name="connsiteX0" fmla="*/ 33821 w 1391288"/>
                  <a:gd name="connsiteY0" fmla="*/ 300519 h 1001232"/>
                  <a:gd name="connsiteX1" fmla="*/ 198127 w 1391288"/>
                  <a:gd name="connsiteY1" fmla="*/ 695806 h 1001232"/>
                  <a:gd name="connsiteX2" fmla="*/ 872021 w 1391288"/>
                  <a:gd name="connsiteY2" fmla="*/ 1000606 h 1001232"/>
                  <a:gd name="connsiteX3" fmla="*/ 1124434 w 1391288"/>
                  <a:gd name="connsiteY3" fmla="*/ 774388 h 1001232"/>
                  <a:gd name="connsiteX4" fmla="*/ 1117290 w 1391288"/>
                  <a:gd name="connsiteY4" fmla="*/ 741050 h 1001232"/>
                  <a:gd name="connsiteX5" fmla="*/ 1286359 w 1391288"/>
                  <a:gd name="connsiteY5" fmla="*/ 460063 h 1001232"/>
                  <a:gd name="connsiteX6" fmla="*/ 1305409 w 1391288"/>
                  <a:gd name="connsiteY6" fmla="*/ 481494 h 1001232"/>
                  <a:gd name="connsiteX7" fmla="*/ 1374465 w 1391288"/>
                  <a:gd name="connsiteY7" fmla="*/ 371956 h 1001232"/>
                  <a:gd name="connsiteX8" fmla="*/ 1345890 w 1391288"/>
                  <a:gd name="connsiteY8" fmla="*/ 5244 h 1001232"/>
                  <a:gd name="connsiteX9" fmla="*/ 919646 w 1391288"/>
                  <a:gd name="connsiteY9" fmla="*/ 679138 h 1001232"/>
                  <a:gd name="connsiteX10" fmla="*/ 764865 w 1391288"/>
                  <a:gd name="connsiteY10" fmla="*/ 693425 h 1001232"/>
                  <a:gd name="connsiteX11" fmla="*/ 33821 w 1391288"/>
                  <a:gd name="connsiteY11" fmla="*/ 300519 h 1001232"/>
                  <a:gd name="connsiteX0" fmla="*/ 58956 w 1416423"/>
                  <a:gd name="connsiteY0" fmla="*/ 300519 h 1001232"/>
                  <a:gd name="connsiteX1" fmla="*/ 63719 w 1416423"/>
                  <a:gd name="connsiteY1" fmla="*/ 488638 h 1001232"/>
                  <a:gd name="connsiteX2" fmla="*/ 223262 w 1416423"/>
                  <a:gd name="connsiteY2" fmla="*/ 695806 h 1001232"/>
                  <a:gd name="connsiteX3" fmla="*/ 897156 w 1416423"/>
                  <a:gd name="connsiteY3" fmla="*/ 1000606 h 1001232"/>
                  <a:gd name="connsiteX4" fmla="*/ 1149569 w 1416423"/>
                  <a:gd name="connsiteY4" fmla="*/ 774388 h 1001232"/>
                  <a:gd name="connsiteX5" fmla="*/ 1142425 w 1416423"/>
                  <a:gd name="connsiteY5" fmla="*/ 741050 h 1001232"/>
                  <a:gd name="connsiteX6" fmla="*/ 1311494 w 1416423"/>
                  <a:gd name="connsiteY6" fmla="*/ 460063 h 1001232"/>
                  <a:gd name="connsiteX7" fmla="*/ 1330544 w 1416423"/>
                  <a:gd name="connsiteY7" fmla="*/ 481494 h 1001232"/>
                  <a:gd name="connsiteX8" fmla="*/ 1399600 w 1416423"/>
                  <a:gd name="connsiteY8" fmla="*/ 371956 h 1001232"/>
                  <a:gd name="connsiteX9" fmla="*/ 1371025 w 1416423"/>
                  <a:gd name="connsiteY9" fmla="*/ 5244 h 1001232"/>
                  <a:gd name="connsiteX10" fmla="*/ 944781 w 1416423"/>
                  <a:gd name="connsiteY10" fmla="*/ 679138 h 1001232"/>
                  <a:gd name="connsiteX11" fmla="*/ 790000 w 1416423"/>
                  <a:gd name="connsiteY11" fmla="*/ 693425 h 1001232"/>
                  <a:gd name="connsiteX12" fmla="*/ 58956 w 1416423"/>
                  <a:gd name="connsiteY12" fmla="*/ 300519 h 1001232"/>
                  <a:gd name="connsiteX0" fmla="*/ 58956 w 1404214"/>
                  <a:gd name="connsiteY0" fmla="*/ 295467 h 996180"/>
                  <a:gd name="connsiteX1" fmla="*/ 63719 w 1404214"/>
                  <a:gd name="connsiteY1" fmla="*/ 483586 h 996180"/>
                  <a:gd name="connsiteX2" fmla="*/ 223262 w 1404214"/>
                  <a:gd name="connsiteY2" fmla="*/ 690754 h 996180"/>
                  <a:gd name="connsiteX3" fmla="*/ 897156 w 1404214"/>
                  <a:gd name="connsiteY3" fmla="*/ 995554 h 996180"/>
                  <a:gd name="connsiteX4" fmla="*/ 1149569 w 1404214"/>
                  <a:gd name="connsiteY4" fmla="*/ 769336 h 996180"/>
                  <a:gd name="connsiteX5" fmla="*/ 1142425 w 1404214"/>
                  <a:gd name="connsiteY5" fmla="*/ 735998 h 996180"/>
                  <a:gd name="connsiteX6" fmla="*/ 1311494 w 1404214"/>
                  <a:gd name="connsiteY6" fmla="*/ 455011 h 996180"/>
                  <a:gd name="connsiteX7" fmla="*/ 1330544 w 1404214"/>
                  <a:gd name="connsiteY7" fmla="*/ 476442 h 996180"/>
                  <a:gd name="connsiteX8" fmla="*/ 1399600 w 1404214"/>
                  <a:gd name="connsiteY8" fmla="*/ 366904 h 996180"/>
                  <a:gd name="connsiteX9" fmla="*/ 1371025 w 1404214"/>
                  <a:gd name="connsiteY9" fmla="*/ 192 h 996180"/>
                  <a:gd name="connsiteX10" fmla="*/ 1156713 w 1404214"/>
                  <a:gd name="connsiteY10" fmla="*/ 321661 h 996180"/>
                  <a:gd name="connsiteX11" fmla="*/ 944781 w 1404214"/>
                  <a:gd name="connsiteY11" fmla="*/ 674086 h 996180"/>
                  <a:gd name="connsiteX12" fmla="*/ 790000 w 1404214"/>
                  <a:gd name="connsiteY12" fmla="*/ 688373 h 996180"/>
                  <a:gd name="connsiteX13" fmla="*/ 58956 w 1404214"/>
                  <a:gd name="connsiteY13" fmla="*/ 295467 h 996180"/>
                  <a:gd name="connsiteX0" fmla="*/ 58956 w 1404214"/>
                  <a:gd name="connsiteY0" fmla="*/ 295467 h 996180"/>
                  <a:gd name="connsiteX1" fmla="*/ 63719 w 1404214"/>
                  <a:gd name="connsiteY1" fmla="*/ 483586 h 996180"/>
                  <a:gd name="connsiteX2" fmla="*/ 223262 w 1404214"/>
                  <a:gd name="connsiteY2" fmla="*/ 690754 h 996180"/>
                  <a:gd name="connsiteX3" fmla="*/ 897156 w 1404214"/>
                  <a:gd name="connsiteY3" fmla="*/ 995554 h 996180"/>
                  <a:gd name="connsiteX4" fmla="*/ 1149569 w 1404214"/>
                  <a:gd name="connsiteY4" fmla="*/ 769336 h 996180"/>
                  <a:gd name="connsiteX5" fmla="*/ 1142425 w 1404214"/>
                  <a:gd name="connsiteY5" fmla="*/ 735998 h 996180"/>
                  <a:gd name="connsiteX6" fmla="*/ 1311494 w 1404214"/>
                  <a:gd name="connsiteY6" fmla="*/ 455011 h 996180"/>
                  <a:gd name="connsiteX7" fmla="*/ 1330544 w 1404214"/>
                  <a:gd name="connsiteY7" fmla="*/ 476442 h 996180"/>
                  <a:gd name="connsiteX8" fmla="*/ 1399600 w 1404214"/>
                  <a:gd name="connsiteY8" fmla="*/ 366904 h 996180"/>
                  <a:gd name="connsiteX9" fmla="*/ 1371025 w 1404214"/>
                  <a:gd name="connsiteY9" fmla="*/ 192 h 996180"/>
                  <a:gd name="connsiteX10" fmla="*/ 1156713 w 1404214"/>
                  <a:gd name="connsiteY10" fmla="*/ 321661 h 996180"/>
                  <a:gd name="connsiteX11" fmla="*/ 944781 w 1404214"/>
                  <a:gd name="connsiteY11" fmla="*/ 674086 h 996180"/>
                  <a:gd name="connsiteX12" fmla="*/ 790000 w 1404214"/>
                  <a:gd name="connsiteY12" fmla="*/ 688373 h 996180"/>
                  <a:gd name="connsiteX13" fmla="*/ 411382 w 1404214"/>
                  <a:gd name="connsiteY13" fmla="*/ 471679 h 996180"/>
                  <a:gd name="connsiteX14" fmla="*/ 58956 w 1404214"/>
                  <a:gd name="connsiteY14" fmla="*/ 295467 h 996180"/>
                  <a:gd name="connsiteX0" fmla="*/ 10358 w 1355616"/>
                  <a:gd name="connsiteY0" fmla="*/ 295467 h 996180"/>
                  <a:gd name="connsiteX1" fmla="*/ 100846 w 1355616"/>
                  <a:gd name="connsiteY1" fmla="*/ 521686 h 996180"/>
                  <a:gd name="connsiteX2" fmla="*/ 174664 w 1355616"/>
                  <a:gd name="connsiteY2" fmla="*/ 690754 h 996180"/>
                  <a:gd name="connsiteX3" fmla="*/ 848558 w 1355616"/>
                  <a:gd name="connsiteY3" fmla="*/ 995554 h 996180"/>
                  <a:gd name="connsiteX4" fmla="*/ 1100971 w 1355616"/>
                  <a:gd name="connsiteY4" fmla="*/ 769336 h 996180"/>
                  <a:gd name="connsiteX5" fmla="*/ 1093827 w 1355616"/>
                  <a:gd name="connsiteY5" fmla="*/ 735998 h 996180"/>
                  <a:gd name="connsiteX6" fmla="*/ 1262896 w 1355616"/>
                  <a:gd name="connsiteY6" fmla="*/ 455011 h 996180"/>
                  <a:gd name="connsiteX7" fmla="*/ 1281946 w 1355616"/>
                  <a:gd name="connsiteY7" fmla="*/ 476442 h 996180"/>
                  <a:gd name="connsiteX8" fmla="*/ 1351002 w 1355616"/>
                  <a:gd name="connsiteY8" fmla="*/ 366904 h 996180"/>
                  <a:gd name="connsiteX9" fmla="*/ 1322427 w 1355616"/>
                  <a:gd name="connsiteY9" fmla="*/ 192 h 996180"/>
                  <a:gd name="connsiteX10" fmla="*/ 1108115 w 1355616"/>
                  <a:gd name="connsiteY10" fmla="*/ 321661 h 996180"/>
                  <a:gd name="connsiteX11" fmla="*/ 896183 w 1355616"/>
                  <a:gd name="connsiteY11" fmla="*/ 674086 h 996180"/>
                  <a:gd name="connsiteX12" fmla="*/ 741402 w 1355616"/>
                  <a:gd name="connsiteY12" fmla="*/ 688373 h 996180"/>
                  <a:gd name="connsiteX13" fmla="*/ 362784 w 1355616"/>
                  <a:gd name="connsiteY13" fmla="*/ 471679 h 996180"/>
                  <a:gd name="connsiteX14" fmla="*/ 10358 w 1355616"/>
                  <a:gd name="connsiteY14" fmla="*/ 295467 h 996180"/>
                  <a:gd name="connsiteX0" fmla="*/ 10358 w 1355616"/>
                  <a:gd name="connsiteY0" fmla="*/ 295467 h 996180"/>
                  <a:gd name="connsiteX1" fmla="*/ 100846 w 1355616"/>
                  <a:gd name="connsiteY1" fmla="*/ 521686 h 996180"/>
                  <a:gd name="connsiteX2" fmla="*/ 174664 w 1355616"/>
                  <a:gd name="connsiteY2" fmla="*/ 690754 h 996180"/>
                  <a:gd name="connsiteX3" fmla="*/ 848558 w 1355616"/>
                  <a:gd name="connsiteY3" fmla="*/ 995554 h 996180"/>
                  <a:gd name="connsiteX4" fmla="*/ 1100971 w 1355616"/>
                  <a:gd name="connsiteY4" fmla="*/ 769336 h 996180"/>
                  <a:gd name="connsiteX5" fmla="*/ 1093827 w 1355616"/>
                  <a:gd name="connsiteY5" fmla="*/ 735998 h 996180"/>
                  <a:gd name="connsiteX6" fmla="*/ 1262896 w 1355616"/>
                  <a:gd name="connsiteY6" fmla="*/ 455011 h 996180"/>
                  <a:gd name="connsiteX7" fmla="*/ 1281946 w 1355616"/>
                  <a:gd name="connsiteY7" fmla="*/ 476442 h 996180"/>
                  <a:gd name="connsiteX8" fmla="*/ 1351002 w 1355616"/>
                  <a:gd name="connsiteY8" fmla="*/ 366904 h 996180"/>
                  <a:gd name="connsiteX9" fmla="*/ 1322427 w 1355616"/>
                  <a:gd name="connsiteY9" fmla="*/ 192 h 996180"/>
                  <a:gd name="connsiteX10" fmla="*/ 1108115 w 1355616"/>
                  <a:gd name="connsiteY10" fmla="*/ 321661 h 996180"/>
                  <a:gd name="connsiteX11" fmla="*/ 896183 w 1355616"/>
                  <a:gd name="connsiteY11" fmla="*/ 674086 h 996180"/>
                  <a:gd name="connsiteX12" fmla="*/ 741402 w 1355616"/>
                  <a:gd name="connsiteY12" fmla="*/ 688373 h 996180"/>
                  <a:gd name="connsiteX13" fmla="*/ 362784 w 1355616"/>
                  <a:gd name="connsiteY13" fmla="*/ 471679 h 996180"/>
                  <a:gd name="connsiteX14" fmla="*/ 10358 w 1355616"/>
                  <a:gd name="connsiteY14" fmla="*/ 295467 h 996180"/>
                  <a:gd name="connsiteX0" fmla="*/ 0 w 1345258"/>
                  <a:gd name="connsiteY0" fmla="*/ 295467 h 996180"/>
                  <a:gd name="connsiteX1" fmla="*/ 90488 w 1345258"/>
                  <a:gd name="connsiteY1" fmla="*/ 521686 h 996180"/>
                  <a:gd name="connsiteX2" fmla="*/ 164306 w 1345258"/>
                  <a:gd name="connsiteY2" fmla="*/ 690754 h 996180"/>
                  <a:gd name="connsiteX3" fmla="*/ 838200 w 1345258"/>
                  <a:gd name="connsiteY3" fmla="*/ 995554 h 996180"/>
                  <a:gd name="connsiteX4" fmla="*/ 1090613 w 1345258"/>
                  <a:gd name="connsiteY4" fmla="*/ 769336 h 996180"/>
                  <a:gd name="connsiteX5" fmla="*/ 1083469 w 1345258"/>
                  <a:gd name="connsiteY5" fmla="*/ 735998 h 996180"/>
                  <a:gd name="connsiteX6" fmla="*/ 1252538 w 1345258"/>
                  <a:gd name="connsiteY6" fmla="*/ 455011 h 996180"/>
                  <a:gd name="connsiteX7" fmla="*/ 1271588 w 1345258"/>
                  <a:gd name="connsiteY7" fmla="*/ 476442 h 996180"/>
                  <a:gd name="connsiteX8" fmla="*/ 1340644 w 1345258"/>
                  <a:gd name="connsiteY8" fmla="*/ 366904 h 996180"/>
                  <a:gd name="connsiteX9" fmla="*/ 1312069 w 1345258"/>
                  <a:gd name="connsiteY9" fmla="*/ 192 h 996180"/>
                  <a:gd name="connsiteX10" fmla="*/ 1097757 w 1345258"/>
                  <a:gd name="connsiteY10" fmla="*/ 321661 h 996180"/>
                  <a:gd name="connsiteX11" fmla="*/ 885825 w 1345258"/>
                  <a:gd name="connsiteY11" fmla="*/ 674086 h 996180"/>
                  <a:gd name="connsiteX12" fmla="*/ 731044 w 1345258"/>
                  <a:gd name="connsiteY12" fmla="*/ 688373 h 996180"/>
                  <a:gd name="connsiteX13" fmla="*/ 352426 w 1345258"/>
                  <a:gd name="connsiteY13" fmla="*/ 471679 h 996180"/>
                  <a:gd name="connsiteX14" fmla="*/ 0 w 1345258"/>
                  <a:gd name="connsiteY14" fmla="*/ 295467 h 996180"/>
                  <a:gd name="connsiteX0" fmla="*/ 0 w 1345258"/>
                  <a:gd name="connsiteY0" fmla="*/ 295467 h 996180"/>
                  <a:gd name="connsiteX1" fmla="*/ 90488 w 1345258"/>
                  <a:gd name="connsiteY1" fmla="*/ 521686 h 996180"/>
                  <a:gd name="connsiteX2" fmla="*/ 164306 w 1345258"/>
                  <a:gd name="connsiteY2" fmla="*/ 690754 h 996180"/>
                  <a:gd name="connsiteX3" fmla="*/ 838200 w 1345258"/>
                  <a:gd name="connsiteY3" fmla="*/ 995554 h 996180"/>
                  <a:gd name="connsiteX4" fmla="*/ 1090613 w 1345258"/>
                  <a:gd name="connsiteY4" fmla="*/ 769336 h 996180"/>
                  <a:gd name="connsiteX5" fmla="*/ 1083469 w 1345258"/>
                  <a:gd name="connsiteY5" fmla="*/ 735998 h 996180"/>
                  <a:gd name="connsiteX6" fmla="*/ 1252538 w 1345258"/>
                  <a:gd name="connsiteY6" fmla="*/ 455011 h 996180"/>
                  <a:gd name="connsiteX7" fmla="*/ 1271588 w 1345258"/>
                  <a:gd name="connsiteY7" fmla="*/ 476442 h 996180"/>
                  <a:gd name="connsiteX8" fmla="*/ 1340644 w 1345258"/>
                  <a:gd name="connsiteY8" fmla="*/ 366904 h 996180"/>
                  <a:gd name="connsiteX9" fmla="*/ 1312069 w 1345258"/>
                  <a:gd name="connsiteY9" fmla="*/ 192 h 996180"/>
                  <a:gd name="connsiteX10" fmla="*/ 1097757 w 1345258"/>
                  <a:gd name="connsiteY10" fmla="*/ 321661 h 996180"/>
                  <a:gd name="connsiteX11" fmla="*/ 885825 w 1345258"/>
                  <a:gd name="connsiteY11" fmla="*/ 674086 h 996180"/>
                  <a:gd name="connsiteX12" fmla="*/ 731044 w 1345258"/>
                  <a:gd name="connsiteY12" fmla="*/ 688373 h 996180"/>
                  <a:gd name="connsiteX13" fmla="*/ 352426 w 1345258"/>
                  <a:gd name="connsiteY13" fmla="*/ 471679 h 996180"/>
                  <a:gd name="connsiteX14" fmla="*/ 0 w 1345258"/>
                  <a:gd name="connsiteY14" fmla="*/ 295467 h 996180"/>
                  <a:gd name="connsiteX0" fmla="*/ 0 w 1345258"/>
                  <a:gd name="connsiteY0" fmla="*/ 295467 h 996180"/>
                  <a:gd name="connsiteX1" fmla="*/ 90488 w 1345258"/>
                  <a:gd name="connsiteY1" fmla="*/ 521686 h 996180"/>
                  <a:gd name="connsiteX2" fmla="*/ 164306 w 1345258"/>
                  <a:gd name="connsiteY2" fmla="*/ 690754 h 996180"/>
                  <a:gd name="connsiteX3" fmla="*/ 838200 w 1345258"/>
                  <a:gd name="connsiteY3" fmla="*/ 995554 h 996180"/>
                  <a:gd name="connsiteX4" fmla="*/ 1090613 w 1345258"/>
                  <a:gd name="connsiteY4" fmla="*/ 769336 h 996180"/>
                  <a:gd name="connsiteX5" fmla="*/ 1083469 w 1345258"/>
                  <a:gd name="connsiteY5" fmla="*/ 735998 h 996180"/>
                  <a:gd name="connsiteX6" fmla="*/ 1252538 w 1345258"/>
                  <a:gd name="connsiteY6" fmla="*/ 455011 h 996180"/>
                  <a:gd name="connsiteX7" fmla="*/ 1271588 w 1345258"/>
                  <a:gd name="connsiteY7" fmla="*/ 476442 h 996180"/>
                  <a:gd name="connsiteX8" fmla="*/ 1340644 w 1345258"/>
                  <a:gd name="connsiteY8" fmla="*/ 366904 h 996180"/>
                  <a:gd name="connsiteX9" fmla="*/ 1312069 w 1345258"/>
                  <a:gd name="connsiteY9" fmla="*/ 192 h 996180"/>
                  <a:gd name="connsiteX10" fmla="*/ 1097757 w 1345258"/>
                  <a:gd name="connsiteY10" fmla="*/ 321661 h 996180"/>
                  <a:gd name="connsiteX11" fmla="*/ 885825 w 1345258"/>
                  <a:gd name="connsiteY11" fmla="*/ 674086 h 996180"/>
                  <a:gd name="connsiteX12" fmla="*/ 731044 w 1345258"/>
                  <a:gd name="connsiteY12" fmla="*/ 688373 h 996180"/>
                  <a:gd name="connsiteX13" fmla="*/ 352426 w 1345258"/>
                  <a:gd name="connsiteY13" fmla="*/ 471679 h 996180"/>
                  <a:gd name="connsiteX14" fmla="*/ 0 w 1345258"/>
                  <a:gd name="connsiteY14" fmla="*/ 295467 h 996180"/>
                  <a:gd name="connsiteX0" fmla="*/ 0 w 1345258"/>
                  <a:gd name="connsiteY0" fmla="*/ 295467 h 996180"/>
                  <a:gd name="connsiteX1" fmla="*/ 90488 w 1345258"/>
                  <a:gd name="connsiteY1" fmla="*/ 521686 h 996180"/>
                  <a:gd name="connsiteX2" fmla="*/ 164306 w 1345258"/>
                  <a:gd name="connsiteY2" fmla="*/ 690754 h 996180"/>
                  <a:gd name="connsiteX3" fmla="*/ 838200 w 1345258"/>
                  <a:gd name="connsiteY3" fmla="*/ 995554 h 996180"/>
                  <a:gd name="connsiteX4" fmla="*/ 1090613 w 1345258"/>
                  <a:gd name="connsiteY4" fmla="*/ 769336 h 996180"/>
                  <a:gd name="connsiteX5" fmla="*/ 1083469 w 1345258"/>
                  <a:gd name="connsiteY5" fmla="*/ 735998 h 996180"/>
                  <a:gd name="connsiteX6" fmla="*/ 1252538 w 1345258"/>
                  <a:gd name="connsiteY6" fmla="*/ 455011 h 996180"/>
                  <a:gd name="connsiteX7" fmla="*/ 1271588 w 1345258"/>
                  <a:gd name="connsiteY7" fmla="*/ 476442 h 996180"/>
                  <a:gd name="connsiteX8" fmla="*/ 1340644 w 1345258"/>
                  <a:gd name="connsiteY8" fmla="*/ 366904 h 996180"/>
                  <a:gd name="connsiteX9" fmla="*/ 1312069 w 1345258"/>
                  <a:gd name="connsiteY9" fmla="*/ 192 h 996180"/>
                  <a:gd name="connsiteX10" fmla="*/ 1097757 w 1345258"/>
                  <a:gd name="connsiteY10" fmla="*/ 321661 h 996180"/>
                  <a:gd name="connsiteX11" fmla="*/ 885825 w 1345258"/>
                  <a:gd name="connsiteY11" fmla="*/ 674086 h 996180"/>
                  <a:gd name="connsiteX12" fmla="*/ 731044 w 1345258"/>
                  <a:gd name="connsiteY12" fmla="*/ 688373 h 996180"/>
                  <a:gd name="connsiteX13" fmla="*/ 352426 w 1345258"/>
                  <a:gd name="connsiteY13" fmla="*/ 471679 h 996180"/>
                  <a:gd name="connsiteX14" fmla="*/ 0 w 1345258"/>
                  <a:gd name="connsiteY14" fmla="*/ 295467 h 996180"/>
                  <a:gd name="connsiteX0" fmla="*/ 232 w 1345490"/>
                  <a:gd name="connsiteY0" fmla="*/ 295467 h 996180"/>
                  <a:gd name="connsiteX1" fmla="*/ 90720 w 1345490"/>
                  <a:gd name="connsiteY1" fmla="*/ 521686 h 996180"/>
                  <a:gd name="connsiteX2" fmla="*/ 164538 w 1345490"/>
                  <a:gd name="connsiteY2" fmla="*/ 690754 h 996180"/>
                  <a:gd name="connsiteX3" fmla="*/ 838432 w 1345490"/>
                  <a:gd name="connsiteY3" fmla="*/ 995554 h 996180"/>
                  <a:gd name="connsiteX4" fmla="*/ 1090845 w 1345490"/>
                  <a:gd name="connsiteY4" fmla="*/ 769336 h 996180"/>
                  <a:gd name="connsiteX5" fmla="*/ 1083701 w 1345490"/>
                  <a:gd name="connsiteY5" fmla="*/ 735998 h 996180"/>
                  <a:gd name="connsiteX6" fmla="*/ 1252770 w 1345490"/>
                  <a:gd name="connsiteY6" fmla="*/ 455011 h 996180"/>
                  <a:gd name="connsiteX7" fmla="*/ 1271820 w 1345490"/>
                  <a:gd name="connsiteY7" fmla="*/ 476442 h 996180"/>
                  <a:gd name="connsiteX8" fmla="*/ 1340876 w 1345490"/>
                  <a:gd name="connsiteY8" fmla="*/ 366904 h 996180"/>
                  <a:gd name="connsiteX9" fmla="*/ 1312301 w 1345490"/>
                  <a:gd name="connsiteY9" fmla="*/ 192 h 996180"/>
                  <a:gd name="connsiteX10" fmla="*/ 1097989 w 1345490"/>
                  <a:gd name="connsiteY10" fmla="*/ 321661 h 996180"/>
                  <a:gd name="connsiteX11" fmla="*/ 886057 w 1345490"/>
                  <a:gd name="connsiteY11" fmla="*/ 674086 h 996180"/>
                  <a:gd name="connsiteX12" fmla="*/ 731276 w 1345490"/>
                  <a:gd name="connsiteY12" fmla="*/ 688373 h 996180"/>
                  <a:gd name="connsiteX13" fmla="*/ 352658 w 1345490"/>
                  <a:gd name="connsiteY13" fmla="*/ 471679 h 996180"/>
                  <a:gd name="connsiteX14" fmla="*/ 232 w 1345490"/>
                  <a:gd name="connsiteY14" fmla="*/ 295467 h 996180"/>
                  <a:gd name="connsiteX0" fmla="*/ 232 w 1345490"/>
                  <a:gd name="connsiteY0" fmla="*/ 295467 h 996180"/>
                  <a:gd name="connsiteX1" fmla="*/ 90720 w 1345490"/>
                  <a:gd name="connsiteY1" fmla="*/ 521686 h 996180"/>
                  <a:gd name="connsiteX2" fmla="*/ 164538 w 1345490"/>
                  <a:gd name="connsiteY2" fmla="*/ 690754 h 996180"/>
                  <a:gd name="connsiteX3" fmla="*/ 838432 w 1345490"/>
                  <a:gd name="connsiteY3" fmla="*/ 995554 h 996180"/>
                  <a:gd name="connsiteX4" fmla="*/ 1090845 w 1345490"/>
                  <a:gd name="connsiteY4" fmla="*/ 769336 h 996180"/>
                  <a:gd name="connsiteX5" fmla="*/ 1083701 w 1345490"/>
                  <a:gd name="connsiteY5" fmla="*/ 735998 h 996180"/>
                  <a:gd name="connsiteX6" fmla="*/ 1252770 w 1345490"/>
                  <a:gd name="connsiteY6" fmla="*/ 455011 h 996180"/>
                  <a:gd name="connsiteX7" fmla="*/ 1271820 w 1345490"/>
                  <a:gd name="connsiteY7" fmla="*/ 476442 h 996180"/>
                  <a:gd name="connsiteX8" fmla="*/ 1340876 w 1345490"/>
                  <a:gd name="connsiteY8" fmla="*/ 366904 h 996180"/>
                  <a:gd name="connsiteX9" fmla="*/ 1312301 w 1345490"/>
                  <a:gd name="connsiteY9" fmla="*/ 192 h 996180"/>
                  <a:gd name="connsiteX10" fmla="*/ 1097989 w 1345490"/>
                  <a:gd name="connsiteY10" fmla="*/ 321661 h 996180"/>
                  <a:gd name="connsiteX11" fmla="*/ 886057 w 1345490"/>
                  <a:gd name="connsiteY11" fmla="*/ 674086 h 996180"/>
                  <a:gd name="connsiteX12" fmla="*/ 731276 w 1345490"/>
                  <a:gd name="connsiteY12" fmla="*/ 688373 h 996180"/>
                  <a:gd name="connsiteX13" fmla="*/ 352658 w 1345490"/>
                  <a:gd name="connsiteY13" fmla="*/ 471679 h 996180"/>
                  <a:gd name="connsiteX14" fmla="*/ 232 w 1345490"/>
                  <a:gd name="connsiteY14" fmla="*/ 295467 h 996180"/>
                  <a:gd name="connsiteX0" fmla="*/ 232 w 1345490"/>
                  <a:gd name="connsiteY0" fmla="*/ 295467 h 996180"/>
                  <a:gd name="connsiteX1" fmla="*/ 90720 w 1345490"/>
                  <a:gd name="connsiteY1" fmla="*/ 521686 h 996180"/>
                  <a:gd name="connsiteX2" fmla="*/ 164538 w 1345490"/>
                  <a:gd name="connsiteY2" fmla="*/ 690754 h 996180"/>
                  <a:gd name="connsiteX3" fmla="*/ 838432 w 1345490"/>
                  <a:gd name="connsiteY3" fmla="*/ 995554 h 996180"/>
                  <a:gd name="connsiteX4" fmla="*/ 1090845 w 1345490"/>
                  <a:gd name="connsiteY4" fmla="*/ 769336 h 996180"/>
                  <a:gd name="connsiteX5" fmla="*/ 1083701 w 1345490"/>
                  <a:gd name="connsiteY5" fmla="*/ 735998 h 996180"/>
                  <a:gd name="connsiteX6" fmla="*/ 1252770 w 1345490"/>
                  <a:gd name="connsiteY6" fmla="*/ 455011 h 996180"/>
                  <a:gd name="connsiteX7" fmla="*/ 1271820 w 1345490"/>
                  <a:gd name="connsiteY7" fmla="*/ 476442 h 996180"/>
                  <a:gd name="connsiteX8" fmla="*/ 1340876 w 1345490"/>
                  <a:gd name="connsiteY8" fmla="*/ 366904 h 996180"/>
                  <a:gd name="connsiteX9" fmla="*/ 1312301 w 1345490"/>
                  <a:gd name="connsiteY9" fmla="*/ 192 h 996180"/>
                  <a:gd name="connsiteX10" fmla="*/ 1097989 w 1345490"/>
                  <a:gd name="connsiteY10" fmla="*/ 321661 h 996180"/>
                  <a:gd name="connsiteX11" fmla="*/ 886057 w 1345490"/>
                  <a:gd name="connsiteY11" fmla="*/ 674086 h 996180"/>
                  <a:gd name="connsiteX12" fmla="*/ 731276 w 1345490"/>
                  <a:gd name="connsiteY12" fmla="*/ 688373 h 996180"/>
                  <a:gd name="connsiteX13" fmla="*/ 352658 w 1345490"/>
                  <a:gd name="connsiteY13" fmla="*/ 471679 h 996180"/>
                  <a:gd name="connsiteX14" fmla="*/ 232 w 1345490"/>
                  <a:gd name="connsiteY14" fmla="*/ 295467 h 996180"/>
                  <a:gd name="connsiteX0" fmla="*/ 232 w 1345490"/>
                  <a:gd name="connsiteY0" fmla="*/ 295467 h 996180"/>
                  <a:gd name="connsiteX1" fmla="*/ 90720 w 1345490"/>
                  <a:gd name="connsiteY1" fmla="*/ 521686 h 996180"/>
                  <a:gd name="connsiteX2" fmla="*/ 164538 w 1345490"/>
                  <a:gd name="connsiteY2" fmla="*/ 690754 h 996180"/>
                  <a:gd name="connsiteX3" fmla="*/ 838432 w 1345490"/>
                  <a:gd name="connsiteY3" fmla="*/ 995554 h 996180"/>
                  <a:gd name="connsiteX4" fmla="*/ 1090845 w 1345490"/>
                  <a:gd name="connsiteY4" fmla="*/ 769336 h 996180"/>
                  <a:gd name="connsiteX5" fmla="*/ 1083701 w 1345490"/>
                  <a:gd name="connsiteY5" fmla="*/ 735998 h 996180"/>
                  <a:gd name="connsiteX6" fmla="*/ 1252770 w 1345490"/>
                  <a:gd name="connsiteY6" fmla="*/ 455011 h 996180"/>
                  <a:gd name="connsiteX7" fmla="*/ 1271820 w 1345490"/>
                  <a:gd name="connsiteY7" fmla="*/ 476442 h 996180"/>
                  <a:gd name="connsiteX8" fmla="*/ 1340876 w 1345490"/>
                  <a:gd name="connsiteY8" fmla="*/ 366904 h 996180"/>
                  <a:gd name="connsiteX9" fmla="*/ 1312301 w 1345490"/>
                  <a:gd name="connsiteY9" fmla="*/ 192 h 996180"/>
                  <a:gd name="connsiteX10" fmla="*/ 1097989 w 1345490"/>
                  <a:gd name="connsiteY10" fmla="*/ 321661 h 996180"/>
                  <a:gd name="connsiteX11" fmla="*/ 886057 w 1345490"/>
                  <a:gd name="connsiteY11" fmla="*/ 674086 h 996180"/>
                  <a:gd name="connsiteX12" fmla="*/ 731276 w 1345490"/>
                  <a:gd name="connsiteY12" fmla="*/ 688373 h 996180"/>
                  <a:gd name="connsiteX13" fmla="*/ 352658 w 1345490"/>
                  <a:gd name="connsiteY13" fmla="*/ 471679 h 996180"/>
                  <a:gd name="connsiteX14" fmla="*/ 232 w 1345490"/>
                  <a:gd name="connsiteY14" fmla="*/ 295467 h 996180"/>
                  <a:gd name="connsiteX0" fmla="*/ 232 w 1345490"/>
                  <a:gd name="connsiteY0" fmla="*/ 295467 h 996180"/>
                  <a:gd name="connsiteX1" fmla="*/ 90720 w 1345490"/>
                  <a:gd name="connsiteY1" fmla="*/ 521686 h 996180"/>
                  <a:gd name="connsiteX2" fmla="*/ 164538 w 1345490"/>
                  <a:gd name="connsiteY2" fmla="*/ 690754 h 996180"/>
                  <a:gd name="connsiteX3" fmla="*/ 838432 w 1345490"/>
                  <a:gd name="connsiteY3" fmla="*/ 995554 h 996180"/>
                  <a:gd name="connsiteX4" fmla="*/ 1090845 w 1345490"/>
                  <a:gd name="connsiteY4" fmla="*/ 769336 h 996180"/>
                  <a:gd name="connsiteX5" fmla="*/ 1083701 w 1345490"/>
                  <a:gd name="connsiteY5" fmla="*/ 735998 h 996180"/>
                  <a:gd name="connsiteX6" fmla="*/ 1252770 w 1345490"/>
                  <a:gd name="connsiteY6" fmla="*/ 455011 h 996180"/>
                  <a:gd name="connsiteX7" fmla="*/ 1271820 w 1345490"/>
                  <a:gd name="connsiteY7" fmla="*/ 476442 h 996180"/>
                  <a:gd name="connsiteX8" fmla="*/ 1340876 w 1345490"/>
                  <a:gd name="connsiteY8" fmla="*/ 366904 h 996180"/>
                  <a:gd name="connsiteX9" fmla="*/ 1312301 w 1345490"/>
                  <a:gd name="connsiteY9" fmla="*/ 192 h 996180"/>
                  <a:gd name="connsiteX10" fmla="*/ 1097989 w 1345490"/>
                  <a:gd name="connsiteY10" fmla="*/ 321661 h 996180"/>
                  <a:gd name="connsiteX11" fmla="*/ 886057 w 1345490"/>
                  <a:gd name="connsiteY11" fmla="*/ 674086 h 996180"/>
                  <a:gd name="connsiteX12" fmla="*/ 731276 w 1345490"/>
                  <a:gd name="connsiteY12" fmla="*/ 688373 h 996180"/>
                  <a:gd name="connsiteX13" fmla="*/ 352658 w 1345490"/>
                  <a:gd name="connsiteY13" fmla="*/ 471679 h 996180"/>
                  <a:gd name="connsiteX14" fmla="*/ 232 w 1345490"/>
                  <a:gd name="connsiteY14" fmla="*/ 295467 h 996180"/>
                  <a:gd name="connsiteX0" fmla="*/ 232 w 1345490"/>
                  <a:gd name="connsiteY0" fmla="*/ 295467 h 996180"/>
                  <a:gd name="connsiteX1" fmla="*/ 90720 w 1345490"/>
                  <a:gd name="connsiteY1" fmla="*/ 521686 h 996180"/>
                  <a:gd name="connsiteX2" fmla="*/ 164538 w 1345490"/>
                  <a:gd name="connsiteY2" fmla="*/ 690754 h 996180"/>
                  <a:gd name="connsiteX3" fmla="*/ 838432 w 1345490"/>
                  <a:gd name="connsiteY3" fmla="*/ 995554 h 996180"/>
                  <a:gd name="connsiteX4" fmla="*/ 1090845 w 1345490"/>
                  <a:gd name="connsiteY4" fmla="*/ 769336 h 996180"/>
                  <a:gd name="connsiteX5" fmla="*/ 1083701 w 1345490"/>
                  <a:gd name="connsiteY5" fmla="*/ 735998 h 996180"/>
                  <a:gd name="connsiteX6" fmla="*/ 1252770 w 1345490"/>
                  <a:gd name="connsiteY6" fmla="*/ 455011 h 996180"/>
                  <a:gd name="connsiteX7" fmla="*/ 1271820 w 1345490"/>
                  <a:gd name="connsiteY7" fmla="*/ 476442 h 996180"/>
                  <a:gd name="connsiteX8" fmla="*/ 1340876 w 1345490"/>
                  <a:gd name="connsiteY8" fmla="*/ 366904 h 996180"/>
                  <a:gd name="connsiteX9" fmla="*/ 1312301 w 1345490"/>
                  <a:gd name="connsiteY9" fmla="*/ 192 h 996180"/>
                  <a:gd name="connsiteX10" fmla="*/ 1097989 w 1345490"/>
                  <a:gd name="connsiteY10" fmla="*/ 321661 h 996180"/>
                  <a:gd name="connsiteX11" fmla="*/ 886057 w 1345490"/>
                  <a:gd name="connsiteY11" fmla="*/ 674086 h 996180"/>
                  <a:gd name="connsiteX12" fmla="*/ 731276 w 1345490"/>
                  <a:gd name="connsiteY12" fmla="*/ 688373 h 996180"/>
                  <a:gd name="connsiteX13" fmla="*/ 352658 w 1345490"/>
                  <a:gd name="connsiteY13" fmla="*/ 471679 h 996180"/>
                  <a:gd name="connsiteX14" fmla="*/ 232 w 1345490"/>
                  <a:gd name="connsiteY14" fmla="*/ 295467 h 996180"/>
                  <a:gd name="connsiteX0" fmla="*/ 232 w 1345490"/>
                  <a:gd name="connsiteY0" fmla="*/ 295467 h 996180"/>
                  <a:gd name="connsiteX1" fmla="*/ 90720 w 1345490"/>
                  <a:gd name="connsiteY1" fmla="*/ 521686 h 996180"/>
                  <a:gd name="connsiteX2" fmla="*/ 164538 w 1345490"/>
                  <a:gd name="connsiteY2" fmla="*/ 690754 h 996180"/>
                  <a:gd name="connsiteX3" fmla="*/ 838432 w 1345490"/>
                  <a:gd name="connsiteY3" fmla="*/ 995554 h 996180"/>
                  <a:gd name="connsiteX4" fmla="*/ 1090845 w 1345490"/>
                  <a:gd name="connsiteY4" fmla="*/ 769336 h 996180"/>
                  <a:gd name="connsiteX5" fmla="*/ 1083701 w 1345490"/>
                  <a:gd name="connsiteY5" fmla="*/ 735998 h 996180"/>
                  <a:gd name="connsiteX6" fmla="*/ 1252770 w 1345490"/>
                  <a:gd name="connsiteY6" fmla="*/ 455011 h 996180"/>
                  <a:gd name="connsiteX7" fmla="*/ 1271820 w 1345490"/>
                  <a:gd name="connsiteY7" fmla="*/ 476442 h 996180"/>
                  <a:gd name="connsiteX8" fmla="*/ 1340876 w 1345490"/>
                  <a:gd name="connsiteY8" fmla="*/ 366904 h 996180"/>
                  <a:gd name="connsiteX9" fmla="*/ 1312301 w 1345490"/>
                  <a:gd name="connsiteY9" fmla="*/ 192 h 996180"/>
                  <a:gd name="connsiteX10" fmla="*/ 1097989 w 1345490"/>
                  <a:gd name="connsiteY10" fmla="*/ 321661 h 996180"/>
                  <a:gd name="connsiteX11" fmla="*/ 886057 w 1345490"/>
                  <a:gd name="connsiteY11" fmla="*/ 674086 h 996180"/>
                  <a:gd name="connsiteX12" fmla="*/ 731276 w 1345490"/>
                  <a:gd name="connsiteY12" fmla="*/ 688373 h 996180"/>
                  <a:gd name="connsiteX13" fmla="*/ 352658 w 1345490"/>
                  <a:gd name="connsiteY13" fmla="*/ 471679 h 996180"/>
                  <a:gd name="connsiteX14" fmla="*/ 232 w 1345490"/>
                  <a:gd name="connsiteY14" fmla="*/ 295467 h 996180"/>
                  <a:gd name="connsiteX0" fmla="*/ 232 w 1345490"/>
                  <a:gd name="connsiteY0" fmla="*/ 295467 h 996180"/>
                  <a:gd name="connsiteX1" fmla="*/ 90720 w 1345490"/>
                  <a:gd name="connsiteY1" fmla="*/ 521686 h 996180"/>
                  <a:gd name="connsiteX2" fmla="*/ 164538 w 1345490"/>
                  <a:gd name="connsiteY2" fmla="*/ 690754 h 996180"/>
                  <a:gd name="connsiteX3" fmla="*/ 838432 w 1345490"/>
                  <a:gd name="connsiteY3" fmla="*/ 995554 h 996180"/>
                  <a:gd name="connsiteX4" fmla="*/ 1090845 w 1345490"/>
                  <a:gd name="connsiteY4" fmla="*/ 769336 h 996180"/>
                  <a:gd name="connsiteX5" fmla="*/ 1083701 w 1345490"/>
                  <a:gd name="connsiteY5" fmla="*/ 735998 h 996180"/>
                  <a:gd name="connsiteX6" fmla="*/ 1252770 w 1345490"/>
                  <a:gd name="connsiteY6" fmla="*/ 455011 h 996180"/>
                  <a:gd name="connsiteX7" fmla="*/ 1271820 w 1345490"/>
                  <a:gd name="connsiteY7" fmla="*/ 476442 h 996180"/>
                  <a:gd name="connsiteX8" fmla="*/ 1340876 w 1345490"/>
                  <a:gd name="connsiteY8" fmla="*/ 366904 h 996180"/>
                  <a:gd name="connsiteX9" fmla="*/ 1312301 w 1345490"/>
                  <a:gd name="connsiteY9" fmla="*/ 192 h 996180"/>
                  <a:gd name="connsiteX10" fmla="*/ 1097989 w 1345490"/>
                  <a:gd name="connsiteY10" fmla="*/ 321661 h 996180"/>
                  <a:gd name="connsiteX11" fmla="*/ 886057 w 1345490"/>
                  <a:gd name="connsiteY11" fmla="*/ 674086 h 996180"/>
                  <a:gd name="connsiteX12" fmla="*/ 731276 w 1345490"/>
                  <a:gd name="connsiteY12" fmla="*/ 688373 h 996180"/>
                  <a:gd name="connsiteX13" fmla="*/ 352658 w 1345490"/>
                  <a:gd name="connsiteY13" fmla="*/ 471679 h 996180"/>
                  <a:gd name="connsiteX14" fmla="*/ 232 w 1345490"/>
                  <a:gd name="connsiteY14" fmla="*/ 295467 h 996180"/>
                  <a:gd name="connsiteX0" fmla="*/ 232 w 1345490"/>
                  <a:gd name="connsiteY0" fmla="*/ 295467 h 996180"/>
                  <a:gd name="connsiteX1" fmla="*/ 90720 w 1345490"/>
                  <a:gd name="connsiteY1" fmla="*/ 521686 h 996180"/>
                  <a:gd name="connsiteX2" fmla="*/ 164538 w 1345490"/>
                  <a:gd name="connsiteY2" fmla="*/ 690754 h 996180"/>
                  <a:gd name="connsiteX3" fmla="*/ 838432 w 1345490"/>
                  <a:gd name="connsiteY3" fmla="*/ 995554 h 996180"/>
                  <a:gd name="connsiteX4" fmla="*/ 1090845 w 1345490"/>
                  <a:gd name="connsiteY4" fmla="*/ 769336 h 996180"/>
                  <a:gd name="connsiteX5" fmla="*/ 1083701 w 1345490"/>
                  <a:gd name="connsiteY5" fmla="*/ 735998 h 996180"/>
                  <a:gd name="connsiteX6" fmla="*/ 1252770 w 1345490"/>
                  <a:gd name="connsiteY6" fmla="*/ 455011 h 996180"/>
                  <a:gd name="connsiteX7" fmla="*/ 1271820 w 1345490"/>
                  <a:gd name="connsiteY7" fmla="*/ 476442 h 996180"/>
                  <a:gd name="connsiteX8" fmla="*/ 1340876 w 1345490"/>
                  <a:gd name="connsiteY8" fmla="*/ 366904 h 996180"/>
                  <a:gd name="connsiteX9" fmla="*/ 1312301 w 1345490"/>
                  <a:gd name="connsiteY9" fmla="*/ 192 h 996180"/>
                  <a:gd name="connsiteX10" fmla="*/ 1097989 w 1345490"/>
                  <a:gd name="connsiteY10" fmla="*/ 321661 h 996180"/>
                  <a:gd name="connsiteX11" fmla="*/ 886057 w 1345490"/>
                  <a:gd name="connsiteY11" fmla="*/ 674086 h 996180"/>
                  <a:gd name="connsiteX12" fmla="*/ 731276 w 1345490"/>
                  <a:gd name="connsiteY12" fmla="*/ 688373 h 996180"/>
                  <a:gd name="connsiteX13" fmla="*/ 352658 w 1345490"/>
                  <a:gd name="connsiteY13" fmla="*/ 471679 h 996180"/>
                  <a:gd name="connsiteX14" fmla="*/ 232 w 1345490"/>
                  <a:gd name="connsiteY14" fmla="*/ 295467 h 996180"/>
                  <a:gd name="connsiteX0" fmla="*/ 232 w 1345490"/>
                  <a:gd name="connsiteY0" fmla="*/ 295467 h 996180"/>
                  <a:gd name="connsiteX1" fmla="*/ 90720 w 1345490"/>
                  <a:gd name="connsiteY1" fmla="*/ 521686 h 996180"/>
                  <a:gd name="connsiteX2" fmla="*/ 164538 w 1345490"/>
                  <a:gd name="connsiteY2" fmla="*/ 690754 h 996180"/>
                  <a:gd name="connsiteX3" fmla="*/ 838432 w 1345490"/>
                  <a:gd name="connsiteY3" fmla="*/ 995554 h 996180"/>
                  <a:gd name="connsiteX4" fmla="*/ 1090845 w 1345490"/>
                  <a:gd name="connsiteY4" fmla="*/ 769336 h 996180"/>
                  <a:gd name="connsiteX5" fmla="*/ 1083701 w 1345490"/>
                  <a:gd name="connsiteY5" fmla="*/ 735998 h 996180"/>
                  <a:gd name="connsiteX6" fmla="*/ 1252770 w 1345490"/>
                  <a:gd name="connsiteY6" fmla="*/ 455011 h 996180"/>
                  <a:gd name="connsiteX7" fmla="*/ 1271820 w 1345490"/>
                  <a:gd name="connsiteY7" fmla="*/ 476442 h 996180"/>
                  <a:gd name="connsiteX8" fmla="*/ 1340876 w 1345490"/>
                  <a:gd name="connsiteY8" fmla="*/ 366904 h 996180"/>
                  <a:gd name="connsiteX9" fmla="*/ 1312301 w 1345490"/>
                  <a:gd name="connsiteY9" fmla="*/ 192 h 996180"/>
                  <a:gd name="connsiteX10" fmla="*/ 1097989 w 1345490"/>
                  <a:gd name="connsiteY10" fmla="*/ 321661 h 996180"/>
                  <a:gd name="connsiteX11" fmla="*/ 886057 w 1345490"/>
                  <a:gd name="connsiteY11" fmla="*/ 674086 h 996180"/>
                  <a:gd name="connsiteX12" fmla="*/ 731276 w 1345490"/>
                  <a:gd name="connsiteY12" fmla="*/ 688373 h 996180"/>
                  <a:gd name="connsiteX13" fmla="*/ 352658 w 1345490"/>
                  <a:gd name="connsiteY13" fmla="*/ 471679 h 996180"/>
                  <a:gd name="connsiteX14" fmla="*/ 232 w 1345490"/>
                  <a:gd name="connsiteY14" fmla="*/ 295467 h 996180"/>
                  <a:gd name="connsiteX0" fmla="*/ 232 w 1345490"/>
                  <a:gd name="connsiteY0" fmla="*/ 295467 h 996180"/>
                  <a:gd name="connsiteX1" fmla="*/ 90720 w 1345490"/>
                  <a:gd name="connsiteY1" fmla="*/ 521686 h 996180"/>
                  <a:gd name="connsiteX2" fmla="*/ 164538 w 1345490"/>
                  <a:gd name="connsiteY2" fmla="*/ 690754 h 996180"/>
                  <a:gd name="connsiteX3" fmla="*/ 838432 w 1345490"/>
                  <a:gd name="connsiteY3" fmla="*/ 995554 h 996180"/>
                  <a:gd name="connsiteX4" fmla="*/ 1090845 w 1345490"/>
                  <a:gd name="connsiteY4" fmla="*/ 769336 h 996180"/>
                  <a:gd name="connsiteX5" fmla="*/ 1083701 w 1345490"/>
                  <a:gd name="connsiteY5" fmla="*/ 735998 h 996180"/>
                  <a:gd name="connsiteX6" fmla="*/ 1252770 w 1345490"/>
                  <a:gd name="connsiteY6" fmla="*/ 455011 h 996180"/>
                  <a:gd name="connsiteX7" fmla="*/ 1271820 w 1345490"/>
                  <a:gd name="connsiteY7" fmla="*/ 476442 h 996180"/>
                  <a:gd name="connsiteX8" fmla="*/ 1340876 w 1345490"/>
                  <a:gd name="connsiteY8" fmla="*/ 366904 h 996180"/>
                  <a:gd name="connsiteX9" fmla="*/ 1312301 w 1345490"/>
                  <a:gd name="connsiteY9" fmla="*/ 192 h 996180"/>
                  <a:gd name="connsiteX10" fmla="*/ 1097989 w 1345490"/>
                  <a:gd name="connsiteY10" fmla="*/ 321661 h 996180"/>
                  <a:gd name="connsiteX11" fmla="*/ 886057 w 1345490"/>
                  <a:gd name="connsiteY11" fmla="*/ 674086 h 996180"/>
                  <a:gd name="connsiteX12" fmla="*/ 731276 w 1345490"/>
                  <a:gd name="connsiteY12" fmla="*/ 688373 h 996180"/>
                  <a:gd name="connsiteX13" fmla="*/ 352658 w 1345490"/>
                  <a:gd name="connsiteY13" fmla="*/ 471679 h 996180"/>
                  <a:gd name="connsiteX14" fmla="*/ 232 w 1345490"/>
                  <a:gd name="connsiteY14" fmla="*/ 295467 h 996180"/>
                  <a:gd name="connsiteX0" fmla="*/ 232 w 1345490"/>
                  <a:gd name="connsiteY0" fmla="*/ 295467 h 1006480"/>
                  <a:gd name="connsiteX1" fmla="*/ 90720 w 1345490"/>
                  <a:gd name="connsiteY1" fmla="*/ 521686 h 1006480"/>
                  <a:gd name="connsiteX2" fmla="*/ 164538 w 1345490"/>
                  <a:gd name="connsiteY2" fmla="*/ 690754 h 1006480"/>
                  <a:gd name="connsiteX3" fmla="*/ 838432 w 1345490"/>
                  <a:gd name="connsiteY3" fmla="*/ 995554 h 1006480"/>
                  <a:gd name="connsiteX4" fmla="*/ 1090845 w 1345490"/>
                  <a:gd name="connsiteY4" fmla="*/ 769336 h 1006480"/>
                  <a:gd name="connsiteX5" fmla="*/ 1083701 w 1345490"/>
                  <a:gd name="connsiteY5" fmla="*/ 735998 h 1006480"/>
                  <a:gd name="connsiteX6" fmla="*/ 1252770 w 1345490"/>
                  <a:gd name="connsiteY6" fmla="*/ 455011 h 1006480"/>
                  <a:gd name="connsiteX7" fmla="*/ 1271820 w 1345490"/>
                  <a:gd name="connsiteY7" fmla="*/ 476442 h 1006480"/>
                  <a:gd name="connsiteX8" fmla="*/ 1340876 w 1345490"/>
                  <a:gd name="connsiteY8" fmla="*/ 366904 h 1006480"/>
                  <a:gd name="connsiteX9" fmla="*/ 1312301 w 1345490"/>
                  <a:gd name="connsiteY9" fmla="*/ 192 h 1006480"/>
                  <a:gd name="connsiteX10" fmla="*/ 1097989 w 1345490"/>
                  <a:gd name="connsiteY10" fmla="*/ 321661 h 1006480"/>
                  <a:gd name="connsiteX11" fmla="*/ 886057 w 1345490"/>
                  <a:gd name="connsiteY11" fmla="*/ 674086 h 1006480"/>
                  <a:gd name="connsiteX12" fmla="*/ 731276 w 1345490"/>
                  <a:gd name="connsiteY12" fmla="*/ 688373 h 1006480"/>
                  <a:gd name="connsiteX13" fmla="*/ 352658 w 1345490"/>
                  <a:gd name="connsiteY13" fmla="*/ 471679 h 1006480"/>
                  <a:gd name="connsiteX14" fmla="*/ 232 w 1345490"/>
                  <a:gd name="connsiteY14" fmla="*/ 295467 h 1006480"/>
                  <a:gd name="connsiteX0" fmla="*/ 232 w 1345490"/>
                  <a:gd name="connsiteY0" fmla="*/ 295467 h 995691"/>
                  <a:gd name="connsiteX1" fmla="*/ 90720 w 1345490"/>
                  <a:gd name="connsiteY1" fmla="*/ 521686 h 995691"/>
                  <a:gd name="connsiteX2" fmla="*/ 164538 w 1345490"/>
                  <a:gd name="connsiteY2" fmla="*/ 690754 h 995691"/>
                  <a:gd name="connsiteX3" fmla="*/ 838432 w 1345490"/>
                  <a:gd name="connsiteY3" fmla="*/ 995554 h 995691"/>
                  <a:gd name="connsiteX4" fmla="*/ 1090845 w 1345490"/>
                  <a:gd name="connsiteY4" fmla="*/ 769336 h 995691"/>
                  <a:gd name="connsiteX5" fmla="*/ 1083701 w 1345490"/>
                  <a:gd name="connsiteY5" fmla="*/ 735998 h 995691"/>
                  <a:gd name="connsiteX6" fmla="*/ 1252770 w 1345490"/>
                  <a:gd name="connsiteY6" fmla="*/ 455011 h 995691"/>
                  <a:gd name="connsiteX7" fmla="*/ 1271820 w 1345490"/>
                  <a:gd name="connsiteY7" fmla="*/ 476442 h 995691"/>
                  <a:gd name="connsiteX8" fmla="*/ 1340876 w 1345490"/>
                  <a:gd name="connsiteY8" fmla="*/ 366904 h 995691"/>
                  <a:gd name="connsiteX9" fmla="*/ 1312301 w 1345490"/>
                  <a:gd name="connsiteY9" fmla="*/ 192 h 995691"/>
                  <a:gd name="connsiteX10" fmla="*/ 1097989 w 1345490"/>
                  <a:gd name="connsiteY10" fmla="*/ 321661 h 995691"/>
                  <a:gd name="connsiteX11" fmla="*/ 886057 w 1345490"/>
                  <a:gd name="connsiteY11" fmla="*/ 674086 h 995691"/>
                  <a:gd name="connsiteX12" fmla="*/ 731276 w 1345490"/>
                  <a:gd name="connsiteY12" fmla="*/ 688373 h 995691"/>
                  <a:gd name="connsiteX13" fmla="*/ 352658 w 1345490"/>
                  <a:gd name="connsiteY13" fmla="*/ 471679 h 995691"/>
                  <a:gd name="connsiteX14" fmla="*/ 232 w 1345490"/>
                  <a:gd name="connsiteY14" fmla="*/ 295467 h 995691"/>
                  <a:gd name="connsiteX0" fmla="*/ 232 w 1345490"/>
                  <a:gd name="connsiteY0" fmla="*/ 295467 h 995691"/>
                  <a:gd name="connsiteX1" fmla="*/ 90720 w 1345490"/>
                  <a:gd name="connsiteY1" fmla="*/ 521686 h 995691"/>
                  <a:gd name="connsiteX2" fmla="*/ 164538 w 1345490"/>
                  <a:gd name="connsiteY2" fmla="*/ 690754 h 995691"/>
                  <a:gd name="connsiteX3" fmla="*/ 838432 w 1345490"/>
                  <a:gd name="connsiteY3" fmla="*/ 995554 h 995691"/>
                  <a:gd name="connsiteX4" fmla="*/ 1090845 w 1345490"/>
                  <a:gd name="connsiteY4" fmla="*/ 769336 h 995691"/>
                  <a:gd name="connsiteX5" fmla="*/ 1083701 w 1345490"/>
                  <a:gd name="connsiteY5" fmla="*/ 735998 h 995691"/>
                  <a:gd name="connsiteX6" fmla="*/ 1252770 w 1345490"/>
                  <a:gd name="connsiteY6" fmla="*/ 455011 h 995691"/>
                  <a:gd name="connsiteX7" fmla="*/ 1271820 w 1345490"/>
                  <a:gd name="connsiteY7" fmla="*/ 476442 h 995691"/>
                  <a:gd name="connsiteX8" fmla="*/ 1340876 w 1345490"/>
                  <a:gd name="connsiteY8" fmla="*/ 366904 h 995691"/>
                  <a:gd name="connsiteX9" fmla="*/ 1312301 w 1345490"/>
                  <a:gd name="connsiteY9" fmla="*/ 192 h 995691"/>
                  <a:gd name="connsiteX10" fmla="*/ 1097989 w 1345490"/>
                  <a:gd name="connsiteY10" fmla="*/ 321661 h 995691"/>
                  <a:gd name="connsiteX11" fmla="*/ 886057 w 1345490"/>
                  <a:gd name="connsiteY11" fmla="*/ 674086 h 995691"/>
                  <a:gd name="connsiteX12" fmla="*/ 731276 w 1345490"/>
                  <a:gd name="connsiteY12" fmla="*/ 688373 h 995691"/>
                  <a:gd name="connsiteX13" fmla="*/ 352658 w 1345490"/>
                  <a:gd name="connsiteY13" fmla="*/ 471679 h 995691"/>
                  <a:gd name="connsiteX14" fmla="*/ 232 w 1345490"/>
                  <a:gd name="connsiteY14" fmla="*/ 295467 h 995691"/>
                  <a:gd name="connsiteX0" fmla="*/ 232 w 1345490"/>
                  <a:gd name="connsiteY0" fmla="*/ 295467 h 995554"/>
                  <a:gd name="connsiteX1" fmla="*/ 90720 w 1345490"/>
                  <a:gd name="connsiteY1" fmla="*/ 521686 h 995554"/>
                  <a:gd name="connsiteX2" fmla="*/ 164538 w 1345490"/>
                  <a:gd name="connsiteY2" fmla="*/ 690754 h 995554"/>
                  <a:gd name="connsiteX3" fmla="*/ 838432 w 1345490"/>
                  <a:gd name="connsiteY3" fmla="*/ 995554 h 995554"/>
                  <a:gd name="connsiteX4" fmla="*/ 1090845 w 1345490"/>
                  <a:gd name="connsiteY4" fmla="*/ 769336 h 995554"/>
                  <a:gd name="connsiteX5" fmla="*/ 1083701 w 1345490"/>
                  <a:gd name="connsiteY5" fmla="*/ 735998 h 995554"/>
                  <a:gd name="connsiteX6" fmla="*/ 1252770 w 1345490"/>
                  <a:gd name="connsiteY6" fmla="*/ 455011 h 995554"/>
                  <a:gd name="connsiteX7" fmla="*/ 1271820 w 1345490"/>
                  <a:gd name="connsiteY7" fmla="*/ 476442 h 995554"/>
                  <a:gd name="connsiteX8" fmla="*/ 1340876 w 1345490"/>
                  <a:gd name="connsiteY8" fmla="*/ 366904 h 995554"/>
                  <a:gd name="connsiteX9" fmla="*/ 1312301 w 1345490"/>
                  <a:gd name="connsiteY9" fmla="*/ 192 h 995554"/>
                  <a:gd name="connsiteX10" fmla="*/ 1097989 w 1345490"/>
                  <a:gd name="connsiteY10" fmla="*/ 321661 h 995554"/>
                  <a:gd name="connsiteX11" fmla="*/ 886057 w 1345490"/>
                  <a:gd name="connsiteY11" fmla="*/ 674086 h 995554"/>
                  <a:gd name="connsiteX12" fmla="*/ 731276 w 1345490"/>
                  <a:gd name="connsiteY12" fmla="*/ 688373 h 995554"/>
                  <a:gd name="connsiteX13" fmla="*/ 352658 w 1345490"/>
                  <a:gd name="connsiteY13" fmla="*/ 471679 h 995554"/>
                  <a:gd name="connsiteX14" fmla="*/ 232 w 1345490"/>
                  <a:gd name="connsiteY14" fmla="*/ 295467 h 995554"/>
                  <a:gd name="connsiteX0" fmla="*/ 232 w 1345490"/>
                  <a:gd name="connsiteY0" fmla="*/ 295467 h 995554"/>
                  <a:gd name="connsiteX1" fmla="*/ 90720 w 1345490"/>
                  <a:gd name="connsiteY1" fmla="*/ 521686 h 995554"/>
                  <a:gd name="connsiteX2" fmla="*/ 164538 w 1345490"/>
                  <a:gd name="connsiteY2" fmla="*/ 690754 h 995554"/>
                  <a:gd name="connsiteX3" fmla="*/ 838432 w 1345490"/>
                  <a:gd name="connsiteY3" fmla="*/ 995554 h 995554"/>
                  <a:gd name="connsiteX4" fmla="*/ 1090845 w 1345490"/>
                  <a:gd name="connsiteY4" fmla="*/ 769336 h 995554"/>
                  <a:gd name="connsiteX5" fmla="*/ 1083701 w 1345490"/>
                  <a:gd name="connsiteY5" fmla="*/ 735998 h 995554"/>
                  <a:gd name="connsiteX6" fmla="*/ 1252770 w 1345490"/>
                  <a:gd name="connsiteY6" fmla="*/ 455011 h 995554"/>
                  <a:gd name="connsiteX7" fmla="*/ 1271820 w 1345490"/>
                  <a:gd name="connsiteY7" fmla="*/ 476442 h 995554"/>
                  <a:gd name="connsiteX8" fmla="*/ 1340876 w 1345490"/>
                  <a:gd name="connsiteY8" fmla="*/ 366904 h 995554"/>
                  <a:gd name="connsiteX9" fmla="*/ 1312301 w 1345490"/>
                  <a:gd name="connsiteY9" fmla="*/ 192 h 995554"/>
                  <a:gd name="connsiteX10" fmla="*/ 1097989 w 1345490"/>
                  <a:gd name="connsiteY10" fmla="*/ 321661 h 995554"/>
                  <a:gd name="connsiteX11" fmla="*/ 886057 w 1345490"/>
                  <a:gd name="connsiteY11" fmla="*/ 674086 h 995554"/>
                  <a:gd name="connsiteX12" fmla="*/ 731276 w 1345490"/>
                  <a:gd name="connsiteY12" fmla="*/ 688373 h 995554"/>
                  <a:gd name="connsiteX13" fmla="*/ 352658 w 1345490"/>
                  <a:gd name="connsiteY13" fmla="*/ 471679 h 995554"/>
                  <a:gd name="connsiteX14" fmla="*/ 232 w 1345490"/>
                  <a:gd name="connsiteY14" fmla="*/ 295467 h 995554"/>
                  <a:gd name="connsiteX0" fmla="*/ 232 w 1345490"/>
                  <a:gd name="connsiteY0" fmla="*/ 295467 h 995554"/>
                  <a:gd name="connsiteX1" fmla="*/ 90720 w 1345490"/>
                  <a:gd name="connsiteY1" fmla="*/ 521686 h 995554"/>
                  <a:gd name="connsiteX2" fmla="*/ 164538 w 1345490"/>
                  <a:gd name="connsiteY2" fmla="*/ 690754 h 995554"/>
                  <a:gd name="connsiteX3" fmla="*/ 838432 w 1345490"/>
                  <a:gd name="connsiteY3" fmla="*/ 995554 h 995554"/>
                  <a:gd name="connsiteX4" fmla="*/ 1090845 w 1345490"/>
                  <a:gd name="connsiteY4" fmla="*/ 769336 h 995554"/>
                  <a:gd name="connsiteX5" fmla="*/ 1083701 w 1345490"/>
                  <a:gd name="connsiteY5" fmla="*/ 735998 h 995554"/>
                  <a:gd name="connsiteX6" fmla="*/ 1252770 w 1345490"/>
                  <a:gd name="connsiteY6" fmla="*/ 455011 h 995554"/>
                  <a:gd name="connsiteX7" fmla="*/ 1271820 w 1345490"/>
                  <a:gd name="connsiteY7" fmla="*/ 476442 h 995554"/>
                  <a:gd name="connsiteX8" fmla="*/ 1340876 w 1345490"/>
                  <a:gd name="connsiteY8" fmla="*/ 366904 h 995554"/>
                  <a:gd name="connsiteX9" fmla="*/ 1312301 w 1345490"/>
                  <a:gd name="connsiteY9" fmla="*/ 192 h 995554"/>
                  <a:gd name="connsiteX10" fmla="*/ 1097989 w 1345490"/>
                  <a:gd name="connsiteY10" fmla="*/ 321661 h 995554"/>
                  <a:gd name="connsiteX11" fmla="*/ 886057 w 1345490"/>
                  <a:gd name="connsiteY11" fmla="*/ 674086 h 995554"/>
                  <a:gd name="connsiteX12" fmla="*/ 731276 w 1345490"/>
                  <a:gd name="connsiteY12" fmla="*/ 688373 h 995554"/>
                  <a:gd name="connsiteX13" fmla="*/ 352658 w 1345490"/>
                  <a:gd name="connsiteY13" fmla="*/ 471679 h 995554"/>
                  <a:gd name="connsiteX14" fmla="*/ 232 w 1345490"/>
                  <a:gd name="connsiteY14" fmla="*/ 295467 h 995554"/>
                  <a:gd name="connsiteX0" fmla="*/ 232 w 1345490"/>
                  <a:gd name="connsiteY0" fmla="*/ 295467 h 995554"/>
                  <a:gd name="connsiteX1" fmla="*/ 90720 w 1345490"/>
                  <a:gd name="connsiteY1" fmla="*/ 521686 h 995554"/>
                  <a:gd name="connsiteX2" fmla="*/ 164538 w 1345490"/>
                  <a:gd name="connsiteY2" fmla="*/ 690754 h 995554"/>
                  <a:gd name="connsiteX3" fmla="*/ 838432 w 1345490"/>
                  <a:gd name="connsiteY3" fmla="*/ 995554 h 995554"/>
                  <a:gd name="connsiteX4" fmla="*/ 1090845 w 1345490"/>
                  <a:gd name="connsiteY4" fmla="*/ 769336 h 995554"/>
                  <a:gd name="connsiteX5" fmla="*/ 1083701 w 1345490"/>
                  <a:gd name="connsiteY5" fmla="*/ 735998 h 995554"/>
                  <a:gd name="connsiteX6" fmla="*/ 1252770 w 1345490"/>
                  <a:gd name="connsiteY6" fmla="*/ 455011 h 995554"/>
                  <a:gd name="connsiteX7" fmla="*/ 1271820 w 1345490"/>
                  <a:gd name="connsiteY7" fmla="*/ 476442 h 995554"/>
                  <a:gd name="connsiteX8" fmla="*/ 1340876 w 1345490"/>
                  <a:gd name="connsiteY8" fmla="*/ 366904 h 995554"/>
                  <a:gd name="connsiteX9" fmla="*/ 1312301 w 1345490"/>
                  <a:gd name="connsiteY9" fmla="*/ 192 h 995554"/>
                  <a:gd name="connsiteX10" fmla="*/ 1097989 w 1345490"/>
                  <a:gd name="connsiteY10" fmla="*/ 321661 h 995554"/>
                  <a:gd name="connsiteX11" fmla="*/ 886057 w 1345490"/>
                  <a:gd name="connsiteY11" fmla="*/ 674086 h 995554"/>
                  <a:gd name="connsiteX12" fmla="*/ 731276 w 1345490"/>
                  <a:gd name="connsiteY12" fmla="*/ 688373 h 995554"/>
                  <a:gd name="connsiteX13" fmla="*/ 352658 w 1345490"/>
                  <a:gd name="connsiteY13" fmla="*/ 471679 h 995554"/>
                  <a:gd name="connsiteX14" fmla="*/ 232 w 1345490"/>
                  <a:gd name="connsiteY14" fmla="*/ 295467 h 995554"/>
                  <a:gd name="connsiteX0" fmla="*/ 232 w 1345490"/>
                  <a:gd name="connsiteY0" fmla="*/ 295467 h 997935"/>
                  <a:gd name="connsiteX1" fmla="*/ 90720 w 1345490"/>
                  <a:gd name="connsiteY1" fmla="*/ 521686 h 997935"/>
                  <a:gd name="connsiteX2" fmla="*/ 164538 w 1345490"/>
                  <a:gd name="connsiteY2" fmla="*/ 690754 h 997935"/>
                  <a:gd name="connsiteX3" fmla="*/ 905107 w 1345490"/>
                  <a:gd name="connsiteY3" fmla="*/ 997935 h 997935"/>
                  <a:gd name="connsiteX4" fmla="*/ 1090845 w 1345490"/>
                  <a:gd name="connsiteY4" fmla="*/ 769336 h 997935"/>
                  <a:gd name="connsiteX5" fmla="*/ 1083701 w 1345490"/>
                  <a:gd name="connsiteY5" fmla="*/ 735998 h 997935"/>
                  <a:gd name="connsiteX6" fmla="*/ 1252770 w 1345490"/>
                  <a:gd name="connsiteY6" fmla="*/ 455011 h 997935"/>
                  <a:gd name="connsiteX7" fmla="*/ 1271820 w 1345490"/>
                  <a:gd name="connsiteY7" fmla="*/ 476442 h 997935"/>
                  <a:gd name="connsiteX8" fmla="*/ 1340876 w 1345490"/>
                  <a:gd name="connsiteY8" fmla="*/ 366904 h 997935"/>
                  <a:gd name="connsiteX9" fmla="*/ 1312301 w 1345490"/>
                  <a:gd name="connsiteY9" fmla="*/ 192 h 997935"/>
                  <a:gd name="connsiteX10" fmla="*/ 1097989 w 1345490"/>
                  <a:gd name="connsiteY10" fmla="*/ 321661 h 997935"/>
                  <a:gd name="connsiteX11" fmla="*/ 886057 w 1345490"/>
                  <a:gd name="connsiteY11" fmla="*/ 674086 h 997935"/>
                  <a:gd name="connsiteX12" fmla="*/ 731276 w 1345490"/>
                  <a:gd name="connsiteY12" fmla="*/ 688373 h 997935"/>
                  <a:gd name="connsiteX13" fmla="*/ 352658 w 1345490"/>
                  <a:gd name="connsiteY13" fmla="*/ 471679 h 997935"/>
                  <a:gd name="connsiteX14" fmla="*/ 232 w 1345490"/>
                  <a:gd name="connsiteY14" fmla="*/ 295467 h 997935"/>
                  <a:gd name="connsiteX0" fmla="*/ 232 w 1345490"/>
                  <a:gd name="connsiteY0" fmla="*/ 295467 h 998309"/>
                  <a:gd name="connsiteX1" fmla="*/ 90720 w 1345490"/>
                  <a:gd name="connsiteY1" fmla="*/ 521686 h 998309"/>
                  <a:gd name="connsiteX2" fmla="*/ 164538 w 1345490"/>
                  <a:gd name="connsiteY2" fmla="*/ 690754 h 998309"/>
                  <a:gd name="connsiteX3" fmla="*/ 905107 w 1345490"/>
                  <a:gd name="connsiteY3" fmla="*/ 997935 h 998309"/>
                  <a:gd name="connsiteX4" fmla="*/ 1090845 w 1345490"/>
                  <a:gd name="connsiteY4" fmla="*/ 769336 h 998309"/>
                  <a:gd name="connsiteX5" fmla="*/ 1083701 w 1345490"/>
                  <a:gd name="connsiteY5" fmla="*/ 735998 h 998309"/>
                  <a:gd name="connsiteX6" fmla="*/ 1252770 w 1345490"/>
                  <a:gd name="connsiteY6" fmla="*/ 455011 h 998309"/>
                  <a:gd name="connsiteX7" fmla="*/ 1271820 w 1345490"/>
                  <a:gd name="connsiteY7" fmla="*/ 476442 h 998309"/>
                  <a:gd name="connsiteX8" fmla="*/ 1340876 w 1345490"/>
                  <a:gd name="connsiteY8" fmla="*/ 366904 h 998309"/>
                  <a:gd name="connsiteX9" fmla="*/ 1312301 w 1345490"/>
                  <a:gd name="connsiteY9" fmla="*/ 192 h 998309"/>
                  <a:gd name="connsiteX10" fmla="*/ 1097989 w 1345490"/>
                  <a:gd name="connsiteY10" fmla="*/ 321661 h 998309"/>
                  <a:gd name="connsiteX11" fmla="*/ 886057 w 1345490"/>
                  <a:gd name="connsiteY11" fmla="*/ 674086 h 998309"/>
                  <a:gd name="connsiteX12" fmla="*/ 731276 w 1345490"/>
                  <a:gd name="connsiteY12" fmla="*/ 688373 h 998309"/>
                  <a:gd name="connsiteX13" fmla="*/ 352658 w 1345490"/>
                  <a:gd name="connsiteY13" fmla="*/ 471679 h 998309"/>
                  <a:gd name="connsiteX14" fmla="*/ 232 w 1345490"/>
                  <a:gd name="connsiteY14" fmla="*/ 295467 h 998309"/>
                  <a:gd name="connsiteX0" fmla="*/ 232 w 1345490"/>
                  <a:gd name="connsiteY0" fmla="*/ 295467 h 995932"/>
                  <a:gd name="connsiteX1" fmla="*/ 90720 w 1345490"/>
                  <a:gd name="connsiteY1" fmla="*/ 521686 h 995932"/>
                  <a:gd name="connsiteX2" fmla="*/ 164538 w 1345490"/>
                  <a:gd name="connsiteY2" fmla="*/ 690754 h 995932"/>
                  <a:gd name="connsiteX3" fmla="*/ 845575 w 1345490"/>
                  <a:gd name="connsiteY3" fmla="*/ 995554 h 995932"/>
                  <a:gd name="connsiteX4" fmla="*/ 1090845 w 1345490"/>
                  <a:gd name="connsiteY4" fmla="*/ 769336 h 995932"/>
                  <a:gd name="connsiteX5" fmla="*/ 1083701 w 1345490"/>
                  <a:gd name="connsiteY5" fmla="*/ 735998 h 995932"/>
                  <a:gd name="connsiteX6" fmla="*/ 1252770 w 1345490"/>
                  <a:gd name="connsiteY6" fmla="*/ 455011 h 995932"/>
                  <a:gd name="connsiteX7" fmla="*/ 1271820 w 1345490"/>
                  <a:gd name="connsiteY7" fmla="*/ 476442 h 995932"/>
                  <a:gd name="connsiteX8" fmla="*/ 1340876 w 1345490"/>
                  <a:gd name="connsiteY8" fmla="*/ 366904 h 995932"/>
                  <a:gd name="connsiteX9" fmla="*/ 1312301 w 1345490"/>
                  <a:gd name="connsiteY9" fmla="*/ 192 h 995932"/>
                  <a:gd name="connsiteX10" fmla="*/ 1097989 w 1345490"/>
                  <a:gd name="connsiteY10" fmla="*/ 321661 h 995932"/>
                  <a:gd name="connsiteX11" fmla="*/ 886057 w 1345490"/>
                  <a:gd name="connsiteY11" fmla="*/ 674086 h 995932"/>
                  <a:gd name="connsiteX12" fmla="*/ 731276 w 1345490"/>
                  <a:gd name="connsiteY12" fmla="*/ 688373 h 995932"/>
                  <a:gd name="connsiteX13" fmla="*/ 352658 w 1345490"/>
                  <a:gd name="connsiteY13" fmla="*/ 471679 h 995932"/>
                  <a:gd name="connsiteX14" fmla="*/ 232 w 1345490"/>
                  <a:gd name="connsiteY14" fmla="*/ 295467 h 995932"/>
                  <a:gd name="connsiteX0" fmla="*/ 232 w 1345490"/>
                  <a:gd name="connsiteY0" fmla="*/ 295467 h 995554"/>
                  <a:gd name="connsiteX1" fmla="*/ 90720 w 1345490"/>
                  <a:gd name="connsiteY1" fmla="*/ 521686 h 995554"/>
                  <a:gd name="connsiteX2" fmla="*/ 164538 w 1345490"/>
                  <a:gd name="connsiteY2" fmla="*/ 690754 h 995554"/>
                  <a:gd name="connsiteX3" fmla="*/ 845575 w 1345490"/>
                  <a:gd name="connsiteY3" fmla="*/ 995554 h 995554"/>
                  <a:gd name="connsiteX4" fmla="*/ 1090845 w 1345490"/>
                  <a:gd name="connsiteY4" fmla="*/ 769336 h 995554"/>
                  <a:gd name="connsiteX5" fmla="*/ 1083701 w 1345490"/>
                  <a:gd name="connsiteY5" fmla="*/ 735998 h 995554"/>
                  <a:gd name="connsiteX6" fmla="*/ 1252770 w 1345490"/>
                  <a:gd name="connsiteY6" fmla="*/ 455011 h 995554"/>
                  <a:gd name="connsiteX7" fmla="*/ 1271820 w 1345490"/>
                  <a:gd name="connsiteY7" fmla="*/ 476442 h 995554"/>
                  <a:gd name="connsiteX8" fmla="*/ 1340876 w 1345490"/>
                  <a:gd name="connsiteY8" fmla="*/ 366904 h 995554"/>
                  <a:gd name="connsiteX9" fmla="*/ 1312301 w 1345490"/>
                  <a:gd name="connsiteY9" fmla="*/ 192 h 995554"/>
                  <a:gd name="connsiteX10" fmla="*/ 1097989 w 1345490"/>
                  <a:gd name="connsiteY10" fmla="*/ 321661 h 995554"/>
                  <a:gd name="connsiteX11" fmla="*/ 886057 w 1345490"/>
                  <a:gd name="connsiteY11" fmla="*/ 674086 h 995554"/>
                  <a:gd name="connsiteX12" fmla="*/ 731276 w 1345490"/>
                  <a:gd name="connsiteY12" fmla="*/ 688373 h 995554"/>
                  <a:gd name="connsiteX13" fmla="*/ 352658 w 1345490"/>
                  <a:gd name="connsiteY13" fmla="*/ 471679 h 995554"/>
                  <a:gd name="connsiteX14" fmla="*/ 232 w 1345490"/>
                  <a:gd name="connsiteY14" fmla="*/ 295467 h 995554"/>
                  <a:gd name="connsiteX0" fmla="*/ 232 w 1345490"/>
                  <a:gd name="connsiteY0" fmla="*/ 295467 h 995554"/>
                  <a:gd name="connsiteX1" fmla="*/ 90720 w 1345490"/>
                  <a:gd name="connsiteY1" fmla="*/ 521686 h 995554"/>
                  <a:gd name="connsiteX2" fmla="*/ 164538 w 1345490"/>
                  <a:gd name="connsiteY2" fmla="*/ 690754 h 995554"/>
                  <a:gd name="connsiteX3" fmla="*/ 845575 w 1345490"/>
                  <a:gd name="connsiteY3" fmla="*/ 995554 h 995554"/>
                  <a:gd name="connsiteX4" fmla="*/ 1090845 w 1345490"/>
                  <a:gd name="connsiteY4" fmla="*/ 769336 h 995554"/>
                  <a:gd name="connsiteX5" fmla="*/ 1083701 w 1345490"/>
                  <a:gd name="connsiteY5" fmla="*/ 735998 h 995554"/>
                  <a:gd name="connsiteX6" fmla="*/ 1252770 w 1345490"/>
                  <a:gd name="connsiteY6" fmla="*/ 455011 h 995554"/>
                  <a:gd name="connsiteX7" fmla="*/ 1271820 w 1345490"/>
                  <a:gd name="connsiteY7" fmla="*/ 476442 h 995554"/>
                  <a:gd name="connsiteX8" fmla="*/ 1340876 w 1345490"/>
                  <a:gd name="connsiteY8" fmla="*/ 366904 h 995554"/>
                  <a:gd name="connsiteX9" fmla="*/ 1312301 w 1345490"/>
                  <a:gd name="connsiteY9" fmla="*/ 192 h 995554"/>
                  <a:gd name="connsiteX10" fmla="*/ 1097989 w 1345490"/>
                  <a:gd name="connsiteY10" fmla="*/ 321661 h 995554"/>
                  <a:gd name="connsiteX11" fmla="*/ 886057 w 1345490"/>
                  <a:gd name="connsiteY11" fmla="*/ 674086 h 995554"/>
                  <a:gd name="connsiteX12" fmla="*/ 731276 w 1345490"/>
                  <a:gd name="connsiteY12" fmla="*/ 688373 h 995554"/>
                  <a:gd name="connsiteX13" fmla="*/ 352658 w 1345490"/>
                  <a:gd name="connsiteY13" fmla="*/ 471679 h 995554"/>
                  <a:gd name="connsiteX14" fmla="*/ 232 w 1345490"/>
                  <a:gd name="connsiteY14" fmla="*/ 295467 h 995554"/>
                  <a:gd name="connsiteX0" fmla="*/ 232 w 1345490"/>
                  <a:gd name="connsiteY0" fmla="*/ 295467 h 1000317"/>
                  <a:gd name="connsiteX1" fmla="*/ 90720 w 1345490"/>
                  <a:gd name="connsiteY1" fmla="*/ 521686 h 1000317"/>
                  <a:gd name="connsiteX2" fmla="*/ 164538 w 1345490"/>
                  <a:gd name="connsiteY2" fmla="*/ 690754 h 1000317"/>
                  <a:gd name="connsiteX3" fmla="*/ 838431 w 1345490"/>
                  <a:gd name="connsiteY3" fmla="*/ 1000317 h 1000317"/>
                  <a:gd name="connsiteX4" fmla="*/ 1090845 w 1345490"/>
                  <a:gd name="connsiteY4" fmla="*/ 769336 h 1000317"/>
                  <a:gd name="connsiteX5" fmla="*/ 1083701 w 1345490"/>
                  <a:gd name="connsiteY5" fmla="*/ 735998 h 1000317"/>
                  <a:gd name="connsiteX6" fmla="*/ 1252770 w 1345490"/>
                  <a:gd name="connsiteY6" fmla="*/ 455011 h 1000317"/>
                  <a:gd name="connsiteX7" fmla="*/ 1271820 w 1345490"/>
                  <a:gd name="connsiteY7" fmla="*/ 476442 h 1000317"/>
                  <a:gd name="connsiteX8" fmla="*/ 1340876 w 1345490"/>
                  <a:gd name="connsiteY8" fmla="*/ 366904 h 1000317"/>
                  <a:gd name="connsiteX9" fmla="*/ 1312301 w 1345490"/>
                  <a:gd name="connsiteY9" fmla="*/ 192 h 1000317"/>
                  <a:gd name="connsiteX10" fmla="*/ 1097989 w 1345490"/>
                  <a:gd name="connsiteY10" fmla="*/ 321661 h 1000317"/>
                  <a:gd name="connsiteX11" fmla="*/ 886057 w 1345490"/>
                  <a:gd name="connsiteY11" fmla="*/ 674086 h 1000317"/>
                  <a:gd name="connsiteX12" fmla="*/ 731276 w 1345490"/>
                  <a:gd name="connsiteY12" fmla="*/ 688373 h 1000317"/>
                  <a:gd name="connsiteX13" fmla="*/ 352658 w 1345490"/>
                  <a:gd name="connsiteY13" fmla="*/ 471679 h 1000317"/>
                  <a:gd name="connsiteX14" fmla="*/ 232 w 1345490"/>
                  <a:gd name="connsiteY14" fmla="*/ 295467 h 1000317"/>
                  <a:gd name="connsiteX0" fmla="*/ 232 w 1345490"/>
                  <a:gd name="connsiteY0" fmla="*/ 295467 h 1000317"/>
                  <a:gd name="connsiteX1" fmla="*/ 90720 w 1345490"/>
                  <a:gd name="connsiteY1" fmla="*/ 521686 h 1000317"/>
                  <a:gd name="connsiteX2" fmla="*/ 164538 w 1345490"/>
                  <a:gd name="connsiteY2" fmla="*/ 690754 h 1000317"/>
                  <a:gd name="connsiteX3" fmla="*/ 838431 w 1345490"/>
                  <a:gd name="connsiteY3" fmla="*/ 1000317 h 1000317"/>
                  <a:gd name="connsiteX4" fmla="*/ 1090845 w 1345490"/>
                  <a:gd name="connsiteY4" fmla="*/ 769336 h 1000317"/>
                  <a:gd name="connsiteX5" fmla="*/ 1083701 w 1345490"/>
                  <a:gd name="connsiteY5" fmla="*/ 735998 h 1000317"/>
                  <a:gd name="connsiteX6" fmla="*/ 1252770 w 1345490"/>
                  <a:gd name="connsiteY6" fmla="*/ 455011 h 1000317"/>
                  <a:gd name="connsiteX7" fmla="*/ 1271820 w 1345490"/>
                  <a:gd name="connsiteY7" fmla="*/ 476442 h 1000317"/>
                  <a:gd name="connsiteX8" fmla="*/ 1340876 w 1345490"/>
                  <a:gd name="connsiteY8" fmla="*/ 366904 h 1000317"/>
                  <a:gd name="connsiteX9" fmla="*/ 1312301 w 1345490"/>
                  <a:gd name="connsiteY9" fmla="*/ 192 h 1000317"/>
                  <a:gd name="connsiteX10" fmla="*/ 1097989 w 1345490"/>
                  <a:gd name="connsiteY10" fmla="*/ 321661 h 1000317"/>
                  <a:gd name="connsiteX11" fmla="*/ 886057 w 1345490"/>
                  <a:gd name="connsiteY11" fmla="*/ 674086 h 1000317"/>
                  <a:gd name="connsiteX12" fmla="*/ 731276 w 1345490"/>
                  <a:gd name="connsiteY12" fmla="*/ 688373 h 1000317"/>
                  <a:gd name="connsiteX13" fmla="*/ 352658 w 1345490"/>
                  <a:gd name="connsiteY13" fmla="*/ 471679 h 1000317"/>
                  <a:gd name="connsiteX14" fmla="*/ 232 w 1345490"/>
                  <a:gd name="connsiteY14" fmla="*/ 295467 h 1000317"/>
                  <a:gd name="connsiteX0" fmla="*/ 232 w 1345490"/>
                  <a:gd name="connsiteY0" fmla="*/ 295467 h 1000317"/>
                  <a:gd name="connsiteX1" fmla="*/ 90720 w 1345490"/>
                  <a:gd name="connsiteY1" fmla="*/ 521686 h 1000317"/>
                  <a:gd name="connsiteX2" fmla="*/ 164538 w 1345490"/>
                  <a:gd name="connsiteY2" fmla="*/ 690754 h 1000317"/>
                  <a:gd name="connsiteX3" fmla="*/ 838431 w 1345490"/>
                  <a:gd name="connsiteY3" fmla="*/ 1000317 h 1000317"/>
                  <a:gd name="connsiteX4" fmla="*/ 1090845 w 1345490"/>
                  <a:gd name="connsiteY4" fmla="*/ 769336 h 1000317"/>
                  <a:gd name="connsiteX5" fmla="*/ 1083701 w 1345490"/>
                  <a:gd name="connsiteY5" fmla="*/ 735998 h 1000317"/>
                  <a:gd name="connsiteX6" fmla="*/ 1252770 w 1345490"/>
                  <a:gd name="connsiteY6" fmla="*/ 455011 h 1000317"/>
                  <a:gd name="connsiteX7" fmla="*/ 1271820 w 1345490"/>
                  <a:gd name="connsiteY7" fmla="*/ 476442 h 1000317"/>
                  <a:gd name="connsiteX8" fmla="*/ 1340876 w 1345490"/>
                  <a:gd name="connsiteY8" fmla="*/ 366904 h 1000317"/>
                  <a:gd name="connsiteX9" fmla="*/ 1312301 w 1345490"/>
                  <a:gd name="connsiteY9" fmla="*/ 192 h 1000317"/>
                  <a:gd name="connsiteX10" fmla="*/ 1097989 w 1345490"/>
                  <a:gd name="connsiteY10" fmla="*/ 321661 h 1000317"/>
                  <a:gd name="connsiteX11" fmla="*/ 886057 w 1345490"/>
                  <a:gd name="connsiteY11" fmla="*/ 674086 h 1000317"/>
                  <a:gd name="connsiteX12" fmla="*/ 731276 w 1345490"/>
                  <a:gd name="connsiteY12" fmla="*/ 688373 h 1000317"/>
                  <a:gd name="connsiteX13" fmla="*/ 352658 w 1345490"/>
                  <a:gd name="connsiteY13" fmla="*/ 471679 h 1000317"/>
                  <a:gd name="connsiteX14" fmla="*/ 232 w 1345490"/>
                  <a:gd name="connsiteY14" fmla="*/ 295467 h 1000317"/>
                  <a:gd name="connsiteX0" fmla="*/ 232 w 1345490"/>
                  <a:gd name="connsiteY0" fmla="*/ 295467 h 1000317"/>
                  <a:gd name="connsiteX1" fmla="*/ 90720 w 1345490"/>
                  <a:gd name="connsiteY1" fmla="*/ 521686 h 1000317"/>
                  <a:gd name="connsiteX2" fmla="*/ 164538 w 1345490"/>
                  <a:gd name="connsiteY2" fmla="*/ 690754 h 1000317"/>
                  <a:gd name="connsiteX3" fmla="*/ 838431 w 1345490"/>
                  <a:gd name="connsiteY3" fmla="*/ 1000317 h 1000317"/>
                  <a:gd name="connsiteX4" fmla="*/ 1090845 w 1345490"/>
                  <a:gd name="connsiteY4" fmla="*/ 769336 h 1000317"/>
                  <a:gd name="connsiteX5" fmla="*/ 1083701 w 1345490"/>
                  <a:gd name="connsiteY5" fmla="*/ 735998 h 1000317"/>
                  <a:gd name="connsiteX6" fmla="*/ 1252770 w 1345490"/>
                  <a:gd name="connsiteY6" fmla="*/ 455011 h 1000317"/>
                  <a:gd name="connsiteX7" fmla="*/ 1271820 w 1345490"/>
                  <a:gd name="connsiteY7" fmla="*/ 476442 h 1000317"/>
                  <a:gd name="connsiteX8" fmla="*/ 1340876 w 1345490"/>
                  <a:gd name="connsiteY8" fmla="*/ 366904 h 1000317"/>
                  <a:gd name="connsiteX9" fmla="*/ 1312301 w 1345490"/>
                  <a:gd name="connsiteY9" fmla="*/ 192 h 1000317"/>
                  <a:gd name="connsiteX10" fmla="*/ 1097989 w 1345490"/>
                  <a:gd name="connsiteY10" fmla="*/ 321661 h 1000317"/>
                  <a:gd name="connsiteX11" fmla="*/ 886057 w 1345490"/>
                  <a:gd name="connsiteY11" fmla="*/ 674086 h 1000317"/>
                  <a:gd name="connsiteX12" fmla="*/ 731276 w 1345490"/>
                  <a:gd name="connsiteY12" fmla="*/ 688373 h 1000317"/>
                  <a:gd name="connsiteX13" fmla="*/ 352658 w 1345490"/>
                  <a:gd name="connsiteY13" fmla="*/ 471679 h 1000317"/>
                  <a:gd name="connsiteX14" fmla="*/ 232 w 1345490"/>
                  <a:gd name="connsiteY14" fmla="*/ 295467 h 1000317"/>
                  <a:gd name="connsiteX0" fmla="*/ 232 w 1345490"/>
                  <a:gd name="connsiteY0" fmla="*/ 295467 h 1000317"/>
                  <a:gd name="connsiteX1" fmla="*/ 90720 w 1345490"/>
                  <a:gd name="connsiteY1" fmla="*/ 521686 h 1000317"/>
                  <a:gd name="connsiteX2" fmla="*/ 164538 w 1345490"/>
                  <a:gd name="connsiteY2" fmla="*/ 690754 h 1000317"/>
                  <a:gd name="connsiteX3" fmla="*/ 838431 w 1345490"/>
                  <a:gd name="connsiteY3" fmla="*/ 1000317 h 1000317"/>
                  <a:gd name="connsiteX4" fmla="*/ 1090845 w 1345490"/>
                  <a:gd name="connsiteY4" fmla="*/ 769336 h 1000317"/>
                  <a:gd name="connsiteX5" fmla="*/ 1083701 w 1345490"/>
                  <a:gd name="connsiteY5" fmla="*/ 735998 h 1000317"/>
                  <a:gd name="connsiteX6" fmla="*/ 1252770 w 1345490"/>
                  <a:gd name="connsiteY6" fmla="*/ 455011 h 1000317"/>
                  <a:gd name="connsiteX7" fmla="*/ 1271820 w 1345490"/>
                  <a:gd name="connsiteY7" fmla="*/ 476442 h 1000317"/>
                  <a:gd name="connsiteX8" fmla="*/ 1340876 w 1345490"/>
                  <a:gd name="connsiteY8" fmla="*/ 366904 h 1000317"/>
                  <a:gd name="connsiteX9" fmla="*/ 1312301 w 1345490"/>
                  <a:gd name="connsiteY9" fmla="*/ 192 h 1000317"/>
                  <a:gd name="connsiteX10" fmla="*/ 1097989 w 1345490"/>
                  <a:gd name="connsiteY10" fmla="*/ 321661 h 1000317"/>
                  <a:gd name="connsiteX11" fmla="*/ 886057 w 1345490"/>
                  <a:gd name="connsiteY11" fmla="*/ 674086 h 1000317"/>
                  <a:gd name="connsiteX12" fmla="*/ 731276 w 1345490"/>
                  <a:gd name="connsiteY12" fmla="*/ 688373 h 1000317"/>
                  <a:gd name="connsiteX13" fmla="*/ 352658 w 1345490"/>
                  <a:gd name="connsiteY13" fmla="*/ 471679 h 1000317"/>
                  <a:gd name="connsiteX14" fmla="*/ 232 w 1345490"/>
                  <a:gd name="connsiteY14" fmla="*/ 295467 h 1000317"/>
                  <a:gd name="connsiteX0" fmla="*/ 232 w 1345490"/>
                  <a:gd name="connsiteY0" fmla="*/ 295467 h 1000317"/>
                  <a:gd name="connsiteX1" fmla="*/ 90720 w 1345490"/>
                  <a:gd name="connsiteY1" fmla="*/ 521686 h 1000317"/>
                  <a:gd name="connsiteX2" fmla="*/ 164538 w 1345490"/>
                  <a:gd name="connsiteY2" fmla="*/ 690754 h 1000317"/>
                  <a:gd name="connsiteX3" fmla="*/ 838431 w 1345490"/>
                  <a:gd name="connsiteY3" fmla="*/ 1000317 h 1000317"/>
                  <a:gd name="connsiteX4" fmla="*/ 1090845 w 1345490"/>
                  <a:gd name="connsiteY4" fmla="*/ 769336 h 1000317"/>
                  <a:gd name="connsiteX5" fmla="*/ 1083701 w 1345490"/>
                  <a:gd name="connsiteY5" fmla="*/ 735998 h 1000317"/>
                  <a:gd name="connsiteX6" fmla="*/ 1252770 w 1345490"/>
                  <a:gd name="connsiteY6" fmla="*/ 455011 h 1000317"/>
                  <a:gd name="connsiteX7" fmla="*/ 1271820 w 1345490"/>
                  <a:gd name="connsiteY7" fmla="*/ 476442 h 1000317"/>
                  <a:gd name="connsiteX8" fmla="*/ 1340876 w 1345490"/>
                  <a:gd name="connsiteY8" fmla="*/ 366904 h 1000317"/>
                  <a:gd name="connsiteX9" fmla="*/ 1312301 w 1345490"/>
                  <a:gd name="connsiteY9" fmla="*/ 192 h 1000317"/>
                  <a:gd name="connsiteX10" fmla="*/ 1097989 w 1345490"/>
                  <a:gd name="connsiteY10" fmla="*/ 321661 h 1000317"/>
                  <a:gd name="connsiteX11" fmla="*/ 886057 w 1345490"/>
                  <a:gd name="connsiteY11" fmla="*/ 674086 h 1000317"/>
                  <a:gd name="connsiteX12" fmla="*/ 731276 w 1345490"/>
                  <a:gd name="connsiteY12" fmla="*/ 688373 h 1000317"/>
                  <a:gd name="connsiteX13" fmla="*/ 352658 w 1345490"/>
                  <a:gd name="connsiteY13" fmla="*/ 471679 h 1000317"/>
                  <a:gd name="connsiteX14" fmla="*/ 232 w 1345490"/>
                  <a:gd name="connsiteY14" fmla="*/ 295467 h 1000317"/>
                  <a:gd name="connsiteX0" fmla="*/ 232 w 1345490"/>
                  <a:gd name="connsiteY0" fmla="*/ 295467 h 1000317"/>
                  <a:gd name="connsiteX1" fmla="*/ 90720 w 1345490"/>
                  <a:gd name="connsiteY1" fmla="*/ 521686 h 1000317"/>
                  <a:gd name="connsiteX2" fmla="*/ 164538 w 1345490"/>
                  <a:gd name="connsiteY2" fmla="*/ 690754 h 1000317"/>
                  <a:gd name="connsiteX3" fmla="*/ 838431 w 1345490"/>
                  <a:gd name="connsiteY3" fmla="*/ 1000317 h 1000317"/>
                  <a:gd name="connsiteX4" fmla="*/ 1090845 w 1345490"/>
                  <a:gd name="connsiteY4" fmla="*/ 769336 h 1000317"/>
                  <a:gd name="connsiteX5" fmla="*/ 1083701 w 1345490"/>
                  <a:gd name="connsiteY5" fmla="*/ 735998 h 1000317"/>
                  <a:gd name="connsiteX6" fmla="*/ 1252770 w 1345490"/>
                  <a:gd name="connsiteY6" fmla="*/ 455011 h 1000317"/>
                  <a:gd name="connsiteX7" fmla="*/ 1271820 w 1345490"/>
                  <a:gd name="connsiteY7" fmla="*/ 476442 h 1000317"/>
                  <a:gd name="connsiteX8" fmla="*/ 1340876 w 1345490"/>
                  <a:gd name="connsiteY8" fmla="*/ 366904 h 1000317"/>
                  <a:gd name="connsiteX9" fmla="*/ 1312301 w 1345490"/>
                  <a:gd name="connsiteY9" fmla="*/ 192 h 1000317"/>
                  <a:gd name="connsiteX10" fmla="*/ 1097989 w 1345490"/>
                  <a:gd name="connsiteY10" fmla="*/ 321661 h 1000317"/>
                  <a:gd name="connsiteX11" fmla="*/ 886057 w 1345490"/>
                  <a:gd name="connsiteY11" fmla="*/ 674086 h 1000317"/>
                  <a:gd name="connsiteX12" fmla="*/ 731276 w 1345490"/>
                  <a:gd name="connsiteY12" fmla="*/ 688373 h 1000317"/>
                  <a:gd name="connsiteX13" fmla="*/ 352658 w 1345490"/>
                  <a:gd name="connsiteY13" fmla="*/ 471679 h 1000317"/>
                  <a:gd name="connsiteX14" fmla="*/ 232 w 1345490"/>
                  <a:gd name="connsiteY14" fmla="*/ 295467 h 1000317"/>
                  <a:gd name="connsiteX0" fmla="*/ 232 w 1345490"/>
                  <a:gd name="connsiteY0" fmla="*/ 295467 h 1000317"/>
                  <a:gd name="connsiteX1" fmla="*/ 90720 w 1345490"/>
                  <a:gd name="connsiteY1" fmla="*/ 521686 h 1000317"/>
                  <a:gd name="connsiteX2" fmla="*/ 164538 w 1345490"/>
                  <a:gd name="connsiteY2" fmla="*/ 690754 h 1000317"/>
                  <a:gd name="connsiteX3" fmla="*/ 838431 w 1345490"/>
                  <a:gd name="connsiteY3" fmla="*/ 1000317 h 1000317"/>
                  <a:gd name="connsiteX4" fmla="*/ 1090845 w 1345490"/>
                  <a:gd name="connsiteY4" fmla="*/ 769336 h 1000317"/>
                  <a:gd name="connsiteX5" fmla="*/ 1083701 w 1345490"/>
                  <a:gd name="connsiteY5" fmla="*/ 735998 h 1000317"/>
                  <a:gd name="connsiteX6" fmla="*/ 1252770 w 1345490"/>
                  <a:gd name="connsiteY6" fmla="*/ 455011 h 1000317"/>
                  <a:gd name="connsiteX7" fmla="*/ 1271820 w 1345490"/>
                  <a:gd name="connsiteY7" fmla="*/ 476442 h 1000317"/>
                  <a:gd name="connsiteX8" fmla="*/ 1340876 w 1345490"/>
                  <a:gd name="connsiteY8" fmla="*/ 366904 h 1000317"/>
                  <a:gd name="connsiteX9" fmla="*/ 1312301 w 1345490"/>
                  <a:gd name="connsiteY9" fmla="*/ 192 h 1000317"/>
                  <a:gd name="connsiteX10" fmla="*/ 1097989 w 1345490"/>
                  <a:gd name="connsiteY10" fmla="*/ 321661 h 1000317"/>
                  <a:gd name="connsiteX11" fmla="*/ 886057 w 1345490"/>
                  <a:gd name="connsiteY11" fmla="*/ 674086 h 1000317"/>
                  <a:gd name="connsiteX12" fmla="*/ 731276 w 1345490"/>
                  <a:gd name="connsiteY12" fmla="*/ 688373 h 1000317"/>
                  <a:gd name="connsiteX13" fmla="*/ 352658 w 1345490"/>
                  <a:gd name="connsiteY13" fmla="*/ 471679 h 1000317"/>
                  <a:gd name="connsiteX14" fmla="*/ 232 w 1345490"/>
                  <a:gd name="connsiteY14" fmla="*/ 295467 h 1000317"/>
                  <a:gd name="connsiteX0" fmla="*/ 232 w 1345490"/>
                  <a:gd name="connsiteY0" fmla="*/ 295467 h 1000317"/>
                  <a:gd name="connsiteX1" fmla="*/ 90720 w 1345490"/>
                  <a:gd name="connsiteY1" fmla="*/ 521686 h 1000317"/>
                  <a:gd name="connsiteX2" fmla="*/ 164538 w 1345490"/>
                  <a:gd name="connsiteY2" fmla="*/ 690754 h 1000317"/>
                  <a:gd name="connsiteX3" fmla="*/ 838431 w 1345490"/>
                  <a:gd name="connsiteY3" fmla="*/ 1000317 h 1000317"/>
                  <a:gd name="connsiteX4" fmla="*/ 1090845 w 1345490"/>
                  <a:gd name="connsiteY4" fmla="*/ 769336 h 1000317"/>
                  <a:gd name="connsiteX5" fmla="*/ 1083701 w 1345490"/>
                  <a:gd name="connsiteY5" fmla="*/ 735998 h 1000317"/>
                  <a:gd name="connsiteX6" fmla="*/ 1252770 w 1345490"/>
                  <a:gd name="connsiteY6" fmla="*/ 455011 h 1000317"/>
                  <a:gd name="connsiteX7" fmla="*/ 1271820 w 1345490"/>
                  <a:gd name="connsiteY7" fmla="*/ 476442 h 1000317"/>
                  <a:gd name="connsiteX8" fmla="*/ 1340876 w 1345490"/>
                  <a:gd name="connsiteY8" fmla="*/ 366904 h 1000317"/>
                  <a:gd name="connsiteX9" fmla="*/ 1312301 w 1345490"/>
                  <a:gd name="connsiteY9" fmla="*/ 192 h 1000317"/>
                  <a:gd name="connsiteX10" fmla="*/ 1097989 w 1345490"/>
                  <a:gd name="connsiteY10" fmla="*/ 321661 h 1000317"/>
                  <a:gd name="connsiteX11" fmla="*/ 886057 w 1345490"/>
                  <a:gd name="connsiteY11" fmla="*/ 674086 h 1000317"/>
                  <a:gd name="connsiteX12" fmla="*/ 731276 w 1345490"/>
                  <a:gd name="connsiteY12" fmla="*/ 688373 h 1000317"/>
                  <a:gd name="connsiteX13" fmla="*/ 352658 w 1345490"/>
                  <a:gd name="connsiteY13" fmla="*/ 471679 h 1000317"/>
                  <a:gd name="connsiteX14" fmla="*/ 232 w 1345490"/>
                  <a:gd name="connsiteY14" fmla="*/ 295467 h 1000317"/>
                  <a:gd name="connsiteX0" fmla="*/ 232 w 1345490"/>
                  <a:gd name="connsiteY0" fmla="*/ 295467 h 1000317"/>
                  <a:gd name="connsiteX1" fmla="*/ 90720 w 1345490"/>
                  <a:gd name="connsiteY1" fmla="*/ 521686 h 1000317"/>
                  <a:gd name="connsiteX2" fmla="*/ 164538 w 1345490"/>
                  <a:gd name="connsiteY2" fmla="*/ 690754 h 1000317"/>
                  <a:gd name="connsiteX3" fmla="*/ 838431 w 1345490"/>
                  <a:gd name="connsiteY3" fmla="*/ 1000317 h 1000317"/>
                  <a:gd name="connsiteX4" fmla="*/ 1090845 w 1345490"/>
                  <a:gd name="connsiteY4" fmla="*/ 769336 h 1000317"/>
                  <a:gd name="connsiteX5" fmla="*/ 1083701 w 1345490"/>
                  <a:gd name="connsiteY5" fmla="*/ 735998 h 1000317"/>
                  <a:gd name="connsiteX6" fmla="*/ 1252770 w 1345490"/>
                  <a:gd name="connsiteY6" fmla="*/ 455011 h 1000317"/>
                  <a:gd name="connsiteX7" fmla="*/ 1271820 w 1345490"/>
                  <a:gd name="connsiteY7" fmla="*/ 476442 h 1000317"/>
                  <a:gd name="connsiteX8" fmla="*/ 1340876 w 1345490"/>
                  <a:gd name="connsiteY8" fmla="*/ 366904 h 1000317"/>
                  <a:gd name="connsiteX9" fmla="*/ 1312301 w 1345490"/>
                  <a:gd name="connsiteY9" fmla="*/ 192 h 1000317"/>
                  <a:gd name="connsiteX10" fmla="*/ 1097989 w 1345490"/>
                  <a:gd name="connsiteY10" fmla="*/ 321661 h 1000317"/>
                  <a:gd name="connsiteX11" fmla="*/ 886057 w 1345490"/>
                  <a:gd name="connsiteY11" fmla="*/ 674086 h 1000317"/>
                  <a:gd name="connsiteX12" fmla="*/ 731276 w 1345490"/>
                  <a:gd name="connsiteY12" fmla="*/ 688373 h 1000317"/>
                  <a:gd name="connsiteX13" fmla="*/ 352658 w 1345490"/>
                  <a:gd name="connsiteY13" fmla="*/ 471679 h 1000317"/>
                  <a:gd name="connsiteX14" fmla="*/ 232 w 1345490"/>
                  <a:gd name="connsiteY14" fmla="*/ 295467 h 1000317"/>
                  <a:gd name="connsiteX0" fmla="*/ 232 w 1345490"/>
                  <a:gd name="connsiteY0" fmla="*/ 295467 h 1000317"/>
                  <a:gd name="connsiteX1" fmla="*/ 90720 w 1345490"/>
                  <a:gd name="connsiteY1" fmla="*/ 521686 h 1000317"/>
                  <a:gd name="connsiteX2" fmla="*/ 164538 w 1345490"/>
                  <a:gd name="connsiteY2" fmla="*/ 690754 h 1000317"/>
                  <a:gd name="connsiteX3" fmla="*/ 838431 w 1345490"/>
                  <a:gd name="connsiteY3" fmla="*/ 1000317 h 1000317"/>
                  <a:gd name="connsiteX4" fmla="*/ 1090845 w 1345490"/>
                  <a:gd name="connsiteY4" fmla="*/ 769336 h 1000317"/>
                  <a:gd name="connsiteX5" fmla="*/ 1083701 w 1345490"/>
                  <a:gd name="connsiteY5" fmla="*/ 735998 h 1000317"/>
                  <a:gd name="connsiteX6" fmla="*/ 1252770 w 1345490"/>
                  <a:gd name="connsiteY6" fmla="*/ 455011 h 1000317"/>
                  <a:gd name="connsiteX7" fmla="*/ 1271820 w 1345490"/>
                  <a:gd name="connsiteY7" fmla="*/ 476442 h 1000317"/>
                  <a:gd name="connsiteX8" fmla="*/ 1340876 w 1345490"/>
                  <a:gd name="connsiteY8" fmla="*/ 366904 h 1000317"/>
                  <a:gd name="connsiteX9" fmla="*/ 1312301 w 1345490"/>
                  <a:gd name="connsiteY9" fmla="*/ 192 h 1000317"/>
                  <a:gd name="connsiteX10" fmla="*/ 1097989 w 1345490"/>
                  <a:gd name="connsiteY10" fmla="*/ 321661 h 1000317"/>
                  <a:gd name="connsiteX11" fmla="*/ 886057 w 1345490"/>
                  <a:gd name="connsiteY11" fmla="*/ 674086 h 1000317"/>
                  <a:gd name="connsiteX12" fmla="*/ 731276 w 1345490"/>
                  <a:gd name="connsiteY12" fmla="*/ 688373 h 1000317"/>
                  <a:gd name="connsiteX13" fmla="*/ 352658 w 1345490"/>
                  <a:gd name="connsiteY13" fmla="*/ 471679 h 1000317"/>
                  <a:gd name="connsiteX14" fmla="*/ 232 w 1345490"/>
                  <a:gd name="connsiteY14" fmla="*/ 295467 h 1000317"/>
                  <a:gd name="connsiteX0" fmla="*/ 232 w 1345490"/>
                  <a:gd name="connsiteY0" fmla="*/ 295467 h 1000317"/>
                  <a:gd name="connsiteX1" fmla="*/ 90720 w 1345490"/>
                  <a:gd name="connsiteY1" fmla="*/ 521686 h 1000317"/>
                  <a:gd name="connsiteX2" fmla="*/ 164538 w 1345490"/>
                  <a:gd name="connsiteY2" fmla="*/ 690754 h 1000317"/>
                  <a:gd name="connsiteX3" fmla="*/ 838431 w 1345490"/>
                  <a:gd name="connsiteY3" fmla="*/ 1000317 h 1000317"/>
                  <a:gd name="connsiteX4" fmla="*/ 1090845 w 1345490"/>
                  <a:gd name="connsiteY4" fmla="*/ 769336 h 1000317"/>
                  <a:gd name="connsiteX5" fmla="*/ 1083701 w 1345490"/>
                  <a:gd name="connsiteY5" fmla="*/ 735998 h 1000317"/>
                  <a:gd name="connsiteX6" fmla="*/ 1252770 w 1345490"/>
                  <a:gd name="connsiteY6" fmla="*/ 455011 h 1000317"/>
                  <a:gd name="connsiteX7" fmla="*/ 1271820 w 1345490"/>
                  <a:gd name="connsiteY7" fmla="*/ 476442 h 1000317"/>
                  <a:gd name="connsiteX8" fmla="*/ 1340876 w 1345490"/>
                  <a:gd name="connsiteY8" fmla="*/ 366904 h 1000317"/>
                  <a:gd name="connsiteX9" fmla="*/ 1312301 w 1345490"/>
                  <a:gd name="connsiteY9" fmla="*/ 192 h 1000317"/>
                  <a:gd name="connsiteX10" fmla="*/ 1097989 w 1345490"/>
                  <a:gd name="connsiteY10" fmla="*/ 321661 h 1000317"/>
                  <a:gd name="connsiteX11" fmla="*/ 886057 w 1345490"/>
                  <a:gd name="connsiteY11" fmla="*/ 674086 h 1000317"/>
                  <a:gd name="connsiteX12" fmla="*/ 731276 w 1345490"/>
                  <a:gd name="connsiteY12" fmla="*/ 688373 h 1000317"/>
                  <a:gd name="connsiteX13" fmla="*/ 352658 w 1345490"/>
                  <a:gd name="connsiteY13" fmla="*/ 471679 h 1000317"/>
                  <a:gd name="connsiteX14" fmla="*/ 232 w 1345490"/>
                  <a:gd name="connsiteY14" fmla="*/ 295467 h 1000317"/>
                  <a:gd name="connsiteX0" fmla="*/ 232 w 1341288"/>
                  <a:gd name="connsiteY0" fmla="*/ 295467 h 1000317"/>
                  <a:gd name="connsiteX1" fmla="*/ 90720 w 1341288"/>
                  <a:gd name="connsiteY1" fmla="*/ 521686 h 1000317"/>
                  <a:gd name="connsiteX2" fmla="*/ 164538 w 1341288"/>
                  <a:gd name="connsiteY2" fmla="*/ 690754 h 1000317"/>
                  <a:gd name="connsiteX3" fmla="*/ 838431 w 1341288"/>
                  <a:gd name="connsiteY3" fmla="*/ 1000317 h 1000317"/>
                  <a:gd name="connsiteX4" fmla="*/ 1090845 w 1341288"/>
                  <a:gd name="connsiteY4" fmla="*/ 769336 h 1000317"/>
                  <a:gd name="connsiteX5" fmla="*/ 1083701 w 1341288"/>
                  <a:gd name="connsiteY5" fmla="*/ 735998 h 1000317"/>
                  <a:gd name="connsiteX6" fmla="*/ 1252770 w 1341288"/>
                  <a:gd name="connsiteY6" fmla="*/ 455011 h 1000317"/>
                  <a:gd name="connsiteX7" fmla="*/ 1271820 w 1341288"/>
                  <a:gd name="connsiteY7" fmla="*/ 476442 h 1000317"/>
                  <a:gd name="connsiteX8" fmla="*/ 1340876 w 1341288"/>
                  <a:gd name="connsiteY8" fmla="*/ 366904 h 1000317"/>
                  <a:gd name="connsiteX9" fmla="*/ 1312301 w 1341288"/>
                  <a:gd name="connsiteY9" fmla="*/ 192 h 1000317"/>
                  <a:gd name="connsiteX10" fmla="*/ 1097989 w 1341288"/>
                  <a:gd name="connsiteY10" fmla="*/ 321661 h 1000317"/>
                  <a:gd name="connsiteX11" fmla="*/ 886057 w 1341288"/>
                  <a:gd name="connsiteY11" fmla="*/ 674086 h 1000317"/>
                  <a:gd name="connsiteX12" fmla="*/ 731276 w 1341288"/>
                  <a:gd name="connsiteY12" fmla="*/ 688373 h 1000317"/>
                  <a:gd name="connsiteX13" fmla="*/ 352658 w 1341288"/>
                  <a:gd name="connsiteY13" fmla="*/ 471679 h 1000317"/>
                  <a:gd name="connsiteX14" fmla="*/ 232 w 1341288"/>
                  <a:gd name="connsiteY14" fmla="*/ 295467 h 1000317"/>
                  <a:gd name="connsiteX0" fmla="*/ 232 w 1341288"/>
                  <a:gd name="connsiteY0" fmla="*/ 295467 h 1000317"/>
                  <a:gd name="connsiteX1" fmla="*/ 90720 w 1341288"/>
                  <a:gd name="connsiteY1" fmla="*/ 521686 h 1000317"/>
                  <a:gd name="connsiteX2" fmla="*/ 164538 w 1341288"/>
                  <a:gd name="connsiteY2" fmla="*/ 690754 h 1000317"/>
                  <a:gd name="connsiteX3" fmla="*/ 838431 w 1341288"/>
                  <a:gd name="connsiteY3" fmla="*/ 1000317 h 1000317"/>
                  <a:gd name="connsiteX4" fmla="*/ 1090845 w 1341288"/>
                  <a:gd name="connsiteY4" fmla="*/ 769336 h 1000317"/>
                  <a:gd name="connsiteX5" fmla="*/ 1083701 w 1341288"/>
                  <a:gd name="connsiteY5" fmla="*/ 735998 h 1000317"/>
                  <a:gd name="connsiteX6" fmla="*/ 1252770 w 1341288"/>
                  <a:gd name="connsiteY6" fmla="*/ 455011 h 1000317"/>
                  <a:gd name="connsiteX7" fmla="*/ 1271820 w 1341288"/>
                  <a:gd name="connsiteY7" fmla="*/ 476442 h 1000317"/>
                  <a:gd name="connsiteX8" fmla="*/ 1340876 w 1341288"/>
                  <a:gd name="connsiteY8" fmla="*/ 366904 h 1000317"/>
                  <a:gd name="connsiteX9" fmla="*/ 1312301 w 1341288"/>
                  <a:gd name="connsiteY9" fmla="*/ 192 h 1000317"/>
                  <a:gd name="connsiteX10" fmla="*/ 1097989 w 1341288"/>
                  <a:gd name="connsiteY10" fmla="*/ 321661 h 1000317"/>
                  <a:gd name="connsiteX11" fmla="*/ 886057 w 1341288"/>
                  <a:gd name="connsiteY11" fmla="*/ 674086 h 1000317"/>
                  <a:gd name="connsiteX12" fmla="*/ 731276 w 1341288"/>
                  <a:gd name="connsiteY12" fmla="*/ 688373 h 1000317"/>
                  <a:gd name="connsiteX13" fmla="*/ 352658 w 1341288"/>
                  <a:gd name="connsiteY13" fmla="*/ 471679 h 1000317"/>
                  <a:gd name="connsiteX14" fmla="*/ 232 w 1341288"/>
                  <a:gd name="connsiteY14" fmla="*/ 295467 h 1000317"/>
                  <a:gd name="connsiteX0" fmla="*/ 232 w 1340876"/>
                  <a:gd name="connsiteY0" fmla="*/ 295467 h 1000317"/>
                  <a:gd name="connsiteX1" fmla="*/ 90720 w 1340876"/>
                  <a:gd name="connsiteY1" fmla="*/ 521686 h 1000317"/>
                  <a:gd name="connsiteX2" fmla="*/ 164538 w 1340876"/>
                  <a:gd name="connsiteY2" fmla="*/ 690754 h 1000317"/>
                  <a:gd name="connsiteX3" fmla="*/ 838431 w 1340876"/>
                  <a:gd name="connsiteY3" fmla="*/ 1000317 h 1000317"/>
                  <a:gd name="connsiteX4" fmla="*/ 1090845 w 1340876"/>
                  <a:gd name="connsiteY4" fmla="*/ 769336 h 1000317"/>
                  <a:gd name="connsiteX5" fmla="*/ 1083701 w 1340876"/>
                  <a:gd name="connsiteY5" fmla="*/ 735998 h 1000317"/>
                  <a:gd name="connsiteX6" fmla="*/ 1252770 w 1340876"/>
                  <a:gd name="connsiteY6" fmla="*/ 455011 h 1000317"/>
                  <a:gd name="connsiteX7" fmla="*/ 1271820 w 1340876"/>
                  <a:gd name="connsiteY7" fmla="*/ 476442 h 1000317"/>
                  <a:gd name="connsiteX8" fmla="*/ 1340876 w 1340876"/>
                  <a:gd name="connsiteY8" fmla="*/ 366904 h 1000317"/>
                  <a:gd name="connsiteX9" fmla="*/ 1312301 w 1340876"/>
                  <a:gd name="connsiteY9" fmla="*/ 192 h 1000317"/>
                  <a:gd name="connsiteX10" fmla="*/ 1097989 w 1340876"/>
                  <a:gd name="connsiteY10" fmla="*/ 321661 h 1000317"/>
                  <a:gd name="connsiteX11" fmla="*/ 886057 w 1340876"/>
                  <a:gd name="connsiteY11" fmla="*/ 674086 h 1000317"/>
                  <a:gd name="connsiteX12" fmla="*/ 731276 w 1340876"/>
                  <a:gd name="connsiteY12" fmla="*/ 688373 h 1000317"/>
                  <a:gd name="connsiteX13" fmla="*/ 352658 w 1340876"/>
                  <a:gd name="connsiteY13" fmla="*/ 471679 h 1000317"/>
                  <a:gd name="connsiteX14" fmla="*/ 232 w 1340876"/>
                  <a:gd name="connsiteY14" fmla="*/ 295467 h 1000317"/>
                  <a:gd name="connsiteX0" fmla="*/ 232 w 1340876"/>
                  <a:gd name="connsiteY0" fmla="*/ 295467 h 1000317"/>
                  <a:gd name="connsiteX1" fmla="*/ 90720 w 1340876"/>
                  <a:gd name="connsiteY1" fmla="*/ 521686 h 1000317"/>
                  <a:gd name="connsiteX2" fmla="*/ 164538 w 1340876"/>
                  <a:gd name="connsiteY2" fmla="*/ 690754 h 1000317"/>
                  <a:gd name="connsiteX3" fmla="*/ 838431 w 1340876"/>
                  <a:gd name="connsiteY3" fmla="*/ 1000317 h 1000317"/>
                  <a:gd name="connsiteX4" fmla="*/ 1090845 w 1340876"/>
                  <a:gd name="connsiteY4" fmla="*/ 769336 h 1000317"/>
                  <a:gd name="connsiteX5" fmla="*/ 1083701 w 1340876"/>
                  <a:gd name="connsiteY5" fmla="*/ 735998 h 1000317"/>
                  <a:gd name="connsiteX6" fmla="*/ 1252770 w 1340876"/>
                  <a:gd name="connsiteY6" fmla="*/ 455011 h 1000317"/>
                  <a:gd name="connsiteX7" fmla="*/ 1271820 w 1340876"/>
                  <a:gd name="connsiteY7" fmla="*/ 476442 h 1000317"/>
                  <a:gd name="connsiteX8" fmla="*/ 1340876 w 1340876"/>
                  <a:gd name="connsiteY8" fmla="*/ 366904 h 1000317"/>
                  <a:gd name="connsiteX9" fmla="*/ 1312301 w 1340876"/>
                  <a:gd name="connsiteY9" fmla="*/ 192 h 1000317"/>
                  <a:gd name="connsiteX10" fmla="*/ 1097989 w 1340876"/>
                  <a:gd name="connsiteY10" fmla="*/ 321661 h 1000317"/>
                  <a:gd name="connsiteX11" fmla="*/ 886057 w 1340876"/>
                  <a:gd name="connsiteY11" fmla="*/ 674086 h 1000317"/>
                  <a:gd name="connsiteX12" fmla="*/ 731276 w 1340876"/>
                  <a:gd name="connsiteY12" fmla="*/ 688373 h 1000317"/>
                  <a:gd name="connsiteX13" fmla="*/ 352658 w 1340876"/>
                  <a:gd name="connsiteY13" fmla="*/ 471679 h 1000317"/>
                  <a:gd name="connsiteX14" fmla="*/ 232 w 1340876"/>
                  <a:gd name="connsiteY14" fmla="*/ 295467 h 1000317"/>
                  <a:gd name="connsiteX0" fmla="*/ 232 w 1340876"/>
                  <a:gd name="connsiteY0" fmla="*/ 295275 h 1000125"/>
                  <a:gd name="connsiteX1" fmla="*/ 90720 w 1340876"/>
                  <a:gd name="connsiteY1" fmla="*/ 521494 h 1000125"/>
                  <a:gd name="connsiteX2" fmla="*/ 164538 w 1340876"/>
                  <a:gd name="connsiteY2" fmla="*/ 690562 h 1000125"/>
                  <a:gd name="connsiteX3" fmla="*/ 838431 w 1340876"/>
                  <a:gd name="connsiteY3" fmla="*/ 1000125 h 1000125"/>
                  <a:gd name="connsiteX4" fmla="*/ 1090845 w 1340876"/>
                  <a:gd name="connsiteY4" fmla="*/ 769144 h 1000125"/>
                  <a:gd name="connsiteX5" fmla="*/ 1083701 w 1340876"/>
                  <a:gd name="connsiteY5" fmla="*/ 735806 h 1000125"/>
                  <a:gd name="connsiteX6" fmla="*/ 1252770 w 1340876"/>
                  <a:gd name="connsiteY6" fmla="*/ 454819 h 1000125"/>
                  <a:gd name="connsiteX7" fmla="*/ 1271820 w 1340876"/>
                  <a:gd name="connsiteY7" fmla="*/ 476250 h 1000125"/>
                  <a:gd name="connsiteX8" fmla="*/ 1340876 w 1340876"/>
                  <a:gd name="connsiteY8" fmla="*/ 366712 h 1000125"/>
                  <a:gd name="connsiteX9" fmla="*/ 1312301 w 1340876"/>
                  <a:gd name="connsiteY9" fmla="*/ 0 h 1000125"/>
                  <a:gd name="connsiteX10" fmla="*/ 1097989 w 1340876"/>
                  <a:gd name="connsiteY10" fmla="*/ 321469 h 1000125"/>
                  <a:gd name="connsiteX11" fmla="*/ 886057 w 1340876"/>
                  <a:gd name="connsiteY11" fmla="*/ 673894 h 1000125"/>
                  <a:gd name="connsiteX12" fmla="*/ 731276 w 1340876"/>
                  <a:gd name="connsiteY12" fmla="*/ 688181 h 1000125"/>
                  <a:gd name="connsiteX13" fmla="*/ 352658 w 1340876"/>
                  <a:gd name="connsiteY13" fmla="*/ 471487 h 1000125"/>
                  <a:gd name="connsiteX14" fmla="*/ 232 w 1340876"/>
                  <a:gd name="connsiteY14" fmla="*/ 295275 h 1000125"/>
                  <a:gd name="connsiteX0" fmla="*/ 232 w 1340876"/>
                  <a:gd name="connsiteY0" fmla="*/ 295275 h 1000125"/>
                  <a:gd name="connsiteX1" fmla="*/ 90720 w 1340876"/>
                  <a:gd name="connsiteY1" fmla="*/ 521494 h 1000125"/>
                  <a:gd name="connsiteX2" fmla="*/ 164538 w 1340876"/>
                  <a:gd name="connsiteY2" fmla="*/ 690562 h 1000125"/>
                  <a:gd name="connsiteX3" fmla="*/ 838431 w 1340876"/>
                  <a:gd name="connsiteY3" fmla="*/ 1000125 h 1000125"/>
                  <a:gd name="connsiteX4" fmla="*/ 1090845 w 1340876"/>
                  <a:gd name="connsiteY4" fmla="*/ 769144 h 1000125"/>
                  <a:gd name="connsiteX5" fmla="*/ 1083701 w 1340876"/>
                  <a:gd name="connsiteY5" fmla="*/ 735806 h 1000125"/>
                  <a:gd name="connsiteX6" fmla="*/ 1252770 w 1340876"/>
                  <a:gd name="connsiteY6" fmla="*/ 454819 h 1000125"/>
                  <a:gd name="connsiteX7" fmla="*/ 1271820 w 1340876"/>
                  <a:gd name="connsiteY7" fmla="*/ 476250 h 1000125"/>
                  <a:gd name="connsiteX8" fmla="*/ 1340876 w 1340876"/>
                  <a:gd name="connsiteY8" fmla="*/ 366712 h 1000125"/>
                  <a:gd name="connsiteX9" fmla="*/ 1312301 w 1340876"/>
                  <a:gd name="connsiteY9" fmla="*/ 0 h 1000125"/>
                  <a:gd name="connsiteX10" fmla="*/ 1114658 w 1340876"/>
                  <a:gd name="connsiteY10" fmla="*/ 333375 h 1000125"/>
                  <a:gd name="connsiteX11" fmla="*/ 886057 w 1340876"/>
                  <a:gd name="connsiteY11" fmla="*/ 673894 h 1000125"/>
                  <a:gd name="connsiteX12" fmla="*/ 731276 w 1340876"/>
                  <a:gd name="connsiteY12" fmla="*/ 688181 h 1000125"/>
                  <a:gd name="connsiteX13" fmla="*/ 352658 w 1340876"/>
                  <a:gd name="connsiteY13" fmla="*/ 471487 h 1000125"/>
                  <a:gd name="connsiteX14" fmla="*/ 232 w 1340876"/>
                  <a:gd name="connsiteY14" fmla="*/ 295275 h 1000125"/>
                  <a:gd name="connsiteX0" fmla="*/ 232 w 1340876"/>
                  <a:gd name="connsiteY0" fmla="*/ 314325 h 1019175"/>
                  <a:gd name="connsiteX1" fmla="*/ 90720 w 1340876"/>
                  <a:gd name="connsiteY1" fmla="*/ 540544 h 1019175"/>
                  <a:gd name="connsiteX2" fmla="*/ 164538 w 1340876"/>
                  <a:gd name="connsiteY2" fmla="*/ 709612 h 1019175"/>
                  <a:gd name="connsiteX3" fmla="*/ 838431 w 1340876"/>
                  <a:gd name="connsiteY3" fmla="*/ 1019175 h 1019175"/>
                  <a:gd name="connsiteX4" fmla="*/ 1090845 w 1340876"/>
                  <a:gd name="connsiteY4" fmla="*/ 788194 h 1019175"/>
                  <a:gd name="connsiteX5" fmla="*/ 1083701 w 1340876"/>
                  <a:gd name="connsiteY5" fmla="*/ 754856 h 1019175"/>
                  <a:gd name="connsiteX6" fmla="*/ 1252770 w 1340876"/>
                  <a:gd name="connsiteY6" fmla="*/ 473869 h 1019175"/>
                  <a:gd name="connsiteX7" fmla="*/ 1271820 w 1340876"/>
                  <a:gd name="connsiteY7" fmla="*/ 495300 h 1019175"/>
                  <a:gd name="connsiteX8" fmla="*/ 1340876 w 1340876"/>
                  <a:gd name="connsiteY8" fmla="*/ 385762 h 1019175"/>
                  <a:gd name="connsiteX9" fmla="*/ 1321826 w 1340876"/>
                  <a:gd name="connsiteY9" fmla="*/ 0 h 1019175"/>
                  <a:gd name="connsiteX10" fmla="*/ 1114658 w 1340876"/>
                  <a:gd name="connsiteY10" fmla="*/ 352425 h 1019175"/>
                  <a:gd name="connsiteX11" fmla="*/ 886057 w 1340876"/>
                  <a:gd name="connsiteY11" fmla="*/ 692944 h 1019175"/>
                  <a:gd name="connsiteX12" fmla="*/ 731276 w 1340876"/>
                  <a:gd name="connsiteY12" fmla="*/ 707231 h 1019175"/>
                  <a:gd name="connsiteX13" fmla="*/ 352658 w 1340876"/>
                  <a:gd name="connsiteY13" fmla="*/ 490537 h 1019175"/>
                  <a:gd name="connsiteX14" fmla="*/ 232 w 1340876"/>
                  <a:gd name="connsiteY14" fmla="*/ 314325 h 1019175"/>
                  <a:gd name="connsiteX0" fmla="*/ 232 w 1340876"/>
                  <a:gd name="connsiteY0" fmla="*/ 314325 h 1019175"/>
                  <a:gd name="connsiteX1" fmla="*/ 90720 w 1340876"/>
                  <a:gd name="connsiteY1" fmla="*/ 540544 h 1019175"/>
                  <a:gd name="connsiteX2" fmla="*/ 164538 w 1340876"/>
                  <a:gd name="connsiteY2" fmla="*/ 709612 h 1019175"/>
                  <a:gd name="connsiteX3" fmla="*/ 838431 w 1340876"/>
                  <a:gd name="connsiteY3" fmla="*/ 1019175 h 1019175"/>
                  <a:gd name="connsiteX4" fmla="*/ 1090845 w 1340876"/>
                  <a:gd name="connsiteY4" fmla="*/ 788194 h 1019175"/>
                  <a:gd name="connsiteX5" fmla="*/ 1083701 w 1340876"/>
                  <a:gd name="connsiteY5" fmla="*/ 754856 h 1019175"/>
                  <a:gd name="connsiteX6" fmla="*/ 1252770 w 1340876"/>
                  <a:gd name="connsiteY6" fmla="*/ 473869 h 1019175"/>
                  <a:gd name="connsiteX7" fmla="*/ 1271820 w 1340876"/>
                  <a:gd name="connsiteY7" fmla="*/ 495300 h 1019175"/>
                  <a:gd name="connsiteX8" fmla="*/ 1340876 w 1340876"/>
                  <a:gd name="connsiteY8" fmla="*/ 385762 h 1019175"/>
                  <a:gd name="connsiteX9" fmla="*/ 1321826 w 1340876"/>
                  <a:gd name="connsiteY9" fmla="*/ 0 h 1019175"/>
                  <a:gd name="connsiteX10" fmla="*/ 1114658 w 1340876"/>
                  <a:gd name="connsiteY10" fmla="*/ 352425 h 1019175"/>
                  <a:gd name="connsiteX11" fmla="*/ 886057 w 1340876"/>
                  <a:gd name="connsiteY11" fmla="*/ 692944 h 1019175"/>
                  <a:gd name="connsiteX12" fmla="*/ 731276 w 1340876"/>
                  <a:gd name="connsiteY12" fmla="*/ 707231 h 1019175"/>
                  <a:gd name="connsiteX13" fmla="*/ 352658 w 1340876"/>
                  <a:gd name="connsiteY13" fmla="*/ 490537 h 1019175"/>
                  <a:gd name="connsiteX14" fmla="*/ 232 w 1340876"/>
                  <a:gd name="connsiteY14" fmla="*/ 314325 h 1019175"/>
                  <a:gd name="connsiteX0" fmla="*/ 232 w 1340876"/>
                  <a:gd name="connsiteY0" fmla="*/ 314325 h 1019175"/>
                  <a:gd name="connsiteX1" fmla="*/ 90720 w 1340876"/>
                  <a:gd name="connsiteY1" fmla="*/ 540544 h 1019175"/>
                  <a:gd name="connsiteX2" fmla="*/ 164538 w 1340876"/>
                  <a:gd name="connsiteY2" fmla="*/ 709612 h 1019175"/>
                  <a:gd name="connsiteX3" fmla="*/ 838431 w 1340876"/>
                  <a:gd name="connsiteY3" fmla="*/ 1019175 h 1019175"/>
                  <a:gd name="connsiteX4" fmla="*/ 1090845 w 1340876"/>
                  <a:gd name="connsiteY4" fmla="*/ 788194 h 1019175"/>
                  <a:gd name="connsiteX5" fmla="*/ 1083701 w 1340876"/>
                  <a:gd name="connsiteY5" fmla="*/ 754856 h 1019175"/>
                  <a:gd name="connsiteX6" fmla="*/ 1252770 w 1340876"/>
                  <a:gd name="connsiteY6" fmla="*/ 473869 h 1019175"/>
                  <a:gd name="connsiteX7" fmla="*/ 1271820 w 1340876"/>
                  <a:gd name="connsiteY7" fmla="*/ 495300 h 1019175"/>
                  <a:gd name="connsiteX8" fmla="*/ 1340876 w 1340876"/>
                  <a:gd name="connsiteY8" fmla="*/ 385762 h 1019175"/>
                  <a:gd name="connsiteX9" fmla="*/ 1321826 w 1340876"/>
                  <a:gd name="connsiteY9" fmla="*/ 0 h 1019175"/>
                  <a:gd name="connsiteX10" fmla="*/ 1114658 w 1340876"/>
                  <a:gd name="connsiteY10" fmla="*/ 352425 h 1019175"/>
                  <a:gd name="connsiteX11" fmla="*/ 886057 w 1340876"/>
                  <a:gd name="connsiteY11" fmla="*/ 692944 h 1019175"/>
                  <a:gd name="connsiteX12" fmla="*/ 731276 w 1340876"/>
                  <a:gd name="connsiteY12" fmla="*/ 707231 h 1019175"/>
                  <a:gd name="connsiteX13" fmla="*/ 352658 w 1340876"/>
                  <a:gd name="connsiteY13" fmla="*/ 490537 h 1019175"/>
                  <a:gd name="connsiteX14" fmla="*/ 232 w 1340876"/>
                  <a:gd name="connsiteY14" fmla="*/ 314325 h 1019175"/>
                  <a:gd name="connsiteX0" fmla="*/ 232 w 1340876"/>
                  <a:gd name="connsiteY0" fmla="*/ 314325 h 1019175"/>
                  <a:gd name="connsiteX1" fmla="*/ 90720 w 1340876"/>
                  <a:gd name="connsiteY1" fmla="*/ 540544 h 1019175"/>
                  <a:gd name="connsiteX2" fmla="*/ 164538 w 1340876"/>
                  <a:gd name="connsiteY2" fmla="*/ 709612 h 1019175"/>
                  <a:gd name="connsiteX3" fmla="*/ 838431 w 1340876"/>
                  <a:gd name="connsiteY3" fmla="*/ 1019175 h 1019175"/>
                  <a:gd name="connsiteX4" fmla="*/ 1090845 w 1340876"/>
                  <a:gd name="connsiteY4" fmla="*/ 788194 h 1019175"/>
                  <a:gd name="connsiteX5" fmla="*/ 1083701 w 1340876"/>
                  <a:gd name="connsiteY5" fmla="*/ 754856 h 1019175"/>
                  <a:gd name="connsiteX6" fmla="*/ 1252770 w 1340876"/>
                  <a:gd name="connsiteY6" fmla="*/ 473869 h 1019175"/>
                  <a:gd name="connsiteX7" fmla="*/ 1271820 w 1340876"/>
                  <a:gd name="connsiteY7" fmla="*/ 495300 h 1019175"/>
                  <a:gd name="connsiteX8" fmla="*/ 1340876 w 1340876"/>
                  <a:gd name="connsiteY8" fmla="*/ 385762 h 1019175"/>
                  <a:gd name="connsiteX9" fmla="*/ 1321826 w 1340876"/>
                  <a:gd name="connsiteY9" fmla="*/ 0 h 1019175"/>
                  <a:gd name="connsiteX10" fmla="*/ 1114658 w 1340876"/>
                  <a:gd name="connsiteY10" fmla="*/ 352425 h 1019175"/>
                  <a:gd name="connsiteX11" fmla="*/ 886057 w 1340876"/>
                  <a:gd name="connsiteY11" fmla="*/ 692944 h 1019175"/>
                  <a:gd name="connsiteX12" fmla="*/ 731276 w 1340876"/>
                  <a:gd name="connsiteY12" fmla="*/ 707231 h 1019175"/>
                  <a:gd name="connsiteX13" fmla="*/ 352658 w 1340876"/>
                  <a:gd name="connsiteY13" fmla="*/ 490537 h 1019175"/>
                  <a:gd name="connsiteX14" fmla="*/ 232 w 1340876"/>
                  <a:gd name="connsiteY14" fmla="*/ 314325 h 1019175"/>
                  <a:gd name="connsiteX0" fmla="*/ 254 w 1340898"/>
                  <a:gd name="connsiteY0" fmla="*/ 314325 h 1019175"/>
                  <a:gd name="connsiteX1" fmla="*/ 90742 w 1340898"/>
                  <a:gd name="connsiteY1" fmla="*/ 540544 h 1019175"/>
                  <a:gd name="connsiteX2" fmla="*/ 164560 w 1340898"/>
                  <a:gd name="connsiteY2" fmla="*/ 709612 h 1019175"/>
                  <a:gd name="connsiteX3" fmla="*/ 838453 w 1340898"/>
                  <a:gd name="connsiteY3" fmla="*/ 1019175 h 1019175"/>
                  <a:gd name="connsiteX4" fmla="*/ 1090867 w 1340898"/>
                  <a:gd name="connsiteY4" fmla="*/ 788194 h 1019175"/>
                  <a:gd name="connsiteX5" fmla="*/ 1083723 w 1340898"/>
                  <a:gd name="connsiteY5" fmla="*/ 754856 h 1019175"/>
                  <a:gd name="connsiteX6" fmla="*/ 1252792 w 1340898"/>
                  <a:gd name="connsiteY6" fmla="*/ 473869 h 1019175"/>
                  <a:gd name="connsiteX7" fmla="*/ 1271842 w 1340898"/>
                  <a:gd name="connsiteY7" fmla="*/ 495300 h 1019175"/>
                  <a:gd name="connsiteX8" fmla="*/ 1340898 w 1340898"/>
                  <a:gd name="connsiteY8" fmla="*/ 385762 h 1019175"/>
                  <a:gd name="connsiteX9" fmla="*/ 1321848 w 1340898"/>
                  <a:gd name="connsiteY9" fmla="*/ 0 h 1019175"/>
                  <a:gd name="connsiteX10" fmla="*/ 1114680 w 1340898"/>
                  <a:gd name="connsiteY10" fmla="*/ 352425 h 1019175"/>
                  <a:gd name="connsiteX11" fmla="*/ 886079 w 1340898"/>
                  <a:gd name="connsiteY11" fmla="*/ 692944 h 1019175"/>
                  <a:gd name="connsiteX12" fmla="*/ 731298 w 1340898"/>
                  <a:gd name="connsiteY12" fmla="*/ 707231 h 1019175"/>
                  <a:gd name="connsiteX13" fmla="*/ 331249 w 1340898"/>
                  <a:gd name="connsiteY13" fmla="*/ 516730 h 1019175"/>
                  <a:gd name="connsiteX14" fmla="*/ 254 w 1340898"/>
                  <a:gd name="connsiteY14" fmla="*/ 314325 h 1019175"/>
                  <a:gd name="connsiteX0" fmla="*/ 277 w 1340921"/>
                  <a:gd name="connsiteY0" fmla="*/ 314325 h 1019175"/>
                  <a:gd name="connsiteX1" fmla="*/ 90765 w 1340921"/>
                  <a:gd name="connsiteY1" fmla="*/ 540544 h 1019175"/>
                  <a:gd name="connsiteX2" fmla="*/ 164583 w 1340921"/>
                  <a:gd name="connsiteY2" fmla="*/ 709612 h 1019175"/>
                  <a:gd name="connsiteX3" fmla="*/ 838476 w 1340921"/>
                  <a:gd name="connsiteY3" fmla="*/ 1019175 h 1019175"/>
                  <a:gd name="connsiteX4" fmla="*/ 1090890 w 1340921"/>
                  <a:gd name="connsiteY4" fmla="*/ 788194 h 1019175"/>
                  <a:gd name="connsiteX5" fmla="*/ 1083746 w 1340921"/>
                  <a:gd name="connsiteY5" fmla="*/ 754856 h 1019175"/>
                  <a:gd name="connsiteX6" fmla="*/ 1252815 w 1340921"/>
                  <a:gd name="connsiteY6" fmla="*/ 473869 h 1019175"/>
                  <a:gd name="connsiteX7" fmla="*/ 1271865 w 1340921"/>
                  <a:gd name="connsiteY7" fmla="*/ 495300 h 1019175"/>
                  <a:gd name="connsiteX8" fmla="*/ 1340921 w 1340921"/>
                  <a:gd name="connsiteY8" fmla="*/ 385762 h 1019175"/>
                  <a:gd name="connsiteX9" fmla="*/ 1321871 w 1340921"/>
                  <a:gd name="connsiteY9" fmla="*/ 0 h 1019175"/>
                  <a:gd name="connsiteX10" fmla="*/ 1114703 w 1340921"/>
                  <a:gd name="connsiteY10" fmla="*/ 352425 h 1019175"/>
                  <a:gd name="connsiteX11" fmla="*/ 886102 w 1340921"/>
                  <a:gd name="connsiteY11" fmla="*/ 692944 h 1019175"/>
                  <a:gd name="connsiteX12" fmla="*/ 731321 w 1340921"/>
                  <a:gd name="connsiteY12" fmla="*/ 707231 h 1019175"/>
                  <a:gd name="connsiteX13" fmla="*/ 331272 w 1340921"/>
                  <a:gd name="connsiteY13" fmla="*/ 516730 h 1019175"/>
                  <a:gd name="connsiteX14" fmla="*/ 277 w 1340921"/>
                  <a:gd name="connsiteY14" fmla="*/ 314325 h 1019175"/>
                  <a:gd name="connsiteX0" fmla="*/ 877 w 1341521"/>
                  <a:gd name="connsiteY0" fmla="*/ 314325 h 1019175"/>
                  <a:gd name="connsiteX1" fmla="*/ 91365 w 1341521"/>
                  <a:gd name="connsiteY1" fmla="*/ 540544 h 1019175"/>
                  <a:gd name="connsiteX2" fmla="*/ 165183 w 1341521"/>
                  <a:gd name="connsiteY2" fmla="*/ 709612 h 1019175"/>
                  <a:gd name="connsiteX3" fmla="*/ 839076 w 1341521"/>
                  <a:gd name="connsiteY3" fmla="*/ 1019175 h 1019175"/>
                  <a:gd name="connsiteX4" fmla="*/ 1091490 w 1341521"/>
                  <a:gd name="connsiteY4" fmla="*/ 788194 h 1019175"/>
                  <a:gd name="connsiteX5" fmla="*/ 1084346 w 1341521"/>
                  <a:gd name="connsiteY5" fmla="*/ 754856 h 1019175"/>
                  <a:gd name="connsiteX6" fmla="*/ 1253415 w 1341521"/>
                  <a:gd name="connsiteY6" fmla="*/ 473869 h 1019175"/>
                  <a:gd name="connsiteX7" fmla="*/ 1272465 w 1341521"/>
                  <a:gd name="connsiteY7" fmla="*/ 495300 h 1019175"/>
                  <a:gd name="connsiteX8" fmla="*/ 1341521 w 1341521"/>
                  <a:gd name="connsiteY8" fmla="*/ 385762 h 1019175"/>
                  <a:gd name="connsiteX9" fmla="*/ 1322471 w 1341521"/>
                  <a:gd name="connsiteY9" fmla="*/ 0 h 1019175"/>
                  <a:gd name="connsiteX10" fmla="*/ 1115303 w 1341521"/>
                  <a:gd name="connsiteY10" fmla="*/ 352425 h 1019175"/>
                  <a:gd name="connsiteX11" fmla="*/ 886702 w 1341521"/>
                  <a:gd name="connsiteY11" fmla="*/ 692944 h 1019175"/>
                  <a:gd name="connsiteX12" fmla="*/ 731921 w 1341521"/>
                  <a:gd name="connsiteY12" fmla="*/ 707231 h 1019175"/>
                  <a:gd name="connsiteX13" fmla="*/ 188997 w 1341521"/>
                  <a:gd name="connsiteY13" fmla="*/ 450055 h 1019175"/>
                  <a:gd name="connsiteX14" fmla="*/ 877 w 1341521"/>
                  <a:gd name="connsiteY14" fmla="*/ 314325 h 1019175"/>
                  <a:gd name="connsiteX0" fmla="*/ 877 w 1341521"/>
                  <a:gd name="connsiteY0" fmla="*/ 314325 h 1019175"/>
                  <a:gd name="connsiteX1" fmla="*/ 91365 w 1341521"/>
                  <a:gd name="connsiteY1" fmla="*/ 540544 h 1019175"/>
                  <a:gd name="connsiteX2" fmla="*/ 165183 w 1341521"/>
                  <a:gd name="connsiteY2" fmla="*/ 709612 h 1019175"/>
                  <a:gd name="connsiteX3" fmla="*/ 839076 w 1341521"/>
                  <a:gd name="connsiteY3" fmla="*/ 1019175 h 1019175"/>
                  <a:gd name="connsiteX4" fmla="*/ 1091490 w 1341521"/>
                  <a:gd name="connsiteY4" fmla="*/ 788194 h 1019175"/>
                  <a:gd name="connsiteX5" fmla="*/ 1084346 w 1341521"/>
                  <a:gd name="connsiteY5" fmla="*/ 754856 h 1019175"/>
                  <a:gd name="connsiteX6" fmla="*/ 1253415 w 1341521"/>
                  <a:gd name="connsiteY6" fmla="*/ 473869 h 1019175"/>
                  <a:gd name="connsiteX7" fmla="*/ 1272465 w 1341521"/>
                  <a:gd name="connsiteY7" fmla="*/ 495300 h 1019175"/>
                  <a:gd name="connsiteX8" fmla="*/ 1341521 w 1341521"/>
                  <a:gd name="connsiteY8" fmla="*/ 385762 h 1019175"/>
                  <a:gd name="connsiteX9" fmla="*/ 1322471 w 1341521"/>
                  <a:gd name="connsiteY9" fmla="*/ 0 h 1019175"/>
                  <a:gd name="connsiteX10" fmla="*/ 1115303 w 1341521"/>
                  <a:gd name="connsiteY10" fmla="*/ 352425 h 1019175"/>
                  <a:gd name="connsiteX11" fmla="*/ 886702 w 1341521"/>
                  <a:gd name="connsiteY11" fmla="*/ 692944 h 1019175"/>
                  <a:gd name="connsiteX12" fmla="*/ 731921 w 1341521"/>
                  <a:gd name="connsiteY12" fmla="*/ 707231 h 1019175"/>
                  <a:gd name="connsiteX13" fmla="*/ 188997 w 1341521"/>
                  <a:gd name="connsiteY13" fmla="*/ 450055 h 1019175"/>
                  <a:gd name="connsiteX14" fmla="*/ 877 w 1341521"/>
                  <a:gd name="connsiteY14" fmla="*/ 314325 h 1019175"/>
                  <a:gd name="connsiteX0" fmla="*/ 877 w 1341521"/>
                  <a:gd name="connsiteY0" fmla="*/ 314325 h 1019175"/>
                  <a:gd name="connsiteX1" fmla="*/ 91365 w 1341521"/>
                  <a:gd name="connsiteY1" fmla="*/ 540544 h 1019175"/>
                  <a:gd name="connsiteX2" fmla="*/ 165183 w 1341521"/>
                  <a:gd name="connsiteY2" fmla="*/ 709612 h 1019175"/>
                  <a:gd name="connsiteX3" fmla="*/ 839076 w 1341521"/>
                  <a:gd name="connsiteY3" fmla="*/ 1019175 h 1019175"/>
                  <a:gd name="connsiteX4" fmla="*/ 1091490 w 1341521"/>
                  <a:gd name="connsiteY4" fmla="*/ 788194 h 1019175"/>
                  <a:gd name="connsiteX5" fmla="*/ 1084346 w 1341521"/>
                  <a:gd name="connsiteY5" fmla="*/ 754856 h 1019175"/>
                  <a:gd name="connsiteX6" fmla="*/ 1253415 w 1341521"/>
                  <a:gd name="connsiteY6" fmla="*/ 473869 h 1019175"/>
                  <a:gd name="connsiteX7" fmla="*/ 1272465 w 1341521"/>
                  <a:gd name="connsiteY7" fmla="*/ 495300 h 1019175"/>
                  <a:gd name="connsiteX8" fmla="*/ 1341521 w 1341521"/>
                  <a:gd name="connsiteY8" fmla="*/ 385762 h 1019175"/>
                  <a:gd name="connsiteX9" fmla="*/ 1322471 w 1341521"/>
                  <a:gd name="connsiteY9" fmla="*/ 0 h 1019175"/>
                  <a:gd name="connsiteX10" fmla="*/ 1115303 w 1341521"/>
                  <a:gd name="connsiteY10" fmla="*/ 352425 h 1019175"/>
                  <a:gd name="connsiteX11" fmla="*/ 886702 w 1341521"/>
                  <a:gd name="connsiteY11" fmla="*/ 692944 h 1019175"/>
                  <a:gd name="connsiteX12" fmla="*/ 731921 w 1341521"/>
                  <a:gd name="connsiteY12" fmla="*/ 707231 h 1019175"/>
                  <a:gd name="connsiteX13" fmla="*/ 188997 w 1341521"/>
                  <a:gd name="connsiteY13" fmla="*/ 450055 h 1019175"/>
                  <a:gd name="connsiteX14" fmla="*/ 877 w 1341521"/>
                  <a:gd name="connsiteY14" fmla="*/ 314325 h 1019175"/>
                  <a:gd name="connsiteX0" fmla="*/ 877 w 1341521"/>
                  <a:gd name="connsiteY0" fmla="*/ 314325 h 1019175"/>
                  <a:gd name="connsiteX1" fmla="*/ 91365 w 1341521"/>
                  <a:gd name="connsiteY1" fmla="*/ 540544 h 1019175"/>
                  <a:gd name="connsiteX2" fmla="*/ 165183 w 1341521"/>
                  <a:gd name="connsiteY2" fmla="*/ 709612 h 1019175"/>
                  <a:gd name="connsiteX3" fmla="*/ 839076 w 1341521"/>
                  <a:gd name="connsiteY3" fmla="*/ 1019175 h 1019175"/>
                  <a:gd name="connsiteX4" fmla="*/ 1091490 w 1341521"/>
                  <a:gd name="connsiteY4" fmla="*/ 788194 h 1019175"/>
                  <a:gd name="connsiteX5" fmla="*/ 1084346 w 1341521"/>
                  <a:gd name="connsiteY5" fmla="*/ 754856 h 1019175"/>
                  <a:gd name="connsiteX6" fmla="*/ 1253415 w 1341521"/>
                  <a:gd name="connsiteY6" fmla="*/ 473869 h 1019175"/>
                  <a:gd name="connsiteX7" fmla="*/ 1272465 w 1341521"/>
                  <a:gd name="connsiteY7" fmla="*/ 495300 h 1019175"/>
                  <a:gd name="connsiteX8" fmla="*/ 1341521 w 1341521"/>
                  <a:gd name="connsiteY8" fmla="*/ 385762 h 1019175"/>
                  <a:gd name="connsiteX9" fmla="*/ 1322471 w 1341521"/>
                  <a:gd name="connsiteY9" fmla="*/ 0 h 1019175"/>
                  <a:gd name="connsiteX10" fmla="*/ 1115303 w 1341521"/>
                  <a:gd name="connsiteY10" fmla="*/ 352425 h 1019175"/>
                  <a:gd name="connsiteX11" fmla="*/ 886702 w 1341521"/>
                  <a:gd name="connsiteY11" fmla="*/ 692944 h 1019175"/>
                  <a:gd name="connsiteX12" fmla="*/ 731921 w 1341521"/>
                  <a:gd name="connsiteY12" fmla="*/ 707231 h 1019175"/>
                  <a:gd name="connsiteX13" fmla="*/ 188997 w 1341521"/>
                  <a:gd name="connsiteY13" fmla="*/ 450055 h 1019175"/>
                  <a:gd name="connsiteX14" fmla="*/ 877 w 1341521"/>
                  <a:gd name="connsiteY14" fmla="*/ 314325 h 1019175"/>
                  <a:gd name="connsiteX0" fmla="*/ 877 w 1341521"/>
                  <a:gd name="connsiteY0" fmla="*/ 314325 h 1019175"/>
                  <a:gd name="connsiteX1" fmla="*/ 91365 w 1341521"/>
                  <a:gd name="connsiteY1" fmla="*/ 540544 h 1019175"/>
                  <a:gd name="connsiteX2" fmla="*/ 165183 w 1341521"/>
                  <a:gd name="connsiteY2" fmla="*/ 709612 h 1019175"/>
                  <a:gd name="connsiteX3" fmla="*/ 839076 w 1341521"/>
                  <a:gd name="connsiteY3" fmla="*/ 1019175 h 1019175"/>
                  <a:gd name="connsiteX4" fmla="*/ 1091490 w 1341521"/>
                  <a:gd name="connsiteY4" fmla="*/ 788194 h 1019175"/>
                  <a:gd name="connsiteX5" fmla="*/ 1084346 w 1341521"/>
                  <a:gd name="connsiteY5" fmla="*/ 754856 h 1019175"/>
                  <a:gd name="connsiteX6" fmla="*/ 1253415 w 1341521"/>
                  <a:gd name="connsiteY6" fmla="*/ 473869 h 1019175"/>
                  <a:gd name="connsiteX7" fmla="*/ 1272465 w 1341521"/>
                  <a:gd name="connsiteY7" fmla="*/ 495300 h 1019175"/>
                  <a:gd name="connsiteX8" fmla="*/ 1341521 w 1341521"/>
                  <a:gd name="connsiteY8" fmla="*/ 385762 h 1019175"/>
                  <a:gd name="connsiteX9" fmla="*/ 1322471 w 1341521"/>
                  <a:gd name="connsiteY9" fmla="*/ 0 h 1019175"/>
                  <a:gd name="connsiteX10" fmla="*/ 1115303 w 1341521"/>
                  <a:gd name="connsiteY10" fmla="*/ 352425 h 1019175"/>
                  <a:gd name="connsiteX11" fmla="*/ 886702 w 1341521"/>
                  <a:gd name="connsiteY11" fmla="*/ 692944 h 1019175"/>
                  <a:gd name="connsiteX12" fmla="*/ 731921 w 1341521"/>
                  <a:gd name="connsiteY12" fmla="*/ 707231 h 1019175"/>
                  <a:gd name="connsiteX13" fmla="*/ 188997 w 1341521"/>
                  <a:gd name="connsiteY13" fmla="*/ 450055 h 1019175"/>
                  <a:gd name="connsiteX14" fmla="*/ 877 w 1341521"/>
                  <a:gd name="connsiteY14" fmla="*/ 314325 h 1019175"/>
                  <a:gd name="connsiteX0" fmla="*/ 877 w 1341521"/>
                  <a:gd name="connsiteY0" fmla="*/ 314325 h 1019175"/>
                  <a:gd name="connsiteX1" fmla="*/ 91365 w 1341521"/>
                  <a:gd name="connsiteY1" fmla="*/ 540544 h 1019175"/>
                  <a:gd name="connsiteX2" fmla="*/ 165183 w 1341521"/>
                  <a:gd name="connsiteY2" fmla="*/ 709612 h 1019175"/>
                  <a:gd name="connsiteX3" fmla="*/ 839076 w 1341521"/>
                  <a:gd name="connsiteY3" fmla="*/ 1019175 h 1019175"/>
                  <a:gd name="connsiteX4" fmla="*/ 1091490 w 1341521"/>
                  <a:gd name="connsiteY4" fmla="*/ 788194 h 1019175"/>
                  <a:gd name="connsiteX5" fmla="*/ 1084346 w 1341521"/>
                  <a:gd name="connsiteY5" fmla="*/ 754856 h 1019175"/>
                  <a:gd name="connsiteX6" fmla="*/ 1253415 w 1341521"/>
                  <a:gd name="connsiteY6" fmla="*/ 473869 h 1019175"/>
                  <a:gd name="connsiteX7" fmla="*/ 1272465 w 1341521"/>
                  <a:gd name="connsiteY7" fmla="*/ 495300 h 1019175"/>
                  <a:gd name="connsiteX8" fmla="*/ 1341521 w 1341521"/>
                  <a:gd name="connsiteY8" fmla="*/ 385762 h 1019175"/>
                  <a:gd name="connsiteX9" fmla="*/ 1322471 w 1341521"/>
                  <a:gd name="connsiteY9" fmla="*/ 0 h 1019175"/>
                  <a:gd name="connsiteX10" fmla="*/ 1115303 w 1341521"/>
                  <a:gd name="connsiteY10" fmla="*/ 352425 h 1019175"/>
                  <a:gd name="connsiteX11" fmla="*/ 886702 w 1341521"/>
                  <a:gd name="connsiteY11" fmla="*/ 692944 h 1019175"/>
                  <a:gd name="connsiteX12" fmla="*/ 731921 w 1341521"/>
                  <a:gd name="connsiteY12" fmla="*/ 707231 h 1019175"/>
                  <a:gd name="connsiteX13" fmla="*/ 188997 w 1341521"/>
                  <a:gd name="connsiteY13" fmla="*/ 450055 h 1019175"/>
                  <a:gd name="connsiteX14" fmla="*/ 877 w 1341521"/>
                  <a:gd name="connsiteY14" fmla="*/ 314325 h 1019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341521" h="1019175">
                    <a:moveTo>
                      <a:pt x="877" y="314325"/>
                    </a:moveTo>
                    <a:cubicBezTo>
                      <a:pt x="52471" y="436959"/>
                      <a:pt x="63981" y="474663"/>
                      <a:pt x="91365" y="540544"/>
                    </a:cubicBezTo>
                    <a:cubicBezTo>
                      <a:pt x="118749" y="606425"/>
                      <a:pt x="135813" y="678260"/>
                      <a:pt x="165183" y="709612"/>
                    </a:cubicBezTo>
                    <a:cubicBezTo>
                      <a:pt x="349334" y="805258"/>
                      <a:pt x="708506" y="975122"/>
                      <a:pt x="839076" y="1019175"/>
                    </a:cubicBezTo>
                    <a:cubicBezTo>
                      <a:pt x="1014891" y="1010840"/>
                      <a:pt x="1055374" y="851297"/>
                      <a:pt x="1091490" y="788194"/>
                    </a:cubicBezTo>
                    <a:cubicBezTo>
                      <a:pt x="1096649" y="777479"/>
                      <a:pt x="1078791" y="766764"/>
                      <a:pt x="1084346" y="754856"/>
                    </a:cubicBezTo>
                    <a:cubicBezTo>
                      <a:pt x="1089901" y="742948"/>
                      <a:pt x="1236350" y="500459"/>
                      <a:pt x="1253415" y="473869"/>
                    </a:cubicBezTo>
                    <a:cubicBezTo>
                      <a:pt x="1270480" y="447279"/>
                      <a:pt x="1257781" y="509985"/>
                      <a:pt x="1272465" y="495300"/>
                    </a:cubicBezTo>
                    <a:cubicBezTo>
                      <a:pt x="1287149" y="480616"/>
                      <a:pt x="1308581" y="441325"/>
                      <a:pt x="1341521" y="385762"/>
                    </a:cubicBezTo>
                    <a:cubicBezTo>
                      <a:pt x="1338743" y="308769"/>
                      <a:pt x="1324852" y="40877"/>
                      <a:pt x="1322471" y="0"/>
                    </a:cubicBezTo>
                    <a:cubicBezTo>
                      <a:pt x="1305802" y="73423"/>
                      <a:pt x="1186344" y="240109"/>
                      <a:pt x="1115303" y="352425"/>
                    </a:cubicBezTo>
                    <a:cubicBezTo>
                      <a:pt x="1044262" y="464741"/>
                      <a:pt x="947821" y="631825"/>
                      <a:pt x="886702" y="692944"/>
                    </a:cubicBezTo>
                    <a:cubicBezTo>
                      <a:pt x="808914" y="725488"/>
                      <a:pt x="814868" y="716755"/>
                      <a:pt x="731921" y="707231"/>
                    </a:cubicBezTo>
                    <a:cubicBezTo>
                      <a:pt x="615637" y="666750"/>
                      <a:pt x="310838" y="515539"/>
                      <a:pt x="188997" y="450055"/>
                    </a:cubicBezTo>
                    <a:cubicBezTo>
                      <a:pt x="48106" y="384571"/>
                      <a:pt x="-7854" y="322659"/>
                      <a:pt x="877" y="314325"/>
                    </a:cubicBezTo>
                    <a:close/>
                  </a:path>
                </a:pathLst>
              </a:custGeom>
              <a:solidFill>
                <a:srgbClr val="8D8E87"/>
              </a:solidFill>
              <a:ln w="0">
                <a:solidFill>
                  <a:srgbClr val="8B8D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椭圆 49"/>
              <p:cNvSpPr/>
              <p:nvPr/>
            </p:nvSpPr>
            <p:spPr>
              <a:xfrm rot="20690468">
                <a:off x="5174035" y="3509974"/>
                <a:ext cx="801583" cy="674237"/>
              </a:xfrm>
              <a:prstGeom prst="ellipse">
                <a:avLst/>
              </a:prstGeom>
              <a:gradFill>
                <a:gsLst>
                  <a:gs pos="0">
                    <a:srgbClr val="97998B"/>
                  </a:gs>
                  <a:gs pos="100000">
                    <a:srgbClr val="BCBBAB"/>
                  </a:gs>
                </a:gsLst>
                <a:lin ang="5400000" scaled="1"/>
              </a:gradFill>
              <a:ln w="22225">
                <a:gradFill flip="none" rotWithShape="1">
                  <a:gsLst>
                    <a:gs pos="0">
                      <a:srgbClr val="D1D2C6"/>
                    </a:gs>
                    <a:gs pos="100000">
                      <a:srgbClr val="A5A797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51" name="组合 50"/>
              <p:cNvGrpSpPr/>
              <p:nvPr/>
            </p:nvGrpSpPr>
            <p:grpSpPr>
              <a:xfrm rot="463567">
                <a:off x="5379528" y="3664983"/>
                <a:ext cx="379472" cy="332890"/>
                <a:chOff x="5993655" y="2959309"/>
                <a:chExt cx="379472" cy="332890"/>
              </a:xfrm>
            </p:grpSpPr>
            <p:sp>
              <p:nvSpPr>
                <p:cNvPr id="53" name="任意多边形 52"/>
                <p:cNvSpPr/>
                <p:nvPr/>
              </p:nvSpPr>
              <p:spPr>
                <a:xfrm>
                  <a:off x="5993655" y="2959309"/>
                  <a:ext cx="119780" cy="221927"/>
                </a:xfrm>
                <a:custGeom>
                  <a:avLst/>
                  <a:gdLst>
                    <a:gd name="connsiteX0" fmla="*/ 0 w 138020"/>
                    <a:gd name="connsiteY0" fmla="*/ 221927 h 221927"/>
                    <a:gd name="connsiteX1" fmla="*/ 130175 w 138020"/>
                    <a:gd name="connsiteY1" fmla="*/ 12377 h 221927"/>
                    <a:gd name="connsiteX2" fmla="*/ 136525 w 138020"/>
                    <a:gd name="connsiteY2" fmla="*/ 12377 h 221927"/>
                    <a:gd name="connsiteX0" fmla="*/ 0 w 133367"/>
                    <a:gd name="connsiteY0" fmla="*/ 221927 h 221927"/>
                    <a:gd name="connsiteX1" fmla="*/ 130175 w 133367"/>
                    <a:gd name="connsiteY1" fmla="*/ 12377 h 221927"/>
                    <a:gd name="connsiteX2" fmla="*/ 105569 w 133367"/>
                    <a:gd name="connsiteY2" fmla="*/ 12377 h 221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3367" h="221927">
                      <a:moveTo>
                        <a:pt x="0" y="221927"/>
                      </a:moveTo>
                      <a:cubicBezTo>
                        <a:pt x="53710" y="134614"/>
                        <a:pt x="112580" y="47302"/>
                        <a:pt x="130175" y="12377"/>
                      </a:cubicBezTo>
                      <a:cubicBezTo>
                        <a:pt x="147770" y="-22548"/>
                        <a:pt x="85990" y="29310"/>
                        <a:pt x="105569" y="12377"/>
                      </a:cubicBezTo>
                    </a:path>
                  </a:pathLst>
                </a:custGeom>
                <a:noFill/>
                <a:ln w="19050">
                  <a:solidFill>
                    <a:srgbClr val="32352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4" name="椭圆 53"/>
                <p:cNvSpPr/>
                <p:nvPr/>
              </p:nvSpPr>
              <p:spPr>
                <a:xfrm rot="1929490">
                  <a:off x="6137300" y="2994418"/>
                  <a:ext cx="88398" cy="250825"/>
                </a:xfrm>
                <a:prstGeom prst="ellipse">
                  <a:avLst/>
                </a:prstGeom>
                <a:noFill/>
                <a:ln w="19050">
                  <a:solidFill>
                    <a:srgbClr val="32352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5" name="任意多边形 54"/>
                <p:cNvSpPr/>
                <p:nvPr/>
              </p:nvSpPr>
              <p:spPr>
                <a:xfrm>
                  <a:off x="6253347" y="3070272"/>
                  <a:ext cx="119780" cy="221927"/>
                </a:xfrm>
                <a:custGeom>
                  <a:avLst/>
                  <a:gdLst>
                    <a:gd name="connsiteX0" fmla="*/ 0 w 138020"/>
                    <a:gd name="connsiteY0" fmla="*/ 221927 h 221927"/>
                    <a:gd name="connsiteX1" fmla="*/ 130175 w 138020"/>
                    <a:gd name="connsiteY1" fmla="*/ 12377 h 221927"/>
                    <a:gd name="connsiteX2" fmla="*/ 136525 w 138020"/>
                    <a:gd name="connsiteY2" fmla="*/ 12377 h 221927"/>
                    <a:gd name="connsiteX0" fmla="*/ 0 w 133367"/>
                    <a:gd name="connsiteY0" fmla="*/ 221927 h 221927"/>
                    <a:gd name="connsiteX1" fmla="*/ 130175 w 133367"/>
                    <a:gd name="connsiteY1" fmla="*/ 12377 h 221927"/>
                    <a:gd name="connsiteX2" fmla="*/ 105569 w 133367"/>
                    <a:gd name="connsiteY2" fmla="*/ 12377 h 221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3367" h="221927">
                      <a:moveTo>
                        <a:pt x="0" y="221927"/>
                      </a:moveTo>
                      <a:cubicBezTo>
                        <a:pt x="53710" y="134614"/>
                        <a:pt x="112580" y="47302"/>
                        <a:pt x="130175" y="12377"/>
                      </a:cubicBezTo>
                      <a:cubicBezTo>
                        <a:pt x="147770" y="-22548"/>
                        <a:pt x="85990" y="29310"/>
                        <a:pt x="105569" y="12377"/>
                      </a:cubicBezTo>
                    </a:path>
                  </a:pathLst>
                </a:custGeom>
                <a:noFill/>
                <a:ln w="19050">
                  <a:solidFill>
                    <a:srgbClr val="32352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52" name="矩形 61"/>
              <p:cNvSpPr/>
              <p:nvPr/>
            </p:nvSpPr>
            <p:spPr>
              <a:xfrm rot="7311335">
                <a:off x="5880912" y="4308963"/>
                <a:ext cx="420647" cy="49844"/>
              </a:xfrm>
              <a:custGeom>
                <a:avLst/>
                <a:gdLst>
                  <a:gd name="connsiteX0" fmla="*/ 0 w 356209"/>
                  <a:gd name="connsiteY0" fmla="*/ 0 h 559594"/>
                  <a:gd name="connsiteX1" fmla="*/ 356209 w 356209"/>
                  <a:gd name="connsiteY1" fmla="*/ 0 h 559594"/>
                  <a:gd name="connsiteX2" fmla="*/ 356209 w 356209"/>
                  <a:gd name="connsiteY2" fmla="*/ 559594 h 559594"/>
                  <a:gd name="connsiteX3" fmla="*/ 0 w 356209"/>
                  <a:gd name="connsiteY3" fmla="*/ 559594 h 559594"/>
                  <a:gd name="connsiteX4" fmla="*/ 0 w 356209"/>
                  <a:gd name="connsiteY4" fmla="*/ 0 h 559594"/>
                  <a:gd name="connsiteX0" fmla="*/ 338137 w 694346"/>
                  <a:gd name="connsiteY0" fmla="*/ 0 h 566738"/>
                  <a:gd name="connsiteX1" fmla="*/ 694346 w 694346"/>
                  <a:gd name="connsiteY1" fmla="*/ 0 h 566738"/>
                  <a:gd name="connsiteX2" fmla="*/ 694346 w 694346"/>
                  <a:gd name="connsiteY2" fmla="*/ 559594 h 566738"/>
                  <a:gd name="connsiteX3" fmla="*/ 0 w 694346"/>
                  <a:gd name="connsiteY3" fmla="*/ 566738 h 566738"/>
                  <a:gd name="connsiteX4" fmla="*/ 338137 w 694346"/>
                  <a:gd name="connsiteY4" fmla="*/ 0 h 566738"/>
                  <a:gd name="connsiteX0" fmla="*/ 338137 w 694346"/>
                  <a:gd name="connsiteY0" fmla="*/ 0 h 566738"/>
                  <a:gd name="connsiteX1" fmla="*/ 694346 w 694346"/>
                  <a:gd name="connsiteY1" fmla="*/ 0 h 566738"/>
                  <a:gd name="connsiteX2" fmla="*/ 382402 w 694346"/>
                  <a:gd name="connsiteY2" fmla="*/ 564357 h 566738"/>
                  <a:gd name="connsiteX3" fmla="*/ 0 w 694346"/>
                  <a:gd name="connsiteY3" fmla="*/ 566738 h 566738"/>
                  <a:gd name="connsiteX4" fmla="*/ 338137 w 694346"/>
                  <a:gd name="connsiteY4" fmla="*/ 0 h 566738"/>
                  <a:gd name="connsiteX0" fmla="*/ 463577 w 694346"/>
                  <a:gd name="connsiteY0" fmla="*/ 3357 h 566738"/>
                  <a:gd name="connsiteX1" fmla="*/ 694346 w 694346"/>
                  <a:gd name="connsiteY1" fmla="*/ 0 h 566738"/>
                  <a:gd name="connsiteX2" fmla="*/ 382402 w 694346"/>
                  <a:gd name="connsiteY2" fmla="*/ 564357 h 566738"/>
                  <a:gd name="connsiteX3" fmla="*/ 0 w 694346"/>
                  <a:gd name="connsiteY3" fmla="*/ 566738 h 566738"/>
                  <a:gd name="connsiteX4" fmla="*/ 463577 w 694346"/>
                  <a:gd name="connsiteY4" fmla="*/ 3357 h 566738"/>
                  <a:gd name="connsiteX0" fmla="*/ 463577 w 744441"/>
                  <a:gd name="connsiteY0" fmla="*/ 0 h 563381"/>
                  <a:gd name="connsiteX1" fmla="*/ 744441 w 744441"/>
                  <a:gd name="connsiteY1" fmla="*/ 144941 h 563381"/>
                  <a:gd name="connsiteX2" fmla="*/ 382402 w 744441"/>
                  <a:gd name="connsiteY2" fmla="*/ 561000 h 563381"/>
                  <a:gd name="connsiteX3" fmla="*/ 0 w 744441"/>
                  <a:gd name="connsiteY3" fmla="*/ 563381 h 563381"/>
                  <a:gd name="connsiteX4" fmla="*/ 463577 w 744441"/>
                  <a:gd name="connsiteY4" fmla="*/ 0 h 563381"/>
                  <a:gd name="connsiteX0" fmla="*/ 85748 w 744441"/>
                  <a:gd name="connsiteY0" fmla="*/ 325326 h 418440"/>
                  <a:gd name="connsiteX1" fmla="*/ 744441 w 744441"/>
                  <a:gd name="connsiteY1" fmla="*/ 0 h 418440"/>
                  <a:gd name="connsiteX2" fmla="*/ 382402 w 744441"/>
                  <a:gd name="connsiteY2" fmla="*/ 416059 h 418440"/>
                  <a:gd name="connsiteX3" fmla="*/ 0 w 744441"/>
                  <a:gd name="connsiteY3" fmla="*/ 418440 h 418440"/>
                  <a:gd name="connsiteX4" fmla="*/ 85748 w 744441"/>
                  <a:gd name="connsiteY4" fmla="*/ 325326 h 418440"/>
                  <a:gd name="connsiteX0" fmla="*/ 85748 w 457314"/>
                  <a:gd name="connsiteY0" fmla="*/ 0 h 93114"/>
                  <a:gd name="connsiteX1" fmla="*/ 457314 w 457314"/>
                  <a:gd name="connsiteY1" fmla="*/ 15691 h 93114"/>
                  <a:gd name="connsiteX2" fmla="*/ 382402 w 457314"/>
                  <a:gd name="connsiteY2" fmla="*/ 90733 h 93114"/>
                  <a:gd name="connsiteX3" fmla="*/ 0 w 457314"/>
                  <a:gd name="connsiteY3" fmla="*/ 93114 h 93114"/>
                  <a:gd name="connsiteX4" fmla="*/ 85748 w 457314"/>
                  <a:gd name="connsiteY4" fmla="*/ 0 h 93114"/>
                  <a:gd name="connsiteX0" fmla="*/ 34994 w 457314"/>
                  <a:gd name="connsiteY0" fmla="*/ 16405 h 77423"/>
                  <a:gd name="connsiteX1" fmla="*/ 457314 w 457314"/>
                  <a:gd name="connsiteY1" fmla="*/ 0 h 77423"/>
                  <a:gd name="connsiteX2" fmla="*/ 382402 w 457314"/>
                  <a:gd name="connsiteY2" fmla="*/ 75042 h 77423"/>
                  <a:gd name="connsiteX3" fmla="*/ 0 w 457314"/>
                  <a:gd name="connsiteY3" fmla="*/ 77423 h 77423"/>
                  <a:gd name="connsiteX4" fmla="*/ 34994 w 457314"/>
                  <a:gd name="connsiteY4" fmla="*/ 16405 h 77423"/>
                  <a:gd name="connsiteX0" fmla="*/ 34994 w 414683"/>
                  <a:gd name="connsiteY0" fmla="*/ 1 h 61019"/>
                  <a:gd name="connsiteX1" fmla="*/ 414683 w 414683"/>
                  <a:gd name="connsiteY1" fmla="*/ 13502 h 61019"/>
                  <a:gd name="connsiteX2" fmla="*/ 382402 w 414683"/>
                  <a:gd name="connsiteY2" fmla="*/ 58638 h 61019"/>
                  <a:gd name="connsiteX3" fmla="*/ 0 w 414683"/>
                  <a:gd name="connsiteY3" fmla="*/ 61019 h 61019"/>
                  <a:gd name="connsiteX4" fmla="*/ 34994 w 414683"/>
                  <a:gd name="connsiteY4" fmla="*/ 1 h 61019"/>
                  <a:gd name="connsiteX0" fmla="*/ 35233 w 414683"/>
                  <a:gd name="connsiteY0" fmla="*/ 3886 h 47516"/>
                  <a:gd name="connsiteX1" fmla="*/ 414683 w 414683"/>
                  <a:gd name="connsiteY1" fmla="*/ -1 h 47516"/>
                  <a:gd name="connsiteX2" fmla="*/ 382402 w 414683"/>
                  <a:gd name="connsiteY2" fmla="*/ 45135 h 47516"/>
                  <a:gd name="connsiteX3" fmla="*/ 0 w 414683"/>
                  <a:gd name="connsiteY3" fmla="*/ 47516 h 47516"/>
                  <a:gd name="connsiteX4" fmla="*/ 35233 w 414683"/>
                  <a:gd name="connsiteY4" fmla="*/ 3886 h 47516"/>
                  <a:gd name="connsiteX0" fmla="*/ 35233 w 416622"/>
                  <a:gd name="connsiteY0" fmla="*/ 0 h 43630"/>
                  <a:gd name="connsiteX1" fmla="*/ 416622 w 416622"/>
                  <a:gd name="connsiteY1" fmla="*/ 5285 h 43630"/>
                  <a:gd name="connsiteX2" fmla="*/ 382402 w 416622"/>
                  <a:gd name="connsiteY2" fmla="*/ 41249 h 43630"/>
                  <a:gd name="connsiteX3" fmla="*/ 0 w 416622"/>
                  <a:gd name="connsiteY3" fmla="*/ 43630 h 43630"/>
                  <a:gd name="connsiteX4" fmla="*/ 35233 w 416622"/>
                  <a:gd name="connsiteY4" fmla="*/ 0 h 43630"/>
                  <a:gd name="connsiteX0" fmla="*/ 32140 w 416622"/>
                  <a:gd name="connsiteY0" fmla="*/ 396 h 38345"/>
                  <a:gd name="connsiteX1" fmla="*/ 416622 w 416622"/>
                  <a:gd name="connsiteY1" fmla="*/ 0 h 38345"/>
                  <a:gd name="connsiteX2" fmla="*/ 382402 w 416622"/>
                  <a:gd name="connsiteY2" fmla="*/ 35964 h 38345"/>
                  <a:gd name="connsiteX3" fmla="*/ 0 w 416622"/>
                  <a:gd name="connsiteY3" fmla="*/ 38345 h 38345"/>
                  <a:gd name="connsiteX4" fmla="*/ 32140 w 416622"/>
                  <a:gd name="connsiteY4" fmla="*/ 396 h 38345"/>
                  <a:gd name="connsiteX0" fmla="*/ 53050 w 437532"/>
                  <a:gd name="connsiteY0" fmla="*/ 396 h 38904"/>
                  <a:gd name="connsiteX1" fmla="*/ 437532 w 437532"/>
                  <a:gd name="connsiteY1" fmla="*/ 0 h 38904"/>
                  <a:gd name="connsiteX2" fmla="*/ 403312 w 437532"/>
                  <a:gd name="connsiteY2" fmla="*/ 35964 h 38904"/>
                  <a:gd name="connsiteX3" fmla="*/ 0 w 437532"/>
                  <a:gd name="connsiteY3" fmla="*/ 38904 h 38904"/>
                  <a:gd name="connsiteX4" fmla="*/ 53050 w 437532"/>
                  <a:gd name="connsiteY4" fmla="*/ 396 h 38904"/>
                  <a:gd name="connsiteX0" fmla="*/ 57992 w 442474"/>
                  <a:gd name="connsiteY0" fmla="*/ 396 h 36696"/>
                  <a:gd name="connsiteX1" fmla="*/ 442474 w 442474"/>
                  <a:gd name="connsiteY1" fmla="*/ 0 h 36696"/>
                  <a:gd name="connsiteX2" fmla="*/ 408254 w 442474"/>
                  <a:gd name="connsiteY2" fmla="*/ 35964 h 36696"/>
                  <a:gd name="connsiteX3" fmla="*/ -1 w 442474"/>
                  <a:gd name="connsiteY3" fmla="*/ 36696 h 36696"/>
                  <a:gd name="connsiteX4" fmla="*/ 57992 w 442474"/>
                  <a:gd name="connsiteY4" fmla="*/ 396 h 36696"/>
                  <a:gd name="connsiteX0" fmla="*/ 57993 w 458442"/>
                  <a:gd name="connsiteY0" fmla="*/ 3164 h 39464"/>
                  <a:gd name="connsiteX1" fmla="*/ 458442 w 458442"/>
                  <a:gd name="connsiteY1" fmla="*/ 0 h 39464"/>
                  <a:gd name="connsiteX2" fmla="*/ 408255 w 458442"/>
                  <a:gd name="connsiteY2" fmla="*/ 38732 h 39464"/>
                  <a:gd name="connsiteX3" fmla="*/ 0 w 458442"/>
                  <a:gd name="connsiteY3" fmla="*/ 39464 h 39464"/>
                  <a:gd name="connsiteX4" fmla="*/ 57993 w 458442"/>
                  <a:gd name="connsiteY4" fmla="*/ 3164 h 39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8442" h="39464">
                    <a:moveTo>
                      <a:pt x="57993" y="3164"/>
                    </a:moveTo>
                    <a:lnTo>
                      <a:pt x="458442" y="0"/>
                    </a:lnTo>
                    <a:lnTo>
                      <a:pt x="408255" y="38732"/>
                    </a:lnTo>
                    <a:lnTo>
                      <a:pt x="0" y="39464"/>
                    </a:lnTo>
                    <a:lnTo>
                      <a:pt x="57993" y="3164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56" name="图片 55" descr="查看源图像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538" t="12792" r="17333" b="13562"/>
            <a:stretch>
              <a:fillRect/>
            </a:stretch>
          </p:blipFill>
          <p:spPr bwMode="auto">
            <a:xfrm>
              <a:off x="1493408" y="4036145"/>
              <a:ext cx="1904602" cy="1590827"/>
            </a:xfrm>
            <a:custGeom>
              <a:avLst/>
              <a:gdLst>
                <a:gd name="connsiteX0" fmla="*/ 0 w 3247594"/>
                <a:gd name="connsiteY0" fmla="*/ 0 h 2712566"/>
                <a:gd name="connsiteX1" fmla="*/ 3247594 w 3247594"/>
                <a:gd name="connsiteY1" fmla="*/ 0 h 2712566"/>
                <a:gd name="connsiteX2" fmla="*/ 3247594 w 3247594"/>
                <a:gd name="connsiteY2" fmla="*/ 2712566 h 2712566"/>
                <a:gd name="connsiteX3" fmla="*/ 0 w 3247594"/>
                <a:gd name="connsiteY3" fmla="*/ 2712566 h 2712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7594" h="2712566">
                  <a:moveTo>
                    <a:pt x="0" y="0"/>
                  </a:moveTo>
                  <a:lnTo>
                    <a:pt x="3247594" y="0"/>
                  </a:lnTo>
                  <a:lnTo>
                    <a:pt x="3247594" y="2712566"/>
                  </a:lnTo>
                  <a:lnTo>
                    <a:pt x="0" y="2712566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57" name="组合 56"/>
            <p:cNvGrpSpPr/>
            <p:nvPr/>
          </p:nvGrpSpPr>
          <p:grpSpPr>
            <a:xfrm>
              <a:off x="5315935" y="2094047"/>
              <a:ext cx="2846008" cy="3709052"/>
              <a:chOff x="5315935" y="2094047"/>
              <a:chExt cx="2846008" cy="3709052"/>
            </a:xfrm>
          </p:grpSpPr>
          <p:grpSp>
            <p:nvGrpSpPr>
              <p:cNvPr id="58" name="组合 57"/>
              <p:cNvGrpSpPr/>
              <p:nvPr/>
            </p:nvGrpSpPr>
            <p:grpSpPr>
              <a:xfrm>
                <a:off x="5734978" y="4879710"/>
                <a:ext cx="1753037" cy="923389"/>
                <a:chOff x="2362927" y="4768729"/>
                <a:chExt cx="1753037" cy="923389"/>
              </a:xfrm>
            </p:grpSpPr>
            <p:sp>
              <p:nvSpPr>
                <p:cNvPr id="66" name="椭圆 65"/>
                <p:cNvSpPr/>
                <p:nvPr/>
              </p:nvSpPr>
              <p:spPr>
                <a:xfrm>
                  <a:off x="2362927" y="4768729"/>
                  <a:ext cx="325160" cy="923389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7" name="椭圆 66"/>
                <p:cNvSpPr/>
                <p:nvPr/>
              </p:nvSpPr>
              <p:spPr>
                <a:xfrm>
                  <a:off x="2414021" y="4969935"/>
                  <a:ext cx="159682" cy="527748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" name="椭圆 67"/>
                <p:cNvSpPr/>
                <p:nvPr/>
              </p:nvSpPr>
              <p:spPr>
                <a:xfrm>
                  <a:off x="2414719" y="5126488"/>
                  <a:ext cx="99973" cy="199120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9" name="任意多边形 68"/>
                <p:cNvSpPr/>
                <p:nvPr/>
              </p:nvSpPr>
              <p:spPr>
                <a:xfrm>
                  <a:off x="2544640" y="4768729"/>
                  <a:ext cx="1571324" cy="923389"/>
                </a:xfrm>
                <a:custGeom>
                  <a:avLst/>
                  <a:gdLst>
                    <a:gd name="connsiteX0" fmla="*/ 0 w 751645"/>
                    <a:gd name="connsiteY0" fmla="*/ 0 h 422278"/>
                    <a:gd name="connsiteX1" fmla="*/ 686044 w 751645"/>
                    <a:gd name="connsiteY1" fmla="*/ 0 h 422278"/>
                    <a:gd name="connsiteX2" fmla="*/ 751645 w 751645"/>
                    <a:gd name="connsiteY2" fmla="*/ 211139 h 422278"/>
                    <a:gd name="connsiteX3" fmla="*/ 686044 w 751645"/>
                    <a:gd name="connsiteY3" fmla="*/ 422278 h 422278"/>
                    <a:gd name="connsiteX4" fmla="*/ 686041 w 751645"/>
                    <a:gd name="connsiteY4" fmla="*/ 422277 h 422278"/>
                    <a:gd name="connsiteX5" fmla="*/ 0 w 751645"/>
                    <a:gd name="connsiteY5" fmla="*/ 422277 h 422278"/>
                    <a:gd name="connsiteX6" fmla="*/ 0 w 751645"/>
                    <a:gd name="connsiteY6" fmla="*/ 419773 h 422278"/>
                    <a:gd name="connsiteX7" fmla="*/ 6235 w 751645"/>
                    <a:gd name="connsiteY7" fmla="*/ 417989 h 422278"/>
                    <a:gd name="connsiteX8" fmla="*/ 65601 w 751645"/>
                    <a:gd name="connsiteY8" fmla="*/ 211139 h 422278"/>
                    <a:gd name="connsiteX9" fmla="*/ 6235 w 751645"/>
                    <a:gd name="connsiteY9" fmla="*/ 4290 h 422278"/>
                    <a:gd name="connsiteX10" fmla="*/ 0 w 751645"/>
                    <a:gd name="connsiteY10" fmla="*/ 2505 h 4222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51645" h="422278">
                      <a:moveTo>
                        <a:pt x="0" y="0"/>
                      </a:moveTo>
                      <a:lnTo>
                        <a:pt x="686044" y="0"/>
                      </a:lnTo>
                      <a:cubicBezTo>
                        <a:pt x="722274" y="0"/>
                        <a:pt x="751645" y="94530"/>
                        <a:pt x="751645" y="211139"/>
                      </a:cubicBezTo>
                      <a:cubicBezTo>
                        <a:pt x="751645" y="327748"/>
                        <a:pt x="722274" y="422278"/>
                        <a:pt x="686044" y="422278"/>
                      </a:cubicBezTo>
                      <a:lnTo>
                        <a:pt x="686041" y="422277"/>
                      </a:lnTo>
                      <a:lnTo>
                        <a:pt x="0" y="422277"/>
                      </a:lnTo>
                      <a:lnTo>
                        <a:pt x="0" y="419773"/>
                      </a:lnTo>
                      <a:lnTo>
                        <a:pt x="6235" y="417989"/>
                      </a:lnTo>
                      <a:cubicBezTo>
                        <a:pt x="40115" y="398301"/>
                        <a:pt x="65601" y="313172"/>
                        <a:pt x="65601" y="211139"/>
                      </a:cubicBezTo>
                      <a:cubicBezTo>
                        <a:pt x="65601" y="109106"/>
                        <a:pt x="40115" y="23978"/>
                        <a:pt x="6235" y="4290"/>
                      </a:cubicBezTo>
                      <a:lnTo>
                        <a:pt x="0" y="2505"/>
                      </a:lnTo>
                      <a:close/>
                    </a:path>
                  </a:pathLst>
                </a:custGeom>
                <a:gradFill>
                  <a:gsLst>
                    <a:gs pos="26000">
                      <a:schemeClr val="accent1">
                        <a:lumMod val="5000"/>
                        <a:lumOff val="95000"/>
                      </a:schemeClr>
                    </a:gs>
                    <a:gs pos="93000">
                      <a:schemeClr val="accent6"/>
                    </a:gs>
                  </a:gsLst>
                  <a:lin ang="5400000" scaled="1"/>
                </a:gra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0" name="椭圆 69"/>
                <p:cNvSpPr/>
                <p:nvPr/>
              </p:nvSpPr>
              <p:spPr>
                <a:xfrm>
                  <a:off x="3655422" y="5022820"/>
                  <a:ext cx="369512" cy="369513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1" name="椭圆 70"/>
                <p:cNvSpPr/>
                <p:nvPr/>
              </p:nvSpPr>
              <p:spPr>
                <a:xfrm>
                  <a:off x="2777942" y="5022822"/>
                  <a:ext cx="369512" cy="369513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72" name="直接连接符 71"/>
                <p:cNvCxnSpPr/>
                <p:nvPr/>
              </p:nvCxnSpPr>
              <p:spPr>
                <a:xfrm>
                  <a:off x="2845445" y="5207577"/>
                  <a:ext cx="22911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直接连接符 72"/>
                <p:cNvCxnSpPr/>
                <p:nvPr/>
              </p:nvCxnSpPr>
              <p:spPr>
                <a:xfrm>
                  <a:off x="3725622" y="5199858"/>
                  <a:ext cx="22911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直接连接符 73"/>
                <p:cNvCxnSpPr/>
                <p:nvPr/>
              </p:nvCxnSpPr>
              <p:spPr>
                <a:xfrm>
                  <a:off x="2959998" y="5080876"/>
                  <a:ext cx="0" cy="24473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9" name="组合 58"/>
              <p:cNvGrpSpPr/>
              <p:nvPr/>
            </p:nvGrpSpPr>
            <p:grpSpPr>
              <a:xfrm>
                <a:off x="5315935" y="2094047"/>
                <a:ext cx="2398972" cy="1612863"/>
                <a:chOff x="5315935" y="2094047"/>
                <a:chExt cx="2398972" cy="1612863"/>
              </a:xfrm>
            </p:grpSpPr>
            <p:sp>
              <p:nvSpPr>
                <p:cNvPr id="61" name="任意多边形 60"/>
                <p:cNvSpPr/>
                <p:nvPr/>
              </p:nvSpPr>
              <p:spPr>
                <a:xfrm>
                  <a:off x="5770310" y="2094047"/>
                  <a:ext cx="583009" cy="1612863"/>
                </a:xfrm>
                <a:custGeom>
                  <a:avLst/>
                  <a:gdLst>
                    <a:gd name="connsiteX0" fmla="*/ 2192 w 582624"/>
                    <a:gd name="connsiteY0" fmla="*/ 36522 h 1656991"/>
                    <a:gd name="connsiteX1" fmla="*/ 159354 w 582624"/>
                    <a:gd name="connsiteY1" fmla="*/ 31759 h 1656991"/>
                    <a:gd name="connsiteX2" fmla="*/ 402242 w 582624"/>
                    <a:gd name="connsiteY2" fmla="*/ 236547 h 1656991"/>
                    <a:gd name="connsiteX3" fmla="*/ 578454 w 582624"/>
                    <a:gd name="connsiteY3" fmla="*/ 784234 h 1656991"/>
                    <a:gd name="connsiteX4" fmla="*/ 511779 w 582624"/>
                    <a:gd name="connsiteY4" fmla="*/ 1484322 h 1656991"/>
                    <a:gd name="connsiteX5" fmla="*/ 340329 w 582624"/>
                    <a:gd name="connsiteY5" fmla="*/ 1651009 h 1656991"/>
                    <a:gd name="connsiteX6" fmla="*/ 221267 w 582624"/>
                    <a:gd name="connsiteY6" fmla="*/ 1608147 h 1656991"/>
                    <a:gd name="connsiteX7" fmla="*/ 283179 w 582624"/>
                    <a:gd name="connsiteY7" fmla="*/ 1493847 h 1656991"/>
                    <a:gd name="connsiteX8" fmla="*/ 354617 w 582624"/>
                    <a:gd name="connsiteY8" fmla="*/ 1236672 h 1656991"/>
                    <a:gd name="connsiteX9" fmla="*/ 378429 w 582624"/>
                    <a:gd name="connsiteY9" fmla="*/ 846147 h 1656991"/>
                    <a:gd name="connsiteX10" fmla="*/ 273654 w 582624"/>
                    <a:gd name="connsiteY10" fmla="*/ 374659 h 1656991"/>
                    <a:gd name="connsiteX11" fmla="*/ 2192 w 582624"/>
                    <a:gd name="connsiteY11" fmla="*/ 36522 h 1656991"/>
                    <a:gd name="connsiteX0" fmla="*/ 2192 w 582624"/>
                    <a:gd name="connsiteY0" fmla="*/ 36522 h 1656991"/>
                    <a:gd name="connsiteX1" fmla="*/ 159354 w 582624"/>
                    <a:gd name="connsiteY1" fmla="*/ 31759 h 1656991"/>
                    <a:gd name="connsiteX2" fmla="*/ 402242 w 582624"/>
                    <a:gd name="connsiteY2" fmla="*/ 236547 h 1656991"/>
                    <a:gd name="connsiteX3" fmla="*/ 578454 w 582624"/>
                    <a:gd name="connsiteY3" fmla="*/ 784234 h 1656991"/>
                    <a:gd name="connsiteX4" fmla="*/ 511779 w 582624"/>
                    <a:gd name="connsiteY4" fmla="*/ 1484322 h 1656991"/>
                    <a:gd name="connsiteX5" fmla="*/ 340329 w 582624"/>
                    <a:gd name="connsiteY5" fmla="*/ 1651009 h 1656991"/>
                    <a:gd name="connsiteX6" fmla="*/ 221267 w 582624"/>
                    <a:gd name="connsiteY6" fmla="*/ 1608147 h 1656991"/>
                    <a:gd name="connsiteX7" fmla="*/ 283179 w 582624"/>
                    <a:gd name="connsiteY7" fmla="*/ 1493847 h 1656991"/>
                    <a:gd name="connsiteX8" fmla="*/ 354617 w 582624"/>
                    <a:gd name="connsiteY8" fmla="*/ 1236672 h 1656991"/>
                    <a:gd name="connsiteX9" fmla="*/ 378429 w 582624"/>
                    <a:gd name="connsiteY9" fmla="*/ 846147 h 1656991"/>
                    <a:gd name="connsiteX10" fmla="*/ 273654 w 582624"/>
                    <a:gd name="connsiteY10" fmla="*/ 374659 h 1656991"/>
                    <a:gd name="connsiteX11" fmla="*/ 2192 w 582624"/>
                    <a:gd name="connsiteY11" fmla="*/ 36522 h 1656991"/>
                    <a:gd name="connsiteX0" fmla="*/ 0 w 580432"/>
                    <a:gd name="connsiteY0" fmla="*/ 20487 h 1640956"/>
                    <a:gd name="connsiteX1" fmla="*/ 157162 w 580432"/>
                    <a:gd name="connsiteY1" fmla="*/ 15724 h 1640956"/>
                    <a:gd name="connsiteX2" fmla="*/ 400050 w 580432"/>
                    <a:gd name="connsiteY2" fmla="*/ 220512 h 1640956"/>
                    <a:gd name="connsiteX3" fmla="*/ 576262 w 580432"/>
                    <a:gd name="connsiteY3" fmla="*/ 768199 h 1640956"/>
                    <a:gd name="connsiteX4" fmla="*/ 509587 w 580432"/>
                    <a:gd name="connsiteY4" fmla="*/ 1468287 h 1640956"/>
                    <a:gd name="connsiteX5" fmla="*/ 338137 w 580432"/>
                    <a:gd name="connsiteY5" fmla="*/ 1634974 h 1640956"/>
                    <a:gd name="connsiteX6" fmla="*/ 219075 w 580432"/>
                    <a:gd name="connsiteY6" fmla="*/ 1592112 h 1640956"/>
                    <a:gd name="connsiteX7" fmla="*/ 280987 w 580432"/>
                    <a:gd name="connsiteY7" fmla="*/ 1477812 h 1640956"/>
                    <a:gd name="connsiteX8" fmla="*/ 352425 w 580432"/>
                    <a:gd name="connsiteY8" fmla="*/ 1220637 h 1640956"/>
                    <a:gd name="connsiteX9" fmla="*/ 376237 w 580432"/>
                    <a:gd name="connsiteY9" fmla="*/ 830112 h 1640956"/>
                    <a:gd name="connsiteX10" fmla="*/ 271462 w 580432"/>
                    <a:gd name="connsiteY10" fmla="*/ 358624 h 1640956"/>
                    <a:gd name="connsiteX11" fmla="*/ 0 w 580432"/>
                    <a:gd name="connsiteY11" fmla="*/ 20487 h 1640956"/>
                    <a:gd name="connsiteX0" fmla="*/ 0 w 580432"/>
                    <a:gd name="connsiteY0" fmla="*/ 5954 h 1626423"/>
                    <a:gd name="connsiteX1" fmla="*/ 157162 w 580432"/>
                    <a:gd name="connsiteY1" fmla="*/ 1191 h 1626423"/>
                    <a:gd name="connsiteX2" fmla="*/ 400050 w 580432"/>
                    <a:gd name="connsiteY2" fmla="*/ 205979 h 1626423"/>
                    <a:gd name="connsiteX3" fmla="*/ 576262 w 580432"/>
                    <a:gd name="connsiteY3" fmla="*/ 753666 h 1626423"/>
                    <a:gd name="connsiteX4" fmla="*/ 509587 w 580432"/>
                    <a:gd name="connsiteY4" fmla="*/ 1453754 h 1626423"/>
                    <a:gd name="connsiteX5" fmla="*/ 338137 w 580432"/>
                    <a:gd name="connsiteY5" fmla="*/ 1620441 h 1626423"/>
                    <a:gd name="connsiteX6" fmla="*/ 219075 w 580432"/>
                    <a:gd name="connsiteY6" fmla="*/ 1577579 h 1626423"/>
                    <a:gd name="connsiteX7" fmla="*/ 280987 w 580432"/>
                    <a:gd name="connsiteY7" fmla="*/ 1463279 h 1626423"/>
                    <a:gd name="connsiteX8" fmla="*/ 352425 w 580432"/>
                    <a:gd name="connsiteY8" fmla="*/ 1206104 h 1626423"/>
                    <a:gd name="connsiteX9" fmla="*/ 376237 w 580432"/>
                    <a:gd name="connsiteY9" fmla="*/ 815579 h 1626423"/>
                    <a:gd name="connsiteX10" fmla="*/ 271462 w 580432"/>
                    <a:gd name="connsiteY10" fmla="*/ 344091 h 1626423"/>
                    <a:gd name="connsiteX11" fmla="*/ 0 w 580432"/>
                    <a:gd name="connsiteY11" fmla="*/ 5954 h 1626423"/>
                    <a:gd name="connsiteX0" fmla="*/ 0 w 580432"/>
                    <a:gd name="connsiteY0" fmla="*/ 5954 h 1626423"/>
                    <a:gd name="connsiteX1" fmla="*/ 157162 w 580432"/>
                    <a:gd name="connsiteY1" fmla="*/ 1191 h 1626423"/>
                    <a:gd name="connsiteX2" fmla="*/ 400050 w 580432"/>
                    <a:gd name="connsiteY2" fmla="*/ 205979 h 1626423"/>
                    <a:gd name="connsiteX3" fmla="*/ 576262 w 580432"/>
                    <a:gd name="connsiteY3" fmla="*/ 753666 h 1626423"/>
                    <a:gd name="connsiteX4" fmla="*/ 509587 w 580432"/>
                    <a:gd name="connsiteY4" fmla="*/ 1453754 h 1626423"/>
                    <a:gd name="connsiteX5" fmla="*/ 338137 w 580432"/>
                    <a:gd name="connsiteY5" fmla="*/ 1620441 h 1626423"/>
                    <a:gd name="connsiteX6" fmla="*/ 219075 w 580432"/>
                    <a:gd name="connsiteY6" fmla="*/ 1577579 h 1626423"/>
                    <a:gd name="connsiteX7" fmla="*/ 280987 w 580432"/>
                    <a:gd name="connsiteY7" fmla="*/ 1463279 h 1626423"/>
                    <a:gd name="connsiteX8" fmla="*/ 352425 w 580432"/>
                    <a:gd name="connsiteY8" fmla="*/ 1206104 h 1626423"/>
                    <a:gd name="connsiteX9" fmla="*/ 376237 w 580432"/>
                    <a:gd name="connsiteY9" fmla="*/ 815579 h 1626423"/>
                    <a:gd name="connsiteX10" fmla="*/ 271462 w 580432"/>
                    <a:gd name="connsiteY10" fmla="*/ 344091 h 1626423"/>
                    <a:gd name="connsiteX11" fmla="*/ 0 w 580432"/>
                    <a:gd name="connsiteY11" fmla="*/ 5954 h 1626423"/>
                    <a:gd name="connsiteX0" fmla="*/ 0 w 580432"/>
                    <a:gd name="connsiteY0" fmla="*/ 5954 h 1626423"/>
                    <a:gd name="connsiteX1" fmla="*/ 157162 w 580432"/>
                    <a:gd name="connsiteY1" fmla="*/ 1191 h 1626423"/>
                    <a:gd name="connsiteX2" fmla="*/ 400050 w 580432"/>
                    <a:gd name="connsiteY2" fmla="*/ 205979 h 1626423"/>
                    <a:gd name="connsiteX3" fmla="*/ 576262 w 580432"/>
                    <a:gd name="connsiteY3" fmla="*/ 753666 h 1626423"/>
                    <a:gd name="connsiteX4" fmla="*/ 509587 w 580432"/>
                    <a:gd name="connsiteY4" fmla="*/ 1453754 h 1626423"/>
                    <a:gd name="connsiteX5" fmla="*/ 338137 w 580432"/>
                    <a:gd name="connsiteY5" fmla="*/ 1620441 h 1626423"/>
                    <a:gd name="connsiteX6" fmla="*/ 219075 w 580432"/>
                    <a:gd name="connsiteY6" fmla="*/ 1577579 h 1626423"/>
                    <a:gd name="connsiteX7" fmla="*/ 280987 w 580432"/>
                    <a:gd name="connsiteY7" fmla="*/ 1463279 h 1626423"/>
                    <a:gd name="connsiteX8" fmla="*/ 352425 w 580432"/>
                    <a:gd name="connsiteY8" fmla="*/ 1206104 h 1626423"/>
                    <a:gd name="connsiteX9" fmla="*/ 376237 w 580432"/>
                    <a:gd name="connsiteY9" fmla="*/ 815579 h 1626423"/>
                    <a:gd name="connsiteX10" fmla="*/ 271462 w 580432"/>
                    <a:gd name="connsiteY10" fmla="*/ 344091 h 1626423"/>
                    <a:gd name="connsiteX11" fmla="*/ 0 w 580432"/>
                    <a:gd name="connsiteY11" fmla="*/ 5954 h 1626423"/>
                    <a:gd name="connsiteX0" fmla="*/ 0 w 580923"/>
                    <a:gd name="connsiteY0" fmla="*/ 5954 h 1626423"/>
                    <a:gd name="connsiteX1" fmla="*/ 157162 w 580923"/>
                    <a:gd name="connsiteY1" fmla="*/ 1191 h 1626423"/>
                    <a:gd name="connsiteX2" fmla="*/ 400050 w 580923"/>
                    <a:gd name="connsiteY2" fmla="*/ 205979 h 1626423"/>
                    <a:gd name="connsiteX3" fmla="*/ 576262 w 580923"/>
                    <a:gd name="connsiteY3" fmla="*/ 753666 h 1626423"/>
                    <a:gd name="connsiteX4" fmla="*/ 509587 w 580923"/>
                    <a:gd name="connsiteY4" fmla="*/ 1453754 h 1626423"/>
                    <a:gd name="connsiteX5" fmla="*/ 338137 w 580923"/>
                    <a:gd name="connsiteY5" fmla="*/ 1620441 h 1626423"/>
                    <a:gd name="connsiteX6" fmla="*/ 219075 w 580923"/>
                    <a:gd name="connsiteY6" fmla="*/ 1577579 h 1626423"/>
                    <a:gd name="connsiteX7" fmla="*/ 280987 w 580923"/>
                    <a:gd name="connsiteY7" fmla="*/ 1463279 h 1626423"/>
                    <a:gd name="connsiteX8" fmla="*/ 352425 w 580923"/>
                    <a:gd name="connsiteY8" fmla="*/ 1206104 h 1626423"/>
                    <a:gd name="connsiteX9" fmla="*/ 376237 w 580923"/>
                    <a:gd name="connsiteY9" fmla="*/ 815579 h 1626423"/>
                    <a:gd name="connsiteX10" fmla="*/ 271462 w 580923"/>
                    <a:gd name="connsiteY10" fmla="*/ 344091 h 1626423"/>
                    <a:gd name="connsiteX11" fmla="*/ 0 w 580923"/>
                    <a:gd name="connsiteY11" fmla="*/ 5954 h 1626423"/>
                    <a:gd name="connsiteX0" fmla="*/ 0 w 580923"/>
                    <a:gd name="connsiteY0" fmla="*/ 5954 h 1620536"/>
                    <a:gd name="connsiteX1" fmla="*/ 157162 w 580923"/>
                    <a:gd name="connsiteY1" fmla="*/ 1191 h 1620536"/>
                    <a:gd name="connsiteX2" fmla="*/ 400050 w 580923"/>
                    <a:gd name="connsiteY2" fmla="*/ 205979 h 1620536"/>
                    <a:gd name="connsiteX3" fmla="*/ 576262 w 580923"/>
                    <a:gd name="connsiteY3" fmla="*/ 753666 h 1620536"/>
                    <a:gd name="connsiteX4" fmla="*/ 509587 w 580923"/>
                    <a:gd name="connsiteY4" fmla="*/ 1453754 h 1620536"/>
                    <a:gd name="connsiteX5" fmla="*/ 338137 w 580923"/>
                    <a:gd name="connsiteY5" fmla="*/ 1620441 h 1620536"/>
                    <a:gd name="connsiteX6" fmla="*/ 219075 w 580923"/>
                    <a:gd name="connsiteY6" fmla="*/ 1577579 h 1620536"/>
                    <a:gd name="connsiteX7" fmla="*/ 280987 w 580923"/>
                    <a:gd name="connsiteY7" fmla="*/ 1463279 h 1620536"/>
                    <a:gd name="connsiteX8" fmla="*/ 352425 w 580923"/>
                    <a:gd name="connsiteY8" fmla="*/ 1206104 h 1620536"/>
                    <a:gd name="connsiteX9" fmla="*/ 376237 w 580923"/>
                    <a:gd name="connsiteY9" fmla="*/ 815579 h 1620536"/>
                    <a:gd name="connsiteX10" fmla="*/ 271462 w 580923"/>
                    <a:gd name="connsiteY10" fmla="*/ 344091 h 1620536"/>
                    <a:gd name="connsiteX11" fmla="*/ 0 w 580923"/>
                    <a:gd name="connsiteY11" fmla="*/ 5954 h 1620536"/>
                    <a:gd name="connsiteX0" fmla="*/ 0 w 580923"/>
                    <a:gd name="connsiteY0" fmla="*/ 5954 h 1620536"/>
                    <a:gd name="connsiteX1" fmla="*/ 157162 w 580923"/>
                    <a:gd name="connsiteY1" fmla="*/ 1191 h 1620536"/>
                    <a:gd name="connsiteX2" fmla="*/ 400050 w 580923"/>
                    <a:gd name="connsiteY2" fmla="*/ 205979 h 1620536"/>
                    <a:gd name="connsiteX3" fmla="*/ 576262 w 580923"/>
                    <a:gd name="connsiteY3" fmla="*/ 753666 h 1620536"/>
                    <a:gd name="connsiteX4" fmla="*/ 509587 w 580923"/>
                    <a:gd name="connsiteY4" fmla="*/ 1453754 h 1620536"/>
                    <a:gd name="connsiteX5" fmla="*/ 338137 w 580923"/>
                    <a:gd name="connsiteY5" fmla="*/ 1620441 h 1620536"/>
                    <a:gd name="connsiteX6" fmla="*/ 219075 w 580923"/>
                    <a:gd name="connsiteY6" fmla="*/ 1577579 h 1620536"/>
                    <a:gd name="connsiteX7" fmla="*/ 280987 w 580923"/>
                    <a:gd name="connsiteY7" fmla="*/ 1463279 h 1620536"/>
                    <a:gd name="connsiteX8" fmla="*/ 352425 w 580923"/>
                    <a:gd name="connsiteY8" fmla="*/ 1206104 h 1620536"/>
                    <a:gd name="connsiteX9" fmla="*/ 376237 w 580923"/>
                    <a:gd name="connsiteY9" fmla="*/ 815579 h 1620536"/>
                    <a:gd name="connsiteX10" fmla="*/ 271462 w 580923"/>
                    <a:gd name="connsiteY10" fmla="*/ 344091 h 1620536"/>
                    <a:gd name="connsiteX11" fmla="*/ 0 w 580923"/>
                    <a:gd name="connsiteY11" fmla="*/ 5954 h 1620536"/>
                    <a:gd name="connsiteX0" fmla="*/ 0 w 580923"/>
                    <a:gd name="connsiteY0" fmla="*/ 5954 h 1620518"/>
                    <a:gd name="connsiteX1" fmla="*/ 157162 w 580923"/>
                    <a:gd name="connsiteY1" fmla="*/ 1191 h 1620518"/>
                    <a:gd name="connsiteX2" fmla="*/ 400050 w 580923"/>
                    <a:gd name="connsiteY2" fmla="*/ 205979 h 1620518"/>
                    <a:gd name="connsiteX3" fmla="*/ 576262 w 580923"/>
                    <a:gd name="connsiteY3" fmla="*/ 753666 h 1620518"/>
                    <a:gd name="connsiteX4" fmla="*/ 509587 w 580923"/>
                    <a:gd name="connsiteY4" fmla="*/ 1453754 h 1620518"/>
                    <a:gd name="connsiteX5" fmla="*/ 338137 w 580923"/>
                    <a:gd name="connsiteY5" fmla="*/ 1620441 h 1620518"/>
                    <a:gd name="connsiteX6" fmla="*/ 219075 w 580923"/>
                    <a:gd name="connsiteY6" fmla="*/ 1577579 h 1620518"/>
                    <a:gd name="connsiteX7" fmla="*/ 280987 w 580923"/>
                    <a:gd name="connsiteY7" fmla="*/ 1463279 h 1620518"/>
                    <a:gd name="connsiteX8" fmla="*/ 352425 w 580923"/>
                    <a:gd name="connsiteY8" fmla="*/ 1206104 h 1620518"/>
                    <a:gd name="connsiteX9" fmla="*/ 376237 w 580923"/>
                    <a:gd name="connsiteY9" fmla="*/ 815579 h 1620518"/>
                    <a:gd name="connsiteX10" fmla="*/ 271462 w 580923"/>
                    <a:gd name="connsiteY10" fmla="*/ 344091 h 1620518"/>
                    <a:gd name="connsiteX11" fmla="*/ 0 w 580923"/>
                    <a:gd name="connsiteY11" fmla="*/ 5954 h 1620518"/>
                    <a:gd name="connsiteX0" fmla="*/ 0 w 580407"/>
                    <a:gd name="connsiteY0" fmla="*/ 5954 h 1611042"/>
                    <a:gd name="connsiteX1" fmla="*/ 157162 w 580407"/>
                    <a:gd name="connsiteY1" fmla="*/ 1191 h 1611042"/>
                    <a:gd name="connsiteX2" fmla="*/ 400050 w 580407"/>
                    <a:gd name="connsiteY2" fmla="*/ 205979 h 1611042"/>
                    <a:gd name="connsiteX3" fmla="*/ 576262 w 580407"/>
                    <a:gd name="connsiteY3" fmla="*/ 753666 h 1611042"/>
                    <a:gd name="connsiteX4" fmla="*/ 509587 w 580407"/>
                    <a:gd name="connsiteY4" fmla="*/ 1453754 h 1611042"/>
                    <a:gd name="connsiteX5" fmla="*/ 340518 w 580407"/>
                    <a:gd name="connsiteY5" fmla="*/ 1610916 h 1611042"/>
                    <a:gd name="connsiteX6" fmla="*/ 219075 w 580407"/>
                    <a:gd name="connsiteY6" fmla="*/ 1577579 h 1611042"/>
                    <a:gd name="connsiteX7" fmla="*/ 280987 w 580407"/>
                    <a:gd name="connsiteY7" fmla="*/ 1463279 h 1611042"/>
                    <a:gd name="connsiteX8" fmla="*/ 352425 w 580407"/>
                    <a:gd name="connsiteY8" fmla="*/ 1206104 h 1611042"/>
                    <a:gd name="connsiteX9" fmla="*/ 376237 w 580407"/>
                    <a:gd name="connsiteY9" fmla="*/ 815579 h 1611042"/>
                    <a:gd name="connsiteX10" fmla="*/ 271462 w 580407"/>
                    <a:gd name="connsiteY10" fmla="*/ 344091 h 1611042"/>
                    <a:gd name="connsiteX11" fmla="*/ 0 w 580407"/>
                    <a:gd name="connsiteY11" fmla="*/ 5954 h 1611042"/>
                    <a:gd name="connsiteX0" fmla="*/ 0 w 580130"/>
                    <a:gd name="connsiteY0" fmla="*/ 5954 h 1611042"/>
                    <a:gd name="connsiteX1" fmla="*/ 157162 w 580130"/>
                    <a:gd name="connsiteY1" fmla="*/ 1191 h 1611042"/>
                    <a:gd name="connsiteX2" fmla="*/ 400050 w 580130"/>
                    <a:gd name="connsiteY2" fmla="*/ 205979 h 1611042"/>
                    <a:gd name="connsiteX3" fmla="*/ 576262 w 580130"/>
                    <a:gd name="connsiteY3" fmla="*/ 753666 h 1611042"/>
                    <a:gd name="connsiteX4" fmla="*/ 509587 w 580130"/>
                    <a:gd name="connsiteY4" fmla="*/ 1453754 h 1611042"/>
                    <a:gd name="connsiteX5" fmla="*/ 340518 w 580130"/>
                    <a:gd name="connsiteY5" fmla="*/ 1610916 h 1611042"/>
                    <a:gd name="connsiteX6" fmla="*/ 219075 w 580130"/>
                    <a:gd name="connsiteY6" fmla="*/ 1577579 h 1611042"/>
                    <a:gd name="connsiteX7" fmla="*/ 280987 w 580130"/>
                    <a:gd name="connsiteY7" fmla="*/ 1463279 h 1611042"/>
                    <a:gd name="connsiteX8" fmla="*/ 352425 w 580130"/>
                    <a:gd name="connsiteY8" fmla="*/ 1206104 h 1611042"/>
                    <a:gd name="connsiteX9" fmla="*/ 376237 w 580130"/>
                    <a:gd name="connsiteY9" fmla="*/ 815579 h 1611042"/>
                    <a:gd name="connsiteX10" fmla="*/ 271462 w 580130"/>
                    <a:gd name="connsiteY10" fmla="*/ 344091 h 1611042"/>
                    <a:gd name="connsiteX11" fmla="*/ 0 w 580130"/>
                    <a:gd name="connsiteY11" fmla="*/ 5954 h 1611042"/>
                    <a:gd name="connsiteX0" fmla="*/ 0 w 579406"/>
                    <a:gd name="connsiteY0" fmla="*/ 5954 h 1617985"/>
                    <a:gd name="connsiteX1" fmla="*/ 157162 w 579406"/>
                    <a:gd name="connsiteY1" fmla="*/ 1191 h 1617985"/>
                    <a:gd name="connsiteX2" fmla="*/ 400050 w 579406"/>
                    <a:gd name="connsiteY2" fmla="*/ 205979 h 1617985"/>
                    <a:gd name="connsiteX3" fmla="*/ 576262 w 579406"/>
                    <a:gd name="connsiteY3" fmla="*/ 753666 h 1617985"/>
                    <a:gd name="connsiteX4" fmla="*/ 502444 w 579406"/>
                    <a:gd name="connsiteY4" fmla="*/ 1446611 h 1617985"/>
                    <a:gd name="connsiteX5" fmla="*/ 340518 w 579406"/>
                    <a:gd name="connsiteY5" fmla="*/ 1610916 h 1617985"/>
                    <a:gd name="connsiteX6" fmla="*/ 219075 w 579406"/>
                    <a:gd name="connsiteY6" fmla="*/ 1577579 h 1617985"/>
                    <a:gd name="connsiteX7" fmla="*/ 280987 w 579406"/>
                    <a:gd name="connsiteY7" fmla="*/ 1463279 h 1617985"/>
                    <a:gd name="connsiteX8" fmla="*/ 352425 w 579406"/>
                    <a:gd name="connsiteY8" fmla="*/ 1206104 h 1617985"/>
                    <a:gd name="connsiteX9" fmla="*/ 376237 w 579406"/>
                    <a:gd name="connsiteY9" fmla="*/ 815579 h 1617985"/>
                    <a:gd name="connsiteX10" fmla="*/ 271462 w 579406"/>
                    <a:gd name="connsiteY10" fmla="*/ 344091 h 1617985"/>
                    <a:gd name="connsiteX11" fmla="*/ 0 w 579406"/>
                    <a:gd name="connsiteY11" fmla="*/ 5954 h 1617985"/>
                    <a:gd name="connsiteX0" fmla="*/ 0 w 579406"/>
                    <a:gd name="connsiteY0" fmla="*/ 5954 h 1610925"/>
                    <a:gd name="connsiteX1" fmla="*/ 157162 w 579406"/>
                    <a:gd name="connsiteY1" fmla="*/ 1191 h 1610925"/>
                    <a:gd name="connsiteX2" fmla="*/ 400050 w 579406"/>
                    <a:gd name="connsiteY2" fmla="*/ 205979 h 1610925"/>
                    <a:gd name="connsiteX3" fmla="*/ 576262 w 579406"/>
                    <a:gd name="connsiteY3" fmla="*/ 753666 h 1610925"/>
                    <a:gd name="connsiteX4" fmla="*/ 502444 w 579406"/>
                    <a:gd name="connsiteY4" fmla="*/ 1446611 h 1610925"/>
                    <a:gd name="connsiteX5" fmla="*/ 340518 w 579406"/>
                    <a:gd name="connsiteY5" fmla="*/ 1610916 h 1610925"/>
                    <a:gd name="connsiteX6" fmla="*/ 219075 w 579406"/>
                    <a:gd name="connsiteY6" fmla="*/ 1577579 h 1610925"/>
                    <a:gd name="connsiteX7" fmla="*/ 280987 w 579406"/>
                    <a:gd name="connsiteY7" fmla="*/ 1463279 h 1610925"/>
                    <a:gd name="connsiteX8" fmla="*/ 352425 w 579406"/>
                    <a:gd name="connsiteY8" fmla="*/ 1206104 h 1610925"/>
                    <a:gd name="connsiteX9" fmla="*/ 376237 w 579406"/>
                    <a:gd name="connsiteY9" fmla="*/ 815579 h 1610925"/>
                    <a:gd name="connsiteX10" fmla="*/ 271462 w 579406"/>
                    <a:gd name="connsiteY10" fmla="*/ 344091 h 1610925"/>
                    <a:gd name="connsiteX11" fmla="*/ 0 w 579406"/>
                    <a:gd name="connsiteY11" fmla="*/ 5954 h 1610925"/>
                    <a:gd name="connsiteX0" fmla="*/ 0 w 579600"/>
                    <a:gd name="connsiteY0" fmla="*/ 5954 h 1603792"/>
                    <a:gd name="connsiteX1" fmla="*/ 157162 w 579600"/>
                    <a:gd name="connsiteY1" fmla="*/ 1191 h 1603792"/>
                    <a:gd name="connsiteX2" fmla="*/ 400050 w 579600"/>
                    <a:gd name="connsiteY2" fmla="*/ 205979 h 1603792"/>
                    <a:gd name="connsiteX3" fmla="*/ 576262 w 579600"/>
                    <a:gd name="connsiteY3" fmla="*/ 753666 h 1603792"/>
                    <a:gd name="connsiteX4" fmla="*/ 502444 w 579600"/>
                    <a:gd name="connsiteY4" fmla="*/ 1446611 h 1603792"/>
                    <a:gd name="connsiteX5" fmla="*/ 342900 w 579600"/>
                    <a:gd name="connsiteY5" fmla="*/ 1603772 h 1603792"/>
                    <a:gd name="connsiteX6" fmla="*/ 219075 w 579600"/>
                    <a:gd name="connsiteY6" fmla="*/ 1577579 h 1603792"/>
                    <a:gd name="connsiteX7" fmla="*/ 280987 w 579600"/>
                    <a:gd name="connsiteY7" fmla="*/ 1463279 h 1603792"/>
                    <a:gd name="connsiteX8" fmla="*/ 352425 w 579600"/>
                    <a:gd name="connsiteY8" fmla="*/ 1206104 h 1603792"/>
                    <a:gd name="connsiteX9" fmla="*/ 376237 w 579600"/>
                    <a:gd name="connsiteY9" fmla="*/ 815579 h 1603792"/>
                    <a:gd name="connsiteX10" fmla="*/ 271462 w 579600"/>
                    <a:gd name="connsiteY10" fmla="*/ 344091 h 1603792"/>
                    <a:gd name="connsiteX11" fmla="*/ 0 w 579600"/>
                    <a:gd name="connsiteY11" fmla="*/ 5954 h 1603792"/>
                    <a:gd name="connsiteX0" fmla="*/ 0 w 579492"/>
                    <a:gd name="connsiteY0" fmla="*/ 5954 h 1603792"/>
                    <a:gd name="connsiteX1" fmla="*/ 157162 w 579492"/>
                    <a:gd name="connsiteY1" fmla="*/ 1191 h 1603792"/>
                    <a:gd name="connsiteX2" fmla="*/ 400050 w 579492"/>
                    <a:gd name="connsiteY2" fmla="*/ 205979 h 1603792"/>
                    <a:gd name="connsiteX3" fmla="*/ 576262 w 579492"/>
                    <a:gd name="connsiteY3" fmla="*/ 753666 h 1603792"/>
                    <a:gd name="connsiteX4" fmla="*/ 502444 w 579492"/>
                    <a:gd name="connsiteY4" fmla="*/ 1446611 h 1603792"/>
                    <a:gd name="connsiteX5" fmla="*/ 342900 w 579492"/>
                    <a:gd name="connsiteY5" fmla="*/ 1603772 h 1603792"/>
                    <a:gd name="connsiteX6" fmla="*/ 219075 w 579492"/>
                    <a:gd name="connsiteY6" fmla="*/ 1577579 h 1603792"/>
                    <a:gd name="connsiteX7" fmla="*/ 280987 w 579492"/>
                    <a:gd name="connsiteY7" fmla="*/ 1463279 h 1603792"/>
                    <a:gd name="connsiteX8" fmla="*/ 352425 w 579492"/>
                    <a:gd name="connsiteY8" fmla="*/ 1206104 h 1603792"/>
                    <a:gd name="connsiteX9" fmla="*/ 376237 w 579492"/>
                    <a:gd name="connsiteY9" fmla="*/ 815579 h 1603792"/>
                    <a:gd name="connsiteX10" fmla="*/ 271462 w 579492"/>
                    <a:gd name="connsiteY10" fmla="*/ 344091 h 1603792"/>
                    <a:gd name="connsiteX11" fmla="*/ 0 w 579492"/>
                    <a:gd name="connsiteY11" fmla="*/ 5954 h 1603792"/>
                    <a:gd name="connsiteX0" fmla="*/ 0 w 598542"/>
                    <a:gd name="connsiteY0" fmla="*/ 29332 h 1614470"/>
                    <a:gd name="connsiteX1" fmla="*/ 176212 w 598542"/>
                    <a:gd name="connsiteY1" fmla="*/ 11869 h 1614470"/>
                    <a:gd name="connsiteX2" fmla="*/ 419100 w 598542"/>
                    <a:gd name="connsiteY2" fmla="*/ 216657 h 1614470"/>
                    <a:gd name="connsiteX3" fmla="*/ 595312 w 598542"/>
                    <a:gd name="connsiteY3" fmla="*/ 764344 h 1614470"/>
                    <a:gd name="connsiteX4" fmla="*/ 521494 w 598542"/>
                    <a:gd name="connsiteY4" fmla="*/ 1457289 h 1614470"/>
                    <a:gd name="connsiteX5" fmla="*/ 361950 w 598542"/>
                    <a:gd name="connsiteY5" fmla="*/ 1614450 h 1614470"/>
                    <a:gd name="connsiteX6" fmla="*/ 238125 w 598542"/>
                    <a:gd name="connsiteY6" fmla="*/ 1588257 h 1614470"/>
                    <a:gd name="connsiteX7" fmla="*/ 300037 w 598542"/>
                    <a:gd name="connsiteY7" fmla="*/ 1473957 h 1614470"/>
                    <a:gd name="connsiteX8" fmla="*/ 371475 w 598542"/>
                    <a:gd name="connsiteY8" fmla="*/ 1216782 h 1614470"/>
                    <a:gd name="connsiteX9" fmla="*/ 395287 w 598542"/>
                    <a:gd name="connsiteY9" fmla="*/ 826257 h 1614470"/>
                    <a:gd name="connsiteX10" fmla="*/ 290512 w 598542"/>
                    <a:gd name="connsiteY10" fmla="*/ 354769 h 1614470"/>
                    <a:gd name="connsiteX11" fmla="*/ 0 w 598542"/>
                    <a:gd name="connsiteY11" fmla="*/ 29332 h 1614470"/>
                    <a:gd name="connsiteX0" fmla="*/ 0 w 598542"/>
                    <a:gd name="connsiteY0" fmla="*/ 37693 h 1622831"/>
                    <a:gd name="connsiteX1" fmla="*/ 176212 w 598542"/>
                    <a:gd name="connsiteY1" fmla="*/ 20230 h 1622831"/>
                    <a:gd name="connsiteX2" fmla="*/ 419100 w 598542"/>
                    <a:gd name="connsiteY2" fmla="*/ 225018 h 1622831"/>
                    <a:gd name="connsiteX3" fmla="*/ 595312 w 598542"/>
                    <a:gd name="connsiteY3" fmla="*/ 772705 h 1622831"/>
                    <a:gd name="connsiteX4" fmla="*/ 521494 w 598542"/>
                    <a:gd name="connsiteY4" fmla="*/ 1465650 h 1622831"/>
                    <a:gd name="connsiteX5" fmla="*/ 361950 w 598542"/>
                    <a:gd name="connsiteY5" fmla="*/ 1622811 h 1622831"/>
                    <a:gd name="connsiteX6" fmla="*/ 238125 w 598542"/>
                    <a:gd name="connsiteY6" fmla="*/ 1596618 h 1622831"/>
                    <a:gd name="connsiteX7" fmla="*/ 300037 w 598542"/>
                    <a:gd name="connsiteY7" fmla="*/ 1482318 h 1622831"/>
                    <a:gd name="connsiteX8" fmla="*/ 371475 w 598542"/>
                    <a:gd name="connsiteY8" fmla="*/ 1225143 h 1622831"/>
                    <a:gd name="connsiteX9" fmla="*/ 395287 w 598542"/>
                    <a:gd name="connsiteY9" fmla="*/ 834618 h 1622831"/>
                    <a:gd name="connsiteX10" fmla="*/ 290512 w 598542"/>
                    <a:gd name="connsiteY10" fmla="*/ 363130 h 1622831"/>
                    <a:gd name="connsiteX11" fmla="*/ 0 w 598542"/>
                    <a:gd name="connsiteY11" fmla="*/ 37693 h 1622831"/>
                    <a:gd name="connsiteX0" fmla="*/ 0 w 598542"/>
                    <a:gd name="connsiteY0" fmla="*/ 31753 h 1616891"/>
                    <a:gd name="connsiteX1" fmla="*/ 176212 w 598542"/>
                    <a:gd name="connsiteY1" fmla="*/ 14290 h 1616891"/>
                    <a:gd name="connsiteX2" fmla="*/ 419100 w 598542"/>
                    <a:gd name="connsiteY2" fmla="*/ 219078 h 1616891"/>
                    <a:gd name="connsiteX3" fmla="*/ 595312 w 598542"/>
                    <a:gd name="connsiteY3" fmla="*/ 766765 h 1616891"/>
                    <a:gd name="connsiteX4" fmla="*/ 521494 w 598542"/>
                    <a:gd name="connsiteY4" fmla="*/ 1459710 h 1616891"/>
                    <a:gd name="connsiteX5" fmla="*/ 361950 w 598542"/>
                    <a:gd name="connsiteY5" fmla="*/ 1616871 h 1616891"/>
                    <a:gd name="connsiteX6" fmla="*/ 238125 w 598542"/>
                    <a:gd name="connsiteY6" fmla="*/ 1590678 h 1616891"/>
                    <a:gd name="connsiteX7" fmla="*/ 300037 w 598542"/>
                    <a:gd name="connsiteY7" fmla="*/ 1476378 h 1616891"/>
                    <a:gd name="connsiteX8" fmla="*/ 371475 w 598542"/>
                    <a:gd name="connsiteY8" fmla="*/ 1219203 h 1616891"/>
                    <a:gd name="connsiteX9" fmla="*/ 395287 w 598542"/>
                    <a:gd name="connsiteY9" fmla="*/ 828678 h 1616891"/>
                    <a:gd name="connsiteX10" fmla="*/ 290512 w 598542"/>
                    <a:gd name="connsiteY10" fmla="*/ 357190 h 1616891"/>
                    <a:gd name="connsiteX11" fmla="*/ 0 w 598542"/>
                    <a:gd name="connsiteY11" fmla="*/ 31753 h 1616891"/>
                    <a:gd name="connsiteX0" fmla="*/ 0 w 598542"/>
                    <a:gd name="connsiteY0" fmla="*/ 16158 h 1601296"/>
                    <a:gd name="connsiteX1" fmla="*/ 230187 w 598542"/>
                    <a:gd name="connsiteY1" fmla="*/ 24095 h 1601296"/>
                    <a:gd name="connsiteX2" fmla="*/ 419100 w 598542"/>
                    <a:gd name="connsiteY2" fmla="*/ 203483 h 1601296"/>
                    <a:gd name="connsiteX3" fmla="*/ 595312 w 598542"/>
                    <a:gd name="connsiteY3" fmla="*/ 751170 h 1601296"/>
                    <a:gd name="connsiteX4" fmla="*/ 521494 w 598542"/>
                    <a:gd name="connsiteY4" fmla="*/ 1444115 h 1601296"/>
                    <a:gd name="connsiteX5" fmla="*/ 361950 w 598542"/>
                    <a:gd name="connsiteY5" fmla="*/ 1601276 h 1601296"/>
                    <a:gd name="connsiteX6" fmla="*/ 238125 w 598542"/>
                    <a:gd name="connsiteY6" fmla="*/ 1575083 h 1601296"/>
                    <a:gd name="connsiteX7" fmla="*/ 300037 w 598542"/>
                    <a:gd name="connsiteY7" fmla="*/ 1460783 h 1601296"/>
                    <a:gd name="connsiteX8" fmla="*/ 371475 w 598542"/>
                    <a:gd name="connsiteY8" fmla="*/ 1203608 h 1601296"/>
                    <a:gd name="connsiteX9" fmla="*/ 395287 w 598542"/>
                    <a:gd name="connsiteY9" fmla="*/ 813083 h 1601296"/>
                    <a:gd name="connsiteX10" fmla="*/ 290512 w 598542"/>
                    <a:gd name="connsiteY10" fmla="*/ 341595 h 1601296"/>
                    <a:gd name="connsiteX11" fmla="*/ 0 w 598542"/>
                    <a:gd name="connsiteY11" fmla="*/ 16158 h 1601296"/>
                    <a:gd name="connsiteX0" fmla="*/ 0 w 598542"/>
                    <a:gd name="connsiteY0" fmla="*/ 18455 h 1603593"/>
                    <a:gd name="connsiteX1" fmla="*/ 230187 w 598542"/>
                    <a:gd name="connsiteY1" fmla="*/ 26392 h 1603593"/>
                    <a:gd name="connsiteX2" fmla="*/ 419100 w 598542"/>
                    <a:gd name="connsiteY2" fmla="*/ 205780 h 1603593"/>
                    <a:gd name="connsiteX3" fmla="*/ 595312 w 598542"/>
                    <a:gd name="connsiteY3" fmla="*/ 753467 h 1603593"/>
                    <a:gd name="connsiteX4" fmla="*/ 521494 w 598542"/>
                    <a:gd name="connsiteY4" fmla="*/ 1446412 h 1603593"/>
                    <a:gd name="connsiteX5" fmla="*/ 361950 w 598542"/>
                    <a:gd name="connsiteY5" fmla="*/ 1603573 h 1603593"/>
                    <a:gd name="connsiteX6" fmla="*/ 238125 w 598542"/>
                    <a:gd name="connsiteY6" fmla="*/ 1577380 h 1603593"/>
                    <a:gd name="connsiteX7" fmla="*/ 300037 w 598542"/>
                    <a:gd name="connsiteY7" fmla="*/ 1463080 h 1603593"/>
                    <a:gd name="connsiteX8" fmla="*/ 371475 w 598542"/>
                    <a:gd name="connsiteY8" fmla="*/ 1205905 h 1603593"/>
                    <a:gd name="connsiteX9" fmla="*/ 395287 w 598542"/>
                    <a:gd name="connsiteY9" fmla="*/ 815380 h 1603593"/>
                    <a:gd name="connsiteX10" fmla="*/ 290512 w 598542"/>
                    <a:gd name="connsiteY10" fmla="*/ 343892 h 1603593"/>
                    <a:gd name="connsiteX11" fmla="*/ 0 w 598542"/>
                    <a:gd name="connsiteY11" fmla="*/ 18455 h 1603593"/>
                    <a:gd name="connsiteX0" fmla="*/ 0 w 598542"/>
                    <a:gd name="connsiteY0" fmla="*/ 18455 h 1603593"/>
                    <a:gd name="connsiteX1" fmla="*/ 230187 w 598542"/>
                    <a:gd name="connsiteY1" fmla="*/ 26392 h 1603593"/>
                    <a:gd name="connsiteX2" fmla="*/ 419100 w 598542"/>
                    <a:gd name="connsiteY2" fmla="*/ 205780 h 1603593"/>
                    <a:gd name="connsiteX3" fmla="*/ 595312 w 598542"/>
                    <a:gd name="connsiteY3" fmla="*/ 753467 h 1603593"/>
                    <a:gd name="connsiteX4" fmla="*/ 521494 w 598542"/>
                    <a:gd name="connsiteY4" fmla="*/ 1446412 h 1603593"/>
                    <a:gd name="connsiteX5" fmla="*/ 361950 w 598542"/>
                    <a:gd name="connsiteY5" fmla="*/ 1603573 h 1603593"/>
                    <a:gd name="connsiteX6" fmla="*/ 238125 w 598542"/>
                    <a:gd name="connsiteY6" fmla="*/ 1577380 h 1603593"/>
                    <a:gd name="connsiteX7" fmla="*/ 300037 w 598542"/>
                    <a:gd name="connsiteY7" fmla="*/ 1463080 h 1603593"/>
                    <a:gd name="connsiteX8" fmla="*/ 371475 w 598542"/>
                    <a:gd name="connsiteY8" fmla="*/ 1205905 h 1603593"/>
                    <a:gd name="connsiteX9" fmla="*/ 395287 w 598542"/>
                    <a:gd name="connsiteY9" fmla="*/ 815380 h 1603593"/>
                    <a:gd name="connsiteX10" fmla="*/ 290512 w 598542"/>
                    <a:gd name="connsiteY10" fmla="*/ 343892 h 1603593"/>
                    <a:gd name="connsiteX11" fmla="*/ 0 w 598542"/>
                    <a:gd name="connsiteY11" fmla="*/ 18455 h 1603593"/>
                    <a:gd name="connsiteX0" fmla="*/ 0 w 623942"/>
                    <a:gd name="connsiteY0" fmla="*/ 23890 h 1593153"/>
                    <a:gd name="connsiteX1" fmla="*/ 255587 w 623942"/>
                    <a:gd name="connsiteY1" fmla="*/ 15952 h 1593153"/>
                    <a:gd name="connsiteX2" fmla="*/ 444500 w 623942"/>
                    <a:gd name="connsiteY2" fmla="*/ 195340 h 1593153"/>
                    <a:gd name="connsiteX3" fmla="*/ 620712 w 623942"/>
                    <a:gd name="connsiteY3" fmla="*/ 743027 h 1593153"/>
                    <a:gd name="connsiteX4" fmla="*/ 546894 w 623942"/>
                    <a:gd name="connsiteY4" fmla="*/ 1435972 h 1593153"/>
                    <a:gd name="connsiteX5" fmla="*/ 387350 w 623942"/>
                    <a:gd name="connsiteY5" fmla="*/ 1593133 h 1593153"/>
                    <a:gd name="connsiteX6" fmla="*/ 263525 w 623942"/>
                    <a:gd name="connsiteY6" fmla="*/ 1566940 h 1593153"/>
                    <a:gd name="connsiteX7" fmla="*/ 325437 w 623942"/>
                    <a:gd name="connsiteY7" fmla="*/ 1452640 h 1593153"/>
                    <a:gd name="connsiteX8" fmla="*/ 396875 w 623942"/>
                    <a:gd name="connsiteY8" fmla="*/ 1195465 h 1593153"/>
                    <a:gd name="connsiteX9" fmla="*/ 420687 w 623942"/>
                    <a:gd name="connsiteY9" fmla="*/ 804940 h 1593153"/>
                    <a:gd name="connsiteX10" fmla="*/ 315912 w 623942"/>
                    <a:gd name="connsiteY10" fmla="*/ 333452 h 1593153"/>
                    <a:gd name="connsiteX11" fmla="*/ 0 w 623942"/>
                    <a:gd name="connsiteY11" fmla="*/ 23890 h 1593153"/>
                    <a:gd name="connsiteX0" fmla="*/ 0 w 623942"/>
                    <a:gd name="connsiteY0" fmla="*/ 40155 h 1609418"/>
                    <a:gd name="connsiteX1" fmla="*/ 255587 w 623942"/>
                    <a:gd name="connsiteY1" fmla="*/ 32217 h 1609418"/>
                    <a:gd name="connsiteX2" fmla="*/ 444500 w 623942"/>
                    <a:gd name="connsiteY2" fmla="*/ 211605 h 1609418"/>
                    <a:gd name="connsiteX3" fmla="*/ 620712 w 623942"/>
                    <a:gd name="connsiteY3" fmla="*/ 759292 h 1609418"/>
                    <a:gd name="connsiteX4" fmla="*/ 546894 w 623942"/>
                    <a:gd name="connsiteY4" fmla="*/ 1452237 h 1609418"/>
                    <a:gd name="connsiteX5" fmla="*/ 387350 w 623942"/>
                    <a:gd name="connsiteY5" fmla="*/ 1609398 h 1609418"/>
                    <a:gd name="connsiteX6" fmla="*/ 263525 w 623942"/>
                    <a:gd name="connsiteY6" fmla="*/ 1583205 h 1609418"/>
                    <a:gd name="connsiteX7" fmla="*/ 325437 w 623942"/>
                    <a:gd name="connsiteY7" fmla="*/ 1468905 h 1609418"/>
                    <a:gd name="connsiteX8" fmla="*/ 396875 w 623942"/>
                    <a:gd name="connsiteY8" fmla="*/ 1211730 h 1609418"/>
                    <a:gd name="connsiteX9" fmla="*/ 420687 w 623942"/>
                    <a:gd name="connsiteY9" fmla="*/ 821205 h 1609418"/>
                    <a:gd name="connsiteX10" fmla="*/ 315912 w 623942"/>
                    <a:gd name="connsiteY10" fmla="*/ 349717 h 1609418"/>
                    <a:gd name="connsiteX11" fmla="*/ 0 w 623942"/>
                    <a:gd name="connsiteY11" fmla="*/ 40155 h 1609418"/>
                    <a:gd name="connsiteX0" fmla="*/ 0 w 640611"/>
                    <a:gd name="connsiteY0" fmla="*/ 48190 h 1598403"/>
                    <a:gd name="connsiteX1" fmla="*/ 272256 w 640611"/>
                    <a:gd name="connsiteY1" fmla="*/ 21202 h 1598403"/>
                    <a:gd name="connsiteX2" fmla="*/ 461169 w 640611"/>
                    <a:gd name="connsiteY2" fmla="*/ 200590 h 1598403"/>
                    <a:gd name="connsiteX3" fmla="*/ 637381 w 640611"/>
                    <a:gd name="connsiteY3" fmla="*/ 748277 h 1598403"/>
                    <a:gd name="connsiteX4" fmla="*/ 563563 w 640611"/>
                    <a:gd name="connsiteY4" fmla="*/ 1441222 h 1598403"/>
                    <a:gd name="connsiteX5" fmla="*/ 404019 w 640611"/>
                    <a:gd name="connsiteY5" fmla="*/ 1598383 h 1598403"/>
                    <a:gd name="connsiteX6" fmla="*/ 280194 w 640611"/>
                    <a:gd name="connsiteY6" fmla="*/ 1572190 h 1598403"/>
                    <a:gd name="connsiteX7" fmla="*/ 342106 w 640611"/>
                    <a:gd name="connsiteY7" fmla="*/ 1457890 h 1598403"/>
                    <a:gd name="connsiteX8" fmla="*/ 413544 w 640611"/>
                    <a:gd name="connsiteY8" fmla="*/ 1200715 h 1598403"/>
                    <a:gd name="connsiteX9" fmla="*/ 437356 w 640611"/>
                    <a:gd name="connsiteY9" fmla="*/ 810190 h 1598403"/>
                    <a:gd name="connsiteX10" fmla="*/ 332581 w 640611"/>
                    <a:gd name="connsiteY10" fmla="*/ 338702 h 1598403"/>
                    <a:gd name="connsiteX11" fmla="*/ 0 w 640611"/>
                    <a:gd name="connsiteY11" fmla="*/ 48190 h 1598403"/>
                    <a:gd name="connsiteX0" fmla="*/ 0 w 640611"/>
                    <a:gd name="connsiteY0" fmla="*/ 63723 h 1613936"/>
                    <a:gd name="connsiteX1" fmla="*/ 272256 w 640611"/>
                    <a:gd name="connsiteY1" fmla="*/ 36735 h 1613936"/>
                    <a:gd name="connsiteX2" fmla="*/ 461169 w 640611"/>
                    <a:gd name="connsiteY2" fmla="*/ 216123 h 1613936"/>
                    <a:gd name="connsiteX3" fmla="*/ 637381 w 640611"/>
                    <a:gd name="connsiteY3" fmla="*/ 763810 h 1613936"/>
                    <a:gd name="connsiteX4" fmla="*/ 563563 w 640611"/>
                    <a:gd name="connsiteY4" fmla="*/ 1456755 h 1613936"/>
                    <a:gd name="connsiteX5" fmla="*/ 404019 w 640611"/>
                    <a:gd name="connsiteY5" fmla="*/ 1613916 h 1613936"/>
                    <a:gd name="connsiteX6" fmla="*/ 280194 w 640611"/>
                    <a:gd name="connsiteY6" fmla="*/ 1587723 h 1613936"/>
                    <a:gd name="connsiteX7" fmla="*/ 342106 w 640611"/>
                    <a:gd name="connsiteY7" fmla="*/ 1473423 h 1613936"/>
                    <a:gd name="connsiteX8" fmla="*/ 413544 w 640611"/>
                    <a:gd name="connsiteY8" fmla="*/ 1216248 h 1613936"/>
                    <a:gd name="connsiteX9" fmla="*/ 437356 w 640611"/>
                    <a:gd name="connsiteY9" fmla="*/ 825723 h 1613936"/>
                    <a:gd name="connsiteX10" fmla="*/ 332581 w 640611"/>
                    <a:gd name="connsiteY10" fmla="*/ 354235 h 1613936"/>
                    <a:gd name="connsiteX11" fmla="*/ 0 w 640611"/>
                    <a:gd name="connsiteY11" fmla="*/ 63723 h 1613936"/>
                    <a:gd name="connsiteX0" fmla="*/ 0 w 640611"/>
                    <a:gd name="connsiteY0" fmla="*/ 54287 h 1604500"/>
                    <a:gd name="connsiteX1" fmla="*/ 272256 w 640611"/>
                    <a:gd name="connsiteY1" fmla="*/ 27299 h 1604500"/>
                    <a:gd name="connsiteX2" fmla="*/ 461169 w 640611"/>
                    <a:gd name="connsiteY2" fmla="*/ 206687 h 1604500"/>
                    <a:gd name="connsiteX3" fmla="*/ 637381 w 640611"/>
                    <a:gd name="connsiteY3" fmla="*/ 754374 h 1604500"/>
                    <a:gd name="connsiteX4" fmla="*/ 563563 w 640611"/>
                    <a:gd name="connsiteY4" fmla="*/ 1447319 h 1604500"/>
                    <a:gd name="connsiteX5" fmla="*/ 404019 w 640611"/>
                    <a:gd name="connsiteY5" fmla="*/ 1604480 h 1604500"/>
                    <a:gd name="connsiteX6" fmla="*/ 280194 w 640611"/>
                    <a:gd name="connsiteY6" fmla="*/ 1578287 h 1604500"/>
                    <a:gd name="connsiteX7" fmla="*/ 342106 w 640611"/>
                    <a:gd name="connsiteY7" fmla="*/ 1463987 h 1604500"/>
                    <a:gd name="connsiteX8" fmla="*/ 413544 w 640611"/>
                    <a:gd name="connsiteY8" fmla="*/ 1206812 h 1604500"/>
                    <a:gd name="connsiteX9" fmla="*/ 437356 w 640611"/>
                    <a:gd name="connsiteY9" fmla="*/ 816287 h 1604500"/>
                    <a:gd name="connsiteX10" fmla="*/ 332581 w 640611"/>
                    <a:gd name="connsiteY10" fmla="*/ 344799 h 1604500"/>
                    <a:gd name="connsiteX11" fmla="*/ 0 w 640611"/>
                    <a:gd name="connsiteY11" fmla="*/ 54287 h 1604500"/>
                    <a:gd name="connsiteX0" fmla="*/ 0 w 619180"/>
                    <a:gd name="connsiteY0" fmla="*/ 46344 h 1617988"/>
                    <a:gd name="connsiteX1" fmla="*/ 250825 w 619180"/>
                    <a:gd name="connsiteY1" fmla="*/ 40787 h 1617988"/>
                    <a:gd name="connsiteX2" fmla="*/ 439738 w 619180"/>
                    <a:gd name="connsiteY2" fmla="*/ 220175 h 1617988"/>
                    <a:gd name="connsiteX3" fmla="*/ 615950 w 619180"/>
                    <a:gd name="connsiteY3" fmla="*/ 767862 h 1617988"/>
                    <a:gd name="connsiteX4" fmla="*/ 542132 w 619180"/>
                    <a:gd name="connsiteY4" fmla="*/ 1460807 h 1617988"/>
                    <a:gd name="connsiteX5" fmla="*/ 382588 w 619180"/>
                    <a:gd name="connsiteY5" fmla="*/ 1617968 h 1617988"/>
                    <a:gd name="connsiteX6" fmla="*/ 258763 w 619180"/>
                    <a:gd name="connsiteY6" fmla="*/ 1591775 h 1617988"/>
                    <a:gd name="connsiteX7" fmla="*/ 320675 w 619180"/>
                    <a:gd name="connsiteY7" fmla="*/ 1477475 h 1617988"/>
                    <a:gd name="connsiteX8" fmla="*/ 392113 w 619180"/>
                    <a:gd name="connsiteY8" fmla="*/ 1220300 h 1617988"/>
                    <a:gd name="connsiteX9" fmla="*/ 415925 w 619180"/>
                    <a:gd name="connsiteY9" fmla="*/ 829775 h 1617988"/>
                    <a:gd name="connsiteX10" fmla="*/ 311150 w 619180"/>
                    <a:gd name="connsiteY10" fmla="*/ 358287 h 1617988"/>
                    <a:gd name="connsiteX11" fmla="*/ 0 w 619180"/>
                    <a:gd name="connsiteY11" fmla="*/ 46344 h 1617988"/>
                    <a:gd name="connsiteX0" fmla="*/ 0 w 619180"/>
                    <a:gd name="connsiteY0" fmla="*/ 32511 h 1604155"/>
                    <a:gd name="connsiteX1" fmla="*/ 250825 w 619180"/>
                    <a:gd name="connsiteY1" fmla="*/ 26954 h 1604155"/>
                    <a:gd name="connsiteX2" fmla="*/ 439738 w 619180"/>
                    <a:gd name="connsiteY2" fmla="*/ 206342 h 1604155"/>
                    <a:gd name="connsiteX3" fmla="*/ 615950 w 619180"/>
                    <a:gd name="connsiteY3" fmla="*/ 754029 h 1604155"/>
                    <a:gd name="connsiteX4" fmla="*/ 542132 w 619180"/>
                    <a:gd name="connsiteY4" fmla="*/ 1446974 h 1604155"/>
                    <a:gd name="connsiteX5" fmla="*/ 382588 w 619180"/>
                    <a:gd name="connsiteY5" fmla="*/ 1604135 h 1604155"/>
                    <a:gd name="connsiteX6" fmla="*/ 258763 w 619180"/>
                    <a:gd name="connsiteY6" fmla="*/ 1577942 h 1604155"/>
                    <a:gd name="connsiteX7" fmla="*/ 320675 w 619180"/>
                    <a:gd name="connsiteY7" fmla="*/ 1463642 h 1604155"/>
                    <a:gd name="connsiteX8" fmla="*/ 392113 w 619180"/>
                    <a:gd name="connsiteY8" fmla="*/ 1206467 h 1604155"/>
                    <a:gd name="connsiteX9" fmla="*/ 415925 w 619180"/>
                    <a:gd name="connsiteY9" fmla="*/ 815942 h 1604155"/>
                    <a:gd name="connsiteX10" fmla="*/ 311150 w 619180"/>
                    <a:gd name="connsiteY10" fmla="*/ 344454 h 1604155"/>
                    <a:gd name="connsiteX11" fmla="*/ 0 w 619180"/>
                    <a:gd name="connsiteY11" fmla="*/ 32511 h 1604155"/>
                    <a:gd name="connsiteX0" fmla="*/ 0 w 619180"/>
                    <a:gd name="connsiteY0" fmla="*/ 34776 h 1606420"/>
                    <a:gd name="connsiteX1" fmla="*/ 257969 w 619180"/>
                    <a:gd name="connsiteY1" fmla="*/ 24456 h 1606420"/>
                    <a:gd name="connsiteX2" fmla="*/ 439738 w 619180"/>
                    <a:gd name="connsiteY2" fmla="*/ 208607 h 1606420"/>
                    <a:gd name="connsiteX3" fmla="*/ 615950 w 619180"/>
                    <a:gd name="connsiteY3" fmla="*/ 756294 h 1606420"/>
                    <a:gd name="connsiteX4" fmla="*/ 542132 w 619180"/>
                    <a:gd name="connsiteY4" fmla="*/ 1449239 h 1606420"/>
                    <a:gd name="connsiteX5" fmla="*/ 382588 w 619180"/>
                    <a:gd name="connsiteY5" fmla="*/ 1606400 h 1606420"/>
                    <a:gd name="connsiteX6" fmla="*/ 258763 w 619180"/>
                    <a:gd name="connsiteY6" fmla="*/ 1580207 h 1606420"/>
                    <a:gd name="connsiteX7" fmla="*/ 320675 w 619180"/>
                    <a:gd name="connsiteY7" fmla="*/ 1465907 h 1606420"/>
                    <a:gd name="connsiteX8" fmla="*/ 392113 w 619180"/>
                    <a:gd name="connsiteY8" fmla="*/ 1208732 h 1606420"/>
                    <a:gd name="connsiteX9" fmla="*/ 415925 w 619180"/>
                    <a:gd name="connsiteY9" fmla="*/ 818207 h 1606420"/>
                    <a:gd name="connsiteX10" fmla="*/ 311150 w 619180"/>
                    <a:gd name="connsiteY10" fmla="*/ 346719 h 1606420"/>
                    <a:gd name="connsiteX11" fmla="*/ 0 w 619180"/>
                    <a:gd name="connsiteY11" fmla="*/ 34776 h 1606420"/>
                    <a:gd name="connsiteX0" fmla="*/ 0 w 619180"/>
                    <a:gd name="connsiteY0" fmla="*/ 38437 h 1610081"/>
                    <a:gd name="connsiteX1" fmla="*/ 257969 w 619180"/>
                    <a:gd name="connsiteY1" fmla="*/ 28117 h 1610081"/>
                    <a:gd name="connsiteX2" fmla="*/ 439738 w 619180"/>
                    <a:gd name="connsiteY2" fmla="*/ 212268 h 1610081"/>
                    <a:gd name="connsiteX3" fmla="*/ 615950 w 619180"/>
                    <a:gd name="connsiteY3" fmla="*/ 759955 h 1610081"/>
                    <a:gd name="connsiteX4" fmla="*/ 542132 w 619180"/>
                    <a:gd name="connsiteY4" fmla="*/ 1452900 h 1610081"/>
                    <a:gd name="connsiteX5" fmla="*/ 382588 w 619180"/>
                    <a:gd name="connsiteY5" fmla="*/ 1610061 h 1610081"/>
                    <a:gd name="connsiteX6" fmla="*/ 258763 w 619180"/>
                    <a:gd name="connsiteY6" fmla="*/ 1583868 h 1610081"/>
                    <a:gd name="connsiteX7" fmla="*/ 320675 w 619180"/>
                    <a:gd name="connsiteY7" fmla="*/ 1469568 h 1610081"/>
                    <a:gd name="connsiteX8" fmla="*/ 392113 w 619180"/>
                    <a:gd name="connsiteY8" fmla="*/ 1212393 h 1610081"/>
                    <a:gd name="connsiteX9" fmla="*/ 415925 w 619180"/>
                    <a:gd name="connsiteY9" fmla="*/ 821868 h 1610081"/>
                    <a:gd name="connsiteX10" fmla="*/ 311150 w 619180"/>
                    <a:gd name="connsiteY10" fmla="*/ 350380 h 1610081"/>
                    <a:gd name="connsiteX11" fmla="*/ 0 w 619180"/>
                    <a:gd name="connsiteY11" fmla="*/ 38437 h 1610081"/>
                    <a:gd name="connsiteX0" fmla="*/ 0 w 619657"/>
                    <a:gd name="connsiteY0" fmla="*/ 35075 h 1606719"/>
                    <a:gd name="connsiteX1" fmla="*/ 257969 w 619657"/>
                    <a:gd name="connsiteY1" fmla="*/ 24755 h 1606719"/>
                    <a:gd name="connsiteX2" fmla="*/ 430213 w 619657"/>
                    <a:gd name="connsiteY2" fmla="*/ 213669 h 1606719"/>
                    <a:gd name="connsiteX3" fmla="*/ 615950 w 619657"/>
                    <a:gd name="connsiteY3" fmla="*/ 756593 h 1606719"/>
                    <a:gd name="connsiteX4" fmla="*/ 542132 w 619657"/>
                    <a:gd name="connsiteY4" fmla="*/ 1449538 h 1606719"/>
                    <a:gd name="connsiteX5" fmla="*/ 382588 w 619657"/>
                    <a:gd name="connsiteY5" fmla="*/ 1606699 h 1606719"/>
                    <a:gd name="connsiteX6" fmla="*/ 258763 w 619657"/>
                    <a:gd name="connsiteY6" fmla="*/ 1580506 h 1606719"/>
                    <a:gd name="connsiteX7" fmla="*/ 320675 w 619657"/>
                    <a:gd name="connsiteY7" fmla="*/ 1466206 h 1606719"/>
                    <a:gd name="connsiteX8" fmla="*/ 392113 w 619657"/>
                    <a:gd name="connsiteY8" fmla="*/ 1209031 h 1606719"/>
                    <a:gd name="connsiteX9" fmla="*/ 415925 w 619657"/>
                    <a:gd name="connsiteY9" fmla="*/ 818506 h 1606719"/>
                    <a:gd name="connsiteX10" fmla="*/ 311150 w 619657"/>
                    <a:gd name="connsiteY10" fmla="*/ 347018 h 1606719"/>
                    <a:gd name="connsiteX11" fmla="*/ 0 w 619657"/>
                    <a:gd name="connsiteY11" fmla="*/ 35075 h 1606719"/>
                    <a:gd name="connsiteX0" fmla="*/ 0 w 597454"/>
                    <a:gd name="connsiteY0" fmla="*/ 35075 h 1606719"/>
                    <a:gd name="connsiteX1" fmla="*/ 257969 w 597454"/>
                    <a:gd name="connsiteY1" fmla="*/ 24755 h 1606719"/>
                    <a:gd name="connsiteX2" fmla="*/ 430213 w 597454"/>
                    <a:gd name="connsiteY2" fmla="*/ 213669 h 1606719"/>
                    <a:gd name="connsiteX3" fmla="*/ 592138 w 597454"/>
                    <a:gd name="connsiteY3" fmla="*/ 754212 h 1606719"/>
                    <a:gd name="connsiteX4" fmla="*/ 542132 w 597454"/>
                    <a:gd name="connsiteY4" fmla="*/ 1449538 h 1606719"/>
                    <a:gd name="connsiteX5" fmla="*/ 382588 w 597454"/>
                    <a:gd name="connsiteY5" fmla="*/ 1606699 h 1606719"/>
                    <a:gd name="connsiteX6" fmla="*/ 258763 w 597454"/>
                    <a:gd name="connsiteY6" fmla="*/ 1580506 h 1606719"/>
                    <a:gd name="connsiteX7" fmla="*/ 320675 w 597454"/>
                    <a:gd name="connsiteY7" fmla="*/ 1466206 h 1606719"/>
                    <a:gd name="connsiteX8" fmla="*/ 392113 w 597454"/>
                    <a:gd name="connsiteY8" fmla="*/ 1209031 h 1606719"/>
                    <a:gd name="connsiteX9" fmla="*/ 415925 w 597454"/>
                    <a:gd name="connsiteY9" fmla="*/ 818506 h 1606719"/>
                    <a:gd name="connsiteX10" fmla="*/ 311150 w 597454"/>
                    <a:gd name="connsiteY10" fmla="*/ 347018 h 1606719"/>
                    <a:gd name="connsiteX11" fmla="*/ 0 w 597454"/>
                    <a:gd name="connsiteY11" fmla="*/ 35075 h 1606719"/>
                    <a:gd name="connsiteX0" fmla="*/ 0 w 596732"/>
                    <a:gd name="connsiteY0" fmla="*/ 35075 h 1596107"/>
                    <a:gd name="connsiteX1" fmla="*/ 257969 w 596732"/>
                    <a:gd name="connsiteY1" fmla="*/ 24755 h 1596107"/>
                    <a:gd name="connsiteX2" fmla="*/ 430213 w 596732"/>
                    <a:gd name="connsiteY2" fmla="*/ 213669 h 1596107"/>
                    <a:gd name="connsiteX3" fmla="*/ 592138 w 596732"/>
                    <a:gd name="connsiteY3" fmla="*/ 754212 h 1596107"/>
                    <a:gd name="connsiteX4" fmla="*/ 542132 w 596732"/>
                    <a:gd name="connsiteY4" fmla="*/ 1449538 h 1596107"/>
                    <a:gd name="connsiteX5" fmla="*/ 434975 w 596732"/>
                    <a:gd name="connsiteY5" fmla="*/ 1594793 h 1596107"/>
                    <a:gd name="connsiteX6" fmla="*/ 258763 w 596732"/>
                    <a:gd name="connsiteY6" fmla="*/ 1580506 h 1596107"/>
                    <a:gd name="connsiteX7" fmla="*/ 320675 w 596732"/>
                    <a:gd name="connsiteY7" fmla="*/ 1466206 h 1596107"/>
                    <a:gd name="connsiteX8" fmla="*/ 392113 w 596732"/>
                    <a:gd name="connsiteY8" fmla="*/ 1209031 h 1596107"/>
                    <a:gd name="connsiteX9" fmla="*/ 415925 w 596732"/>
                    <a:gd name="connsiteY9" fmla="*/ 818506 h 1596107"/>
                    <a:gd name="connsiteX10" fmla="*/ 311150 w 596732"/>
                    <a:gd name="connsiteY10" fmla="*/ 347018 h 1596107"/>
                    <a:gd name="connsiteX11" fmla="*/ 0 w 596732"/>
                    <a:gd name="connsiteY11" fmla="*/ 35075 h 1596107"/>
                    <a:gd name="connsiteX0" fmla="*/ 0 w 596732"/>
                    <a:gd name="connsiteY0" fmla="*/ 35075 h 1603457"/>
                    <a:gd name="connsiteX1" fmla="*/ 257969 w 596732"/>
                    <a:gd name="connsiteY1" fmla="*/ 24755 h 1603457"/>
                    <a:gd name="connsiteX2" fmla="*/ 430213 w 596732"/>
                    <a:gd name="connsiteY2" fmla="*/ 213669 h 1603457"/>
                    <a:gd name="connsiteX3" fmla="*/ 592138 w 596732"/>
                    <a:gd name="connsiteY3" fmla="*/ 754212 h 1603457"/>
                    <a:gd name="connsiteX4" fmla="*/ 542132 w 596732"/>
                    <a:gd name="connsiteY4" fmla="*/ 1449538 h 1603457"/>
                    <a:gd name="connsiteX5" fmla="*/ 434975 w 596732"/>
                    <a:gd name="connsiteY5" fmla="*/ 1594793 h 1603457"/>
                    <a:gd name="connsiteX6" fmla="*/ 258763 w 596732"/>
                    <a:gd name="connsiteY6" fmla="*/ 1580506 h 1603457"/>
                    <a:gd name="connsiteX7" fmla="*/ 320675 w 596732"/>
                    <a:gd name="connsiteY7" fmla="*/ 1466206 h 1603457"/>
                    <a:gd name="connsiteX8" fmla="*/ 392113 w 596732"/>
                    <a:gd name="connsiteY8" fmla="*/ 1209031 h 1603457"/>
                    <a:gd name="connsiteX9" fmla="*/ 415925 w 596732"/>
                    <a:gd name="connsiteY9" fmla="*/ 818506 h 1603457"/>
                    <a:gd name="connsiteX10" fmla="*/ 311150 w 596732"/>
                    <a:gd name="connsiteY10" fmla="*/ 347018 h 1603457"/>
                    <a:gd name="connsiteX11" fmla="*/ 0 w 596732"/>
                    <a:gd name="connsiteY11" fmla="*/ 35075 h 1603457"/>
                    <a:gd name="connsiteX0" fmla="*/ 0 w 605337"/>
                    <a:gd name="connsiteY0" fmla="*/ 35075 h 1621964"/>
                    <a:gd name="connsiteX1" fmla="*/ 257969 w 605337"/>
                    <a:gd name="connsiteY1" fmla="*/ 24755 h 1621964"/>
                    <a:gd name="connsiteX2" fmla="*/ 430213 w 605337"/>
                    <a:gd name="connsiteY2" fmla="*/ 213669 h 1621964"/>
                    <a:gd name="connsiteX3" fmla="*/ 592138 w 605337"/>
                    <a:gd name="connsiteY3" fmla="*/ 754212 h 1621964"/>
                    <a:gd name="connsiteX4" fmla="*/ 577850 w 605337"/>
                    <a:gd name="connsiteY4" fmla="*/ 1228082 h 1621964"/>
                    <a:gd name="connsiteX5" fmla="*/ 434975 w 605337"/>
                    <a:gd name="connsiteY5" fmla="*/ 1594793 h 1621964"/>
                    <a:gd name="connsiteX6" fmla="*/ 258763 w 605337"/>
                    <a:gd name="connsiteY6" fmla="*/ 1580506 h 1621964"/>
                    <a:gd name="connsiteX7" fmla="*/ 320675 w 605337"/>
                    <a:gd name="connsiteY7" fmla="*/ 1466206 h 1621964"/>
                    <a:gd name="connsiteX8" fmla="*/ 392113 w 605337"/>
                    <a:gd name="connsiteY8" fmla="*/ 1209031 h 1621964"/>
                    <a:gd name="connsiteX9" fmla="*/ 415925 w 605337"/>
                    <a:gd name="connsiteY9" fmla="*/ 818506 h 1621964"/>
                    <a:gd name="connsiteX10" fmla="*/ 311150 w 605337"/>
                    <a:gd name="connsiteY10" fmla="*/ 347018 h 1621964"/>
                    <a:gd name="connsiteX11" fmla="*/ 0 w 605337"/>
                    <a:gd name="connsiteY11" fmla="*/ 35075 h 1621964"/>
                    <a:gd name="connsiteX0" fmla="*/ 0 w 605337"/>
                    <a:gd name="connsiteY0" fmla="*/ 35075 h 1603985"/>
                    <a:gd name="connsiteX1" fmla="*/ 257969 w 605337"/>
                    <a:gd name="connsiteY1" fmla="*/ 24755 h 1603985"/>
                    <a:gd name="connsiteX2" fmla="*/ 430213 w 605337"/>
                    <a:gd name="connsiteY2" fmla="*/ 213669 h 1603985"/>
                    <a:gd name="connsiteX3" fmla="*/ 592138 w 605337"/>
                    <a:gd name="connsiteY3" fmla="*/ 754212 h 1603985"/>
                    <a:gd name="connsiteX4" fmla="*/ 577850 w 605337"/>
                    <a:gd name="connsiteY4" fmla="*/ 1228082 h 1603985"/>
                    <a:gd name="connsiteX5" fmla="*/ 434975 w 605337"/>
                    <a:gd name="connsiteY5" fmla="*/ 1594793 h 1603985"/>
                    <a:gd name="connsiteX6" fmla="*/ 258763 w 605337"/>
                    <a:gd name="connsiteY6" fmla="*/ 1580506 h 1603985"/>
                    <a:gd name="connsiteX7" fmla="*/ 320675 w 605337"/>
                    <a:gd name="connsiteY7" fmla="*/ 1466206 h 1603985"/>
                    <a:gd name="connsiteX8" fmla="*/ 392113 w 605337"/>
                    <a:gd name="connsiteY8" fmla="*/ 1209031 h 1603985"/>
                    <a:gd name="connsiteX9" fmla="*/ 415925 w 605337"/>
                    <a:gd name="connsiteY9" fmla="*/ 818506 h 1603985"/>
                    <a:gd name="connsiteX10" fmla="*/ 311150 w 605337"/>
                    <a:gd name="connsiteY10" fmla="*/ 347018 h 1603985"/>
                    <a:gd name="connsiteX11" fmla="*/ 0 w 605337"/>
                    <a:gd name="connsiteY11" fmla="*/ 35075 h 1603985"/>
                    <a:gd name="connsiteX0" fmla="*/ 0 w 605129"/>
                    <a:gd name="connsiteY0" fmla="*/ 35075 h 1588407"/>
                    <a:gd name="connsiteX1" fmla="*/ 257969 w 605129"/>
                    <a:gd name="connsiteY1" fmla="*/ 24755 h 1588407"/>
                    <a:gd name="connsiteX2" fmla="*/ 430213 w 605129"/>
                    <a:gd name="connsiteY2" fmla="*/ 213669 h 1588407"/>
                    <a:gd name="connsiteX3" fmla="*/ 592138 w 605129"/>
                    <a:gd name="connsiteY3" fmla="*/ 754212 h 1588407"/>
                    <a:gd name="connsiteX4" fmla="*/ 577850 w 605129"/>
                    <a:gd name="connsiteY4" fmla="*/ 1228082 h 1588407"/>
                    <a:gd name="connsiteX5" fmla="*/ 439738 w 605129"/>
                    <a:gd name="connsiteY5" fmla="*/ 1556693 h 1588407"/>
                    <a:gd name="connsiteX6" fmla="*/ 258763 w 605129"/>
                    <a:gd name="connsiteY6" fmla="*/ 1580506 h 1588407"/>
                    <a:gd name="connsiteX7" fmla="*/ 320675 w 605129"/>
                    <a:gd name="connsiteY7" fmla="*/ 1466206 h 1588407"/>
                    <a:gd name="connsiteX8" fmla="*/ 392113 w 605129"/>
                    <a:gd name="connsiteY8" fmla="*/ 1209031 h 1588407"/>
                    <a:gd name="connsiteX9" fmla="*/ 415925 w 605129"/>
                    <a:gd name="connsiteY9" fmla="*/ 818506 h 1588407"/>
                    <a:gd name="connsiteX10" fmla="*/ 311150 w 605129"/>
                    <a:gd name="connsiteY10" fmla="*/ 347018 h 1588407"/>
                    <a:gd name="connsiteX11" fmla="*/ 0 w 605129"/>
                    <a:gd name="connsiteY11" fmla="*/ 35075 h 1588407"/>
                    <a:gd name="connsiteX0" fmla="*/ 0 w 605129"/>
                    <a:gd name="connsiteY0" fmla="*/ 35075 h 1591646"/>
                    <a:gd name="connsiteX1" fmla="*/ 257969 w 605129"/>
                    <a:gd name="connsiteY1" fmla="*/ 24755 h 1591646"/>
                    <a:gd name="connsiteX2" fmla="*/ 430213 w 605129"/>
                    <a:gd name="connsiteY2" fmla="*/ 213669 h 1591646"/>
                    <a:gd name="connsiteX3" fmla="*/ 592138 w 605129"/>
                    <a:gd name="connsiteY3" fmla="*/ 754212 h 1591646"/>
                    <a:gd name="connsiteX4" fmla="*/ 577850 w 605129"/>
                    <a:gd name="connsiteY4" fmla="*/ 1228082 h 1591646"/>
                    <a:gd name="connsiteX5" fmla="*/ 439738 w 605129"/>
                    <a:gd name="connsiteY5" fmla="*/ 1556693 h 1591646"/>
                    <a:gd name="connsiteX6" fmla="*/ 258763 w 605129"/>
                    <a:gd name="connsiteY6" fmla="*/ 1580506 h 1591646"/>
                    <a:gd name="connsiteX7" fmla="*/ 320675 w 605129"/>
                    <a:gd name="connsiteY7" fmla="*/ 1466206 h 1591646"/>
                    <a:gd name="connsiteX8" fmla="*/ 392113 w 605129"/>
                    <a:gd name="connsiteY8" fmla="*/ 1209031 h 1591646"/>
                    <a:gd name="connsiteX9" fmla="*/ 415925 w 605129"/>
                    <a:gd name="connsiteY9" fmla="*/ 818506 h 1591646"/>
                    <a:gd name="connsiteX10" fmla="*/ 311150 w 605129"/>
                    <a:gd name="connsiteY10" fmla="*/ 347018 h 1591646"/>
                    <a:gd name="connsiteX11" fmla="*/ 0 w 605129"/>
                    <a:gd name="connsiteY11" fmla="*/ 35075 h 1591646"/>
                    <a:gd name="connsiteX0" fmla="*/ 0 w 605129"/>
                    <a:gd name="connsiteY0" fmla="*/ 35075 h 1591646"/>
                    <a:gd name="connsiteX1" fmla="*/ 257969 w 605129"/>
                    <a:gd name="connsiteY1" fmla="*/ 24755 h 1591646"/>
                    <a:gd name="connsiteX2" fmla="*/ 430213 w 605129"/>
                    <a:gd name="connsiteY2" fmla="*/ 213669 h 1591646"/>
                    <a:gd name="connsiteX3" fmla="*/ 592138 w 605129"/>
                    <a:gd name="connsiteY3" fmla="*/ 754212 h 1591646"/>
                    <a:gd name="connsiteX4" fmla="*/ 577850 w 605129"/>
                    <a:gd name="connsiteY4" fmla="*/ 1228082 h 1591646"/>
                    <a:gd name="connsiteX5" fmla="*/ 439738 w 605129"/>
                    <a:gd name="connsiteY5" fmla="*/ 1556693 h 1591646"/>
                    <a:gd name="connsiteX6" fmla="*/ 258763 w 605129"/>
                    <a:gd name="connsiteY6" fmla="*/ 1580506 h 1591646"/>
                    <a:gd name="connsiteX7" fmla="*/ 320675 w 605129"/>
                    <a:gd name="connsiteY7" fmla="*/ 1466206 h 1591646"/>
                    <a:gd name="connsiteX8" fmla="*/ 392113 w 605129"/>
                    <a:gd name="connsiteY8" fmla="*/ 1209031 h 1591646"/>
                    <a:gd name="connsiteX9" fmla="*/ 415925 w 605129"/>
                    <a:gd name="connsiteY9" fmla="*/ 818506 h 1591646"/>
                    <a:gd name="connsiteX10" fmla="*/ 311150 w 605129"/>
                    <a:gd name="connsiteY10" fmla="*/ 347018 h 1591646"/>
                    <a:gd name="connsiteX11" fmla="*/ 0 w 605129"/>
                    <a:gd name="connsiteY11" fmla="*/ 35075 h 1591646"/>
                    <a:gd name="connsiteX0" fmla="*/ 0 w 605129"/>
                    <a:gd name="connsiteY0" fmla="*/ 35075 h 1591646"/>
                    <a:gd name="connsiteX1" fmla="*/ 257969 w 605129"/>
                    <a:gd name="connsiteY1" fmla="*/ 24755 h 1591646"/>
                    <a:gd name="connsiteX2" fmla="*/ 430213 w 605129"/>
                    <a:gd name="connsiteY2" fmla="*/ 213669 h 1591646"/>
                    <a:gd name="connsiteX3" fmla="*/ 592138 w 605129"/>
                    <a:gd name="connsiteY3" fmla="*/ 754212 h 1591646"/>
                    <a:gd name="connsiteX4" fmla="*/ 577850 w 605129"/>
                    <a:gd name="connsiteY4" fmla="*/ 1228082 h 1591646"/>
                    <a:gd name="connsiteX5" fmla="*/ 439738 w 605129"/>
                    <a:gd name="connsiteY5" fmla="*/ 1556693 h 1591646"/>
                    <a:gd name="connsiteX6" fmla="*/ 258763 w 605129"/>
                    <a:gd name="connsiteY6" fmla="*/ 1580506 h 1591646"/>
                    <a:gd name="connsiteX7" fmla="*/ 344487 w 605129"/>
                    <a:gd name="connsiteY7" fmla="*/ 1440012 h 1591646"/>
                    <a:gd name="connsiteX8" fmla="*/ 392113 w 605129"/>
                    <a:gd name="connsiteY8" fmla="*/ 1209031 h 1591646"/>
                    <a:gd name="connsiteX9" fmla="*/ 415925 w 605129"/>
                    <a:gd name="connsiteY9" fmla="*/ 818506 h 1591646"/>
                    <a:gd name="connsiteX10" fmla="*/ 311150 w 605129"/>
                    <a:gd name="connsiteY10" fmla="*/ 347018 h 1591646"/>
                    <a:gd name="connsiteX11" fmla="*/ 0 w 605129"/>
                    <a:gd name="connsiteY11" fmla="*/ 35075 h 1591646"/>
                    <a:gd name="connsiteX0" fmla="*/ 0 w 603428"/>
                    <a:gd name="connsiteY0" fmla="*/ 35075 h 1591646"/>
                    <a:gd name="connsiteX1" fmla="*/ 257969 w 603428"/>
                    <a:gd name="connsiteY1" fmla="*/ 24755 h 1591646"/>
                    <a:gd name="connsiteX2" fmla="*/ 430213 w 603428"/>
                    <a:gd name="connsiteY2" fmla="*/ 213669 h 1591646"/>
                    <a:gd name="connsiteX3" fmla="*/ 592138 w 603428"/>
                    <a:gd name="connsiteY3" fmla="*/ 754212 h 1591646"/>
                    <a:gd name="connsiteX4" fmla="*/ 577850 w 603428"/>
                    <a:gd name="connsiteY4" fmla="*/ 1228082 h 1591646"/>
                    <a:gd name="connsiteX5" fmla="*/ 439738 w 603428"/>
                    <a:gd name="connsiteY5" fmla="*/ 1556693 h 1591646"/>
                    <a:gd name="connsiteX6" fmla="*/ 258763 w 603428"/>
                    <a:gd name="connsiteY6" fmla="*/ 1580506 h 1591646"/>
                    <a:gd name="connsiteX7" fmla="*/ 344487 w 603428"/>
                    <a:gd name="connsiteY7" fmla="*/ 1440012 h 1591646"/>
                    <a:gd name="connsiteX8" fmla="*/ 392113 w 603428"/>
                    <a:gd name="connsiteY8" fmla="*/ 1209031 h 1591646"/>
                    <a:gd name="connsiteX9" fmla="*/ 415925 w 603428"/>
                    <a:gd name="connsiteY9" fmla="*/ 818506 h 1591646"/>
                    <a:gd name="connsiteX10" fmla="*/ 311150 w 603428"/>
                    <a:gd name="connsiteY10" fmla="*/ 347018 h 1591646"/>
                    <a:gd name="connsiteX11" fmla="*/ 0 w 603428"/>
                    <a:gd name="connsiteY11" fmla="*/ 35075 h 1591646"/>
                    <a:gd name="connsiteX0" fmla="*/ 0 w 597118"/>
                    <a:gd name="connsiteY0" fmla="*/ 35075 h 1591646"/>
                    <a:gd name="connsiteX1" fmla="*/ 257969 w 597118"/>
                    <a:gd name="connsiteY1" fmla="*/ 24755 h 1591646"/>
                    <a:gd name="connsiteX2" fmla="*/ 430213 w 597118"/>
                    <a:gd name="connsiteY2" fmla="*/ 213669 h 1591646"/>
                    <a:gd name="connsiteX3" fmla="*/ 580232 w 597118"/>
                    <a:gd name="connsiteY3" fmla="*/ 758975 h 1591646"/>
                    <a:gd name="connsiteX4" fmla="*/ 577850 w 597118"/>
                    <a:gd name="connsiteY4" fmla="*/ 1228082 h 1591646"/>
                    <a:gd name="connsiteX5" fmla="*/ 439738 w 597118"/>
                    <a:gd name="connsiteY5" fmla="*/ 1556693 h 1591646"/>
                    <a:gd name="connsiteX6" fmla="*/ 258763 w 597118"/>
                    <a:gd name="connsiteY6" fmla="*/ 1580506 h 1591646"/>
                    <a:gd name="connsiteX7" fmla="*/ 344487 w 597118"/>
                    <a:gd name="connsiteY7" fmla="*/ 1440012 h 1591646"/>
                    <a:gd name="connsiteX8" fmla="*/ 392113 w 597118"/>
                    <a:gd name="connsiteY8" fmla="*/ 1209031 h 1591646"/>
                    <a:gd name="connsiteX9" fmla="*/ 415925 w 597118"/>
                    <a:gd name="connsiteY9" fmla="*/ 818506 h 1591646"/>
                    <a:gd name="connsiteX10" fmla="*/ 311150 w 597118"/>
                    <a:gd name="connsiteY10" fmla="*/ 347018 h 1591646"/>
                    <a:gd name="connsiteX11" fmla="*/ 0 w 597118"/>
                    <a:gd name="connsiteY11" fmla="*/ 35075 h 1591646"/>
                    <a:gd name="connsiteX0" fmla="*/ 0 w 598393"/>
                    <a:gd name="connsiteY0" fmla="*/ 35075 h 1604645"/>
                    <a:gd name="connsiteX1" fmla="*/ 257969 w 598393"/>
                    <a:gd name="connsiteY1" fmla="*/ 24755 h 1604645"/>
                    <a:gd name="connsiteX2" fmla="*/ 430213 w 598393"/>
                    <a:gd name="connsiteY2" fmla="*/ 213669 h 1604645"/>
                    <a:gd name="connsiteX3" fmla="*/ 580232 w 598393"/>
                    <a:gd name="connsiteY3" fmla="*/ 758975 h 1604645"/>
                    <a:gd name="connsiteX4" fmla="*/ 580231 w 598393"/>
                    <a:gd name="connsiteY4" fmla="*/ 1132832 h 1604645"/>
                    <a:gd name="connsiteX5" fmla="*/ 439738 w 598393"/>
                    <a:gd name="connsiteY5" fmla="*/ 1556693 h 1604645"/>
                    <a:gd name="connsiteX6" fmla="*/ 258763 w 598393"/>
                    <a:gd name="connsiteY6" fmla="*/ 1580506 h 1604645"/>
                    <a:gd name="connsiteX7" fmla="*/ 344487 w 598393"/>
                    <a:gd name="connsiteY7" fmla="*/ 1440012 h 1604645"/>
                    <a:gd name="connsiteX8" fmla="*/ 392113 w 598393"/>
                    <a:gd name="connsiteY8" fmla="*/ 1209031 h 1604645"/>
                    <a:gd name="connsiteX9" fmla="*/ 415925 w 598393"/>
                    <a:gd name="connsiteY9" fmla="*/ 818506 h 1604645"/>
                    <a:gd name="connsiteX10" fmla="*/ 311150 w 598393"/>
                    <a:gd name="connsiteY10" fmla="*/ 347018 h 1604645"/>
                    <a:gd name="connsiteX11" fmla="*/ 0 w 598393"/>
                    <a:gd name="connsiteY11" fmla="*/ 35075 h 1604645"/>
                    <a:gd name="connsiteX0" fmla="*/ 0 w 593000"/>
                    <a:gd name="connsiteY0" fmla="*/ 35075 h 1604645"/>
                    <a:gd name="connsiteX1" fmla="*/ 257969 w 593000"/>
                    <a:gd name="connsiteY1" fmla="*/ 24755 h 1604645"/>
                    <a:gd name="connsiteX2" fmla="*/ 430213 w 593000"/>
                    <a:gd name="connsiteY2" fmla="*/ 213669 h 1604645"/>
                    <a:gd name="connsiteX3" fmla="*/ 580232 w 593000"/>
                    <a:gd name="connsiteY3" fmla="*/ 758975 h 1604645"/>
                    <a:gd name="connsiteX4" fmla="*/ 580231 w 593000"/>
                    <a:gd name="connsiteY4" fmla="*/ 1132832 h 1604645"/>
                    <a:gd name="connsiteX5" fmla="*/ 439738 w 593000"/>
                    <a:gd name="connsiteY5" fmla="*/ 1556693 h 1604645"/>
                    <a:gd name="connsiteX6" fmla="*/ 258763 w 593000"/>
                    <a:gd name="connsiteY6" fmla="*/ 1580506 h 1604645"/>
                    <a:gd name="connsiteX7" fmla="*/ 344487 w 593000"/>
                    <a:gd name="connsiteY7" fmla="*/ 1440012 h 1604645"/>
                    <a:gd name="connsiteX8" fmla="*/ 392113 w 593000"/>
                    <a:gd name="connsiteY8" fmla="*/ 1209031 h 1604645"/>
                    <a:gd name="connsiteX9" fmla="*/ 415925 w 593000"/>
                    <a:gd name="connsiteY9" fmla="*/ 818506 h 1604645"/>
                    <a:gd name="connsiteX10" fmla="*/ 311150 w 593000"/>
                    <a:gd name="connsiteY10" fmla="*/ 347018 h 1604645"/>
                    <a:gd name="connsiteX11" fmla="*/ 0 w 593000"/>
                    <a:gd name="connsiteY11" fmla="*/ 35075 h 1604645"/>
                    <a:gd name="connsiteX0" fmla="*/ 0 w 585327"/>
                    <a:gd name="connsiteY0" fmla="*/ 35075 h 1598513"/>
                    <a:gd name="connsiteX1" fmla="*/ 257969 w 585327"/>
                    <a:gd name="connsiteY1" fmla="*/ 24755 h 1598513"/>
                    <a:gd name="connsiteX2" fmla="*/ 430213 w 585327"/>
                    <a:gd name="connsiteY2" fmla="*/ 213669 h 1598513"/>
                    <a:gd name="connsiteX3" fmla="*/ 580232 w 585327"/>
                    <a:gd name="connsiteY3" fmla="*/ 758975 h 1598513"/>
                    <a:gd name="connsiteX4" fmla="*/ 549275 w 585327"/>
                    <a:gd name="connsiteY4" fmla="*/ 1232845 h 1598513"/>
                    <a:gd name="connsiteX5" fmla="*/ 439738 w 585327"/>
                    <a:gd name="connsiteY5" fmla="*/ 1556693 h 1598513"/>
                    <a:gd name="connsiteX6" fmla="*/ 258763 w 585327"/>
                    <a:gd name="connsiteY6" fmla="*/ 1580506 h 1598513"/>
                    <a:gd name="connsiteX7" fmla="*/ 344487 w 585327"/>
                    <a:gd name="connsiteY7" fmla="*/ 1440012 h 1598513"/>
                    <a:gd name="connsiteX8" fmla="*/ 392113 w 585327"/>
                    <a:gd name="connsiteY8" fmla="*/ 1209031 h 1598513"/>
                    <a:gd name="connsiteX9" fmla="*/ 415925 w 585327"/>
                    <a:gd name="connsiteY9" fmla="*/ 818506 h 1598513"/>
                    <a:gd name="connsiteX10" fmla="*/ 311150 w 585327"/>
                    <a:gd name="connsiteY10" fmla="*/ 347018 h 1598513"/>
                    <a:gd name="connsiteX11" fmla="*/ 0 w 585327"/>
                    <a:gd name="connsiteY11" fmla="*/ 35075 h 1598513"/>
                    <a:gd name="connsiteX0" fmla="*/ 0 w 585739"/>
                    <a:gd name="connsiteY0" fmla="*/ 35075 h 1598513"/>
                    <a:gd name="connsiteX1" fmla="*/ 257969 w 585739"/>
                    <a:gd name="connsiteY1" fmla="*/ 24755 h 1598513"/>
                    <a:gd name="connsiteX2" fmla="*/ 430213 w 585739"/>
                    <a:gd name="connsiteY2" fmla="*/ 213669 h 1598513"/>
                    <a:gd name="connsiteX3" fmla="*/ 580232 w 585739"/>
                    <a:gd name="connsiteY3" fmla="*/ 758975 h 1598513"/>
                    <a:gd name="connsiteX4" fmla="*/ 549275 w 585739"/>
                    <a:gd name="connsiteY4" fmla="*/ 1232845 h 1598513"/>
                    <a:gd name="connsiteX5" fmla="*/ 439738 w 585739"/>
                    <a:gd name="connsiteY5" fmla="*/ 1556693 h 1598513"/>
                    <a:gd name="connsiteX6" fmla="*/ 258763 w 585739"/>
                    <a:gd name="connsiteY6" fmla="*/ 1580506 h 1598513"/>
                    <a:gd name="connsiteX7" fmla="*/ 344487 w 585739"/>
                    <a:gd name="connsiteY7" fmla="*/ 1440012 h 1598513"/>
                    <a:gd name="connsiteX8" fmla="*/ 392113 w 585739"/>
                    <a:gd name="connsiteY8" fmla="*/ 1209031 h 1598513"/>
                    <a:gd name="connsiteX9" fmla="*/ 415925 w 585739"/>
                    <a:gd name="connsiteY9" fmla="*/ 818506 h 1598513"/>
                    <a:gd name="connsiteX10" fmla="*/ 311150 w 585739"/>
                    <a:gd name="connsiteY10" fmla="*/ 347018 h 1598513"/>
                    <a:gd name="connsiteX11" fmla="*/ 0 w 585739"/>
                    <a:gd name="connsiteY11" fmla="*/ 35075 h 1598513"/>
                    <a:gd name="connsiteX0" fmla="*/ 0 w 586761"/>
                    <a:gd name="connsiteY0" fmla="*/ 35075 h 1598513"/>
                    <a:gd name="connsiteX1" fmla="*/ 257969 w 586761"/>
                    <a:gd name="connsiteY1" fmla="*/ 24755 h 1598513"/>
                    <a:gd name="connsiteX2" fmla="*/ 430213 w 586761"/>
                    <a:gd name="connsiteY2" fmla="*/ 213669 h 1598513"/>
                    <a:gd name="connsiteX3" fmla="*/ 580232 w 586761"/>
                    <a:gd name="connsiteY3" fmla="*/ 758975 h 1598513"/>
                    <a:gd name="connsiteX4" fmla="*/ 549275 w 586761"/>
                    <a:gd name="connsiteY4" fmla="*/ 1232845 h 1598513"/>
                    <a:gd name="connsiteX5" fmla="*/ 439738 w 586761"/>
                    <a:gd name="connsiteY5" fmla="*/ 1556693 h 1598513"/>
                    <a:gd name="connsiteX6" fmla="*/ 258763 w 586761"/>
                    <a:gd name="connsiteY6" fmla="*/ 1580506 h 1598513"/>
                    <a:gd name="connsiteX7" fmla="*/ 344487 w 586761"/>
                    <a:gd name="connsiteY7" fmla="*/ 1440012 h 1598513"/>
                    <a:gd name="connsiteX8" fmla="*/ 392113 w 586761"/>
                    <a:gd name="connsiteY8" fmla="*/ 1209031 h 1598513"/>
                    <a:gd name="connsiteX9" fmla="*/ 415925 w 586761"/>
                    <a:gd name="connsiteY9" fmla="*/ 818506 h 1598513"/>
                    <a:gd name="connsiteX10" fmla="*/ 311150 w 586761"/>
                    <a:gd name="connsiteY10" fmla="*/ 347018 h 1598513"/>
                    <a:gd name="connsiteX11" fmla="*/ 0 w 586761"/>
                    <a:gd name="connsiteY11" fmla="*/ 35075 h 1598513"/>
                    <a:gd name="connsiteX0" fmla="*/ 0 w 583009"/>
                    <a:gd name="connsiteY0" fmla="*/ 35075 h 1598513"/>
                    <a:gd name="connsiteX1" fmla="*/ 257969 w 583009"/>
                    <a:gd name="connsiteY1" fmla="*/ 24755 h 1598513"/>
                    <a:gd name="connsiteX2" fmla="*/ 430213 w 583009"/>
                    <a:gd name="connsiteY2" fmla="*/ 213669 h 1598513"/>
                    <a:gd name="connsiteX3" fmla="*/ 580232 w 583009"/>
                    <a:gd name="connsiteY3" fmla="*/ 758975 h 1598513"/>
                    <a:gd name="connsiteX4" fmla="*/ 549275 w 583009"/>
                    <a:gd name="connsiteY4" fmla="*/ 1232845 h 1598513"/>
                    <a:gd name="connsiteX5" fmla="*/ 439738 w 583009"/>
                    <a:gd name="connsiteY5" fmla="*/ 1556693 h 1598513"/>
                    <a:gd name="connsiteX6" fmla="*/ 258763 w 583009"/>
                    <a:gd name="connsiteY6" fmla="*/ 1580506 h 1598513"/>
                    <a:gd name="connsiteX7" fmla="*/ 344487 w 583009"/>
                    <a:gd name="connsiteY7" fmla="*/ 1440012 h 1598513"/>
                    <a:gd name="connsiteX8" fmla="*/ 392113 w 583009"/>
                    <a:gd name="connsiteY8" fmla="*/ 1209031 h 1598513"/>
                    <a:gd name="connsiteX9" fmla="*/ 415925 w 583009"/>
                    <a:gd name="connsiteY9" fmla="*/ 818506 h 1598513"/>
                    <a:gd name="connsiteX10" fmla="*/ 311150 w 583009"/>
                    <a:gd name="connsiteY10" fmla="*/ 347018 h 1598513"/>
                    <a:gd name="connsiteX11" fmla="*/ 0 w 583009"/>
                    <a:gd name="connsiteY11" fmla="*/ 35075 h 1598513"/>
                    <a:gd name="connsiteX0" fmla="*/ 0 w 583009"/>
                    <a:gd name="connsiteY0" fmla="*/ 35075 h 1598513"/>
                    <a:gd name="connsiteX1" fmla="*/ 257969 w 583009"/>
                    <a:gd name="connsiteY1" fmla="*/ 24755 h 1598513"/>
                    <a:gd name="connsiteX2" fmla="*/ 430213 w 583009"/>
                    <a:gd name="connsiteY2" fmla="*/ 213669 h 1598513"/>
                    <a:gd name="connsiteX3" fmla="*/ 580232 w 583009"/>
                    <a:gd name="connsiteY3" fmla="*/ 758975 h 1598513"/>
                    <a:gd name="connsiteX4" fmla="*/ 549275 w 583009"/>
                    <a:gd name="connsiteY4" fmla="*/ 1232845 h 1598513"/>
                    <a:gd name="connsiteX5" fmla="*/ 439738 w 583009"/>
                    <a:gd name="connsiteY5" fmla="*/ 1556693 h 1598513"/>
                    <a:gd name="connsiteX6" fmla="*/ 258763 w 583009"/>
                    <a:gd name="connsiteY6" fmla="*/ 1580506 h 1598513"/>
                    <a:gd name="connsiteX7" fmla="*/ 344487 w 583009"/>
                    <a:gd name="connsiteY7" fmla="*/ 1440012 h 1598513"/>
                    <a:gd name="connsiteX8" fmla="*/ 392113 w 583009"/>
                    <a:gd name="connsiteY8" fmla="*/ 1209031 h 1598513"/>
                    <a:gd name="connsiteX9" fmla="*/ 415925 w 583009"/>
                    <a:gd name="connsiteY9" fmla="*/ 818506 h 1598513"/>
                    <a:gd name="connsiteX10" fmla="*/ 311150 w 583009"/>
                    <a:gd name="connsiteY10" fmla="*/ 347018 h 1598513"/>
                    <a:gd name="connsiteX11" fmla="*/ 0 w 583009"/>
                    <a:gd name="connsiteY11" fmla="*/ 35075 h 1598513"/>
                    <a:gd name="connsiteX0" fmla="*/ 0 w 583009"/>
                    <a:gd name="connsiteY0" fmla="*/ 55465 h 1618903"/>
                    <a:gd name="connsiteX1" fmla="*/ 257969 w 583009"/>
                    <a:gd name="connsiteY1" fmla="*/ 45145 h 1618903"/>
                    <a:gd name="connsiteX2" fmla="*/ 430213 w 583009"/>
                    <a:gd name="connsiteY2" fmla="*/ 234059 h 1618903"/>
                    <a:gd name="connsiteX3" fmla="*/ 580232 w 583009"/>
                    <a:gd name="connsiteY3" fmla="*/ 779365 h 1618903"/>
                    <a:gd name="connsiteX4" fmla="*/ 549275 w 583009"/>
                    <a:gd name="connsiteY4" fmla="*/ 1253235 h 1618903"/>
                    <a:gd name="connsiteX5" fmla="*/ 439738 w 583009"/>
                    <a:gd name="connsiteY5" fmla="*/ 1577083 h 1618903"/>
                    <a:gd name="connsiteX6" fmla="*/ 258763 w 583009"/>
                    <a:gd name="connsiteY6" fmla="*/ 1600896 h 1618903"/>
                    <a:gd name="connsiteX7" fmla="*/ 344487 w 583009"/>
                    <a:gd name="connsiteY7" fmla="*/ 1460402 h 1618903"/>
                    <a:gd name="connsiteX8" fmla="*/ 392113 w 583009"/>
                    <a:gd name="connsiteY8" fmla="*/ 1229421 h 1618903"/>
                    <a:gd name="connsiteX9" fmla="*/ 415925 w 583009"/>
                    <a:gd name="connsiteY9" fmla="*/ 838896 h 1618903"/>
                    <a:gd name="connsiteX10" fmla="*/ 311150 w 583009"/>
                    <a:gd name="connsiteY10" fmla="*/ 367408 h 1618903"/>
                    <a:gd name="connsiteX11" fmla="*/ 0 w 583009"/>
                    <a:gd name="connsiteY11" fmla="*/ 55465 h 1618903"/>
                    <a:gd name="connsiteX0" fmla="*/ 0 w 583009"/>
                    <a:gd name="connsiteY0" fmla="*/ 49425 h 1612863"/>
                    <a:gd name="connsiteX1" fmla="*/ 257969 w 583009"/>
                    <a:gd name="connsiteY1" fmla="*/ 39105 h 1612863"/>
                    <a:gd name="connsiteX2" fmla="*/ 430213 w 583009"/>
                    <a:gd name="connsiteY2" fmla="*/ 228019 h 1612863"/>
                    <a:gd name="connsiteX3" fmla="*/ 580232 w 583009"/>
                    <a:gd name="connsiteY3" fmla="*/ 773325 h 1612863"/>
                    <a:gd name="connsiteX4" fmla="*/ 549275 w 583009"/>
                    <a:gd name="connsiteY4" fmla="*/ 1247195 h 1612863"/>
                    <a:gd name="connsiteX5" fmla="*/ 439738 w 583009"/>
                    <a:gd name="connsiteY5" fmla="*/ 1571043 h 1612863"/>
                    <a:gd name="connsiteX6" fmla="*/ 258763 w 583009"/>
                    <a:gd name="connsiteY6" fmla="*/ 1594856 h 1612863"/>
                    <a:gd name="connsiteX7" fmla="*/ 344487 w 583009"/>
                    <a:gd name="connsiteY7" fmla="*/ 1454362 h 1612863"/>
                    <a:gd name="connsiteX8" fmla="*/ 392113 w 583009"/>
                    <a:gd name="connsiteY8" fmla="*/ 1223381 h 1612863"/>
                    <a:gd name="connsiteX9" fmla="*/ 415925 w 583009"/>
                    <a:gd name="connsiteY9" fmla="*/ 832856 h 1612863"/>
                    <a:gd name="connsiteX10" fmla="*/ 311150 w 583009"/>
                    <a:gd name="connsiteY10" fmla="*/ 361368 h 1612863"/>
                    <a:gd name="connsiteX11" fmla="*/ 0 w 583009"/>
                    <a:gd name="connsiteY11" fmla="*/ 49425 h 16128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583009" h="1612863">
                      <a:moveTo>
                        <a:pt x="0" y="49425"/>
                      </a:moveTo>
                      <a:cubicBezTo>
                        <a:pt x="130174" y="-36300"/>
                        <a:pt x="186267" y="9339"/>
                        <a:pt x="257969" y="39105"/>
                      </a:cubicBezTo>
                      <a:cubicBezTo>
                        <a:pt x="329671" y="68871"/>
                        <a:pt x="376503" y="105649"/>
                        <a:pt x="430213" y="228019"/>
                      </a:cubicBezTo>
                      <a:cubicBezTo>
                        <a:pt x="483924" y="350389"/>
                        <a:pt x="569913" y="596318"/>
                        <a:pt x="580232" y="773325"/>
                      </a:cubicBezTo>
                      <a:cubicBezTo>
                        <a:pt x="590551" y="950332"/>
                        <a:pt x="570309" y="1126148"/>
                        <a:pt x="549275" y="1247195"/>
                      </a:cubicBezTo>
                      <a:cubicBezTo>
                        <a:pt x="528241" y="1368242"/>
                        <a:pt x="488157" y="1513100"/>
                        <a:pt x="439738" y="1571043"/>
                      </a:cubicBezTo>
                      <a:cubicBezTo>
                        <a:pt x="391319" y="1628987"/>
                        <a:pt x="304006" y="1616287"/>
                        <a:pt x="258763" y="1594856"/>
                      </a:cubicBezTo>
                      <a:cubicBezTo>
                        <a:pt x="296863" y="1549613"/>
                        <a:pt x="322262" y="1516275"/>
                        <a:pt x="344487" y="1454362"/>
                      </a:cubicBezTo>
                      <a:cubicBezTo>
                        <a:pt x="366712" y="1392449"/>
                        <a:pt x="380207" y="1326965"/>
                        <a:pt x="392113" y="1223381"/>
                      </a:cubicBezTo>
                      <a:cubicBezTo>
                        <a:pt x="404019" y="1119797"/>
                        <a:pt x="429419" y="976525"/>
                        <a:pt x="415925" y="832856"/>
                      </a:cubicBezTo>
                      <a:cubicBezTo>
                        <a:pt x="402431" y="689187"/>
                        <a:pt x="349515" y="482415"/>
                        <a:pt x="311150" y="361368"/>
                      </a:cubicBezTo>
                      <a:cubicBezTo>
                        <a:pt x="272785" y="240321"/>
                        <a:pt x="236537" y="109751"/>
                        <a:pt x="0" y="49425"/>
                      </a:cubicBezTo>
                      <a:close/>
                    </a:path>
                  </a:pathLst>
                </a:custGeom>
                <a:solidFill>
                  <a:srgbClr val="E6BB7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2" name="任意多边形 61"/>
                <p:cNvSpPr/>
                <p:nvPr/>
              </p:nvSpPr>
              <p:spPr>
                <a:xfrm>
                  <a:off x="5315935" y="2094047"/>
                  <a:ext cx="583009" cy="1612863"/>
                </a:xfrm>
                <a:custGeom>
                  <a:avLst/>
                  <a:gdLst>
                    <a:gd name="connsiteX0" fmla="*/ 2192 w 582624"/>
                    <a:gd name="connsiteY0" fmla="*/ 36522 h 1656991"/>
                    <a:gd name="connsiteX1" fmla="*/ 159354 w 582624"/>
                    <a:gd name="connsiteY1" fmla="*/ 31759 h 1656991"/>
                    <a:gd name="connsiteX2" fmla="*/ 402242 w 582624"/>
                    <a:gd name="connsiteY2" fmla="*/ 236547 h 1656991"/>
                    <a:gd name="connsiteX3" fmla="*/ 578454 w 582624"/>
                    <a:gd name="connsiteY3" fmla="*/ 784234 h 1656991"/>
                    <a:gd name="connsiteX4" fmla="*/ 511779 w 582624"/>
                    <a:gd name="connsiteY4" fmla="*/ 1484322 h 1656991"/>
                    <a:gd name="connsiteX5" fmla="*/ 340329 w 582624"/>
                    <a:gd name="connsiteY5" fmla="*/ 1651009 h 1656991"/>
                    <a:gd name="connsiteX6" fmla="*/ 221267 w 582624"/>
                    <a:gd name="connsiteY6" fmla="*/ 1608147 h 1656991"/>
                    <a:gd name="connsiteX7" fmla="*/ 283179 w 582624"/>
                    <a:gd name="connsiteY7" fmla="*/ 1493847 h 1656991"/>
                    <a:gd name="connsiteX8" fmla="*/ 354617 w 582624"/>
                    <a:gd name="connsiteY8" fmla="*/ 1236672 h 1656991"/>
                    <a:gd name="connsiteX9" fmla="*/ 378429 w 582624"/>
                    <a:gd name="connsiteY9" fmla="*/ 846147 h 1656991"/>
                    <a:gd name="connsiteX10" fmla="*/ 273654 w 582624"/>
                    <a:gd name="connsiteY10" fmla="*/ 374659 h 1656991"/>
                    <a:gd name="connsiteX11" fmla="*/ 2192 w 582624"/>
                    <a:gd name="connsiteY11" fmla="*/ 36522 h 1656991"/>
                    <a:gd name="connsiteX0" fmla="*/ 2192 w 582624"/>
                    <a:gd name="connsiteY0" fmla="*/ 36522 h 1656991"/>
                    <a:gd name="connsiteX1" fmla="*/ 159354 w 582624"/>
                    <a:gd name="connsiteY1" fmla="*/ 31759 h 1656991"/>
                    <a:gd name="connsiteX2" fmla="*/ 402242 w 582624"/>
                    <a:gd name="connsiteY2" fmla="*/ 236547 h 1656991"/>
                    <a:gd name="connsiteX3" fmla="*/ 578454 w 582624"/>
                    <a:gd name="connsiteY3" fmla="*/ 784234 h 1656991"/>
                    <a:gd name="connsiteX4" fmla="*/ 511779 w 582624"/>
                    <a:gd name="connsiteY4" fmla="*/ 1484322 h 1656991"/>
                    <a:gd name="connsiteX5" fmla="*/ 340329 w 582624"/>
                    <a:gd name="connsiteY5" fmla="*/ 1651009 h 1656991"/>
                    <a:gd name="connsiteX6" fmla="*/ 221267 w 582624"/>
                    <a:gd name="connsiteY6" fmla="*/ 1608147 h 1656991"/>
                    <a:gd name="connsiteX7" fmla="*/ 283179 w 582624"/>
                    <a:gd name="connsiteY7" fmla="*/ 1493847 h 1656991"/>
                    <a:gd name="connsiteX8" fmla="*/ 354617 w 582624"/>
                    <a:gd name="connsiteY8" fmla="*/ 1236672 h 1656991"/>
                    <a:gd name="connsiteX9" fmla="*/ 378429 w 582624"/>
                    <a:gd name="connsiteY9" fmla="*/ 846147 h 1656991"/>
                    <a:gd name="connsiteX10" fmla="*/ 273654 w 582624"/>
                    <a:gd name="connsiteY10" fmla="*/ 374659 h 1656991"/>
                    <a:gd name="connsiteX11" fmla="*/ 2192 w 582624"/>
                    <a:gd name="connsiteY11" fmla="*/ 36522 h 1656991"/>
                    <a:gd name="connsiteX0" fmla="*/ 0 w 580432"/>
                    <a:gd name="connsiteY0" fmla="*/ 20487 h 1640956"/>
                    <a:gd name="connsiteX1" fmla="*/ 157162 w 580432"/>
                    <a:gd name="connsiteY1" fmla="*/ 15724 h 1640956"/>
                    <a:gd name="connsiteX2" fmla="*/ 400050 w 580432"/>
                    <a:gd name="connsiteY2" fmla="*/ 220512 h 1640956"/>
                    <a:gd name="connsiteX3" fmla="*/ 576262 w 580432"/>
                    <a:gd name="connsiteY3" fmla="*/ 768199 h 1640956"/>
                    <a:gd name="connsiteX4" fmla="*/ 509587 w 580432"/>
                    <a:gd name="connsiteY4" fmla="*/ 1468287 h 1640956"/>
                    <a:gd name="connsiteX5" fmla="*/ 338137 w 580432"/>
                    <a:gd name="connsiteY5" fmla="*/ 1634974 h 1640956"/>
                    <a:gd name="connsiteX6" fmla="*/ 219075 w 580432"/>
                    <a:gd name="connsiteY6" fmla="*/ 1592112 h 1640956"/>
                    <a:gd name="connsiteX7" fmla="*/ 280987 w 580432"/>
                    <a:gd name="connsiteY7" fmla="*/ 1477812 h 1640956"/>
                    <a:gd name="connsiteX8" fmla="*/ 352425 w 580432"/>
                    <a:gd name="connsiteY8" fmla="*/ 1220637 h 1640956"/>
                    <a:gd name="connsiteX9" fmla="*/ 376237 w 580432"/>
                    <a:gd name="connsiteY9" fmla="*/ 830112 h 1640956"/>
                    <a:gd name="connsiteX10" fmla="*/ 271462 w 580432"/>
                    <a:gd name="connsiteY10" fmla="*/ 358624 h 1640956"/>
                    <a:gd name="connsiteX11" fmla="*/ 0 w 580432"/>
                    <a:gd name="connsiteY11" fmla="*/ 20487 h 1640956"/>
                    <a:gd name="connsiteX0" fmla="*/ 0 w 580432"/>
                    <a:gd name="connsiteY0" fmla="*/ 5954 h 1626423"/>
                    <a:gd name="connsiteX1" fmla="*/ 157162 w 580432"/>
                    <a:gd name="connsiteY1" fmla="*/ 1191 h 1626423"/>
                    <a:gd name="connsiteX2" fmla="*/ 400050 w 580432"/>
                    <a:gd name="connsiteY2" fmla="*/ 205979 h 1626423"/>
                    <a:gd name="connsiteX3" fmla="*/ 576262 w 580432"/>
                    <a:gd name="connsiteY3" fmla="*/ 753666 h 1626423"/>
                    <a:gd name="connsiteX4" fmla="*/ 509587 w 580432"/>
                    <a:gd name="connsiteY4" fmla="*/ 1453754 h 1626423"/>
                    <a:gd name="connsiteX5" fmla="*/ 338137 w 580432"/>
                    <a:gd name="connsiteY5" fmla="*/ 1620441 h 1626423"/>
                    <a:gd name="connsiteX6" fmla="*/ 219075 w 580432"/>
                    <a:gd name="connsiteY6" fmla="*/ 1577579 h 1626423"/>
                    <a:gd name="connsiteX7" fmla="*/ 280987 w 580432"/>
                    <a:gd name="connsiteY7" fmla="*/ 1463279 h 1626423"/>
                    <a:gd name="connsiteX8" fmla="*/ 352425 w 580432"/>
                    <a:gd name="connsiteY8" fmla="*/ 1206104 h 1626423"/>
                    <a:gd name="connsiteX9" fmla="*/ 376237 w 580432"/>
                    <a:gd name="connsiteY9" fmla="*/ 815579 h 1626423"/>
                    <a:gd name="connsiteX10" fmla="*/ 271462 w 580432"/>
                    <a:gd name="connsiteY10" fmla="*/ 344091 h 1626423"/>
                    <a:gd name="connsiteX11" fmla="*/ 0 w 580432"/>
                    <a:gd name="connsiteY11" fmla="*/ 5954 h 1626423"/>
                    <a:gd name="connsiteX0" fmla="*/ 0 w 580432"/>
                    <a:gd name="connsiteY0" fmla="*/ 5954 h 1626423"/>
                    <a:gd name="connsiteX1" fmla="*/ 157162 w 580432"/>
                    <a:gd name="connsiteY1" fmla="*/ 1191 h 1626423"/>
                    <a:gd name="connsiteX2" fmla="*/ 400050 w 580432"/>
                    <a:gd name="connsiteY2" fmla="*/ 205979 h 1626423"/>
                    <a:gd name="connsiteX3" fmla="*/ 576262 w 580432"/>
                    <a:gd name="connsiteY3" fmla="*/ 753666 h 1626423"/>
                    <a:gd name="connsiteX4" fmla="*/ 509587 w 580432"/>
                    <a:gd name="connsiteY4" fmla="*/ 1453754 h 1626423"/>
                    <a:gd name="connsiteX5" fmla="*/ 338137 w 580432"/>
                    <a:gd name="connsiteY5" fmla="*/ 1620441 h 1626423"/>
                    <a:gd name="connsiteX6" fmla="*/ 219075 w 580432"/>
                    <a:gd name="connsiteY6" fmla="*/ 1577579 h 1626423"/>
                    <a:gd name="connsiteX7" fmla="*/ 280987 w 580432"/>
                    <a:gd name="connsiteY7" fmla="*/ 1463279 h 1626423"/>
                    <a:gd name="connsiteX8" fmla="*/ 352425 w 580432"/>
                    <a:gd name="connsiteY8" fmla="*/ 1206104 h 1626423"/>
                    <a:gd name="connsiteX9" fmla="*/ 376237 w 580432"/>
                    <a:gd name="connsiteY9" fmla="*/ 815579 h 1626423"/>
                    <a:gd name="connsiteX10" fmla="*/ 271462 w 580432"/>
                    <a:gd name="connsiteY10" fmla="*/ 344091 h 1626423"/>
                    <a:gd name="connsiteX11" fmla="*/ 0 w 580432"/>
                    <a:gd name="connsiteY11" fmla="*/ 5954 h 1626423"/>
                    <a:gd name="connsiteX0" fmla="*/ 0 w 580432"/>
                    <a:gd name="connsiteY0" fmla="*/ 5954 h 1626423"/>
                    <a:gd name="connsiteX1" fmla="*/ 157162 w 580432"/>
                    <a:gd name="connsiteY1" fmla="*/ 1191 h 1626423"/>
                    <a:gd name="connsiteX2" fmla="*/ 400050 w 580432"/>
                    <a:gd name="connsiteY2" fmla="*/ 205979 h 1626423"/>
                    <a:gd name="connsiteX3" fmla="*/ 576262 w 580432"/>
                    <a:gd name="connsiteY3" fmla="*/ 753666 h 1626423"/>
                    <a:gd name="connsiteX4" fmla="*/ 509587 w 580432"/>
                    <a:gd name="connsiteY4" fmla="*/ 1453754 h 1626423"/>
                    <a:gd name="connsiteX5" fmla="*/ 338137 w 580432"/>
                    <a:gd name="connsiteY5" fmla="*/ 1620441 h 1626423"/>
                    <a:gd name="connsiteX6" fmla="*/ 219075 w 580432"/>
                    <a:gd name="connsiteY6" fmla="*/ 1577579 h 1626423"/>
                    <a:gd name="connsiteX7" fmla="*/ 280987 w 580432"/>
                    <a:gd name="connsiteY7" fmla="*/ 1463279 h 1626423"/>
                    <a:gd name="connsiteX8" fmla="*/ 352425 w 580432"/>
                    <a:gd name="connsiteY8" fmla="*/ 1206104 h 1626423"/>
                    <a:gd name="connsiteX9" fmla="*/ 376237 w 580432"/>
                    <a:gd name="connsiteY9" fmla="*/ 815579 h 1626423"/>
                    <a:gd name="connsiteX10" fmla="*/ 271462 w 580432"/>
                    <a:gd name="connsiteY10" fmla="*/ 344091 h 1626423"/>
                    <a:gd name="connsiteX11" fmla="*/ 0 w 580432"/>
                    <a:gd name="connsiteY11" fmla="*/ 5954 h 1626423"/>
                    <a:gd name="connsiteX0" fmla="*/ 0 w 580923"/>
                    <a:gd name="connsiteY0" fmla="*/ 5954 h 1626423"/>
                    <a:gd name="connsiteX1" fmla="*/ 157162 w 580923"/>
                    <a:gd name="connsiteY1" fmla="*/ 1191 h 1626423"/>
                    <a:gd name="connsiteX2" fmla="*/ 400050 w 580923"/>
                    <a:gd name="connsiteY2" fmla="*/ 205979 h 1626423"/>
                    <a:gd name="connsiteX3" fmla="*/ 576262 w 580923"/>
                    <a:gd name="connsiteY3" fmla="*/ 753666 h 1626423"/>
                    <a:gd name="connsiteX4" fmla="*/ 509587 w 580923"/>
                    <a:gd name="connsiteY4" fmla="*/ 1453754 h 1626423"/>
                    <a:gd name="connsiteX5" fmla="*/ 338137 w 580923"/>
                    <a:gd name="connsiteY5" fmla="*/ 1620441 h 1626423"/>
                    <a:gd name="connsiteX6" fmla="*/ 219075 w 580923"/>
                    <a:gd name="connsiteY6" fmla="*/ 1577579 h 1626423"/>
                    <a:gd name="connsiteX7" fmla="*/ 280987 w 580923"/>
                    <a:gd name="connsiteY7" fmla="*/ 1463279 h 1626423"/>
                    <a:gd name="connsiteX8" fmla="*/ 352425 w 580923"/>
                    <a:gd name="connsiteY8" fmla="*/ 1206104 h 1626423"/>
                    <a:gd name="connsiteX9" fmla="*/ 376237 w 580923"/>
                    <a:gd name="connsiteY9" fmla="*/ 815579 h 1626423"/>
                    <a:gd name="connsiteX10" fmla="*/ 271462 w 580923"/>
                    <a:gd name="connsiteY10" fmla="*/ 344091 h 1626423"/>
                    <a:gd name="connsiteX11" fmla="*/ 0 w 580923"/>
                    <a:gd name="connsiteY11" fmla="*/ 5954 h 1626423"/>
                    <a:gd name="connsiteX0" fmla="*/ 0 w 580923"/>
                    <a:gd name="connsiteY0" fmla="*/ 5954 h 1620536"/>
                    <a:gd name="connsiteX1" fmla="*/ 157162 w 580923"/>
                    <a:gd name="connsiteY1" fmla="*/ 1191 h 1620536"/>
                    <a:gd name="connsiteX2" fmla="*/ 400050 w 580923"/>
                    <a:gd name="connsiteY2" fmla="*/ 205979 h 1620536"/>
                    <a:gd name="connsiteX3" fmla="*/ 576262 w 580923"/>
                    <a:gd name="connsiteY3" fmla="*/ 753666 h 1620536"/>
                    <a:gd name="connsiteX4" fmla="*/ 509587 w 580923"/>
                    <a:gd name="connsiteY4" fmla="*/ 1453754 h 1620536"/>
                    <a:gd name="connsiteX5" fmla="*/ 338137 w 580923"/>
                    <a:gd name="connsiteY5" fmla="*/ 1620441 h 1620536"/>
                    <a:gd name="connsiteX6" fmla="*/ 219075 w 580923"/>
                    <a:gd name="connsiteY6" fmla="*/ 1577579 h 1620536"/>
                    <a:gd name="connsiteX7" fmla="*/ 280987 w 580923"/>
                    <a:gd name="connsiteY7" fmla="*/ 1463279 h 1620536"/>
                    <a:gd name="connsiteX8" fmla="*/ 352425 w 580923"/>
                    <a:gd name="connsiteY8" fmla="*/ 1206104 h 1620536"/>
                    <a:gd name="connsiteX9" fmla="*/ 376237 w 580923"/>
                    <a:gd name="connsiteY9" fmla="*/ 815579 h 1620536"/>
                    <a:gd name="connsiteX10" fmla="*/ 271462 w 580923"/>
                    <a:gd name="connsiteY10" fmla="*/ 344091 h 1620536"/>
                    <a:gd name="connsiteX11" fmla="*/ 0 w 580923"/>
                    <a:gd name="connsiteY11" fmla="*/ 5954 h 1620536"/>
                    <a:gd name="connsiteX0" fmla="*/ 0 w 580923"/>
                    <a:gd name="connsiteY0" fmla="*/ 5954 h 1620536"/>
                    <a:gd name="connsiteX1" fmla="*/ 157162 w 580923"/>
                    <a:gd name="connsiteY1" fmla="*/ 1191 h 1620536"/>
                    <a:gd name="connsiteX2" fmla="*/ 400050 w 580923"/>
                    <a:gd name="connsiteY2" fmla="*/ 205979 h 1620536"/>
                    <a:gd name="connsiteX3" fmla="*/ 576262 w 580923"/>
                    <a:gd name="connsiteY3" fmla="*/ 753666 h 1620536"/>
                    <a:gd name="connsiteX4" fmla="*/ 509587 w 580923"/>
                    <a:gd name="connsiteY4" fmla="*/ 1453754 h 1620536"/>
                    <a:gd name="connsiteX5" fmla="*/ 338137 w 580923"/>
                    <a:gd name="connsiteY5" fmla="*/ 1620441 h 1620536"/>
                    <a:gd name="connsiteX6" fmla="*/ 219075 w 580923"/>
                    <a:gd name="connsiteY6" fmla="*/ 1577579 h 1620536"/>
                    <a:gd name="connsiteX7" fmla="*/ 280987 w 580923"/>
                    <a:gd name="connsiteY7" fmla="*/ 1463279 h 1620536"/>
                    <a:gd name="connsiteX8" fmla="*/ 352425 w 580923"/>
                    <a:gd name="connsiteY8" fmla="*/ 1206104 h 1620536"/>
                    <a:gd name="connsiteX9" fmla="*/ 376237 w 580923"/>
                    <a:gd name="connsiteY9" fmla="*/ 815579 h 1620536"/>
                    <a:gd name="connsiteX10" fmla="*/ 271462 w 580923"/>
                    <a:gd name="connsiteY10" fmla="*/ 344091 h 1620536"/>
                    <a:gd name="connsiteX11" fmla="*/ 0 w 580923"/>
                    <a:gd name="connsiteY11" fmla="*/ 5954 h 1620536"/>
                    <a:gd name="connsiteX0" fmla="*/ 0 w 580923"/>
                    <a:gd name="connsiteY0" fmla="*/ 5954 h 1620518"/>
                    <a:gd name="connsiteX1" fmla="*/ 157162 w 580923"/>
                    <a:gd name="connsiteY1" fmla="*/ 1191 h 1620518"/>
                    <a:gd name="connsiteX2" fmla="*/ 400050 w 580923"/>
                    <a:gd name="connsiteY2" fmla="*/ 205979 h 1620518"/>
                    <a:gd name="connsiteX3" fmla="*/ 576262 w 580923"/>
                    <a:gd name="connsiteY3" fmla="*/ 753666 h 1620518"/>
                    <a:gd name="connsiteX4" fmla="*/ 509587 w 580923"/>
                    <a:gd name="connsiteY4" fmla="*/ 1453754 h 1620518"/>
                    <a:gd name="connsiteX5" fmla="*/ 338137 w 580923"/>
                    <a:gd name="connsiteY5" fmla="*/ 1620441 h 1620518"/>
                    <a:gd name="connsiteX6" fmla="*/ 219075 w 580923"/>
                    <a:gd name="connsiteY6" fmla="*/ 1577579 h 1620518"/>
                    <a:gd name="connsiteX7" fmla="*/ 280987 w 580923"/>
                    <a:gd name="connsiteY7" fmla="*/ 1463279 h 1620518"/>
                    <a:gd name="connsiteX8" fmla="*/ 352425 w 580923"/>
                    <a:gd name="connsiteY8" fmla="*/ 1206104 h 1620518"/>
                    <a:gd name="connsiteX9" fmla="*/ 376237 w 580923"/>
                    <a:gd name="connsiteY9" fmla="*/ 815579 h 1620518"/>
                    <a:gd name="connsiteX10" fmla="*/ 271462 w 580923"/>
                    <a:gd name="connsiteY10" fmla="*/ 344091 h 1620518"/>
                    <a:gd name="connsiteX11" fmla="*/ 0 w 580923"/>
                    <a:gd name="connsiteY11" fmla="*/ 5954 h 1620518"/>
                    <a:gd name="connsiteX0" fmla="*/ 0 w 580407"/>
                    <a:gd name="connsiteY0" fmla="*/ 5954 h 1611042"/>
                    <a:gd name="connsiteX1" fmla="*/ 157162 w 580407"/>
                    <a:gd name="connsiteY1" fmla="*/ 1191 h 1611042"/>
                    <a:gd name="connsiteX2" fmla="*/ 400050 w 580407"/>
                    <a:gd name="connsiteY2" fmla="*/ 205979 h 1611042"/>
                    <a:gd name="connsiteX3" fmla="*/ 576262 w 580407"/>
                    <a:gd name="connsiteY3" fmla="*/ 753666 h 1611042"/>
                    <a:gd name="connsiteX4" fmla="*/ 509587 w 580407"/>
                    <a:gd name="connsiteY4" fmla="*/ 1453754 h 1611042"/>
                    <a:gd name="connsiteX5" fmla="*/ 340518 w 580407"/>
                    <a:gd name="connsiteY5" fmla="*/ 1610916 h 1611042"/>
                    <a:gd name="connsiteX6" fmla="*/ 219075 w 580407"/>
                    <a:gd name="connsiteY6" fmla="*/ 1577579 h 1611042"/>
                    <a:gd name="connsiteX7" fmla="*/ 280987 w 580407"/>
                    <a:gd name="connsiteY7" fmla="*/ 1463279 h 1611042"/>
                    <a:gd name="connsiteX8" fmla="*/ 352425 w 580407"/>
                    <a:gd name="connsiteY8" fmla="*/ 1206104 h 1611042"/>
                    <a:gd name="connsiteX9" fmla="*/ 376237 w 580407"/>
                    <a:gd name="connsiteY9" fmla="*/ 815579 h 1611042"/>
                    <a:gd name="connsiteX10" fmla="*/ 271462 w 580407"/>
                    <a:gd name="connsiteY10" fmla="*/ 344091 h 1611042"/>
                    <a:gd name="connsiteX11" fmla="*/ 0 w 580407"/>
                    <a:gd name="connsiteY11" fmla="*/ 5954 h 1611042"/>
                    <a:gd name="connsiteX0" fmla="*/ 0 w 580130"/>
                    <a:gd name="connsiteY0" fmla="*/ 5954 h 1611042"/>
                    <a:gd name="connsiteX1" fmla="*/ 157162 w 580130"/>
                    <a:gd name="connsiteY1" fmla="*/ 1191 h 1611042"/>
                    <a:gd name="connsiteX2" fmla="*/ 400050 w 580130"/>
                    <a:gd name="connsiteY2" fmla="*/ 205979 h 1611042"/>
                    <a:gd name="connsiteX3" fmla="*/ 576262 w 580130"/>
                    <a:gd name="connsiteY3" fmla="*/ 753666 h 1611042"/>
                    <a:gd name="connsiteX4" fmla="*/ 509587 w 580130"/>
                    <a:gd name="connsiteY4" fmla="*/ 1453754 h 1611042"/>
                    <a:gd name="connsiteX5" fmla="*/ 340518 w 580130"/>
                    <a:gd name="connsiteY5" fmla="*/ 1610916 h 1611042"/>
                    <a:gd name="connsiteX6" fmla="*/ 219075 w 580130"/>
                    <a:gd name="connsiteY6" fmla="*/ 1577579 h 1611042"/>
                    <a:gd name="connsiteX7" fmla="*/ 280987 w 580130"/>
                    <a:gd name="connsiteY7" fmla="*/ 1463279 h 1611042"/>
                    <a:gd name="connsiteX8" fmla="*/ 352425 w 580130"/>
                    <a:gd name="connsiteY8" fmla="*/ 1206104 h 1611042"/>
                    <a:gd name="connsiteX9" fmla="*/ 376237 w 580130"/>
                    <a:gd name="connsiteY9" fmla="*/ 815579 h 1611042"/>
                    <a:gd name="connsiteX10" fmla="*/ 271462 w 580130"/>
                    <a:gd name="connsiteY10" fmla="*/ 344091 h 1611042"/>
                    <a:gd name="connsiteX11" fmla="*/ 0 w 580130"/>
                    <a:gd name="connsiteY11" fmla="*/ 5954 h 1611042"/>
                    <a:gd name="connsiteX0" fmla="*/ 0 w 579406"/>
                    <a:gd name="connsiteY0" fmla="*/ 5954 h 1617985"/>
                    <a:gd name="connsiteX1" fmla="*/ 157162 w 579406"/>
                    <a:gd name="connsiteY1" fmla="*/ 1191 h 1617985"/>
                    <a:gd name="connsiteX2" fmla="*/ 400050 w 579406"/>
                    <a:gd name="connsiteY2" fmla="*/ 205979 h 1617985"/>
                    <a:gd name="connsiteX3" fmla="*/ 576262 w 579406"/>
                    <a:gd name="connsiteY3" fmla="*/ 753666 h 1617985"/>
                    <a:gd name="connsiteX4" fmla="*/ 502444 w 579406"/>
                    <a:gd name="connsiteY4" fmla="*/ 1446611 h 1617985"/>
                    <a:gd name="connsiteX5" fmla="*/ 340518 w 579406"/>
                    <a:gd name="connsiteY5" fmla="*/ 1610916 h 1617985"/>
                    <a:gd name="connsiteX6" fmla="*/ 219075 w 579406"/>
                    <a:gd name="connsiteY6" fmla="*/ 1577579 h 1617985"/>
                    <a:gd name="connsiteX7" fmla="*/ 280987 w 579406"/>
                    <a:gd name="connsiteY7" fmla="*/ 1463279 h 1617985"/>
                    <a:gd name="connsiteX8" fmla="*/ 352425 w 579406"/>
                    <a:gd name="connsiteY8" fmla="*/ 1206104 h 1617985"/>
                    <a:gd name="connsiteX9" fmla="*/ 376237 w 579406"/>
                    <a:gd name="connsiteY9" fmla="*/ 815579 h 1617985"/>
                    <a:gd name="connsiteX10" fmla="*/ 271462 w 579406"/>
                    <a:gd name="connsiteY10" fmla="*/ 344091 h 1617985"/>
                    <a:gd name="connsiteX11" fmla="*/ 0 w 579406"/>
                    <a:gd name="connsiteY11" fmla="*/ 5954 h 1617985"/>
                    <a:gd name="connsiteX0" fmla="*/ 0 w 579406"/>
                    <a:gd name="connsiteY0" fmla="*/ 5954 h 1610925"/>
                    <a:gd name="connsiteX1" fmla="*/ 157162 w 579406"/>
                    <a:gd name="connsiteY1" fmla="*/ 1191 h 1610925"/>
                    <a:gd name="connsiteX2" fmla="*/ 400050 w 579406"/>
                    <a:gd name="connsiteY2" fmla="*/ 205979 h 1610925"/>
                    <a:gd name="connsiteX3" fmla="*/ 576262 w 579406"/>
                    <a:gd name="connsiteY3" fmla="*/ 753666 h 1610925"/>
                    <a:gd name="connsiteX4" fmla="*/ 502444 w 579406"/>
                    <a:gd name="connsiteY4" fmla="*/ 1446611 h 1610925"/>
                    <a:gd name="connsiteX5" fmla="*/ 340518 w 579406"/>
                    <a:gd name="connsiteY5" fmla="*/ 1610916 h 1610925"/>
                    <a:gd name="connsiteX6" fmla="*/ 219075 w 579406"/>
                    <a:gd name="connsiteY6" fmla="*/ 1577579 h 1610925"/>
                    <a:gd name="connsiteX7" fmla="*/ 280987 w 579406"/>
                    <a:gd name="connsiteY7" fmla="*/ 1463279 h 1610925"/>
                    <a:gd name="connsiteX8" fmla="*/ 352425 w 579406"/>
                    <a:gd name="connsiteY8" fmla="*/ 1206104 h 1610925"/>
                    <a:gd name="connsiteX9" fmla="*/ 376237 w 579406"/>
                    <a:gd name="connsiteY9" fmla="*/ 815579 h 1610925"/>
                    <a:gd name="connsiteX10" fmla="*/ 271462 w 579406"/>
                    <a:gd name="connsiteY10" fmla="*/ 344091 h 1610925"/>
                    <a:gd name="connsiteX11" fmla="*/ 0 w 579406"/>
                    <a:gd name="connsiteY11" fmla="*/ 5954 h 1610925"/>
                    <a:gd name="connsiteX0" fmla="*/ 0 w 579600"/>
                    <a:gd name="connsiteY0" fmla="*/ 5954 h 1603792"/>
                    <a:gd name="connsiteX1" fmla="*/ 157162 w 579600"/>
                    <a:gd name="connsiteY1" fmla="*/ 1191 h 1603792"/>
                    <a:gd name="connsiteX2" fmla="*/ 400050 w 579600"/>
                    <a:gd name="connsiteY2" fmla="*/ 205979 h 1603792"/>
                    <a:gd name="connsiteX3" fmla="*/ 576262 w 579600"/>
                    <a:gd name="connsiteY3" fmla="*/ 753666 h 1603792"/>
                    <a:gd name="connsiteX4" fmla="*/ 502444 w 579600"/>
                    <a:gd name="connsiteY4" fmla="*/ 1446611 h 1603792"/>
                    <a:gd name="connsiteX5" fmla="*/ 342900 w 579600"/>
                    <a:gd name="connsiteY5" fmla="*/ 1603772 h 1603792"/>
                    <a:gd name="connsiteX6" fmla="*/ 219075 w 579600"/>
                    <a:gd name="connsiteY6" fmla="*/ 1577579 h 1603792"/>
                    <a:gd name="connsiteX7" fmla="*/ 280987 w 579600"/>
                    <a:gd name="connsiteY7" fmla="*/ 1463279 h 1603792"/>
                    <a:gd name="connsiteX8" fmla="*/ 352425 w 579600"/>
                    <a:gd name="connsiteY8" fmla="*/ 1206104 h 1603792"/>
                    <a:gd name="connsiteX9" fmla="*/ 376237 w 579600"/>
                    <a:gd name="connsiteY9" fmla="*/ 815579 h 1603792"/>
                    <a:gd name="connsiteX10" fmla="*/ 271462 w 579600"/>
                    <a:gd name="connsiteY10" fmla="*/ 344091 h 1603792"/>
                    <a:gd name="connsiteX11" fmla="*/ 0 w 579600"/>
                    <a:gd name="connsiteY11" fmla="*/ 5954 h 1603792"/>
                    <a:gd name="connsiteX0" fmla="*/ 0 w 579492"/>
                    <a:gd name="connsiteY0" fmla="*/ 5954 h 1603792"/>
                    <a:gd name="connsiteX1" fmla="*/ 157162 w 579492"/>
                    <a:gd name="connsiteY1" fmla="*/ 1191 h 1603792"/>
                    <a:gd name="connsiteX2" fmla="*/ 400050 w 579492"/>
                    <a:gd name="connsiteY2" fmla="*/ 205979 h 1603792"/>
                    <a:gd name="connsiteX3" fmla="*/ 576262 w 579492"/>
                    <a:gd name="connsiteY3" fmla="*/ 753666 h 1603792"/>
                    <a:gd name="connsiteX4" fmla="*/ 502444 w 579492"/>
                    <a:gd name="connsiteY4" fmla="*/ 1446611 h 1603792"/>
                    <a:gd name="connsiteX5" fmla="*/ 342900 w 579492"/>
                    <a:gd name="connsiteY5" fmla="*/ 1603772 h 1603792"/>
                    <a:gd name="connsiteX6" fmla="*/ 219075 w 579492"/>
                    <a:gd name="connsiteY6" fmla="*/ 1577579 h 1603792"/>
                    <a:gd name="connsiteX7" fmla="*/ 280987 w 579492"/>
                    <a:gd name="connsiteY7" fmla="*/ 1463279 h 1603792"/>
                    <a:gd name="connsiteX8" fmla="*/ 352425 w 579492"/>
                    <a:gd name="connsiteY8" fmla="*/ 1206104 h 1603792"/>
                    <a:gd name="connsiteX9" fmla="*/ 376237 w 579492"/>
                    <a:gd name="connsiteY9" fmla="*/ 815579 h 1603792"/>
                    <a:gd name="connsiteX10" fmla="*/ 271462 w 579492"/>
                    <a:gd name="connsiteY10" fmla="*/ 344091 h 1603792"/>
                    <a:gd name="connsiteX11" fmla="*/ 0 w 579492"/>
                    <a:gd name="connsiteY11" fmla="*/ 5954 h 1603792"/>
                    <a:gd name="connsiteX0" fmla="*/ 0 w 598542"/>
                    <a:gd name="connsiteY0" fmla="*/ 29332 h 1614470"/>
                    <a:gd name="connsiteX1" fmla="*/ 176212 w 598542"/>
                    <a:gd name="connsiteY1" fmla="*/ 11869 h 1614470"/>
                    <a:gd name="connsiteX2" fmla="*/ 419100 w 598542"/>
                    <a:gd name="connsiteY2" fmla="*/ 216657 h 1614470"/>
                    <a:gd name="connsiteX3" fmla="*/ 595312 w 598542"/>
                    <a:gd name="connsiteY3" fmla="*/ 764344 h 1614470"/>
                    <a:gd name="connsiteX4" fmla="*/ 521494 w 598542"/>
                    <a:gd name="connsiteY4" fmla="*/ 1457289 h 1614470"/>
                    <a:gd name="connsiteX5" fmla="*/ 361950 w 598542"/>
                    <a:gd name="connsiteY5" fmla="*/ 1614450 h 1614470"/>
                    <a:gd name="connsiteX6" fmla="*/ 238125 w 598542"/>
                    <a:gd name="connsiteY6" fmla="*/ 1588257 h 1614470"/>
                    <a:gd name="connsiteX7" fmla="*/ 300037 w 598542"/>
                    <a:gd name="connsiteY7" fmla="*/ 1473957 h 1614470"/>
                    <a:gd name="connsiteX8" fmla="*/ 371475 w 598542"/>
                    <a:gd name="connsiteY8" fmla="*/ 1216782 h 1614470"/>
                    <a:gd name="connsiteX9" fmla="*/ 395287 w 598542"/>
                    <a:gd name="connsiteY9" fmla="*/ 826257 h 1614470"/>
                    <a:gd name="connsiteX10" fmla="*/ 290512 w 598542"/>
                    <a:gd name="connsiteY10" fmla="*/ 354769 h 1614470"/>
                    <a:gd name="connsiteX11" fmla="*/ 0 w 598542"/>
                    <a:gd name="connsiteY11" fmla="*/ 29332 h 1614470"/>
                    <a:gd name="connsiteX0" fmla="*/ 0 w 598542"/>
                    <a:gd name="connsiteY0" fmla="*/ 37693 h 1622831"/>
                    <a:gd name="connsiteX1" fmla="*/ 176212 w 598542"/>
                    <a:gd name="connsiteY1" fmla="*/ 20230 h 1622831"/>
                    <a:gd name="connsiteX2" fmla="*/ 419100 w 598542"/>
                    <a:gd name="connsiteY2" fmla="*/ 225018 h 1622831"/>
                    <a:gd name="connsiteX3" fmla="*/ 595312 w 598542"/>
                    <a:gd name="connsiteY3" fmla="*/ 772705 h 1622831"/>
                    <a:gd name="connsiteX4" fmla="*/ 521494 w 598542"/>
                    <a:gd name="connsiteY4" fmla="*/ 1465650 h 1622831"/>
                    <a:gd name="connsiteX5" fmla="*/ 361950 w 598542"/>
                    <a:gd name="connsiteY5" fmla="*/ 1622811 h 1622831"/>
                    <a:gd name="connsiteX6" fmla="*/ 238125 w 598542"/>
                    <a:gd name="connsiteY6" fmla="*/ 1596618 h 1622831"/>
                    <a:gd name="connsiteX7" fmla="*/ 300037 w 598542"/>
                    <a:gd name="connsiteY7" fmla="*/ 1482318 h 1622831"/>
                    <a:gd name="connsiteX8" fmla="*/ 371475 w 598542"/>
                    <a:gd name="connsiteY8" fmla="*/ 1225143 h 1622831"/>
                    <a:gd name="connsiteX9" fmla="*/ 395287 w 598542"/>
                    <a:gd name="connsiteY9" fmla="*/ 834618 h 1622831"/>
                    <a:gd name="connsiteX10" fmla="*/ 290512 w 598542"/>
                    <a:gd name="connsiteY10" fmla="*/ 363130 h 1622831"/>
                    <a:gd name="connsiteX11" fmla="*/ 0 w 598542"/>
                    <a:gd name="connsiteY11" fmla="*/ 37693 h 1622831"/>
                    <a:gd name="connsiteX0" fmla="*/ 0 w 598542"/>
                    <a:gd name="connsiteY0" fmla="*/ 31753 h 1616891"/>
                    <a:gd name="connsiteX1" fmla="*/ 176212 w 598542"/>
                    <a:gd name="connsiteY1" fmla="*/ 14290 h 1616891"/>
                    <a:gd name="connsiteX2" fmla="*/ 419100 w 598542"/>
                    <a:gd name="connsiteY2" fmla="*/ 219078 h 1616891"/>
                    <a:gd name="connsiteX3" fmla="*/ 595312 w 598542"/>
                    <a:gd name="connsiteY3" fmla="*/ 766765 h 1616891"/>
                    <a:gd name="connsiteX4" fmla="*/ 521494 w 598542"/>
                    <a:gd name="connsiteY4" fmla="*/ 1459710 h 1616891"/>
                    <a:gd name="connsiteX5" fmla="*/ 361950 w 598542"/>
                    <a:gd name="connsiteY5" fmla="*/ 1616871 h 1616891"/>
                    <a:gd name="connsiteX6" fmla="*/ 238125 w 598542"/>
                    <a:gd name="connsiteY6" fmla="*/ 1590678 h 1616891"/>
                    <a:gd name="connsiteX7" fmla="*/ 300037 w 598542"/>
                    <a:gd name="connsiteY7" fmla="*/ 1476378 h 1616891"/>
                    <a:gd name="connsiteX8" fmla="*/ 371475 w 598542"/>
                    <a:gd name="connsiteY8" fmla="*/ 1219203 h 1616891"/>
                    <a:gd name="connsiteX9" fmla="*/ 395287 w 598542"/>
                    <a:gd name="connsiteY9" fmla="*/ 828678 h 1616891"/>
                    <a:gd name="connsiteX10" fmla="*/ 290512 w 598542"/>
                    <a:gd name="connsiteY10" fmla="*/ 357190 h 1616891"/>
                    <a:gd name="connsiteX11" fmla="*/ 0 w 598542"/>
                    <a:gd name="connsiteY11" fmla="*/ 31753 h 1616891"/>
                    <a:gd name="connsiteX0" fmla="*/ 0 w 598542"/>
                    <a:gd name="connsiteY0" fmla="*/ 16158 h 1601296"/>
                    <a:gd name="connsiteX1" fmla="*/ 230187 w 598542"/>
                    <a:gd name="connsiteY1" fmla="*/ 24095 h 1601296"/>
                    <a:gd name="connsiteX2" fmla="*/ 419100 w 598542"/>
                    <a:gd name="connsiteY2" fmla="*/ 203483 h 1601296"/>
                    <a:gd name="connsiteX3" fmla="*/ 595312 w 598542"/>
                    <a:gd name="connsiteY3" fmla="*/ 751170 h 1601296"/>
                    <a:gd name="connsiteX4" fmla="*/ 521494 w 598542"/>
                    <a:gd name="connsiteY4" fmla="*/ 1444115 h 1601296"/>
                    <a:gd name="connsiteX5" fmla="*/ 361950 w 598542"/>
                    <a:gd name="connsiteY5" fmla="*/ 1601276 h 1601296"/>
                    <a:gd name="connsiteX6" fmla="*/ 238125 w 598542"/>
                    <a:gd name="connsiteY6" fmla="*/ 1575083 h 1601296"/>
                    <a:gd name="connsiteX7" fmla="*/ 300037 w 598542"/>
                    <a:gd name="connsiteY7" fmla="*/ 1460783 h 1601296"/>
                    <a:gd name="connsiteX8" fmla="*/ 371475 w 598542"/>
                    <a:gd name="connsiteY8" fmla="*/ 1203608 h 1601296"/>
                    <a:gd name="connsiteX9" fmla="*/ 395287 w 598542"/>
                    <a:gd name="connsiteY9" fmla="*/ 813083 h 1601296"/>
                    <a:gd name="connsiteX10" fmla="*/ 290512 w 598542"/>
                    <a:gd name="connsiteY10" fmla="*/ 341595 h 1601296"/>
                    <a:gd name="connsiteX11" fmla="*/ 0 w 598542"/>
                    <a:gd name="connsiteY11" fmla="*/ 16158 h 1601296"/>
                    <a:gd name="connsiteX0" fmla="*/ 0 w 598542"/>
                    <a:gd name="connsiteY0" fmla="*/ 18455 h 1603593"/>
                    <a:gd name="connsiteX1" fmla="*/ 230187 w 598542"/>
                    <a:gd name="connsiteY1" fmla="*/ 26392 h 1603593"/>
                    <a:gd name="connsiteX2" fmla="*/ 419100 w 598542"/>
                    <a:gd name="connsiteY2" fmla="*/ 205780 h 1603593"/>
                    <a:gd name="connsiteX3" fmla="*/ 595312 w 598542"/>
                    <a:gd name="connsiteY3" fmla="*/ 753467 h 1603593"/>
                    <a:gd name="connsiteX4" fmla="*/ 521494 w 598542"/>
                    <a:gd name="connsiteY4" fmla="*/ 1446412 h 1603593"/>
                    <a:gd name="connsiteX5" fmla="*/ 361950 w 598542"/>
                    <a:gd name="connsiteY5" fmla="*/ 1603573 h 1603593"/>
                    <a:gd name="connsiteX6" fmla="*/ 238125 w 598542"/>
                    <a:gd name="connsiteY6" fmla="*/ 1577380 h 1603593"/>
                    <a:gd name="connsiteX7" fmla="*/ 300037 w 598542"/>
                    <a:gd name="connsiteY7" fmla="*/ 1463080 h 1603593"/>
                    <a:gd name="connsiteX8" fmla="*/ 371475 w 598542"/>
                    <a:gd name="connsiteY8" fmla="*/ 1205905 h 1603593"/>
                    <a:gd name="connsiteX9" fmla="*/ 395287 w 598542"/>
                    <a:gd name="connsiteY9" fmla="*/ 815380 h 1603593"/>
                    <a:gd name="connsiteX10" fmla="*/ 290512 w 598542"/>
                    <a:gd name="connsiteY10" fmla="*/ 343892 h 1603593"/>
                    <a:gd name="connsiteX11" fmla="*/ 0 w 598542"/>
                    <a:gd name="connsiteY11" fmla="*/ 18455 h 1603593"/>
                    <a:gd name="connsiteX0" fmla="*/ 0 w 598542"/>
                    <a:gd name="connsiteY0" fmla="*/ 18455 h 1603593"/>
                    <a:gd name="connsiteX1" fmla="*/ 230187 w 598542"/>
                    <a:gd name="connsiteY1" fmla="*/ 26392 h 1603593"/>
                    <a:gd name="connsiteX2" fmla="*/ 419100 w 598542"/>
                    <a:gd name="connsiteY2" fmla="*/ 205780 h 1603593"/>
                    <a:gd name="connsiteX3" fmla="*/ 595312 w 598542"/>
                    <a:gd name="connsiteY3" fmla="*/ 753467 h 1603593"/>
                    <a:gd name="connsiteX4" fmla="*/ 521494 w 598542"/>
                    <a:gd name="connsiteY4" fmla="*/ 1446412 h 1603593"/>
                    <a:gd name="connsiteX5" fmla="*/ 361950 w 598542"/>
                    <a:gd name="connsiteY5" fmla="*/ 1603573 h 1603593"/>
                    <a:gd name="connsiteX6" fmla="*/ 238125 w 598542"/>
                    <a:gd name="connsiteY6" fmla="*/ 1577380 h 1603593"/>
                    <a:gd name="connsiteX7" fmla="*/ 300037 w 598542"/>
                    <a:gd name="connsiteY7" fmla="*/ 1463080 h 1603593"/>
                    <a:gd name="connsiteX8" fmla="*/ 371475 w 598542"/>
                    <a:gd name="connsiteY8" fmla="*/ 1205905 h 1603593"/>
                    <a:gd name="connsiteX9" fmla="*/ 395287 w 598542"/>
                    <a:gd name="connsiteY9" fmla="*/ 815380 h 1603593"/>
                    <a:gd name="connsiteX10" fmla="*/ 290512 w 598542"/>
                    <a:gd name="connsiteY10" fmla="*/ 343892 h 1603593"/>
                    <a:gd name="connsiteX11" fmla="*/ 0 w 598542"/>
                    <a:gd name="connsiteY11" fmla="*/ 18455 h 1603593"/>
                    <a:gd name="connsiteX0" fmla="*/ 0 w 623942"/>
                    <a:gd name="connsiteY0" fmla="*/ 23890 h 1593153"/>
                    <a:gd name="connsiteX1" fmla="*/ 255587 w 623942"/>
                    <a:gd name="connsiteY1" fmla="*/ 15952 h 1593153"/>
                    <a:gd name="connsiteX2" fmla="*/ 444500 w 623942"/>
                    <a:gd name="connsiteY2" fmla="*/ 195340 h 1593153"/>
                    <a:gd name="connsiteX3" fmla="*/ 620712 w 623942"/>
                    <a:gd name="connsiteY3" fmla="*/ 743027 h 1593153"/>
                    <a:gd name="connsiteX4" fmla="*/ 546894 w 623942"/>
                    <a:gd name="connsiteY4" fmla="*/ 1435972 h 1593153"/>
                    <a:gd name="connsiteX5" fmla="*/ 387350 w 623942"/>
                    <a:gd name="connsiteY5" fmla="*/ 1593133 h 1593153"/>
                    <a:gd name="connsiteX6" fmla="*/ 263525 w 623942"/>
                    <a:gd name="connsiteY6" fmla="*/ 1566940 h 1593153"/>
                    <a:gd name="connsiteX7" fmla="*/ 325437 w 623942"/>
                    <a:gd name="connsiteY7" fmla="*/ 1452640 h 1593153"/>
                    <a:gd name="connsiteX8" fmla="*/ 396875 w 623942"/>
                    <a:gd name="connsiteY8" fmla="*/ 1195465 h 1593153"/>
                    <a:gd name="connsiteX9" fmla="*/ 420687 w 623942"/>
                    <a:gd name="connsiteY9" fmla="*/ 804940 h 1593153"/>
                    <a:gd name="connsiteX10" fmla="*/ 315912 w 623942"/>
                    <a:gd name="connsiteY10" fmla="*/ 333452 h 1593153"/>
                    <a:gd name="connsiteX11" fmla="*/ 0 w 623942"/>
                    <a:gd name="connsiteY11" fmla="*/ 23890 h 1593153"/>
                    <a:gd name="connsiteX0" fmla="*/ 0 w 623942"/>
                    <a:gd name="connsiteY0" fmla="*/ 40155 h 1609418"/>
                    <a:gd name="connsiteX1" fmla="*/ 255587 w 623942"/>
                    <a:gd name="connsiteY1" fmla="*/ 32217 h 1609418"/>
                    <a:gd name="connsiteX2" fmla="*/ 444500 w 623942"/>
                    <a:gd name="connsiteY2" fmla="*/ 211605 h 1609418"/>
                    <a:gd name="connsiteX3" fmla="*/ 620712 w 623942"/>
                    <a:gd name="connsiteY3" fmla="*/ 759292 h 1609418"/>
                    <a:gd name="connsiteX4" fmla="*/ 546894 w 623942"/>
                    <a:gd name="connsiteY4" fmla="*/ 1452237 h 1609418"/>
                    <a:gd name="connsiteX5" fmla="*/ 387350 w 623942"/>
                    <a:gd name="connsiteY5" fmla="*/ 1609398 h 1609418"/>
                    <a:gd name="connsiteX6" fmla="*/ 263525 w 623942"/>
                    <a:gd name="connsiteY6" fmla="*/ 1583205 h 1609418"/>
                    <a:gd name="connsiteX7" fmla="*/ 325437 w 623942"/>
                    <a:gd name="connsiteY7" fmla="*/ 1468905 h 1609418"/>
                    <a:gd name="connsiteX8" fmla="*/ 396875 w 623942"/>
                    <a:gd name="connsiteY8" fmla="*/ 1211730 h 1609418"/>
                    <a:gd name="connsiteX9" fmla="*/ 420687 w 623942"/>
                    <a:gd name="connsiteY9" fmla="*/ 821205 h 1609418"/>
                    <a:gd name="connsiteX10" fmla="*/ 315912 w 623942"/>
                    <a:gd name="connsiteY10" fmla="*/ 349717 h 1609418"/>
                    <a:gd name="connsiteX11" fmla="*/ 0 w 623942"/>
                    <a:gd name="connsiteY11" fmla="*/ 40155 h 1609418"/>
                    <a:gd name="connsiteX0" fmla="*/ 0 w 640611"/>
                    <a:gd name="connsiteY0" fmla="*/ 48190 h 1598403"/>
                    <a:gd name="connsiteX1" fmla="*/ 272256 w 640611"/>
                    <a:gd name="connsiteY1" fmla="*/ 21202 h 1598403"/>
                    <a:gd name="connsiteX2" fmla="*/ 461169 w 640611"/>
                    <a:gd name="connsiteY2" fmla="*/ 200590 h 1598403"/>
                    <a:gd name="connsiteX3" fmla="*/ 637381 w 640611"/>
                    <a:gd name="connsiteY3" fmla="*/ 748277 h 1598403"/>
                    <a:gd name="connsiteX4" fmla="*/ 563563 w 640611"/>
                    <a:gd name="connsiteY4" fmla="*/ 1441222 h 1598403"/>
                    <a:gd name="connsiteX5" fmla="*/ 404019 w 640611"/>
                    <a:gd name="connsiteY5" fmla="*/ 1598383 h 1598403"/>
                    <a:gd name="connsiteX6" fmla="*/ 280194 w 640611"/>
                    <a:gd name="connsiteY6" fmla="*/ 1572190 h 1598403"/>
                    <a:gd name="connsiteX7" fmla="*/ 342106 w 640611"/>
                    <a:gd name="connsiteY7" fmla="*/ 1457890 h 1598403"/>
                    <a:gd name="connsiteX8" fmla="*/ 413544 w 640611"/>
                    <a:gd name="connsiteY8" fmla="*/ 1200715 h 1598403"/>
                    <a:gd name="connsiteX9" fmla="*/ 437356 w 640611"/>
                    <a:gd name="connsiteY9" fmla="*/ 810190 h 1598403"/>
                    <a:gd name="connsiteX10" fmla="*/ 332581 w 640611"/>
                    <a:gd name="connsiteY10" fmla="*/ 338702 h 1598403"/>
                    <a:gd name="connsiteX11" fmla="*/ 0 w 640611"/>
                    <a:gd name="connsiteY11" fmla="*/ 48190 h 1598403"/>
                    <a:gd name="connsiteX0" fmla="*/ 0 w 640611"/>
                    <a:gd name="connsiteY0" fmla="*/ 63723 h 1613936"/>
                    <a:gd name="connsiteX1" fmla="*/ 272256 w 640611"/>
                    <a:gd name="connsiteY1" fmla="*/ 36735 h 1613936"/>
                    <a:gd name="connsiteX2" fmla="*/ 461169 w 640611"/>
                    <a:gd name="connsiteY2" fmla="*/ 216123 h 1613936"/>
                    <a:gd name="connsiteX3" fmla="*/ 637381 w 640611"/>
                    <a:gd name="connsiteY3" fmla="*/ 763810 h 1613936"/>
                    <a:gd name="connsiteX4" fmla="*/ 563563 w 640611"/>
                    <a:gd name="connsiteY4" fmla="*/ 1456755 h 1613936"/>
                    <a:gd name="connsiteX5" fmla="*/ 404019 w 640611"/>
                    <a:gd name="connsiteY5" fmla="*/ 1613916 h 1613936"/>
                    <a:gd name="connsiteX6" fmla="*/ 280194 w 640611"/>
                    <a:gd name="connsiteY6" fmla="*/ 1587723 h 1613936"/>
                    <a:gd name="connsiteX7" fmla="*/ 342106 w 640611"/>
                    <a:gd name="connsiteY7" fmla="*/ 1473423 h 1613936"/>
                    <a:gd name="connsiteX8" fmla="*/ 413544 w 640611"/>
                    <a:gd name="connsiteY8" fmla="*/ 1216248 h 1613936"/>
                    <a:gd name="connsiteX9" fmla="*/ 437356 w 640611"/>
                    <a:gd name="connsiteY9" fmla="*/ 825723 h 1613936"/>
                    <a:gd name="connsiteX10" fmla="*/ 332581 w 640611"/>
                    <a:gd name="connsiteY10" fmla="*/ 354235 h 1613936"/>
                    <a:gd name="connsiteX11" fmla="*/ 0 w 640611"/>
                    <a:gd name="connsiteY11" fmla="*/ 63723 h 1613936"/>
                    <a:gd name="connsiteX0" fmla="*/ 0 w 640611"/>
                    <a:gd name="connsiteY0" fmla="*/ 54287 h 1604500"/>
                    <a:gd name="connsiteX1" fmla="*/ 272256 w 640611"/>
                    <a:gd name="connsiteY1" fmla="*/ 27299 h 1604500"/>
                    <a:gd name="connsiteX2" fmla="*/ 461169 w 640611"/>
                    <a:gd name="connsiteY2" fmla="*/ 206687 h 1604500"/>
                    <a:gd name="connsiteX3" fmla="*/ 637381 w 640611"/>
                    <a:gd name="connsiteY3" fmla="*/ 754374 h 1604500"/>
                    <a:gd name="connsiteX4" fmla="*/ 563563 w 640611"/>
                    <a:gd name="connsiteY4" fmla="*/ 1447319 h 1604500"/>
                    <a:gd name="connsiteX5" fmla="*/ 404019 w 640611"/>
                    <a:gd name="connsiteY5" fmla="*/ 1604480 h 1604500"/>
                    <a:gd name="connsiteX6" fmla="*/ 280194 w 640611"/>
                    <a:gd name="connsiteY6" fmla="*/ 1578287 h 1604500"/>
                    <a:gd name="connsiteX7" fmla="*/ 342106 w 640611"/>
                    <a:gd name="connsiteY7" fmla="*/ 1463987 h 1604500"/>
                    <a:gd name="connsiteX8" fmla="*/ 413544 w 640611"/>
                    <a:gd name="connsiteY8" fmla="*/ 1206812 h 1604500"/>
                    <a:gd name="connsiteX9" fmla="*/ 437356 w 640611"/>
                    <a:gd name="connsiteY9" fmla="*/ 816287 h 1604500"/>
                    <a:gd name="connsiteX10" fmla="*/ 332581 w 640611"/>
                    <a:gd name="connsiteY10" fmla="*/ 344799 h 1604500"/>
                    <a:gd name="connsiteX11" fmla="*/ 0 w 640611"/>
                    <a:gd name="connsiteY11" fmla="*/ 54287 h 1604500"/>
                    <a:gd name="connsiteX0" fmla="*/ 0 w 619180"/>
                    <a:gd name="connsiteY0" fmla="*/ 46344 h 1617988"/>
                    <a:gd name="connsiteX1" fmla="*/ 250825 w 619180"/>
                    <a:gd name="connsiteY1" fmla="*/ 40787 h 1617988"/>
                    <a:gd name="connsiteX2" fmla="*/ 439738 w 619180"/>
                    <a:gd name="connsiteY2" fmla="*/ 220175 h 1617988"/>
                    <a:gd name="connsiteX3" fmla="*/ 615950 w 619180"/>
                    <a:gd name="connsiteY3" fmla="*/ 767862 h 1617988"/>
                    <a:gd name="connsiteX4" fmla="*/ 542132 w 619180"/>
                    <a:gd name="connsiteY4" fmla="*/ 1460807 h 1617988"/>
                    <a:gd name="connsiteX5" fmla="*/ 382588 w 619180"/>
                    <a:gd name="connsiteY5" fmla="*/ 1617968 h 1617988"/>
                    <a:gd name="connsiteX6" fmla="*/ 258763 w 619180"/>
                    <a:gd name="connsiteY6" fmla="*/ 1591775 h 1617988"/>
                    <a:gd name="connsiteX7" fmla="*/ 320675 w 619180"/>
                    <a:gd name="connsiteY7" fmla="*/ 1477475 h 1617988"/>
                    <a:gd name="connsiteX8" fmla="*/ 392113 w 619180"/>
                    <a:gd name="connsiteY8" fmla="*/ 1220300 h 1617988"/>
                    <a:gd name="connsiteX9" fmla="*/ 415925 w 619180"/>
                    <a:gd name="connsiteY9" fmla="*/ 829775 h 1617988"/>
                    <a:gd name="connsiteX10" fmla="*/ 311150 w 619180"/>
                    <a:gd name="connsiteY10" fmla="*/ 358287 h 1617988"/>
                    <a:gd name="connsiteX11" fmla="*/ 0 w 619180"/>
                    <a:gd name="connsiteY11" fmla="*/ 46344 h 1617988"/>
                    <a:gd name="connsiteX0" fmla="*/ 0 w 619180"/>
                    <a:gd name="connsiteY0" fmla="*/ 32511 h 1604155"/>
                    <a:gd name="connsiteX1" fmla="*/ 250825 w 619180"/>
                    <a:gd name="connsiteY1" fmla="*/ 26954 h 1604155"/>
                    <a:gd name="connsiteX2" fmla="*/ 439738 w 619180"/>
                    <a:gd name="connsiteY2" fmla="*/ 206342 h 1604155"/>
                    <a:gd name="connsiteX3" fmla="*/ 615950 w 619180"/>
                    <a:gd name="connsiteY3" fmla="*/ 754029 h 1604155"/>
                    <a:gd name="connsiteX4" fmla="*/ 542132 w 619180"/>
                    <a:gd name="connsiteY4" fmla="*/ 1446974 h 1604155"/>
                    <a:gd name="connsiteX5" fmla="*/ 382588 w 619180"/>
                    <a:gd name="connsiteY5" fmla="*/ 1604135 h 1604155"/>
                    <a:gd name="connsiteX6" fmla="*/ 258763 w 619180"/>
                    <a:gd name="connsiteY6" fmla="*/ 1577942 h 1604155"/>
                    <a:gd name="connsiteX7" fmla="*/ 320675 w 619180"/>
                    <a:gd name="connsiteY7" fmla="*/ 1463642 h 1604155"/>
                    <a:gd name="connsiteX8" fmla="*/ 392113 w 619180"/>
                    <a:gd name="connsiteY8" fmla="*/ 1206467 h 1604155"/>
                    <a:gd name="connsiteX9" fmla="*/ 415925 w 619180"/>
                    <a:gd name="connsiteY9" fmla="*/ 815942 h 1604155"/>
                    <a:gd name="connsiteX10" fmla="*/ 311150 w 619180"/>
                    <a:gd name="connsiteY10" fmla="*/ 344454 h 1604155"/>
                    <a:gd name="connsiteX11" fmla="*/ 0 w 619180"/>
                    <a:gd name="connsiteY11" fmla="*/ 32511 h 1604155"/>
                    <a:gd name="connsiteX0" fmla="*/ 0 w 619180"/>
                    <a:gd name="connsiteY0" fmla="*/ 34776 h 1606420"/>
                    <a:gd name="connsiteX1" fmla="*/ 257969 w 619180"/>
                    <a:gd name="connsiteY1" fmla="*/ 24456 h 1606420"/>
                    <a:gd name="connsiteX2" fmla="*/ 439738 w 619180"/>
                    <a:gd name="connsiteY2" fmla="*/ 208607 h 1606420"/>
                    <a:gd name="connsiteX3" fmla="*/ 615950 w 619180"/>
                    <a:gd name="connsiteY3" fmla="*/ 756294 h 1606420"/>
                    <a:gd name="connsiteX4" fmla="*/ 542132 w 619180"/>
                    <a:gd name="connsiteY4" fmla="*/ 1449239 h 1606420"/>
                    <a:gd name="connsiteX5" fmla="*/ 382588 w 619180"/>
                    <a:gd name="connsiteY5" fmla="*/ 1606400 h 1606420"/>
                    <a:gd name="connsiteX6" fmla="*/ 258763 w 619180"/>
                    <a:gd name="connsiteY6" fmla="*/ 1580207 h 1606420"/>
                    <a:gd name="connsiteX7" fmla="*/ 320675 w 619180"/>
                    <a:gd name="connsiteY7" fmla="*/ 1465907 h 1606420"/>
                    <a:gd name="connsiteX8" fmla="*/ 392113 w 619180"/>
                    <a:gd name="connsiteY8" fmla="*/ 1208732 h 1606420"/>
                    <a:gd name="connsiteX9" fmla="*/ 415925 w 619180"/>
                    <a:gd name="connsiteY9" fmla="*/ 818207 h 1606420"/>
                    <a:gd name="connsiteX10" fmla="*/ 311150 w 619180"/>
                    <a:gd name="connsiteY10" fmla="*/ 346719 h 1606420"/>
                    <a:gd name="connsiteX11" fmla="*/ 0 w 619180"/>
                    <a:gd name="connsiteY11" fmla="*/ 34776 h 1606420"/>
                    <a:gd name="connsiteX0" fmla="*/ 0 w 619180"/>
                    <a:gd name="connsiteY0" fmla="*/ 38437 h 1610081"/>
                    <a:gd name="connsiteX1" fmla="*/ 257969 w 619180"/>
                    <a:gd name="connsiteY1" fmla="*/ 28117 h 1610081"/>
                    <a:gd name="connsiteX2" fmla="*/ 439738 w 619180"/>
                    <a:gd name="connsiteY2" fmla="*/ 212268 h 1610081"/>
                    <a:gd name="connsiteX3" fmla="*/ 615950 w 619180"/>
                    <a:gd name="connsiteY3" fmla="*/ 759955 h 1610081"/>
                    <a:gd name="connsiteX4" fmla="*/ 542132 w 619180"/>
                    <a:gd name="connsiteY4" fmla="*/ 1452900 h 1610081"/>
                    <a:gd name="connsiteX5" fmla="*/ 382588 w 619180"/>
                    <a:gd name="connsiteY5" fmla="*/ 1610061 h 1610081"/>
                    <a:gd name="connsiteX6" fmla="*/ 258763 w 619180"/>
                    <a:gd name="connsiteY6" fmla="*/ 1583868 h 1610081"/>
                    <a:gd name="connsiteX7" fmla="*/ 320675 w 619180"/>
                    <a:gd name="connsiteY7" fmla="*/ 1469568 h 1610081"/>
                    <a:gd name="connsiteX8" fmla="*/ 392113 w 619180"/>
                    <a:gd name="connsiteY8" fmla="*/ 1212393 h 1610081"/>
                    <a:gd name="connsiteX9" fmla="*/ 415925 w 619180"/>
                    <a:gd name="connsiteY9" fmla="*/ 821868 h 1610081"/>
                    <a:gd name="connsiteX10" fmla="*/ 311150 w 619180"/>
                    <a:gd name="connsiteY10" fmla="*/ 350380 h 1610081"/>
                    <a:gd name="connsiteX11" fmla="*/ 0 w 619180"/>
                    <a:gd name="connsiteY11" fmla="*/ 38437 h 1610081"/>
                    <a:gd name="connsiteX0" fmla="*/ 0 w 619657"/>
                    <a:gd name="connsiteY0" fmla="*/ 35075 h 1606719"/>
                    <a:gd name="connsiteX1" fmla="*/ 257969 w 619657"/>
                    <a:gd name="connsiteY1" fmla="*/ 24755 h 1606719"/>
                    <a:gd name="connsiteX2" fmla="*/ 430213 w 619657"/>
                    <a:gd name="connsiteY2" fmla="*/ 213669 h 1606719"/>
                    <a:gd name="connsiteX3" fmla="*/ 615950 w 619657"/>
                    <a:gd name="connsiteY3" fmla="*/ 756593 h 1606719"/>
                    <a:gd name="connsiteX4" fmla="*/ 542132 w 619657"/>
                    <a:gd name="connsiteY4" fmla="*/ 1449538 h 1606719"/>
                    <a:gd name="connsiteX5" fmla="*/ 382588 w 619657"/>
                    <a:gd name="connsiteY5" fmla="*/ 1606699 h 1606719"/>
                    <a:gd name="connsiteX6" fmla="*/ 258763 w 619657"/>
                    <a:gd name="connsiteY6" fmla="*/ 1580506 h 1606719"/>
                    <a:gd name="connsiteX7" fmla="*/ 320675 w 619657"/>
                    <a:gd name="connsiteY7" fmla="*/ 1466206 h 1606719"/>
                    <a:gd name="connsiteX8" fmla="*/ 392113 w 619657"/>
                    <a:gd name="connsiteY8" fmla="*/ 1209031 h 1606719"/>
                    <a:gd name="connsiteX9" fmla="*/ 415925 w 619657"/>
                    <a:gd name="connsiteY9" fmla="*/ 818506 h 1606719"/>
                    <a:gd name="connsiteX10" fmla="*/ 311150 w 619657"/>
                    <a:gd name="connsiteY10" fmla="*/ 347018 h 1606719"/>
                    <a:gd name="connsiteX11" fmla="*/ 0 w 619657"/>
                    <a:gd name="connsiteY11" fmla="*/ 35075 h 1606719"/>
                    <a:gd name="connsiteX0" fmla="*/ 0 w 597454"/>
                    <a:gd name="connsiteY0" fmla="*/ 35075 h 1606719"/>
                    <a:gd name="connsiteX1" fmla="*/ 257969 w 597454"/>
                    <a:gd name="connsiteY1" fmla="*/ 24755 h 1606719"/>
                    <a:gd name="connsiteX2" fmla="*/ 430213 w 597454"/>
                    <a:gd name="connsiteY2" fmla="*/ 213669 h 1606719"/>
                    <a:gd name="connsiteX3" fmla="*/ 592138 w 597454"/>
                    <a:gd name="connsiteY3" fmla="*/ 754212 h 1606719"/>
                    <a:gd name="connsiteX4" fmla="*/ 542132 w 597454"/>
                    <a:gd name="connsiteY4" fmla="*/ 1449538 h 1606719"/>
                    <a:gd name="connsiteX5" fmla="*/ 382588 w 597454"/>
                    <a:gd name="connsiteY5" fmla="*/ 1606699 h 1606719"/>
                    <a:gd name="connsiteX6" fmla="*/ 258763 w 597454"/>
                    <a:gd name="connsiteY6" fmla="*/ 1580506 h 1606719"/>
                    <a:gd name="connsiteX7" fmla="*/ 320675 w 597454"/>
                    <a:gd name="connsiteY7" fmla="*/ 1466206 h 1606719"/>
                    <a:gd name="connsiteX8" fmla="*/ 392113 w 597454"/>
                    <a:gd name="connsiteY8" fmla="*/ 1209031 h 1606719"/>
                    <a:gd name="connsiteX9" fmla="*/ 415925 w 597454"/>
                    <a:gd name="connsiteY9" fmla="*/ 818506 h 1606719"/>
                    <a:gd name="connsiteX10" fmla="*/ 311150 w 597454"/>
                    <a:gd name="connsiteY10" fmla="*/ 347018 h 1606719"/>
                    <a:gd name="connsiteX11" fmla="*/ 0 w 597454"/>
                    <a:gd name="connsiteY11" fmla="*/ 35075 h 1606719"/>
                    <a:gd name="connsiteX0" fmla="*/ 0 w 596732"/>
                    <a:gd name="connsiteY0" fmla="*/ 35075 h 1596107"/>
                    <a:gd name="connsiteX1" fmla="*/ 257969 w 596732"/>
                    <a:gd name="connsiteY1" fmla="*/ 24755 h 1596107"/>
                    <a:gd name="connsiteX2" fmla="*/ 430213 w 596732"/>
                    <a:gd name="connsiteY2" fmla="*/ 213669 h 1596107"/>
                    <a:gd name="connsiteX3" fmla="*/ 592138 w 596732"/>
                    <a:gd name="connsiteY3" fmla="*/ 754212 h 1596107"/>
                    <a:gd name="connsiteX4" fmla="*/ 542132 w 596732"/>
                    <a:gd name="connsiteY4" fmla="*/ 1449538 h 1596107"/>
                    <a:gd name="connsiteX5" fmla="*/ 434975 w 596732"/>
                    <a:gd name="connsiteY5" fmla="*/ 1594793 h 1596107"/>
                    <a:gd name="connsiteX6" fmla="*/ 258763 w 596732"/>
                    <a:gd name="connsiteY6" fmla="*/ 1580506 h 1596107"/>
                    <a:gd name="connsiteX7" fmla="*/ 320675 w 596732"/>
                    <a:gd name="connsiteY7" fmla="*/ 1466206 h 1596107"/>
                    <a:gd name="connsiteX8" fmla="*/ 392113 w 596732"/>
                    <a:gd name="connsiteY8" fmla="*/ 1209031 h 1596107"/>
                    <a:gd name="connsiteX9" fmla="*/ 415925 w 596732"/>
                    <a:gd name="connsiteY9" fmla="*/ 818506 h 1596107"/>
                    <a:gd name="connsiteX10" fmla="*/ 311150 w 596732"/>
                    <a:gd name="connsiteY10" fmla="*/ 347018 h 1596107"/>
                    <a:gd name="connsiteX11" fmla="*/ 0 w 596732"/>
                    <a:gd name="connsiteY11" fmla="*/ 35075 h 1596107"/>
                    <a:gd name="connsiteX0" fmla="*/ 0 w 596732"/>
                    <a:gd name="connsiteY0" fmla="*/ 35075 h 1603457"/>
                    <a:gd name="connsiteX1" fmla="*/ 257969 w 596732"/>
                    <a:gd name="connsiteY1" fmla="*/ 24755 h 1603457"/>
                    <a:gd name="connsiteX2" fmla="*/ 430213 w 596732"/>
                    <a:gd name="connsiteY2" fmla="*/ 213669 h 1603457"/>
                    <a:gd name="connsiteX3" fmla="*/ 592138 w 596732"/>
                    <a:gd name="connsiteY3" fmla="*/ 754212 h 1603457"/>
                    <a:gd name="connsiteX4" fmla="*/ 542132 w 596732"/>
                    <a:gd name="connsiteY4" fmla="*/ 1449538 h 1603457"/>
                    <a:gd name="connsiteX5" fmla="*/ 434975 w 596732"/>
                    <a:gd name="connsiteY5" fmla="*/ 1594793 h 1603457"/>
                    <a:gd name="connsiteX6" fmla="*/ 258763 w 596732"/>
                    <a:gd name="connsiteY6" fmla="*/ 1580506 h 1603457"/>
                    <a:gd name="connsiteX7" fmla="*/ 320675 w 596732"/>
                    <a:gd name="connsiteY7" fmla="*/ 1466206 h 1603457"/>
                    <a:gd name="connsiteX8" fmla="*/ 392113 w 596732"/>
                    <a:gd name="connsiteY8" fmla="*/ 1209031 h 1603457"/>
                    <a:gd name="connsiteX9" fmla="*/ 415925 w 596732"/>
                    <a:gd name="connsiteY9" fmla="*/ 818506 h 1603457"/>
                    <a:gd name="connsiteX10" fmla="*/ 311150 w 596732"/>
                    <a:gd name="connsiteY10" fmla="*/ 347018 h 1603457"/>
                    <a:gd name="connsiteX11" fmla="*/ 0 w 596732"/>
                    <a:gd name="connsiteY11" fmla="*/ 35075 h 1603457"/>
                    <a:gd name="connsiteX0" fmla="*/ 0 w 605337"/>
                    <a:gd name="connsiteY0" fmla="*/ 35075 h 1621964"/>
                    <a:gd name="connsiteX1" fmla="*/ 257969 w 605337"/>
                    <a:gd name="connsiteY1" fmla="*/ 24755 h 1621964"/>
                    <a:gd name="connsiteX2" fmla="*/ 430213 w 605337"/>
                    <a:gd name="connsiteY2" fmla="*/ 213669 h 1621964"/>
                    <a:gd name="connsiteX3" fmla="*/ 592138 w 605337"/>
                    <a:gd name="connsiteY3" fmla="*/ 754212 h 1621964"/>
                    <a:gd name="connsiteX4" fmla="*/ 577850 w 605337"/>
                    <a:gd name="connsiteY4" fmla="*/ 1228082 h 1621964"/>
                    <a:gd name="connsiteX5" fmla="*/ 434975 w 605337"/>
                    <a:gd name="connsiteY5" fmla="*/ 1594793 h 1621964"/>
                    <a:gd name="connsiteX6" fmla="*/ 258763 w 605337"/>
                    <a:gd name="connsiteY6" fmla="*/ 1580506 h 1621964"/>
                    <a:gd name="connsiteX7" fmla="*/ 320675 w 605337"/>
                    <a:gd name="connsiteY7" fmla="*/ 1466206 h 1621964"/>
                    <a:gd name="connsiteX8" fmla="*/ 392113 w 605337"/>
                    <a:gd name="connsiteY8" fmla="*/ 1209031 h 1621964"/>
                    <a:gd name="connsiteX9" fmla="*/ 415925 w 605337"/>
                    <a:gd name="connsiteY9" fmla="*/ 818506 h 1621964"/>
                    <a:gd name="connsiteX10" fmla="*/ 311150 w 605337"/>
                    <a:gd name="connsiteY10" fmla="*/ 347018 h 1621964"/>
                    <a:gd name="connsiteX11" fmla="*/ 0 w 605337"/>
                    <a:gd name="connsiteY11" fmla="*/ 35075 h 1621964"/>
                    <a:gd name="connsiteX0" fmla="*/ 0 w 605337"/>
                    <a:gd name="connsiteY0" fmla="*/ 35075 h 1603985"/>
                    <a:gd name="connsiteX1" fmla="*/ 257969 w 605337"/>
                    <a:gd name="connsiteY1" fmla="*/ 24755 h 1603985"/>
                    <a:gd name="connsiteX2" fmla="*/ 430213 w 605337"/>
                    <a:gd name="connsiteY2" fmla="*/ 213669 h 1603985"/>
                    <a:gd name="connsiteX3" fmla="*/ 592138 w 605337"/>
                    <a:gd name="connsiteY3" fmla="*/ 754212 h 1603985"/>
                    <a:gd name="connsiteX4" fmla="*/ 577850 w 605337"/>
                    <a:gd name="connsiteY4" fmla="*/ 1228082 h 1603985"/>
                    <a:gd name="connsiteX5" fmla="*/ 434975 w 605337"/>
                    <a:gd name="connsiteY5" fmla="*/ 1594793 h 1603985"/>
                    <a:gd name="connsiteX6" fmla="*/ 258763 w 605337"/>
                    <a:gd name="connsiteY6" fmla="*/ 1580506 h 1603985"/>
                    <a:gd name="connsiteX7" fmla="*/ 320675 w 605337"/>
                    <a:gd name="connsiteY7" fmla="*/ 1466206 h 1603985"/>
                    <a:gd name="connsiteX8" fmla="*/ 392113 w 605337"/>
                    <a:gd name="connsiteY8" fmla="*/ 1209031 h 1603985"/>
                    <a:gd name="connsiteX9" fmla="*/ 415925 w 605337"/>
                    <a:gd name="connsiteY9" fmla="*/ 818506 h 1603985"/>
                    <a:gd name="connsiteX10" fmla="*/ 311150 w 605337"/>
                    <a:gd name="connsiteY10" fmla="*/ 347018 h 1603985"/>
                    <a:gd name="connsiteX11" fmla="*/ 0 w 605337"/>
                    <a:gd name="connsiteY11" fmla="*/ 35075 h 1603985"/>
                    <a:gd name="connsiteX0" fmla="*/ 0 w 605129"/>
                    <a:gd name="connsiteY0" fmla="*/ 35075 h 1588407"/>
                    <a:gd name="connsiteX1" fmla="*/ 257969 w 605129"/>
                    <a:gd name="connsiteY1" fmla="*/ 24755 h 1588407"/>
                    <a:gd name="connsiteX2" fmla="*/ 430213 w 605129"/>
                    <a:gd name="connsiteY2" fmla="*/ 213669 h 1588407"/>
                    <a:gd name="connsiteX3" fmla="*/ 592138 w 605129"/>
                    <a:gd name="connsiteY3" fmla="*/ 754212 h 1588407"/>
                    <a:gd name="connsiteX4" fmla="*/ 577850 w 605129"/>
                    <a:gd name="connsiteY4" fmla="*/ 1228082 h 1588407"/>
                    <a:gd name="connsiteX5" fmla="*/ 439738 w 605129"/>
                    <a:gd name="connsiteY5" fmla="*/ 1556693 h 1588407"/>
                    <a:gd name="connsiteX6" fmla="*/ 258763 w 605129"/>
                    <a:gd name="connsiteY6" fmla="*/ 1580506 h 1588407"/>
                    <a:gd name="connsiteX7" fmla="*/ 320675 w 605129"/>
                    <a:gd name="connsiteY7" fmla="*/ 1466206 h 1588407"/>
                    <a:gd name="connsiteX8" fmla="*/ 392113 w 605129"/>
                    <a:gd name="connsiteY8" fmla="*/ 1209031 h 1588407"/>
                    <a:gd name="connsiteX9" fmla="*/ 415925 w 605129"/>
                    <a:gd name="connsiteY9" fmla="*/ 818506 h 1588407"/>
                    <a:gd name="connsiteX10" fmla="*/ 311150 w 605129"/>
                    <a:gd name="connsiteY10" fmla="*/ 347018 h 1588407"/>
                    <a:gd name="connsiteX11" fmla="*/ 0 w 605129"/>
                    <a:gd name="connsiteY11" fmla="*/ 35075 h 1588407"/>
                    <a:gd name="connsiteX0" fmla="*/ 0 w 605129"/>
                    <a:gd name="connsiteY0" fmla="*/ 35075 h 1591646"/>
                    <a:gd name="connsiteX1" fmla="*/ 257969 w 605129"/>
                    <a:gd name="connsiteY1" fmla="*/ 24755 h 1591646"/>
                    <a:gd name="connsiteX2" fmla="*/ 430213 w 605129"/>
                    <a:gd name="connsiteY2" fmla="*/ 213669 h 1591646"/>
                    <a:gd name="connsiteX3" fmla="*/ 592138 w 605129"/>
                    <a:gd name="connsiteY3" fmla="*/ 754212 h 1591646"/>
                    <a:gd name="connsiteX4" fmla="*/ 577850 w 605129"/>
                    <a:gd name="connsiteY4" fmla="*/ 1228082 h 1591646"/>
                    <a:gd name="connsiteX5" fmla="*/ 439738 w 605129"/>
                    <a:gd name="connsiteY5" fmla="*/ 1556693 h 1591646"/>
                    <a:gd name="connsiteX6" fmla="*/ 258763 w 605129"/>
                    <a:gd name="connsiteY6" fmla="*/ 1580506 h 1591646"/>
                    <a:gd name="connsiteX7" fmla="*/ 320675 w 605129"/>
                    <a:gd name="connsiteY7" fmla="*/ 1466206 h 1591646"/>
                    <a:gd name="connsiteX8" fmla="*/ 392113 w 605129"/>
                    <a:gd name="connsiteY8" fmla="*/ 1209031 h 1591646"/>
                    <a:gd name="connsiteX9" fmla="*/ 415925 w 605129"/>
                    <a:gd name="connsiteY9" fmla="*/ 818506 h 1591646"/>
                    <a:gd name="connsiteX10" fmla="*/ 311150 w 605129"/>
                    <a:gd name="connsiteY10" fmla="*/ 347018 h 1591646"/>
                    <a:gd name="connsiteX11" fmla="*/ 0 w 605129"/>
                    <a:gd name="connsiteY11" fmla="*/ 35075 h 1591646"/>
                    <a:gd name="connsiteX0" fmla="*/ 0 w 605129"/>
                    <a:gd name="connsiteY0" fmla="*/ 35075 h 1591646"/>
                    <a:gd name="connsiteX1" fmla="*/ 257969 w 605129"/>
                    <a:gd name="connsiteY1" fmla="*/ 24755 h 1591646"/>
                    <a:gd name="connsiteX2" fmla="*/ 430213 w 605129"/>
                    <a:gd name="connsiteY2" fmla="*/ 213669 h 1591646"/>
                    <a:gd name="connsiteX3" fmla="*/ 592138 w 605129"/>
                    <a:gd name="connsiteY3" fmla="*/ 754212 h 1591646"/>
                    <a:gd name="connsiteX4" fmla="*/ 577850 w 605129"/>
                    <a:gd name="connsiteY4" fmla="*/ 1228082 h 1591646"/>
                    <a:gd name="connsiteX5" fmla="*/ 439738 w 605129"/>
                    <a:gd name="connsiteY5" fmla="*/ 1556693 h 1591646"/>
                    <a:gd name="connsiteX6" fmla="*/ 258763 w 605129"/>
                    <a:gd name="connsiteY6" fmla="*/ 1580506 h 1591646"/>
                    <a:gd name="connsiteX7" fmla="*/ 320675 w 605129"/>
                    <a:gd name="connsiteY7" fmla="*/ 1466206 h 1591646"/>
                    <a:gd name="connsiteX8" fmla="*/ 392113 w 605129"/>
                    <a:gd name="connsiteY8" fmla="*/ 1209031 h 1591646"/>
                    <a:gd name="connsiteX9" fmla="*/ 415925 w 605129"/>
                    <a:gd name="connsiteY9" fmla="*/ 818506 h 1591646"/>
                    <a:gd name="connsiteX10" fmla="*/ 311150 w 605129"/>
                    <a:gd name="connsiteY10" fmla="*/ 347018 h 1591646"/>
                    <a:gd name="connsiteX11" fmla="*/ 0 w 605129"/>
                    <a:gd name="connsiteY11" fmla="*/ 35075 h 1591646"/>
                    <a:gd name="connsiteX0" fmla="*/ 0 w 605129"/>
                    <a:gd name="connsiteY0" fmla="*/ 35075 h 1591646"/>
                    <a:gd name="connsiteX1" fmla="*/ 257969 w 605129"/>
                    <a:gd name="connsiteY1" fmla="*/ 24755 h 1591646"/>
                    <a:gd name="connsiteX2" fmla="*/ 430213 w 605129"/>
                    <a:gd name="connsiteY2" fmla="*/ 213669 h 1591646"/>
                    <a:gd name="connsiteX3" fmla="*/ 592138 w 605129"/>
                    <a:gd name="connsiteY3" fmla="*/ 754212 h 1591646"/>
                    <a:gd name="connsiteX4" fmla="*/ 577850 w 605129"/>
                    <a:gd name="connsiteY4" fmla="*/ 1228082 h 1591646"/>
                    <a:gd name="connsiteX5" fmla="*/ 439738 w 605129"/>
                    <a:gd name="connsiteY5" fmla="*/ 1556693 h 1591646"/>
                    <a:gd name="connsiteX6" fmla="*/ 258763 w 605129"/>
                    <a:gd name="connsiteY6" fmla="*/ 1580506 h 1591646"/>
                    <a:gd name="connsiteX7" fmla="*/ 344487 w 605129"/>
                    <a:gd name="connsiteY7" fmla="*/ 1440012 h 1591646"/>
                    <a:gd name="connsiteX8" fmla="*/ 392113 w 605129"/>
                    <a:gd name="connsiteY8" fmla="*/ 1209031 h 1591646"/>
                    <a:gd name="connsiteX9" fmla="*/ 415925 w 605129"/>
                    <a:gd name="connsiteY9" fmla="*/ 818506 h 1591646"/>
                    <a:gd name="connsiteX10" fmla="*/ 311150 w 605129"/>
                    <a:gd name="connsiteY10" fmla="*/ 347018 h 1591646"/>
                    <a:gd name="connsiteX11" fmla="*/ 0 w 605129"/>
                    <a:gd name="connsiteY11" fmla="*/ 35075 h 1591646"/>
                    <a:gd name="connsiteX0" fmla="*/ 0 w 603428"/>
                    <a:gd name="connsiteY0" fmla="*/ 35075 h 1591646"/>
                    <a:gd name="connsiteX1" fmla="*/ 257969 w 603428"/>
                    <a:gd name="connsiteY1" fmla="*/ 24755 h 1591646"/>
                    <a:gd name="connsiteX2" fmla="*/ 430213 w 603428"/>
                    <a:gd name="connsiteY2" fmla="*/ 213669 h 1591646"/>
                    <a:gd name="connsiteX3" fmla="*/ 592138 w 603428"/>
                    <a:gd name="connsiteY3" fmla="*/ 754212 h 1591646"/>
                    <a:gd name="connsiteX4" fmla="*/ 577850 w 603428"/>
                    <a:gd name="connsiteY4" fmla="*/ 1228082 h 1591646"/>
                    <a:gd name="connsiteX5" fmla="*/ 439738 w 603428"/>
                    <a:gd name="connsiteY5" fmla="*/ 1556693 h 1591646"/>
                    <a:gd name="connsiteX6" fmla="*/ 258763 w 603428"/>
                    <a:gd name="connsiteY6" fmla="*/ 1580506 h 1591646"/>
                    <a:gd name="connsiteX7" fmla="*/ 344487 w 603428"/>
                    <a:gd name="connsiteY7" fmla="*/ 1440012 h 1591646"/>
                    <a:gd name="connsiteX8" fmla="*/ 392113 w 603428"/>
                    <a:gd name="connsiteY8" fmla="*/ 1209031 h 1591646"/>
                    <a:gd name="connsiteX9" fmla="*/ 415925 w 603428"/>
                    <a:gd name="connsiteY9" fmla="*/ 818506 h 1591646"/>
                    <a:gd name="connsiteX10" fmla="*/ 311150 w 603428"/>
                    <a:gd name="connsiteY10" fmla="*/ 347018 h 1591646"/>
                    <a:gd name="connsiteX11" fmla="*/ 0 w 603428"/>
                    <a:gd name="connsiteY11" fmla="*/ 35075 h 1591646"/>
                    <a:gd name="connsiteX0" fmla="*/ 0 w 597118"/>
                    <a:gd name="connsiteY0" fmla="*/ 35075 h 1591646"/>
                    <a:gd name="connsiteX1" fmla="*/ 257969 w 597118"/>
                    <a:gd name="connsiteY1" fmla="*/ 24755 h 1591646"/>
                    <a:gd name="connsiteX2" fmla="*/ 430213 w 597118"/>
                    <a:gd name="connsiteY2" fmla="*/ 213669 h 1591646"/>
                    <a:gd name="connsiteX3" fmla="*/ 580232 w 597118"/>
                    <a:gd name="connsiteY3" fmla="*/ 758975 h 1591646"/>
                    <a:gd name="connsiteX4" fmla="*/ 577850 w 597118"/>
                    <a:gd name="connsiteY4" fmla="*/ 1228082 h 1591646"/>
                    <a:gd name="connsiteX5" fmla="*/ 439738 w 597118"/>
                    <a:gd name="connsiteY5" fmla="*/ 1556693 h 1591646"/>
                    <a:gd name="connsiteX6" fmla="*/ 258763 w 597118"/>
                    <a:gd name="connsiteY6" fmla="*/ 1580506 h 1591646"/>
                    <a:gd name="connsiteX7" fmla="*/ 344487 w 597118"/>
                    <a:gd name="connsiteY7" fmla="*/ 1440012 h 1591646"/>
                    <a:gd name="connsiteX8" fmla="*/ 392113 w 597118"/>
                    <a:gd name="connsiteY8" fmla="*/ 1209031 h 1591646"/>
                    <a:gd name="connsiteX9" fmla="*/ 415925 w 597118"/>
                    <a:gd name="connsiteY9" fmla="*/ 818506 h 1591646"/>
                    <a:gd name="connsiteX10" fmla="*/ 311150 w 597118"/>
                    <a:gd name="connsiteY10" fmla="*/ 347018 h 1591646"/>
                    <a:gd name="connsiteX11" fmla="*/ 0 w 597118"/>
                    <a:gd name="connsiteY11" fmla="*/ 35075 h 1591646"/>
                    <a:gd name="connsiteX0" fmla="*/ 0 w 598393"/>
                    <a:gd name="connsiteY0" fmla="*/ 35075 h 1604645"/>
                    <a:gd name="connsiteX1" fmla="*/ 257969 w 598393"/>
                    <a:gd name="connsiteY1" fmla="*/ 24755 h 1604645"/>
                    <a:gd name="connsiteX2" fmla="*/ 430213 w 598393"/>
                    <a:gd name="connsiteY2" fmla="*/ 213669 h 1604645"/>
                    <a:gd name="connsiteX3" fmla="*/ 580232 w 598393"/>
                    <a:gd name="connsiteY3" fmla="*/ 758975 h 1604645"/>
                    <a:gd name="connsiteX4" fmla="*/ 580231 w 598393"/>
                    <a:gd name="connsiteY4" fmla="*/ 1132832 h 1604645"/>
                    <a:gd name="connsiteX5" fmla="*/ 439738 w 598393"/>
                    <a:gd name="connsiteY5" fmla="*/ 1556693 h 1604645"/>
                    <a:gd name="connsiteX6" fmla="*/ 258763 w 598393"/>
                    <a:gd name="connsiteY6" fmla="*/ 1580506 h 1604645"/>
                    <a:gd name="connsiteX7" fmla="*/ 344487 w 598393"/>
                    <a:gd name="connsiteY7" fmla="*/ 1440012 h 1604645"/>
                    <a:gd name="connsiteX8" fmla="*/ 392113 w 598393"/>
                    <a:gd name="connsiteY8" fmla="*/ 1209031 h 1604645"/>
                    <a:gd name="connsiteX9" fmla="*/ 415925 w 598393"/>
                    <a:gd name="connsiteY9" fmla="*/ 818506 h 1604645"/>
                    <a:gd name="connsiteX10" fmla="*/ 311150 w 598393"/>
                    <a:gd name="connsiteY10" fmla="*/ 347018 h 1604645"/>
                    <a:gd name="connsiteX11" fmla="*/ 0 w 598393"/>
                    <a:gd name="connsiteY11" fmla="*/ 35075 h 1604645"/>
                    <a:gd name="connsiteX0" fmla="*/ 0 w 593000"/>
                    <a:gd name="connsiteY0" fmla="*/ 35075 h 1604645"/>
                    <a:gd name="connsiteX1" fmla="*/ 257969 w 593000"/>
                    <a:gd name="connsiteY1" fmla="*/ 24755 h 1604645"/>
                    <a:gd name="connsiteX2" fmla="*/ 430213 w 593000"/>
                    <a:gd name="connsiteY2" fmla="*/ 213669 h 1604645"/>
                    <a:gd name="connsiteX3" fmla="*/ 580232 w 593000"/>
                    <a:gd name="connsiteY3" fmla="*/ 758975 h 1604645"/>
                    <a:gd name="connsiteX4" fmla="*/ 580231 w 593000"/>
                    <a:gd name="connsiteY4" fmla="*/ 1132832 h 1604645"/>
                    <a:gd name="connsiteX5" fmla="*/ 439738 w 593000"/>
                    <a:gd name="connsiteY5" fmla="*/ 1556693 h 1604645"/>
                    <a:gd name="connsiteX6" fmla="*/ 258763 w 593000"/>
                    <a:gd name="connsiteY6" fmla="*/ 1580506 h 1604645"/>
                    <a:gd name="connsiteX7" fmla="*/ 344487 w 593000"/>
                    <a:gd name="connsiteY7" fmla="*/ 1440012 h 1604645"/>
                    <a:gd name="connsiteX8" fmla="*/ 392113 w 593000"/>
                    <a:gd name="connsiteY8" fmla="*/ 1209031 h 1604645"/>
                    <a:gd name="connsiteX9" fmla="*/ 415925 w 593000"/>
                    <a:gd name="connsiteY9" fmla="*/ 818506 h 1604645"/>
                    <a:gd name="connsiteX10" fmla="*/ 311150 w 593000"/>
                    <a:gd name="connsiteY10" fmla="*/ 347018 h 1604645"/>
                    <a:gd name="connsiteX11" fmla="*/ 0 w 593000"/>
                    <a:gd name="connsiteY11" fmla="*/ 35075 h 1604645"/>
                    <a:gd name="connsiteX0" fmla="*/ 0 w 585327"/>
                    <a:gd name="connsiteY0" fmla="*/ 35075 h 1598513"/>
                    <a:gd name="connsiteX1" fmla="*/ 257969 w 585327"/>
                    <a:gd name="connsiteY1" fmla="*/ 24755 h 1598513"/>
                    <a:gd name="connsiteX2" fmla="*/ 430213 w 585327"/>
                    <a:gd name="connsiteY2" fmla="*/ 213669 h 1598513"/>
                    <a:gd name="connsiteX3" fmla="*/ 580232 w 585327"/>
                    <a:gd name="connsiteY3" fmla="*/ 758975 h 1598513"/>
                    <a:gd name="connsiteX4" fmla="*/ 549275 w 585327"/>
                    <a:gd name="connsiteY4" fmla="*/ 1232845 h 1598513"/>
                    <a:gd name="connsiteX5" fmla="*/ 439738 w 585327"/>
                    <a:gd name="connsiteY5" fmla="*/ 1556693 h 1598513"/>
                    <a:gd name="connsiteX6" fmla="*/ 258763 w 585327"/>
                    <a:gd name="connsiteY6" fmla="*/ 1580506 h 1598513"/>
                    <a:gd name="connsiteX7" fmla="*/ 344487 w 585327"/>
                    <a:gd name="connsiteY7" fmla="*/ 1440012 h 1598513"/>
                    <a:gd name="connsiteX8" fmla="*/ 392113 w 585327"/>
                    <a:gd name="connsiteY8" fmla="*/ 1209031 h 1598513"/>
                    <a:gd name="connsiteX9" fmla="*/ 415925 w 585327"/>
                    <a:gd name="connsiteY9" fmla="*/ 818506 h 1598513"/>
                    <a:gd name="connsiteX10" fmla="*/ 311150 w 585327"/>
                    <a:gd name="connsiteY10" fmla="*/ 347018 h 1598513"/>
                    <a:gd name="connsiteX11" fmla="*/ 0 w 585327"/>
                    <a:gd name="connsiteY11" fmla="*/ 35075 h 1598513"/>
                    <a:gd name="connsiteX0" fmla="*/ 0 w 585739"/>
                    <a:gd name="connsiteY0" fmla="*/ 35075 h 1598513"/>
                    <a:gd name="connsiteX1" fmla="*/ 257969 w 585739"/>
                    <a:gd name="connsiteY1" fmla="*/ 24755 h 1598513"/>
                    <a:gd name="connsiteX2" fmla="*/ 430213 w 585739"/>
                    <a:gd name="connsiteY2" fmla="*/ 213669 h 1598513"/>
                    <a:gd name="connsiteX3" fmla="*/ 580232 w 585739"/>
                    <a:gd name="connsiteY3" fmla="*/ 758975 h 1598513"/>
                    <a:gd name="connsiteX4" fmla="*/ 549275 w 585739"/>
                    <a:gd name="connsiteY4" fmla="*/ 1232845 h 1598513"/>
                    <a:gd name="connsiteX5" fmla="*/ 439738 w 585739"/>
                    <a:gd name="connsiteY5" fmla="*/ 1556693 h 1598513"/>
                    <a:gd name="connsiteX6" fmla="*/ 258763 w 585739"/>
                    <a:gd name="connsiteY6" fmla="*/ 1580506 h 1598513"/>
                    <a:gd name="connsiteX7" fmla="*/ 344487 w 585739"/>
                    <a:gd name="connsiteY7" fmla="*/ 1440012 h 1598513"/>
                    <a:gd name="connsiteX8" fmla="*/ 392113 w 585739"/>
                    <a:gd name="connsiteY8" fmla="*/ 1209031 h 1598513"/>
                    <a:gd name="connsiteX9" fmla="*/ 415925 w 585739"/>
                    <a:gd name="connsiteY9" fmla="*/ 818506 h 1598513"/>
                    <a:gd name="connsiteX10" fmla="*/ 311150 w 585739"/>
                    <a:gd name="connsiteY10" fmla="*/ 347018 h 1598513"/>
                    <a:gd name="connsiteX11" fmla="*/ 0 w 585739"/>
                    <a:gd name="connsiteY11" fmla="*/ 35075 h 1598513"/>
                    <a:gd name="connsiteX0" fmla="*/ 0 w 586761"/>
                    <a:gd name="connsiteY0" fmla="*/ 35075 h 1598513"/>
                    <a:gd name="connsiteX1" fmla="*/ 257969 w 586761"/>
                    <a:gd name="connsiteY1" fmla="*/ 24755 h 1598513"/>
                    <a:gd name="connsiteX2" fmla="*/ 430213 w 586761"/>
                    <a:gd name="connsiteY2" fmla="*/ 213669 h 1598513"/>
                    <a:gd name="connsiteX3" fmla="*/ 580232 w 586761"/>
                    <a:gd name="connsiteY3" fmla="*/ 758975 h 1598513"/>
                    <a:gd name="connsiteX4" fmla="*/ 549275 w 586761"/>
                    <a:gd name="connsiteY4" fmla="*/ 1232845 h 1598513"/>
                    <a:gd name="connsiteX5" fmla="*/ 439738 w 586761"/>
                    <a:gd name="connsiteY5" fmla="*/ 1556693 h 1598513"/>
                    <a:gd name="connsiteX6" fmla="*/ 258763 w 586761"/>
                    <a:gd name="connsiteY6" fmla="*/ 1580506 h 1598513"/>
                    <a:gd name="connsiteX7" fmla="*/ 344487 w 586761"/>
                    <a:gd name="connsiteY7" fmla="*/ 1440012 h 1598513"/>
                    <a:gd name="connsiteX8" fmla="*/ 392113 w 586761"/>
                    <a:gd name="connsiteY8" fmla="*/ 1209031 h 1598513"/>
                    <a:gd name="connsiteX9" fmla="*/ 415925 w 586761"/>
                    <a:gd name="connsiteY9" fmla="*/ 818506 h 1598513"/>
                    <a:gd name="connsiteX10" fmla="*/ 311150 w 586761"/>
                    <a:gd name="connsiteY10" fmla="*/ 347018 h 1598513"/>
                    <a:gd name="connsiteX11" fmla="*/ 0 w 586761"/>
                    <a:gd name="connsiteY11" fmla="*/ 35075 h 1598513"/>
                    <a:gd name="connsiteX0" fmla="*/ 0 w 583009"/>
                    <a:gd name="connsiteY0" fmla="*/ 35075 h 1598513"/>
                    <a:gd name="connsiteX1" fmla="*/ 257969 w 583009"/>
                    <a:gd name="connsiteY1" fmla="*/ 24755 h 1598513"/>
                    <a:gd name="connsiteX2" fmla="*/ 430213 w 583009"/>
                    <a:gd name="connsiteY2" fmla="*/ 213669 h 1598513"/>
                    <a:gd name="connsiteX3" fmla="*/ 580232 w 583009"/>
                    <a:gd name="connsiteY3" fmla="*/ 758975 h 1598513"/>
                    <a:gd name="connsiteX4" fmla="*/ 549275 w 583009"/>
                    <a:gd name="connsiteY4" fmla="*/ 1232845 h 1598513"/>
                    <a:gd name="connsiteX5" fmla="*/ 439738 w 583009"/>
                    <a:gd name="connsiteY5" fmla="*/ 1556693 h 1598513"/>
                    <a:gd name="connsiteX6" fmla="*/ 258763 w 583009"/>
                    <a:gd name="connsiteY6" fmla="*/ 1580506 h 1598513"/>
                    <a:gd name="connsiteX7" fmla="*/ 344487 w 583009"/>
                    <a:gd name="connsiteY7" fmla="*/ 1440012 h 1598513"/>
                    <a:gd name="connsiteX8" fmla="*/ 392113 w 583009"/>
                    <a:gd name="connsiteY8" fmla="*/ 1209031 h 1598513"/>
                    <a:gd name="connsiteX9" fmla="*/ 415925 w 583009"/>
                    <a:gd name="connsiteY9" fmla="*/ 818506 h 1598513"/>
                    <a:gd name="connsiteX10" fmla="*/ 311150 w 583009"/>
                    <a:gd name="connsiteY10" fmla="*/ 347018 h 1598513"/>
                    <a:gd name="connsiteX11" fmla="*/ 0 w 583009"/>
                    <a:gd name="connsiteY11" fmla="*/ 35075 h 1598513"/>
                    <a:gd name="connsiteX0" fmla="*/ 0 w 583009"/>
                    <a:gd name="connsiteY0" fmla="*/ 35075 h 1598513"/>
                    <a:gd name="connsiteX1" fmla="*/ 257969 w 583009"/>
                    <a:gd name="connsiteY1" fmla="*/ 24755 h 1598513"/>
                    <a:gd name="connsiteX2" fmla="*/ 430213 w 583009"/>
                    <a:gd name="connsiteY2" fmla="*/ 213669 h 1598513"/>
                    <a:gd name="connsiteX3" fmla="*/ 580232 w 583009"/>
                    <a:gd name="connsiteY3" fmla="*/ 758975 h 1598513"/>
                    <a:gd name="connsiteX4" fmla="*/ 549275 w 583009"/>
                    <a:gd name="connsiteY4" fmla="*/ 1232845 h 1598513"/>
                    <a:gd name="connsiteX5" fmla="*/ 439738 w 583009"/>
                    <a:gd name="connsiteY5" fmla="*/ 1556693 h 1598513"/>
                    <a:gd name="connsiteX6" fmla="*/ 258763 w 583009"/>
                    <a:gd name="connsiteY6" fmla="*/ 1580506 h 1598513"/>
                    <a:gd name="connsiteX7" fmla="*/ 344487 w 583009"/>
                    <a:gd name="connsiteY7" fmla="*/ 1440012 h 1598513"/>
                    <a:gd name="connsiteX8" fmla="*/ 392113 w 583009"/>
                    <a:gd name="connsiteY8" fmla="*/ 1209031 h 1598513"/>
                    <a:gd name="connsiteX9" fmla="*/ 415925 w 583009"/>
                    <a:gd name="connsiteY9" fmla="*/ 818506 h 1598513"/>
                    <a:gd name="connsiteX10" fmla="*/ 311150 w 583009"/>
                    <a:gd name="connsiteY10" fmla="*/ 347018 h 1598513"/>
                    <a:gd name="connsiteX11" fmla="*/ 0 w 583009"/>
                    <a:gd name="connsiteY11" fmla="*/ 35075 h 1598513"/>
                    <a:gd name="connsiteX0" fmla="*/ 0 w 583009"/>
                    <a:gd name="connsiteY0" fmla="*/ 55465 h 1618903"/>
                    <a:gd name="connsiteX1" fmla="*/ 257969 w 583009"/>
                    <a:gd name="connsiteY1" fmla="*/ 45145 h 1618903"/>
                    <a:gd name="connsiteX2" fmla="*/ 430213 w 583009"/>
                    <a:gd name="connsiteY2" fmla="*/ 234059 h 1618903"/>
                    <a:gd name="connsiteX3" fmla="*/ 580232 w 583009"/>
                    <a:gd name="connsiteY3" fmla="*/ 779365 h 1618903"/>
                    <a:gd name="connsiteX4" fmla="*/ 549275 w 583009"/>
                    <a:gd name="connsiteY4" fmla="*/ 1253235 h 1618903"/>
                    <a:gd name="connsiteX5" fmla="*/ 439738 w 583009"/>
                    <a:gd name="connsiteY5" fmla="*/ 1577083 h 1618903"/>
                    <a:gd name="connsiteX6" fmla="*/ 258763 w 583009"/>
                    <a:gd name="connsiteY6" fmla="*/ 1600896 h 1618903"/>
                    <a:gd name="connsiteX7" fmla="*/ 344487 w 583009"/>
                    <a:gd name="connsiteY7" fmla="*/ 1460402 h 1618903"/>
                    <a:gd name="connsiteX8" fmla="*/ 392113 w 583009"/>
                    <a:gd name="connsiteY8" fmla="*/ 1229421 h 1618903"/>
                    <a:gd name="connsiteX9" fmla="*/ 415925 w 583009"/>
                    <a:gd name="connsiteY9" fmla="*/ 838896 h 1618903"/>
                    <a:gd name="connsiteX10" fmla="*/ 311150 w 583009"/>
                    <a:gd name="connsiteY10" fmla="*/ 367408 h 1618903"/>
                    <a:gd name="connsiteX11" fmla="*/ 0 w 583009"/>
                    <a:gd name="connsiteY11" fmla="*/ 55465 h 1618903"/>
                    <a:gd name="connsiteX0" fmla="*/ 0 w 583009"/>
                    <a:gd name="connsiteY0" fmla="*/ 49425 h 1612863"/>
                    <a:gd name="connsiteX1" fmla="*/ 257969 w 583009"/>
                    <a:gd name="connsiteY1" fmla="*/ 39105 h 1612863"/>
                    <a:gd name="connsiteX2" fmla="*/ 430213 w 583009"/>
                    <a:gd name="connsiteY2" fmla="*/ 228019 h 1612863"/>
                    <a:gd name="connsiteX3" fmla="*/ 580232 w 583009"/>
                    <a:gd name="connsiteY3" fmla="*/ 773325 h 1612863"/>
                    <a:gd name="connsiteX4" fmla="*/ 549275 w 583009"/>
                    <a:gd name="connsiteY4" fmla="*/ 1247195 h 1612863"/>
                    <a:gd name="connsiteX5" fmla="*/ 439738 w 583009"/>
                    <a:gd name="connsiteY5" fmla="*/ 1571043 h 1612863"/>
                    <a:gd name="connsiteX6" fmla="*/ 258763 w 583009"/>
                    <a:gd name="connsiteY6" fmla="*/ 1594856 h 1612863"/>
                    <a:gd name="connsiteX7" fmla="*/ 344487 w 583009"/>
                    <a:gd name="connsiteY7" fmla="*/ 1454362 h 1612863"/>
                    <a:gd name="connsiteX8" fmla="*/ 392113 w 583009"/>
                    <a:gd name="connsiteY8" fmla="*/ 1223381 h 1612863"/>
                    <a:gd name="connsiteX9" fmla="*/ 415925 w 583009"/>
                    <a:gd name="connsiteY9" fmla="*/ 832856 h 1612863"/>
                    <a:gd name="connsiteX10" fmla="*/ 311150 w 583009"/>
                    <a:gd name="connsiteY10" fmla="*/ 361368 h 1612863"/>
                    <a:gd name="connsiteX11" fmla="*/ 0 w 583009"/>
                    <a:gd name="connsiteY11" fmla="*/ 49425 h 16128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583009" h="1612863">
                      <a:moveTo>
                        <a:pt x="0" y="49425"/>
                      </a:moveTo>
                      <a:cubicBezTo>
                        <a:pt x="130174" y="-36300"/>
                        <a:pt x="186267" y="9339"/>
                        <a:pt x="257969" y="39105"/>
                      </a:cubicBezTo>
                      <a:cubicBezTo>
                        <a:pt x="329671" y="68871"/>
                        <a:pt x="376503" y="105649"/>
                        <a:pt x="430213" y="228019"/>
                      </a:cubicBezTo>
                      <a:cubicBezTo>
                        <a:pt x="483924" y="350389"/>
                        <a:pt x="569913" y="596318"/>
                        <a:pt x="580232" y="773325"/>
                      </a:cubicBezTo>
                      <a:cubicBezTo>
                        <a:pt x="590551" y="950332"/>
                        <a:pt x="570309" y="1126148"/>
                        <a:pt x="549275" y="1247195"/>
                      </a:cubicBezTo>
                      <a:cubicBezTo>
                        <a:pt x="528241" y="1368242"/>
                        <a:pt x="488157" y="1513100"/>
                        <a:pt x="439738" y="1571043"/>
                      </a:cubicBezTo>
                      <a:cubicBezTo>
                        <a:pt x="391319" y="1628987"/>
                        <a:pt x="304006" y="1616287"/>
                        <a:pt x="258763" y="1594856"/>
                      </a:cubicBezTo>
                      <a:cubicBezTo>
                        <a:pt x="296863" y="1549613"/>
                        <a:pt x="322262" y="1516275"/>
                        <a:pt x="344487" y="1454362"/>
                      </a:cubicBezTo>
                      <a:cubicBezTo>
                        <a:pt x="366712" y="1392449"/>
                        <a:pt x="380207" y="1326965"/>
                        <a:pt x="392113" y="1223381"/>
                      </a:cubicBezTo>
                      <a:cubicBezTo>
                        <a:pt x="404019" y="1119797"/>
                        <a:pt x="429419" y="976525"/>
                        <a:pt x="415925" y="832856"/>
                      </a:cubicBezTo>
                      <a:cubicBezTo>
                        <a:pt x="402431" y="689187"/>
                        <a:pt x="349515" y="482415"/>
                        <a:pt x="311150" y="361368"/>
                      </a:cubicBezTo>
                      <a:cubicBezTo>
                        <a:pt x="272785" y="240321"/>
                        <a:pt x="236537" y="109751"/>
                        <a:pt x="0" y="49425"/>
                      </a:cubicBezTo>
                      <a:close/>
                    </a:path>
                  </a:pathLst>
                </a:custGeom>
                <a:solidFill>
                  <a:srgbClr val="E6BB7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3" name="任意多边形 62"/>
                <p:cNvSpPr/>
                <p:nvPr/>
              </p:nvSpPr>
              <p:spPr>
                <a:xfrm>
                  <a:off x="6224685" y="2094047"/>
                  <a:ext cx="583009" cy="1612863"/>
                </a:xfrm>
                <a:custGeom>
                  <a:avLst/>
                  <a:gdLst>
                    <a:gd name="connsiteX0" fmla="*/ 2192 w 582624"/>
                    <a:gd name="connsiteY0" fmla="*/ 36522 h 1656991"/>
                    <a:gd name="connsiteX1" fmla="*/ 159354 w 582624"/>
                    <a:gd name="connsiteY1" fmla="*/ 31759 h 1656991"/>
                    <a:gd name="connsiteX2" fmla="*/ 402242 w 582624"/>
                    <a:gd name="connsiteY2" fmla="*/ 236547 h 1656991"/>
                    <a:gd name="connsiteX3" fmla="*/ 578454 w 582624"/>
                    <a:gd name="connsiteY3" fmla="*/ 784234 h 1656991"/>
                    <a:gd name="connsiteX4" fmla="*/ 511779 w 582624"/>
                    <a:gd name="connsiteY4" fmla="*/ 1484322 h 1656991"/>
                    <a:gd name="connsiteX5" fmla="*/ 340329 w 582624"/>
                    <a:gd name="connsiteY5" fmla="*/ 1651009 h 1656991"/>
                    <a:gd name="connsiteX6" fmla="*/ 221267 w 582624"/>
                    <a:gd name="connsiteY6" fmla="*/ 1608147 h 1656991"/>
                    <a:gd name="connsiteX7" fmla="*/ 283179 w 582624"/>
                    <a:gd name="connsiteY7" fmla="*/ 1493847 h 1656991"/>
                    <a:gd name="connsiteX8" fmla="*/ 354617 w 582624"/>
                    <a:gd name="connsiteY8" fmla="*/ 1236672 h 1656991"/>
                    <a:gd name="connsiteX9" fmla="*/ 378429 w 582624"/>
                    <a:gd name="connsiteY9" fmla="*/ 846147 h 1656991"/>
                    <a:gd name="connsiteX10" fmla="*/ 273654 w 582624"/>
                    <a:gd name="connsiteY10" fmla="*/ 374659 h 1656991"/>
                    <a:gd name="connsiteX11" fmla="*/ 2192 w 582624"/>
                    <a:gd name="connsiteY11" fmla="*/ 36522 h 1656991"/>
                    <a:gd name="connsiteX0" fmla="*/ 2192 w 582624"/>
                    <a:gd name="connsiteY0" fmla="*/ 36522 h 1656991"/>
                    <a:gd name="connsiteX1" fmla="*/ 159354 w 582624"/>
                    <a:gd name="connsiteY1" fmla="*/ 31759 h 1656991"/>
                    <a:gd name="connsiteX2" fmla="*/ 402242 w 582624"/>
                    <a:gd name="connsiteY2" fmla="*/ 236547 h 1656991"/>
                    <a:gd name="connsiteX3" fmla="*/ 578454 w 582624"/>
                    <a:gd name="connsiteY3" fmla="*/ 784234 h 1656991"/>
                    <a:gd name="connsiteX4" fmla="*/ 511779 w 582624"/>
                    <a:gd name="connsiteY4" fmla="*/ 1484322 h 1656991"/>
                    <a:gd name="connsiteX5" fmla="*/ 340329 w 582624"/>
                    <a:gd name="connsiteY5" fmla="*/ 1651009 h 1656991"/>
                    <a:gd name="connsiteX6" fmla="*/ 221267 w 582624"/>
                    <a:gd name="connsiteY6" fmla="*/ 1608147 h 1656991"/>
                    <a:gd name="connsiteX7" fmla="*/ 283179 w 582624"/>
                    <a:gd name="connsiteY7" fmla="*/ 1493847 h 1656991"/>
                    <a:gd name="connsiteX8" fmla="*/ 354617 w 582624"/>
                    <a:gd name="connsiteY8" fmla="*/ 1236672 h 1656991"/>
                    <a:gd name="connsiteX9" fmla="*/ 378429 w 582624"/>
                    <a:gd name="connsiteY9" fmla="*/ 846147 h 1656991"/>
                    <a:gd name="connsiteX10" fmla="*/ 273654 w 582624"/>
                    <a:gd name="connsiteY10" fmla="*/ 374659 h 1656991"/>
                    <a:gd name="connsiteX11" fmla="*/ 2192 w 582624"/>
                    <a:gd name="connsiteY11" fmla="*/ 36522 h 1656991"/>
                    <a:gd name="connsiteX0" fmla="*/ 0 w 580432"/>
                    <a:gd name="connsiteY0" fmla="*/ 20487 h 1640956"/>
                    <a:gd name="connsiteX1" fmla="*/ 157162 w 580432"/>
                    <a:gd name="connsiteY1" fmla="*/ 15724 h 1640956"/>
                    <a:gd name="connsiteX2" fmla="*/ 400050 w 580432"/>
                    <a:gd name="connsiteY2" fmla="*/ 220512 h 1640956"/>
                    <a:gd name="connsiteX3" fmla="*/ 576262 w 580432"/>
                    <a:gd name="connsiteY3" fmla="*/ 768199 h 1640956"/>
                    <a:gd name="connsiteX4" fmla="*/ 509587 w 580432"/>
                    <a:gd name="connsiteY4" fmla="*/ 1468287 h 1640956"/>
                    <a:gd name="connsiteX5" fmla="*/ 338137 w 580432"/>
                    <a:gd name="connsiteY5" fmla="*/ 1634974 h 1640956"/>
                    <a:gd name="connsiteX6" fmla="*/ 219075 w 580432"/>
                    <a:gd name="connsiteY6" fmla="*/ 1592112 h 1640956"/>
                    <a:gd name="connsiteX7" fmla="*/ 280987 w 580432"/>
                    <a:gd name="connsiteY7" fmla="*/ 1477812 h 1640956"/>
                    <a:gd name="connsiteX8" fmla="*/ 352425 w 580432"/>
                    <a:gd name="connsiteY8" fmla="*/ 1220637 h 1640956"/>
                    <a:gd name="connsiteX9" fmla="*/ 376237 w 580432"/>
                    <a:gd name="connsiteY9" fmla="*/ 830112 h 1640956"/>
                    <a:gd name="connsiteX10" fmla="*/ 271462 w 580432"/>
                    <a:gd name="connsiteY10" fmla="*/ 358624 h 1640956"/>
                    <a:gd name="connsiteX11" fmla="*/ 0 w 580432"/>
                    <a:gd name="connsiteY11" fmla="*/ 20487 h 1640956"/>
                    <a:gd name="connsiteX0" fmla="*/ 0 w 580432"/>
                    <a:gd name="connsiteY0" fmla="*/ 5954 h 1626423"/>
                    <a:gd name="connsiteX1" fmla="*/ 157162 w 580432"/>
                    <a:gd name="connsiteY1" fmla="*/ 1191 h 1626423"/>
                    <a:gd name="connsiteX2" fmla="*/ 400050 w 580432"/>
                    <a:gd name="connsiteY2" fmla="*/ 205979 h 1626423"/>
                    <a:gd name="connsiteX3" fmla="*/ 576262 w 580432"/>
                    <a:gd name="connsiteY3" fmla="*/ 753666 h 1626423"/>
                    <a:gd name="connsiteX4" fmla="*/ 509587 w 580432"/>
                    <a:gd name="connsiteY4" fmla="*/ 1453754 h 1626423"/>
                    <a:gd name="connsiteX5" fmla="*/ 338137 w 580432"/>
                    <a:gd name="connsiteY5" fmla="*/ 1620441 h 1626423"/>
                    <a:gd name="connsiteX6" fmla="*/ 219075 w 580432"/>
                    <a:gd name="connsiteY6" fmla="*/ 1577579 h 1626423"/>
                    <a:gd name="connsiteX7" fmla="*/ 280987 w 580432"/>
                    <a:gd name="connsiteY7" fmla="*/ 1463279 h 1626423"/>
                    <a:gd name="connsiteX8" fmla="*/ 352425 w 580432"/>
                    <a:gd name="connsiteY8" fmla="*/ 1206104 h 1626423"/>
                    <a:gd name="connsiteX9" fmla="*/ 376237 w 580432"/>
                    <a:gd name="connsiteY9" fmla="*/ 815579 h 1626423"/>
                    <a:gd name="connsiteX10" fmla="*/ 271462 w 580432"/>
                    <a:gd name="connsiteY10" fmla="*/ 344091 h 1626423"/>
                    <a:gd name="connsiteX11" fmla="*/ 0 w 580432"/>
                    <a:gd name="connsiteY11" fmla="*/ 5954 h 1626423"/>
                    <a:gd name="connsiteX0" fmla="*/ 0 w 580432"/>
                    <a:gd name="connsiteY0" fmla="*/ 5954 h 1626423"/>
                    <a:gd name="connsiteX1" fmla="*/ 157162 w 580432"/>
                    <a:gd name="connsiteY1" fmla="*/ 1191 h 1626423"/>
                    <a:gd name="connsiteX2" fmla="*/ 400050 w 580432"/>
                    <a:gd name="connsiteY2" fmla="*/ 205979 h 1626423"/>
                    <a:gd name="connsiteX3" fmla="*/ 576262 w 580432"/>
                    <a:gd name="connsiteY3" fmla="*/ 753666 h 1626423"/>
                    <a:gd name="connsiteX4" fmla="*/ 509587 w 580432"/>
                    <a:gd name="connsiteY4" fmla="*/ 1453754 h 1626423"/>
                    <a:gd name="connsiteX5" fmla="*/ 338137 w 580432"/>
                    <a:gd name="connsiteY5" fmla="*/ 1620441 h 1626423"/>
                    <a:gd name="connsiteX6" fmla="*/ 219075 w 580432"/>
                    <a:gd name="connsiteY6" fmla="*/ 1577579 h 1626423"/>
                    <a:gd name="connsiteX7" fmla="*/ 280987 w 580432"/>
                    <a:gd name="connsiteY7" fmla="*/ 1463279 h 1626423"/>
                    <a:gd name="connsiteX8" fmla="*/ 352425 w 580432"/>
                    <a:gd name="connsiteY8" fmla="*/ 1206104 h 1626423"/>
                    <a:gd name="connsiteX9" fmla="*/ 376237 w 580432"/>
                    <a:gd name="connsiteY9" fmla="*/ 815579 h 1626423"/>
                    <a:gd name="connsiteX10" fmla="*/ 271462 w 580432"/>
                    <a:gd name="connsiteY10" fmla="*/ 344091 h 1626423"/>
                    <a:gd name="connsiteX11" fmla="*/ 0 w 580432"/>
                    <a:gd name="connsiteY11" fmla="*/ 5954 h 1626423"/>
                    <a:gd name="connsiteX0" fmla="*/ 0 w 580432"/>
                    <a:gd name="connsiteY0" fmla="*/ 5954 h 1626423"/>
                    <a:gd name="connsiteX1" fmla="*/ 157162 w 580432"/>
                    <a:gd name="connsiteY1" fmla="*/ 1191 h 1626423"/>
                    <a:gd name="connsiteX2" fmla="*/ 400050 w 580432"/>
                    <a:gd name="connsiteY2" fmla="*/ 205979 h 1626423"/>
                    <a:gd name="connsiteX3" fmla="*/ 576262 w 580432"/>
                    <a:gd name="connsiteY3" fmla="*/ 753666 h 1626423"/>
                    <a:gd name="connsiteX4" fmla="*/ 509587 w 580432"/>
                    <a:gd name="connsiteY4" fmla="*/ 1453754 h 1626423"/>
                    <a:gd name="connsiteX5" fmla="*/ 338137 w 580432"/>
                    <a:gd name="connsiteY5" fmla="*/ 1620441 h 1626423"/>
                    <a:gd name="connsiteX6" fmla="*/ 219075 w 580432"/>
                    <a:gd name="connsiteY6" fmla="*/ 1577579 h 1626423"/>
                    <a:gd name="connsiteX7" fmla="*/ 280987 w 580432"/>
                    <a:gd name="connsiteY7" fmla="*/ 1463279 h 1626423"/>
                    <a:gd name="connsiteX8" fmla="*/ 352425 w 580432"/>
                    <a:gd name="connsiteY8" fmla="*/ 1206104 h 1626423"/>
                    <a:gd name="connsiteX9" fmla="*/ 376237 w 580432"/>
                    <a:gd name="connsiteY9" fmla="*/ 815579 h 1626423"/>
                    <a:gd name="connsiteX10" fmla="*/ 271462 w 580432"/>
                    <a:gd name="connsiteY10" fmla="*/ 344091 h 1626423"/>
                    <a:gd name="connsiteX11" fmla="*/ 0 w 580432"/>
                    <a:gd name="connsiteY11" fmla="*/ 5954 h 1626423"/>
                    <a:gd name="connsiteX0" fmla="*/ 0 w 580923"/>
                    <a:gd name="connsiteY0" fmla="*/ 5954 h 1626423"/>
                    <a:gd name="connsiteX1" fmla="*/ 157162 w 580923"/>
                    <a:gd name="connsiteY1" fmla="*/ 1191 h 1626423"/>
                    <a:gd name="connsiteX2" fmla="*/ 400050 w 580923"/>
                    <a:gd name="connsiteY2" fmla="*/ 205979 h 1626423"/>
                    <a:gd name="connsiteX3" fmla="*/ 576262 w 580923"/>
                    <a:gd name="connsiteY3" fmla="*/ 753666 h 1626423"/>
                    <a:gd name="connsiteX4" fmla="*/ 509587 w 580923"/>
                    <a:gd name="connsiteY4" fmla="*/ 1453754 h 1626423"/>
                    <a:gd name="connsiteX5" fmla="*/ 338137 w 580923"/>
                    <a:gd name="connsiteY5" fmla="*/ 1620441 h 1626423"/>
                    <a:gd name="connsiteX6" fmla="*/ 219075 w 580923"/>
                    <a:gd name="connsiteY6" fmla="*/ 1577579 h 1626423"/>
                    <a:gd name="connsiteX7" fmla="*/ 280987 w 580923"/>
                    <a:gd name="connsiteY7" fmla="*/ 1463279 h 1626423"/>
                    <a:gd name="connsiteX8" fmla="*/ 352425 w 580923"/>
                    <a:gd name="connsiteY8" fmla="*/ 1206104 h 1626423"/>
                    <a:gd name="connsiteX9" fmla="*/ 376237 w 580923"/>
                    <a:gd name="connsiteY9" fmla="*/ 815579 h 1626423"/>
                    <a:gd name="connsiteX10" fmla="*/ 271462 w 580923"/>
                    <a:gd name="connsiteY10" fmla="*/ 344091 h 1626423"/>
                    <a:gd name="connsiteX11" fmla="*/ 0 w 580923"/>
                    <a:gd name="connsiteY11" fmla="*/ 5954 h 1626423"/>
                    <a:gd name="connsiteX0" fmla="*/ 0 w 580923"/>
                    <a:gd name="connsiteY0" fmla="*/ 5954 h 1620536"/>
                    <a:gd name="connsiteX1" fmla="*/ 157162 w 580923"/>
                    <a:gd name="connsiteY1" fmla="*/ 1191 h 1620536"/>
                    <a:gd name="connsiteX2" fmla="*/ 400050 w 580923"/>
                    <a:gd name="connsiteY2" fmla="*/ 205979 h 1620536"/>
                    <a:gd name="connsiteX3" fmla="*/ 576262 w 580923"/>
                    <a:gd name="connsiteY3" fmla="*/ 753666 h 1620536"/>
                    <a:gd name="connsiteX4" fmla="*/ 509587 w 580923"/>
                    <a:gd name="connsiteY4" fmla="*/ 1453754 h 1620536"/>
                    <a:gd name="connsiteX5" fmla="*/ 338137 w 580923"/>
                    <a:gd name="connsiteY5" fmla="*/ 1620441 h 1620536"/>
                    <a:gd name="connsiteX6" fmla="*/ 219075 w 580923"/>
                    <a:gd name="connsiteY6" fmla="*/ 1577579 h 1620536"/>
                    <a:gd name="connsiteX7" fmla="*/ 280987 w 580923"/>
                    <a:gd name="connsiteY7" fmla="*/ 1463279 h 1620536"/>
                    <a:gd name="connsiteX8" fmla="*/ 352425 w 580923"/>
                    <a:gd name="connsiteY8" fmla="*/ 1206104 h 1620536"/>
                    <a:gd name="connsiteX9" fmla="*/ 376237 w 580923"/>
                    <a:gd name="connsiteY9" fmla="*/ 815579 h 1620536"/>
                    <a:gd name="connsiteX10" fmla="*/ 271462 w 580923"/>
                    <a:gd name="connsiteY10" fmla="*/ 344091 h 1620536"/>
                    <a:gd name="connsiteX11" fmla="*/ 0 w 580923"/>
                    <a:gd name="connsiteY11" fmla="*/ 5954 h 1620536"/>
                    <a:gd name="connsiteX0" fmla="*/ 0 w 580923"/>
                    <a:gd name="connsiteY0" fmla="*/ 5954 h 1620536"/>
                    <a:gd name="connsiteX1" fmla="*/ 157162 w 580923"/>
                    <a:gd name="connsiteY1" fmla="*/ 1191 h 1620536"/>
                    <a:gd name="connsiteX2" fmla="*/ 400050 w 580923"/>
                    <a:gd name="connsiteY2" fmla="*/ 205979 h 1620536"/>
                    <a:gd name="connsiteX3" fmla="*/ 576262 w 580923"/>
                    <a:gd name="connsiteY3" fmla="*/ 753666 h 1620536"/>
                    <a:gd name="connsiteX4" fmla="*/ 509587 w 580923"/>
                    <a:gd name="connsiteY4" fmla="*/ 1453754 h 1620536"/>
                    <a:gd name="connsiteX5" fmla="*/ 338137 w 580923"/>
                    <a:gd name="connsiteY5" fmla="*/ 1620441 h 1620536"/>
                    <a:gd name="connsiteX6" fmla="*/ 219075 w 580923"/>
                    <a:gd name="connsiteY6" fmla="*/ 1577579 h 1620536"/>
                    <a:gd name="connsiteX7" fmla="*/ 280987 w 580923"/>
                    <a:gd name="connsiteY7" fmla="*/ 1463279 h 1620536"/>
                    <a:gd name="connsiteX8" fmla="*/ 352425 w 580923"/>
                    <a:gd name="connsiteY8" fmla="*/ 1206104 h 1620536"/>
                    <a:gd name="connsiteX9" fmla="*/ 376237 w 580923"/>
                    <a:gd name="connsiteY9" fmla="*/ 815579 h 1620536"/>
                    <a:gd name="connsiteX10" fmla="*/ 271462 w 580923"/>
                    <a:gd name="connsiteY10" fmla="*/ 344091 h 1620536"/>
                    <a:gd name="connsiteX11" fmla="*/ 0 w 580923"/>
                    <a:gd name="connsiteY11" fmla="*/ 5954 h 1620536"/>
                    <a:gd name="connsiteX0" fmla="*/ 0 w 580923"/>
                    <a:gd name="connsiteY0" fmla="*/ 5954 h 1620518"/>
                    <a:gd name="connsiteX1" fmla="*/ 157162 w 580923"/>
                    <a:gd name="connsiteY1" fmla="*/ 1191 h 1620518"/>
                    <a:gd name="connsiteX2" fmla="*/ 400050 w 580923"/>
                    <a:gd name="connsiteY2" fmla="*/ 205979 h 1620518"/>
                    <a:gd name="connsiteX3" fmla="*/ 576262 w 580923"/>
                    <a:gd name="connsiteY3" fmla="*/ 753666 h 1620518"/>
                    <a:gd name="connsiteX4" fmla="*/ 509587 w 580923"/>
                    <a:gd name="connsiteY4" fmla="*/ 1453754 h 1620518"/>
                    <a:gd name="connsiteX5" fmla="*/ 338137 w 580923"/>
                    <a:gd name="connsiteY5" fmla="*/ 1620441 h 1620518"/>
                    <a:gd name="connsiteX6" fmla="*/ 219075 w 580923"/>
                    <a:gd name="connsiteY6" fmla="*/ 1577579 h 1620518"/>
                    <a:gd name="connsiteX7" fmla="*/ 280987 w 580923"/>
                    <a:gd name="connsiteY7" fmla="*/ 1463279 h 1620518"/>
                    <a:gd name="connsiteX8" fmla="*/ 352425 w 580923"/>
                    <a:gd name="connsiteY8" fmla="*/ 1206104 h 1620518"/>
                    <a:gd name="connsiteX9" fmla="*/ 376237 w 580923"/>
                    <a:gd name="connsiteY9" fmla="*/ 815579 h 1620518"/>
                    <a:gd name="connsiteX10" fmla="*/ 271462 w 580923"/>
                    <a:gd name="connsiteY10" fmla="*/ 344091 h 1620518"/>
                    <a:gd name="connsiteX11" fmla="*/ 0 w 580923"/>
                    <a:gd name="connsiteY11" fmla="*/ 5954 h 1620518"/>
                    <a:gd name="connsiteX0" fmla="*/ 0 w 580407"/>
                    <a:gd name="connsiteY0" fmla="*/ 5954 h 1611042"/>
                    <a:gd name="connsiteX1" fmla="*/ 157162 w 580407"/>
                    <a:gd name="connsiteY1" fmla="*/ 1191 h 1611042"/>
                    <a:gd name="connsiteX2" fmla="*/ 400050 w 580407"/>
                    <a:gd name="connsiteY2" fmla="*/ 205979 h 1611042"/>
                    <a:gd name="connsiteX3" fmla="*/ 576262 w 580407"/>
                    <a:gd name="connsiteY3" fmla="*/ 753666 h 1611042"/>
                    <a:gd name="connsiteX4" fmla="*/ 509587 w 580407"/>
                    <a:gd name="connsiteY4" fmla="*/ 1453754 h 1611042"/>
                    <a:gd name="connsiteX5" fmla="*/ 340518 w 580407"/>
                    <a:gd name="connsiteY5" fmla="*/ 1610916 h 1611042"/>
                    <a:gd name="connsiteX6" fmla="*/ 219075 w 580407"/>
                    <a:gd name="connsiteY6" fmla="*/ 1577579 h 1611042"/>
                    <a:gd name="connsiteX7" fmla="*/ 280987 w 580407"/>
                    <a:gd name="connsiteY7" fmla="*/ 1463279 h 1611042"/>
                    <a:gd name="connsiteX8" fmla="*/ 352425 w 580407"/>
                    <a:gd name="connsiteY8" fmla="*/ 1206104 h 1611042"/>
                    <a:gd name="connsiteX9" fmla="*/ 376237 w 580407"/>
                    <a:gd name="connsiteY9" fmla="*/ 815579 h 1611042"/>
                    <a:gd name="connsiteX10" fmla="*/ 271462 w 580407"/>
                    <a:gd name="connsiteY10" fmla="*/ 344091 h 1611042"/>
                    <a:gd name="connsiteX11" fmla="*/ 0 w 580407"/>
                    <a:gd name="connsiteY11" fmla="*/ 5954 h 1611042"/>
                    <a:gd name="connsiteX0" fmla="*/ 0 w 580130"/>
                    <a:gd name="connsiteY0" fmla="*/ 5954 h 1611042"/>
                    <a:gd name="connsiteX1" fmla="*/ 157162 w 580130"/>
                    <a:gd name="connsiteY1" fmla="*/ 1191 h 1611042"/>
                    <a:gd name="connsiteX2" fmla="*/ 400050 w 580130"/>
                    <a:gd name="connsiteY2" fmla="*/ 205979 h 1611042"/>
                    <a:gd name="connsiteX3" fmla="*/ 576262 w 580130"/>
                    <a:gd name="connsiteY3" fmla="*/ 753666 h 1611042"/>
                    <a:gd name="connsiteX4" fmla="*/ 509587 w 580130"/>
                    <a:gd name="connsiteY4" fmla="*/ 1453754 h 1611042"/>
                    <a:gd name="connsiteX5" fmla="*/ 340518 w 580130"/>
                    <a:gd name="connsiteY5" fmla="*/ 1610916 h 1611042"/>
                    <a:gd name="connsiteX6" fmla="*/ 219075 w 580130"/>
                    <a:gd name="connsiteY6" fmla="*/ 1577579 h 1611042"/>
                    <a:gd name="connsiteX7" fmla="*/ 280987 w 580130"/>
                    <a:gd name="connsiteY7" fmla="*/ 1463279 h 1611042"/>
                    <a:gd name="connsiteX8" fmla="*/ 352425 w 580130"/>
                    <a:gd name="connsiteY8" fmla="*/ 1206104 h 1611042"/>
                    <a:gd name="connsiteX9" fmla="*/ 376237 w 580130"/>
                    <a:gd name="connsiteY9" fmla="*/ 815579 h 1611042"/>
                    <a:gd name="connsiteX10" fmla="*/ 271462 w 580130"/>
                    <a:gd name="connsiteY10" fmla="*/ 344091 h 1611042"/>
                    <a:gd name="connsiteX11" fmla="*/ 0 w 580130"/>
                    <a:gd name="connsiteY11" fmla="*/ 5954 h 1611042"/>
                    <a:gd name="connsiteX0" fmla="*/ 0 w 579406"/>
                    <a:gd name="connsiteY0" fmla="*/ 5954 h 1617985"/>
                    <a:gd name="connsiteX1" fmla="*/ 157162 w 579406"/>
                    <a:gd name="connsiteY1" fmla="*/ 1191 h 1617985"/>
                    <a:gd name="connsiteX2" fmla="*/ 400050 w 579406"/>
                    <a:gd name="connsiteY2" fmla="*/ 205979 h 1617985"/>
                    <a:gd name="connsiteX3" fmla="*/ 576262 w 579406"/>
                    <a:gd name="connsiteY3" fmla="*/ 753666 h 1617985"/>
                    <a:gd name="connsiteX4" fmla="*/ 502444 w 579406"/>
                    <a:gd name="connsiteY4" fmla="*/ 1446611 h 1617985"/>
                    <a:gd name="connsiteX5" fmla="*/ 340518 w 579406"/>
                    <a:gd name="connsiteY5" fmla="*/ 1610916 h 1617985"/>
                    <a:gd name="connsiteX6" fmla="*/ 219075 w 579406"/>
                    <a:gd name="connsiteY6" fmla="*/ 1577579 h 1617985"/>
                    <a:gd name="connsiteX7" fmla="*/ 280987 w 579406"/>
                    <a:gd name="connsiteY7" fmla="*/ 1463279 h 1617985"/>
                    <a:gd name="connsiteX8" fmla="*/ 352425 w 579406"/>
                    <a:gd name="connsiteY8" fmla="*/ 1206104 h 1617985"/>
                    <a:gd name="connsiteX9" fmla="*/ 376237 w 579406"/>
                    <a:gd name="connsiteY9" fmla="*/ 815579 h 1617985"/>
                    <a:gd name="connsiteX10" fmla="*/ 271462 w 579406"/>
                    <a:gd name="connsiteY10" fmla="*/ 344091 h 1617985"/>
                    <a:gd name="connsiteX11" fmla="*/ 0 w 579406"/>
                    <a:gd name="connsiteY11" fmla="*/ 5954 h 1617985"/>
                    <a:gd name="connsiteX0" fmla="*/ 0 w 579406"/>
                    <a:gd name="connsiteY0" fmla="*/ 5954 h 1610925"/>
                    <a:gd name="connsiteX1" fmla="*/ 157162 w 579406"/>
                    <a:gd name="connsiteY1" fmla="*/ 1191 h 1610925"/>
                    <a:gd name="connsiteX2" fmla="*/ 400050 w 579406"/>
                    <a:gd name="connsiteY2" fmla="*/ 205979 h 1610925"/>
                    <a:gd name="connsiteX3" fmla="*/ 576262 w 579406"/>
                    <a:gd name="connsiteY3" fmla="*/ 753666 h 1610925"/>
                    <a:gd name="connsiteX4" fmla="*/ 502444 w 579406"/>
                    <a:gd name="connsiteY4" fmla="*/ 1446611 h 1610925"/>
                    <a:gd name="connsiteX5" fmla="*/ 340518 w 579406"/>
                    <a:gd name="connsiteY5" fmla="*/ 1610916 h 1610925"/>
                    <a:gd name="connsiteX6" fmla="*/ 219075 w 579406"/>
                    <a:gd name="connsiteY6" fmla="*/ 1577579 h 1610925"/>
                    <a:gd name="connsiteX7" fmla="*/ 280987 w 579406"/>
                    <a:gd name="connsiteY7" fmla="*/ 1463279 h 1610925"/>
                    <a:gd name="connsiteX8" fmla="*/ 352425 w 579406"/>
                    <a:gd name="connsiteY8" fmla="*/ 1206104 h 1610925"/>
                    <a:gd name="connsiteX9" fmla="*/ 376237 w 579406"/>
                    <a:gd name="connsiteY9" fmla="*/ 815579 h 1610925"/>
                    <a:gd name="connsiteX10" fmla="*/ 271462 w 579406"/>
                    <a:gd name="connsiteY10" fmla="*/ 344091 h 1610925"/>
                    <a:gd name="connsiteX11" fmla="*/ 0 w 579406"/>
                    <a:gd name="connsiteY11" fmla="*/ 5954 h 1610925"/>
                    <a:gd name="connsiteX0" fmla="*/ 0 w 579600"/>
                    <a:gd name="connsiteY0" fmla="*/ 5954 h 1603792"/>
                    <a:gd name="connsiteX1" fmla="*/ 157162 w 579600"/>
                    <a:gd name="connsiteY1" fmla="*/ 1191 h 1603792"/>
                    <a:gd name="connsiteX2" fmla="*/ 400050 w 579600"/>
                    <a:gd name="connsiteY2" fmla="*/ 205979 h 1603792"/>
                    <a:gd name="connsiteX3" fmla="*/ 576262 w 579600"/>
                    <a:gd name="connsiteY3" fmla="*/ 753666 h 1603792"/>
                    <a:gd name="connsiteX4" fmla="*/ 502444 w 579600"/>
                    <a:gd name="connsiteY4" fmla="*/ 1446611 h 1603792"/>
                    <a:gd name="connsiteX5" fmla="*/ 342900 w 579600"/>
                    <a:gd name="connsiteY5" fmla="*/ 1603772 h 1603792"/>
                    <a:gd name="connsiteX6" fmla="*/ 219075 w 579600"/>
                    <a:gd name="connsiteY6" fmla="*/ 1577579 h 1603792"/>
                    <a:gd name="connsiteX7" fmla="*/ 280987 w 579600"/>
                    <a:gd name="connsiteY7" fmla="*/ 1463279 h 1603792"/>
                    <a:gd name="connsiteX8" fmla="*/ 352425 w 579600"/>
                    <a:gd name="connsiteY8" fmla="*/ 1206104 h 1603792"/>
                    <a:gd name="connsiteX9" fmla="*/ 376237 w 579600"/>
                    <a:gd name="connsiteY9" fmla="*/ 815579 h 1603792"/>
                    <a:gd name="connsiteX10" fmla="*/ 271462 w 579600"/>
                    <a:gd name="connsiteY10" fmla="*/ 344091 h 1603792"/>
                    <a:gd name="connsiteX11" fmla="*/ 0 w 579600"/>
                    <a:gd name="connsiteY11" fmla="*/ 5954 h 1603792"/>
                    <a:gd name="connsiteX0" fmla="*/ 0 w 579492"/>
                    <a:gd name="connsiteY0" fmla="*/ 5954 h 1603792"/>
                    <a:gd name="connsiteX1" fmla="*/ 157162 w 579492"/>
                    <a:gd name="connsiteY1" fmla="*/ 1191 h 1603792"/>
                    <a:gd name="connsiteX2" fmla="*/ 400050 w 579492"/>
                    <a:gd name="connsiteY2" fmla="*/ 205979 h 1603792"/>
                    <a:gd name="connsiteX3" fmla="*/ 576262 w 579492"/>
                    <a:gd name="connsiteY3" fmla="*/ 753666 h 1603792"/>
                    <a:gd name="connsiteX4" fmla="*/ 502444 w 579492"/>
                    <a:gd name="connsiteY4" fmla="*/ 1446611 h 1603792"/>
                    <a:gd name="connsiteX5" fmla="*/ 342900 w 579492"/>
                    <a:gd name="connsiteY5" fmla="*/ 1603772 h 1603792"/>
                    <a:gd name="connsiteX6" fmla="*/ 219075 w 579492"/>
                    <a:gd name="connsiteY6" fmla="*/ 1577579 h 1603792"/>
                    <a:gd name="connsiteX7" fmla="*/ 280987 w 579492"/>
                    <a:gd name="connsiteY7" fmla="*/ 1463279 h 1603792"/>
                    <a:gd name="connsiteX8" fmla="*/ 352425 w 579492"/>
                    <a:gd name="connsiteY8" fmla="*/ 1206104 h 1603792"/>
                    <a:gd name="connsiteX9" fmla="*/ 376237 w 579492"/>
                    <a:gd name="connsiteY9" fmla="*/ 815579 h 1603792"/>
                    <a:gd name="connsiteX10" fmla="*/ 271462 w 579492"/>
                    <a:gd name="connsiteY10" fmla="*/ 344091 h 1603792"/>
                    <a:gd name="connsiteX11" fmla="*/ 0 w 579492"/>
                    <a:gd name="connsiteY11" fmla="*/ 5954 h 1603792"/>
                    <a:gd name="connsiteX0" fmla="*/ 0 w 598542"/>
                    <a:gd name="connsiteY0" fmla="*/ 29332 h 1614470"/>
                    <a:gd name="connsiteX1" fmla="*/ 176212 w 598542"/>
                    <a:gd name="connsiteY1" fmla="*/ 11869 h 1614470"/>
                    <a:gd name="connsiteX2" fmla="*/ 419100 w 598542"/>
                    <a:gd name="connsiteY2" fmla="*/ 216657 h 1614470"/>
                    <a:gd name="connsiteX3" fmla="*/ 595312 w 598542"/>
                    <a:gd name="connsiteY3" fmla="*/ 764344 h 1614470"/>
                    <a:gd name="connsiteX4" fmla="*/ 521494 w 598542"/>
                    <a:gd name="connsiteY4" fmla="*/ 1457289 h 1614470"/>
                    <a:gd name="connsiteX5" fmla="*/ 361950 w 598542"/>
                    <a:gd name="connsiteY5" fmla="*/ 1614450 h 1614470"/>
                    <a:gd name="connsiteX6" fmla="*/ 238125 w 598542"/>
                    <a:gd name="connsiteY6" fmla="*/ 1588257 h 1614470"/>
                    <a:gd name="connsiteX7" fmla="*/ 300037 w 598542"/>
                    <a:gd name="connsiteY7" fmla="*/ 1473957 h 1614470"/>
                    <a:gd name="connsiteX8" fmla="*/ 371475 w 598542"/>
                    <a:gd name="connsiteY8" fmla="*/ 1216782 h 1614470"/>
                    <a:gd name="connsiteX9" fmla="*/ 395287 w 598542"/>
                    <a:gd name="connsiteY9" fmla="*/ 826257 h 1614470"/>
                    <a:gd name="connsiteX10" fmla="*/ 290512 w 598542"/>
                    <a:gd name="connsiteY10" fmla="*/ 354769 h 1614470"/>
                    <a:gd name="connsiteX11" fmla="*/ 0 w 598542"/>
                    <a:gd name="connsiteY11" fmla="*/ 29332 h 1614470"/>
                    <a:gd name="connsiteX0" fmla="*/ 0 w 598542"/>
                    <a:gd name="connsiteY0" fmla="*/ 37693 h 1622831"/>
                    <a:gd name="connsiteX1" fmla="*/ 176212 w 598542"/>
                    <a:gd name="connsiteY1" fmla="*/ 20230 h 1622831"/>
                    <a:gd name="connsiteX2" fmla="*/ 419100 w 598542"/>
                    <a:gd name="connsiteY2" fmla="*/ 225018 h 1622831"/>
                    <a:gd name="connsiteX3" fmla="*/ 595312 w 598542"/>
                    <a:gd name="connsiteY3" fmla="*/ 772705 h 1622831"/>
                    <a:gd name="connsiteX4" fmla="*/ 521494 w 598542"/>
                    <a:gd name="connsiteY4" fmla="*/ 1465650 h 1622831"/>
                    <a:gd name="connsiteX5" fmla="*/ 361950 w 598542"/>
                    <a:gd name="connsiteY5" fmla="*/ 1622811 h 1622831"/>
                    <a:gd name="connsiteX6" fmla="*/ 238125 w 598542"/>
                    <a:gd name="connsiteY6" fmla="*/ 1596618 h 1622831"/>
                    <a:gd name="connsiteX7" fmla="*/ 300037 w 598542"/>
                    <a:gd name="connsiteY7" fmla="*/ 1482318 h 1622831"/>
                    <a:gd name="connsiteX8" fmla="*/ 371475 w 598542"/>
                    <a:gd name="connsiteY8" fmla="*/ 1225143 h 1622831"/>
                    <a:gd name="connsiteX9" fmla="*/ 395287 w 598542"/>
                    <a:gd name="connsiteY9" fmla="*/ 834618 h 1622831"/>
                    <a:gd name="connsiteX10" fmla="*/ 290512 w 598542"/>
                    <a:gd name="connsiteY10" fmla="*/ 363130 h 1622831"/>
                    <a:gd name="connsiteX11" fmla="*/ 0 w 598542"/>
                    <a:gd name="connsiteY11" fmla="*/ 37693 h 1622831"/>
                    <a:gd name="connsiteX0" fmla="*/ 0 w 598542"/>
                    <a:gd name="connsiteY0" fmla="*/ 31753 h 1616891"/>
                    <a:gd name="connsiteX1" fmla="*/ 176212 w 598542"/>
                    <a:gd name="connsiteY1" fmla="*/ 14290 h 1616891"/>
                    <a:gd name="connsiteX2" fmla="*/ 419100 w 598542"/>
                    <a:gd name="connsiteY2" fmla="*/ 219078 h 1616891"/>
                    <a:gd name="connsiteX3" fmla="*/ 595312 w 598542"/>
                    <a:gd name="connsiteY3" fmla="*/ 766765 h 1616891"/>
                    <a:gd name="connsiteX4" fmla="*/ 521494 w 598542"/>
                    <a:gd name="connsiteY4" fmla="*/ 1459710 h 1616891"/>
                    <a:gd name="connsiteX5" fmla="*/ 361950 w 598542"/>
                    <a:gd name="connsiteY5" fmla="*/ 1616871 h 1616891"/>
                    <a:gd name="connsiteX6" fmla="*/ 238125 w 598542"/>
                    <a:gd name="connsiteY6" fmla="*/ 1590678 h 1616891"/>
                    <a:gd name="connsiteX7" fmla="*/ 300037 w 598542"/>
                    <a:gd name="connsiteY7" fmla="*/ 1476378 h 1616891"/>
                    <a:gd name="connsiteX8" fmla="*/ 371475 w 598542"/>
                    <a:gd name="connsiteY8" fmla="*/ 1219203 h 1616891"/>
                    <a:gd name="connsiteX9" fmla="*/ 395287 w 598542"/>
                    <a:gd name="connsiteY9" fmla="*/ 828678 h 1616891"/>
                    <a:gd name="connsiteX10" fmla="*/ 290512 w 598542"/>
                    <a:gd name="connsiteY10" fmla="*/ 357190 h 1616891"/>
                    <a:gd name="connsiteX11" fmla="*/ 0 w 598542"/>
                    <a:gd name="connsiteY11" fmla="*/ 31753 h 1616891"/>
                    <a:gd name="connsiteX0" fmla="*/ 0 w 598542"/>
                    <a:gd name="connsiteY0" fmla="*/ 16158 h 1601296"/>
                    <a:gd name="connsiteX1" fmla="*/ 230187 w 598542"/>
                    <a:gd name="connsiteY1" fmla="*/ 24095 h 1601296"/>
                    <a:gd name="connsiteX2" fmla="*/ 419100 w 598542"/>
                    <a:gd name="connsiteY2" fmla="*/ 203483 h 1601296"/>
                    <a:gd name="connsiteX3" fmla="*/ 595312 w 598542"/>
                    <a:gd name="connsiteY3" fmla="*/ 751170 h 1601296"/>
                    <a:gd name="connsiteX4" fmla="*/ 521494 w 598542"/>
                    <a:gd name="connsiteY4" fmla="*/ 1444115 h 1601296"/>
                    <a:gd name="connsiteX5" fmla="*/ 361950 w 598542"/>
                    <a:gd name="connsiteY5" fmla="*/ 1601276 h 1601296"/>
                    <a:gd name="connsiteX6" fmla="*/ 238125 w 598542"/>
                    <a:gd name="connsiteY6" fmla="*/ 1575083 h 1601296"/>
                    <a:gd name="connsiteX7" fmla="*/ 300037 w 598542"/>
                    <a:gd name="connsiteY7" fmla="*/ 1460783 h 1601296"/>
                    <a:gd name="connsiteX8" fmla="*/ 371475 w 598542"/>
                    <a:gd name="connsiteY8" fmla="*/ 1203608 h 1601296"/>
                    <a:gd name="connsiteX9" fmla="*/ 395287 w 598542"/>
                    <a:gd name="connsiteY9" fmla="*/ 813083 h 1601296"/>
                    <a:gd name="connsiteX10" fmla="*/ 290512 w 598542"/>
                    <a:gd name="connsiteY10" fmla="*/ 341595 h 1601296"/>
                    <a:gd name="connsiteX11" fmla="*/ 0 w 598542"/>
                    <a:gd name="connsiteY11" fmla="*/ 16158 h 1601296"/>
                    <a:gd name="connsiteX0" fmla="*/ 0 w 598542"/>
                    <a:gd name="connsiteY0" fmla="*/ 18455 h 1603593"/>
                    <a:gd name="connsiteX1" fmla="*/ 230187 w 598542"/>
                    <a:gd name="connsiteY1" fmla="*/ 26392 h 1603593"/>
                    <a:gd name="connsiteX2" fmla="*/ 419100 w 598542"/>
                    <a:gd name="connsiteY2" fmla="*/ 205780 h 1603593"/>
                    <a:gd name="connsiteX3" fmla="*/ 595312 w 598542"/>
                    <a:gd name="connsiteY3" fmla="*/ 753467 h 1603593"/>
                    <a:gd name="connsiteX4" fmla="*/ 521494 w 598542"/>
                    <a:gd name="connsiteY4" fmla="*/ 1446412 h 1603593"/>
                    <a:gd name="connsiteX5" fmla="*/ 361950 w 598542"/>
                    <a:gd name="connsiteY5" fmla="*/ 1603573 h 1603593"/>
                    <a:gd name="connsiteX6" fmla="*/ 238125 w 598542"/>
                    <a:gd name="connsiteY6" fmla="*/ 1577380 h 1603593"/>
                    <a:gd name="connsiteX7" fmla="*/ 300037 w 598542"/>
                    <a:gd name="connsiteY7" fmla="*/ 1463080 h 1603593"/>
                    <a:gd name="connsiteX8" fmla="*/ 371475 w 598542"/>
                    <a:gd name="connsiteY8" fmla="*/ 1205905 h 1603593"/>
                    <a:gd name="connsiteX9" fmla="*/ 395287 w 598542"/>
                    <a:gd name="connsiteY9" fmla="*/ 815380 h 1603593"/>
                    <a:gd name="connsiteX10" fmla="*/ 290512 w 598542"/>
                    <a:gd name="connsiteY10" fmla="*/ 343892 h 1603593"/>
                    <a:gd name="connsiteX11" fmla="*/ 0 w 598542"/>
                    <a:gd name="connsiteY11" fmla="*/ 18455 h 1603593"/>
                    <a:gd name="connsiteX0" fmla="*/ 0 w 598542"/>
                    <a:gd name="connsiteY0" fmla="*/ 18455 h 1603593"/>
                    <a:gd name="connsiteX1" fmla="*/ 230187 w 598542"/>
                    <a:gd name="connsiteY1" fmla="*/ 26392 h 1603593"/>
                    <a:gd name="connsiteX2" fmla="*/ 419100 w 598542"/>
                    <a:gd name="connsiteY2" fmla="*/ 205780 h 1603593"/>
                    <a:gd name="connsiteX3" fmla="*/ 595312 w 598542"/>
                    <a:gd name="connsiteY3" fmla="*/ 753467 h 1603593"/>
                    <a:gd name="connsiteX4" fmla="*/ 521494 w 598542"/>
                    <a:gd name="connsiteY4" fmla="*/ 1446412 h 1603593"/>
                    <a:gd name="connsiteX5" fmla="*/ 361950 w 598542"/>
                    <a:gd name="connsiteY5" fmla="*/ 1603573 h 1603593"/>
                    <a:gd name="connsiteX6" fmla="*/ 238125 w 598542"/>
                    <a:gd name="connsiteY6" fmla="*/ 1577380 h 1603593"/>
                    <a:gd name="connsiteX7" fmla="*/ 300037 w 598542"/>
                    <a:gd name="connsiteY7" fmla="*/ 1463080 h 1603593"/>
                    <a:gd name="connsiteX8" fmla="*/ 371475 w 598542"/>
                    <a:gd name="connsiteY8" fmla="*/ 1205905 h 1603593"/>
                    <a:gd name="connsiteX9" fmla="*/ 395287 w 598542"/>
                    <a:gd name="connsiteY9" fmla="*/ 815380 h 1603593"/>
                    <a:gd name="connsiteX10" fmla="*/ 290512 w 598542"/>
                    <a:gd name="connsiteY10" fmla="*/ 343892 h 1603593"/>
                    <a:gd name="connsiteX11" fmla="*/ 0 w 598542"/>
                    <a:gd name="connsiteY11" fmla="*/ 18455 h 1603593"/>
                    <a:gd name="connsiteX0" fmla="*/ 0 w 623942"/>
                    <a:gd name="connsiteY0" fmla="*/ 23890 h 1593153"/>
                    <a:gd name="connsiteX1" fmla="*/ 255587 w 623942"/>
                    <a:gd name="connsiteY1" fmla="*/ 15952 h 1593153"/>
                    <a:gd name="connsiteX2" fmla="*/ 444500 w 623942"/>
                    <a:gd name="connsiteY2" fmla="*/ 195340 h 1593153"/>
                    <a:gd name="connsiteX3" fmla="*/ 620712 w 623942"/>
                    <a:gd name="connsiteY3" fmla="*/ 743027 h 1593153"/>
                    <a:gd name="connsiteX4" fmla="*/ 546894 w 623942"/>
                    <a:gd name="connsiteY4" fmla="*/ 1435972 h 1593153"/>
                    <a:gd name="connsiteX5" fmla="*/ 387350 w 623942"/>
                    <a:gd name="connsiteY5" fmla="*/ 1593133 h 1593153"/>
                    <a:gd name="connsiteX6" fmla="*/ 263525 w 623942"/>
                    <a:gd name="connsiteY6" fmla="*/ 1566940 h 1593153"/>
                    <a:gd name="connsiteX7" fmla="*/ 325437 w 623942"/>
                    <a:gd name="connsiteY7" fmla="*/ 1452640 h 1593153"/>
                    <a:gd name="connsiteX8" fmla="*/ 396875 w 623942"/>
                    <a:gd name="connsiteY8" fmla="*/ 1195465 h 1593153"/>
                    <a:gd name="connsiteX9" fmla="*/ 420687 w 623942"/>
                    <a:gd name="connsiteY9" fmla="*/ 804940 h 1593153"/>
                    <a:gd name="connsiteX10" fmla="*/ 315912 w 623942"/>
                    <a:gd name="connsiteY10" fmla="*/ 333452 h 1593153"/>
                    <a:gd name="connsiteX11" fmla="*/ 0 w 623942"/>
                    <a:gd name="connsiteY11" fmla="*/ 23890 h 1593153"/>
                    <a:gd name="connsiteX0" fmla="*/ 0 w 623942"/>
                    <a:gd name="connsiteY0" fmla="*/ 40155 h 1609418"/>
                    <a:gd name="connsiteX1" fmla="*/ 255587 w 623942"/>
                    <a:gd name="connsiteY1" fmla="*/ 32217 h 1609418"/>
                    <a:gd name="connsiteX2" fmla="*/ 444500 w 623942"/>
                    <a:gd name="connsiteY2" fmla="*/ 211605 h 1609418"/>
                    <a:gd name="connsiteX3" fmla="*/ 620712 w 623942"/>
                    <a:gd name="connsiteY3" fmla="*/ 759292 h 1609418"/>
                    <a:gd name="connsiteX4" fmla="*/ 546894 w 623942"/>
                    <a:gd name="connsiteY4" fmla="*/ 1452237 h 1609418"/>
                    <a:gd name="connsiteX5" fmla="*/ 387350 w 623942"/>
                    <a:gd name="connsiteY5" fmla="*/ 1609398 h 1609418"/>
                    <a:gd name="connsiteX6" fmla="*/ 263525 w 623942"/>
                    <a:gd name="connsiteY6" fmla="*/ 1583205 h 1609418"/>
                    <a:gd name="connsiteX7" fmla="*/ 325437 w 623942"/>
                    <a:gd name="connsiteY7" fmla="*/ 1468905 h 1609418"/>
                    <a:gd name="connsiteX8" fmla="*/ 396875 w 623942"/>
                    <a:gd name="connsiteY8" fmla="*/ 1211730 h 1609418"/>
                    <a:gd name="connsiteX9" fmla="*/ 420687 w 623942"/>
                    <a:gd name="connsiteY9" fmla="*/ 821205 h 1609418"/>
                    <a:gd name="connsiteX10" fmla="*/ 315912 w 623942"/>
                    <a:gd name="connsiteY10" fmla="*/ 349717 h 1609418"/>
                    <a:gd name="connsiteX11" fmla="*/ 0 w 623942"/>
                    <a:gd name="connsiteY11" fmla="*/ 40155 h 1609418"/>
                    <a:gd name="connsiteX0" fmla="*/ 0 w 640611"/>
                    <a:gd name="connsiteY0" fmla="*/ 48190 h 1598403"/>
                    <a:gd name="connsiteX1" fmla="*/ 272256 w 640611"/>
                    <a:gd name="connsiteY1" fmla="*/ 21202 h 1598403"/>
                    <a:gd name="connsiteX2" fmla="*/ 461169 w 640611"/>
                    <a:gd name="connsiteY2" fmla="*/ 200590 h 1598403"/>
                    <a:gd name="connsiteX3" fmla="*/ 637381 w 640611"/>
                    <a:gd name="connsiteY3" fmla="*/ 748277 h 1598403"/>
                    <a:gd name="connsiteX4" fmla="*/ 563563 w 640611"/>
                    <a:gd name="connsiteY4" fmla="*/ 1441222 h 1598403"/>
                    <a:gd name="connsiteX5" fmla="*/ 404019 w 640611"/>
                    <a:gd name="connsiteY5" fmla="*/ 1598383 h 1598403"/>
                    <a:gd name="connsiteX6" fmla="*/ 280194 w 640611"/>
                    <a:gd name="connsiteY6" fmla="*/ 1572190 h 1598403"/>
                    <a:gd name="connsiteX7" fmla="*/ 342106 w 640611"/>
                    <a:gd name="connsiteY7" fmla="*/ 1457890 h 1598403"/>
                    <a:gd name="connsiteX8" fmla="*/ 413544 w 640611"/>
                    <a:gd name="connsiteY8" fmla="*/ 1200715 h 1598403"/>
                    <a:gd name="connsiteX9" fmla="*/ 437356 w 640611"/>
                    <a:gd name="connsiteY9" fmla="*/ 810190 h 1598403"/>
                    <a:gd name="connsiteX10" fmla="*/ 332581 w 640611"/>
                    <a:gd name="connsiteY10" fmla="*/ 338702 h 1598403"/>
                    <a:gd name="connsiteX11" fmla="*/ 0 w 640611"/>
                    <a:gd name="connsiteY11" fmla="*/ 48190 h 1598403"/>
                    <a:gd name="connsiteX0" fmla="*/ 0 w 640611"/>
                    <a:gd name="connsiteY0" fmla="*/ 63723 h 1613936"/>
                    <a:gd name="connsiteX1" fmla="*/ 272256 w 640611"/>
                    <a:gd name="connsiteY1" fmla="*/ 36735 h 1613936"/>
                    <a:gd name="connsiteX2" fmla="*/ 461169 w 640611"/>
                    <a:gd name="connsiteY2" fmla="*/ 216123 h 1613936"/>
                    <a:gd name="connsiteX3" fmla="*/ 637381 w 640611"/>
                    <a:gd name="connsiteY3" fmla="*/ 763810 h 1613936"/>
                    <a:gd name="connsiteX4" fmla="*/ 563563 w 640611"/>
                    <a:gd name="connsiteY4" fmla="*/ 1456755 h 1613936"/>
                    <a:gd name="connsiteX5" fmla="*/ 404019 w 640611"/>
                    <a:gd name="connsiteY5" fmla="*/ 1613916 h 1613936"/>
                    <a:gd name="connsiteX6" fmla="*/ 280194 w 640611"/>
                    <a:gd name="connsiteY6" fmla="*/ 1587723 h 1613936"/>
                    <a:gd name="connsiteX7" fmla="*/ 342106 w 640611"/>
                    <a:gd name="connsiteY7" fmla="*/ 1473423 h 1613936"/>
                    <a:gd name="connsiteX8" fmla="*/ 413544 w 640611"/>
                    <a:gd name="connsiteY8" fmla="*/ 1216248 h 1613936"/>
                    <a:gd name="connsiteX9" fmla="*/ 437356 w 640611"/>
                    <a:gd name="connsiteY9" fmla="*/ 825723 h 1613936"/>
                    <a:gd name="connsiteX10" fmla="*/ 332581 w 640611"/>
                    <a:gd name="connsiteY10" fmla="*/ 354235 h 1613936"/>
                    <a:gd name="connsiteX11" fmla="*/ 0 w 640611"/>
                    <a:gd name="connsiteY11" fmla="*/ 63723 h 1613936"/>
                    <a:gd name="connsiteX0" fmla="*/ 0 w 640611"/>
                    <a:gd name="connsiteY0" fmla="*/ 54287 h 1604500"/>
                    <a:gd name="connsiteX1" fmla="*/ 272256 w 640611"/>
                    <a:gd name="connsiteY1" fmla="*/ 27299 h 1604500"/>
                    <a:gd name="connsiteX2" fmla="*/ 461169 w 640611"/>
                    <a:gd name="connsiteY2" fmla="*/ 206687 h 1604500"/>
                    <a:gd name="connsiteX3" fmla="*/ 637381 w 640611"/>
                    <a:gd name="connsiteY3" fmla="*/ 754374 h 1604500"/>
                    <a:gd name="connsiteX4" fmla="*/ 563563 w 640611"/>
                    <a:gd name="connsiteY4" fmla="*/ 1447319 h 1604500"/>
                    <a:gd name="connsiteX5" fmla="*/ 404019 w 640611"/>
                    <a:gd name="connsiteY5" fmla="*/ 1604480 h 1604500"/>
                    <a:gd name="connsiteX6" fmla="*/ 280194 w 640611"/>
                    <a:gd name="connsiteY6" fmla="*/ 1578287 h 1604500"/>
                    <a:gd name="connsiteX7" fmla="*/ 342106 w 640611"/>
                    <a:gd name="connsiteY7" fmla="*/ 1463987 h 1604500"/>
                    <a:gd name="connsiteX8" fmla="*/ 413544 w 640611"/>
                    <a:gd name="connsiteY8" fmla="*/ 1206812 h 1604500"/>
                    <a:gd name="connsiteX9" fmla="*/ 437356 w 640611"/>
                    <a:gd name="connsiteY9" fmla="*/ 816287 h 1604500"/>
                    <a:gd name="connsiteX10" fmla="*/ 332581 w 640611"/>
                    <a:gd name="connsiteY10" fmla="*/ 344799 h 1604500"/>
                    <a:gd name="connsiteX11" fmla="*/ 0 w 640611"/>
                    <a:gd name="connsiteY11" fmla="*/ 54287 h 1604500"/>
                    <a:gd name="connsiteX0" fmla="*/ 0 w 619180"/>
                    <a:gd name="connsiteY0" fmla="*/ 46344 h 1617988"/>
                    <a:gd name="connsiteX1" fmla="*/ 250825 w 619180"/>
                    <a:gd name="connsiteY1" fmla="*/ 40787 h 1617988"/>
                    <a:gd name="connsiteX2" fmla="*/ 439738 w 619180"/>
                    <a:gd name="connsiteY2" fmla="*/ 220175 h 1617988"/>
                    <a:gd name="connsiteX3" fmla="*/ 615950 w 619180"/>
                    <a:gd name="connsiteY3" fmla="*/ 767862 h 1617988"/>
                    <a:gd name="connsiteX4" fmla="*/ 542132 w 619180"/>
                    <a:gd name="connsiteY4" fmla="*/ 1460807 h 1617988"/>
                    <a:gd name="connsiteX5" fmla="*/ 382588 w 619180"/>
                    <a:gd name="connsiteY5" fmla="*/ 1617968 h 1617988"/>
                    <a:gd name="connsiteX6" fmla="*/ 258763 w 619180"/>
                    <a:gd name="connsiteY6" fmla="*/ 1591775 h 1617988"/>
                    <a:gd name="connsiteX7" fmla="*/ 320675 w 619180"/>
                    <a:gd name="connsiteY7" fmla="*/ 1477475 h 1617988"/>
                    <a:gd name="connsiteX8" fmla="*/ 392113 w 619180"/>
                    <a:gd name="connsiteY8" fmla="*/ 1220300 h 1617988"/>
                    <a:gd name="connsiteX9" fmla="*/ 415925 w 619180"/>
                    <a:gd name="connsiteY9" fmla="*/ 829775 h 1617988"/>
                    <a:gd name="connsiteX10" fmla="*/ 311150 w 619180"/>
                    <a:gd name="connsiteY10" fmla="*/ 358287 h 1617988"/>
                    <a:gd name="connsiteX11" fmla="*/ 0 w 619180"/>
                    <a:gd name="connsiteY11" fmla="*/ 46344 h 1617988"/>
                    <a:gd name="connsiteX0" fmla="*/ 0 w 619180"/>
                    <a:gd name="connsiteY0" fmla="*/ 32511 h 1604155"/>
                    <a:gd name="connsiteX1" fmla="*/ 250825 w 619180"/>
                    <a:gd name="connsiteY1" fmla="*/ 26954 h 1604155"/>
                    <a:gd name="connsiteX2" fmla="*/ 439738 w 619180"/>
                    <a:gd name="connsiteY2" fmla="*/ 206342 h 1604155"/>
                    <a:gd name="connsiteX3" fmla="*/ 615950 w 619180"/>
                    <a:gd name="connsiteY3" fmla="*/ 754029 h 1604155"/>
                    <a:gd name="connsiteX4" fmla="*/ 542132 w 619180"/>
                    <a:gd name="connsiteY4" fmla="*/ 1446974 h 1604155"/>
                    <a:gd name="connsiteX5" fmla="*/ 382588 w 619180"/>
                    <a:gd name="connsiteY5" fmla="*/ 1604135 h 1604155"/>
                    <a:gd name="connsiteX6" fmla="*/ 258763 w 619180"/>
                    <a:gd name="connsiteY6" fmla="*/ 1577942 h 1604155"/>
                    <a:gd name="connsiteX7" fmla="*/ 320675 w 619180"/>
                    <a:gd name="connsiteY7" fmla="*/ 1463642 h 1604155"/>
                    <a:gd name="connsiteX8" fmla="*/ 392113 w 619180"/>
                    <a:gd name="connsiteY8" fmla="*/ 1206467 h 1604155"/>
                    <a:gd name="connsiteX9" fmla="*/ 415925 w 619180"/>
                    <a:gd name="connsiteY9" fmla="*/ 815942 h 1604155"/>
                    <a:gd name="connsiteX10" fmla="*/ 311150 w 619180"/>
                    <a:gd name="connsiteY10" fmla="*/ 344454 h 1604155"/>
                    <a:gd name="connsiteX11" fmla="*/ 0 w 619180"/>
                    <a:gd name="connsiteY11" fmla="*/ 32511 h 1604155"/>
                    <a:gd name="connsiteX0" fmla="*/ 0 w 619180"/>
                    <a:gd name="connsiteY0" fmla="*/ 34776 h 1606420"/>
                    <a:gd name="connsiteX1" fmla="*/ 257969 w 619180"/>
                    <a:gd name="connsiteY1" fmla="*/ 24456 h 1606420"/>
                    <a:gd name="connsiteX2" fmla="*/ 439738 w 619180"/>
                    <a:gd name="connsiteY2" fmla="*/ 208607 h 1606420"/>
                    <a:gd name="connsiteX3" fmla="*/ 615950 w 619180"/>
                    <a:gd name="connsiteY3" fmla="*/ 756294 h 1606420"/>
                    <a:gd name="connsiteX4" fmla="*/ 542132 w 619180"/>
                    <a:gd name="connsiteY4" fmla="*/ 1449239 h 1606420"/>
                    <a:gd name="connsiteX5" fmla="*/ 382588 w 619180"/>
                    <a:gd name="connsiteY5" fmla="*/ 1606400 h 1606420"/>
                    <a:gd name="connsiteX6" fmla="*/ 258763 w 619180"/>
                    <a:gd name="connsiteY6" fmla="*/ 1580207 h 1606420"/>
                    <a:gd name="connsiteX7" fmla="*/ 320675 w 619180"/>
                    <a:gd name="connsiteY7" fmla="*/ 1465907 h 1606420"/>
                    <a:gd name="connsiteX8" fmla="*/ 392113 w 619180"/>
                    <a:gd name="connsiteY8" fmla="*/ 1208732 h 1606420"/>
                    <a:gd name="connsiteX9" fmla="*/ 415925 w 619180"/>
                    <a:gd name="connsiteY9" fmla="*/ 818207 h 1606420"/>
                    <a:gd name="connsiteX10" fmla="*/ 311150 w 619180"/>
                    <a:gd name="connsiteY10" fmla="*/ 346719 h 1606420"/>
                    <a:gd name="connsiteX11" fmla="*/ 0 w 619180"/>
                    <a:gd name="connsiteY11" fmla="*/ 34776 h 1606420"/>
                    <a:gd name="connsiteX0" fmla="*/ 0 w 619180"/>
                    <a:gd name="connsiteY0" fmla="*/ 38437 h 1610081"/>
                    <a:gd name="connsiteX1" fmla="*/ 257969 w 619180"/>
                    <a:gd name="connsiteY1" fmla="*/ 28117 h 1610081"/>
                    <a:gd name="connsiteX2" fmla="*/ 439738 w 619180"/>
                    <a:gd name="connsiteY2" fmla="*/ 212268 h 1610081"/>
                    <a:gd name="connsiteX3" fmla="*/ 615950 w 619180"/>
                    <a:gd name="connsiteY3" fmla="*/ 759955 h 1610081"/>
                    <a:gd name="connsiteX4" fmla="*/ 542132 w 619180"/>
                    <a:gd name="connsiteY4" fmla="*/ 1452900 h 1610081"/>
                    <a:gd name="connsiteX5" fmla="*/ 382588 w 619180"/>
                    <a:gd name="connsiteY5" fmla="*/ 1610061 h 1610081"/>
                    <a:gd name="connsiteX6" fmla="*/ 258763 w 619180"/>
                    <a:gd name="connsiteY6" fmla="*/ 1583868 h 1610081"/>
                    <a:gd name="connsiteX7" fmla="*/ 320675 w 619180"/>
                    <a:gd name="connsiteY7" fmla="*/ 1469568 h 1610081"/>
                    <a:gd name="connsiteX8" fmla="*/ 392113 w 619180"/>
                    <a:gd name="connsiteY8" fmla="*/ 1212393 h 1610081"/>
                    <a:gd name="connsiteX9" fmla="*/ 415925 w 619180"/>
                    <a:gd name="connsiteY9" fmla="*/ 821868 h 1610081"/>
                    <a:gd name="connsiteX10" fmla="*/ 311150 w 619180"/>
                    <a:gd name="connsiteY10" fmla="*/ 350380 h 1610081"/>
                    <a:gd name="connsiteX11" fmla="*/ 0 w 619180"/>
                    <a:gd name="connsiteY11" fmla="*/ 38437 h 1610081"/>
                    <a:gd name="connsiteX0" fmla="*/ 0 w 619657"/>
                    <a:gd name="connsiteY0" fmla="*/ 35075 h 1606719"/>
                    <a:gd name="connsiteX1" fmla="*/ 257969 w 619657"/>
                    <a:gd name="connsiteY1" fmla="*/ 24755 h 1606719"/>
                    <a:gd name="connsiteX2" fmla="*/ 430213 w 619657"/>
                    <a:gd name="connsiteY2" fmla="*/ 213669 h 1606719"/>
                    <a:gd name="connsiteX3" fmla="*/ 615950 w 619657"/>
                    <a:gd name="connsiteY3" fmla="*/ 756593 h 1606719"/>
                    <a:gd name="connsiteX4" fmla="*/ 542132 w 619657"/>
                    <a:gd name="connsiteY4" fmla="*/ 1449538 h 1606719"/>
                    <a:gd name="connsiteX5" fmla="*/ 382588 w 619657"/>
                    <a:gd name="connsiteY5" fmla="*/ 1606699 h 1606719"/>
                    <a:gd name="connsiteX6" fmla="*/ 258763 w 619657"/>
                    <a:gd name="connsiteY6" fmla="*/ 1580506 h 1606719"/>
                    <a:gd name="connsiteX7" fmla="*/ 320675 w 619657"/>
                    <a:gd name="connsiteY7" fmla="*/ 1466206 h 1606719"/>
                    <a:gd name="connsiteX8" fmla="*/ 392113 w 619657"/>
                    <a:gd name="connsiteY8" fmla="*/ 1209031 h 1606719"/>
                    <a:gd name="connsiteX9" fmla="*/ 415925 w 619657"/>
                    <a:gd name="connsiteY9" fmla="*/ 818506 h 1606719"/>
                    <a:gd name="connsiteX10" fmla="*/ 311150 w 619657"/>
                    <a:gd name="connsiteY10" fmla="*/ 347018 h 1606719"/>
                    <a:gd name="connsiteX11" fmla="*/ 0 w 619657"/>
                    <a:gd name="connsiteY11" fmla="*/ 35075 h 1606719"/>
                    <a:gd name="connsiteX0" fmla="*/ 0 w 597454"/>
                    <a:gd name="connsiteY0" fmla="*/ 35075 h 1606719"/>
                    <a:gd name="connsiteX1" fmla="*/ 257969 w 597454"/>
                    <a:gd name="connsiteY1" fmla="*/ 24755 h 1606719"/>
                    <a:gd name="connsiteX2" fmla="*/ 430213 w 597454"/>
                    <a:gd name="connsiteY2" fmla="*/ 213669 h 1606719"/>
                    <a:gd name="connsiteX3" fmla="*/ 592138 w 597454"/>
                    <a:gd name="connsiteY3" fmla="*/ 754212 h 1606719"/>
                    <a:gd name="connsiteX4" fmla="*/ 542132 w 597454"/>
                    <a:gd name="connsiteY4" fmla="*/ 1449538 h 1606719"/>
                    <a:gd name="connsiteX5" fmla="*/ 382588 w 597454"/>
                    <a:gd name="connsiteY5" fmla="*/ 1606699 h 1606719"/>
                    <a:gd name="connsiteX6" fmla="*/ 258763 w 597454"/>
                    <a:gd name="connsiteY6" fmla="*/ 1580506 h 1606719"/>
                    <a:gd name="connsiteX7" fmla="*/ 320675 w 597454"/>
                    <a:gd name="connsiteY7" fmla="*/ 1466206 h 1606719"/>
                    <a:gd name="connsiteX8" fmla="*/ 392113 w 597454"/>
                    <a:gd name="connsiteY8" fmla="*/ 1209031 h 1606719"/>
                    <a:gd name="connsiteX9" fmla="*/ 415925 w 597454"/>
                    <a:gd name="connsiteY9" fmla="*/ 818506 h 1606719"/>
                    <a:gd name="connsiteX10" fmla="*/ 311150 w 597454"/>
                    <a:gd name="connsiteY10" fmla="*/ 347018 h 1606719"/>
                    <a:gd name="connsiteX11" fmla="*/ 0 w 597454"/>
                    <a:gd name="connsiteY11" fmla="*/ 35075 h 1606719"/>
                    <a:gd name="connsiteX0" fmla="*/ 0 w 596732"/>
                    <a:gd name="connsiteY0" fmla="*/ 35075 h 1596107"/>
                    <a:gd name="connsiteX1" fmla="*/ 257969 w 596732"/>
                    <a:gd name="connsiteY1" fmla="*/ 24755 h 1596107"/>
                    <a:gd name="connsiteX2" fmla="*/ 430213 w 596732"/>
                    <a:gd name="connsiteY2" fmla="*/ 213669 h 1596107"/>
                    <a:gd name="connsiteX3" fmla="*/ 592138 w 596732"/>
                    <a:gd name="connsiteY3" fmla="*/ 754212 h 1596107"/>
                    <a:gd name="connsiteX4" fmla="*/ 542132 w 596732"/>
                    <a:gd name="connsiteY4" fmla="*/ 1449538 h 1596107"/>
                    <a:gd name="connsiteX5" fmla="*/ 434975 w 596732"/>
                    <a:gd name="connsiteY5" fmla="*/ 1594793 h 1596107"/>
                    <a:gd name="connsiteX6" fmla="*/ 258763 w 596732"/>
                    <a:gd name="connsiteY6" fmla="*/ 1580506 h 1596107"/>
                    <a:gd name="connsiteX7" fmla="*/ 320675 w 596732"/>
                    <a:gd name="connsiteY7" fmla="*/ 1466206 h 1596107"/>
                    <a:gd name="connsiteX8" fmla="*/ 392113 w 596732"/>
                    <a:gd name="connsiteY8" fmla="*/ 1209031 h 1596107"/>
                    <a:gd name="connsiteX9" fmla="*/ 415925 w 596732"/>
                    <a:gd name="connsiteY9" fmla="*/ 818506 h 1596107"/>
                    <a:gd name="connsiteX10" fmla="*/ 311150 w 596732"/>
                    <a:gd name="connsiteY10" fmla="*/ 347018 h 1596107"/>
                    <a:gd name="connsiteX11" fmla="*/ 0 w 596732"/>
                    <a:gd name="connsiteY11" fmla="*/ 35075 h 1596107"/>
                    <a:gd name="connsiteX0" fmla="*/ 0 w 596732"/>
                    <a:gd name="connsiteY0" fmla="*/ 35075 h 1603457"/>
                    <a:gd name="connsiteX1" fmla="*/ 257969 w 596732"/>
                    <a:gd name="connsiteY1" fmla="*/ 24755 h 1603457"/>
                    <a:gd name="connsiteX2" fmla="*/ 430213 w 596732"/>
                    <a:gd name="connsiteY2" fmla="*/ 213669 h 1603457"/>
                    <a:gd name="connsiteX3" fmla="*/ 592138 w 596732"/>
                    <a:gd name="connsiteY3" fmla="*/ 754212 h 1603457"/>
                    <a:gd name="connsiteX4" fmla="*/ 542132 w 596732"/>
                    <a:gd name="connsiteY4" fmla="*/ 1449538 h 1603457"/>
                    <a:gd name="connsiteX5" fmla="*/ 434975 w 596732"/>
                    <a:gd name="connsiteY5" fmla="*/ 1594793 h 1603457"/>
                    <a:gd name="connsiteX6" fmla="*/ 258763 w 596732"/>
                    <a:gd name="connsiteY6" fmla="*/ 1580506 h 1603457"/>
                    <a:gd name="connsiteX7" fmla="*/ 320675 w 596732"/>
                    <a:gd name="connsiteY7" fmla="*/ 1466206 h 1603457"/>
                    <a:gd name="connsiteX8" fmla="*/ 392113 w 596732"/>
                    <a:gd name="connsiteY8" fmla="*/ 1209031 h 1603457"/>
                    <a:gd name="connsiteX9" fmla="*/ 415925 w 596732"/>
                    <a:gd name="connsiteY9" fmla="*/ 818506 h 1603457"/>
                    <a:gd name="connsiteX10" fmla="*/ 311150 w 596732"/>
                    <a:gd name="connsiteY10" fmla="*/ 347018 h 1603457"/>
                    <a:gd name="connsiteX11" fmla="*/ 0 w 596732"/>
                    <a:gd name="connsiteY11" fmla="*/ 35075 h 1603457"/>
                    <a:gd name="connsiteX0" fmla="*/ 0 w 605337"/>
                    <a:gd name="connsiteY0" fmla="*/ 35075 h 1621964"/>
                    <a:gd name="connsiteX1" fmla="*/ 257969 w 605337"/>
                    <a:gd name="connsiteY1" fmla="*/ 24755 h 1621964"/>
                    <a:gd name="connsiteX2" fmla="*/ 430213 w 605337"/>
                    <a:gd name="connsiteY2" fmla="*/ 213669 h 1621964"/>
                    <a:gd name="connsiteX3" fmla="*/ 592138 w 605337"/>
                    <a:gd name="connsiteY3" fmla="*/ 754212 h 1621964"/>
                    <a:gd name="connsiteX4" fmla="*/ 577850 w 605337"/>
                    <a:gd name="connsiteY4" fmla="*/ 1228082 h 1621964"/>
                    <a:gd name="connsiteX5" fmla="*/ 434975 w 605337"/>
                    <a:gd name="connsiteY5" fmla="*/ 1594793 h 1621964"/>
                    <a:gd name="connsiteX6" fmla="*/ 258763 w 605337"/>
                    <a:gd name="connsiteY6" fmla="*/ 1580506 h 1621964"/>
                    <a:gd name="connsiteX7" fmla="*/ 320675 w 605337"/>
                    <a:gd name="connsiteY7" fmla="*/ 1466206 h 1621964"/>
                    <a:gd name="connsiteX8" fmla="*/ 392113 w 605337"/>
                    <a:gd name="connsiteY8" fmla="*/ 1209031 h 1621964"/>
                    <a:gd name="connsiteX9" fmla="*/ 415925 w 605337"/>
                    <a:gd name="connsiteY9" fmla="*/ 818506 h 1621964"/>
                    <a:gd name="connsiteX10" fmla="*/ 311150 w 605337"/>
                    <a:gd name="connsiteY10" fmla="*/ 347018 h 1621964"/>
                    <a:gd name="connsiteX11" fmla="*/ 0 w 605337"/>
                    <a:gd name="connsiteY11" fmla="*/ 35075 h 1621964"/>
                    <a:gd name="connsiteX0" fmla="*/ 0 w 605337"/>
                    <a:gd name="connsiteY0" fmla="*/ 35075 h 1603985"/>
                    <a:gd name="connsiteX1" fmla="*/ 257969 w 605337"/>
                    <a:gd name="connsiteY1" fmla="*/ 24755 h 1603985"/>
                    <a:gd name="connsiteX2" fmla="*/ 430213 w 605337"/>
                    <a:gd name="connsiteY2" fmla="*/ 213669 h 1603985"/>
                    <a:gd name="connsiteX3" fmla="*/ 592138 w 605337"/>
                    <a:gd name="connsiteY3" fmla="*/ 754212 h 1603985"/>
                    <a:gd name="connsiteX4" fmla="*/ 577850 w 605337"/>
                    <a:gd name="connsiteY4" fmla="*/ 1228082 h 1603985"/>
                    <a:gd name="connsiteX5" fmla="*/ 434975 w 605337"/>
                    <a:gd name="connsiteY5" fmla="*/ 1594793 h 1603985"/>
                    <a:gd name="connsiteX6" fmla="*/ 258763 w 605337"/>
                    <a:gd name="connsiteY6" fmla="*/ 1580506 h 1603985"/>
                    <a:gd name="connsiteX7" fmla="*/ 320675 w 605337"/>
                    <a:gd name="connsiteY7" fmla="*/ 1466206 h 1603985"/>
                    <a:gd name="connsiteX8" fmla="*/ 392113 w 605337"/>
                    <a:gd name="connsiteY8" fmla="*/ 1209031 h 1603985"/>
                    <a:gd name="connsiteX9" fmla="*/ 415925 w 605337"/>
                    <a:gd name="connsiteY9" fmla="*/ 818506 h 1603985"/>
                    <a:gd name="connsiteX10" fmla="*/ 311150 w 605337"/>
                    <a:gd name="connsiteY10" fmla="*/ 347018 h 1603985"/>
                    <a:gd name="connsiteX11" fmla="*/ 0 w 605337"/>
                    <a:gd name="connsiteY11" fmla="*/ 35075 h 1603985"/>
                    <a:gd name="connsiteX0" fmla="*/ 0 w 605129"/>
                    <a:gd name="connsiteY0" fmla="*/ 35075 h 1588407"/>
                    <a:gd name="connsiteX1" fmla="*/ 257969 w 605129"/>
                    <a:gd name="connsiteY1" fmla="*/ 24755 h 1588407"/>
                    <a:gd name="connsiteX2" fmla="*/ 430213 w 605129"/>
                    <a:gd name="connsiteY2" fmla="*/ 213669 h 1588407"/>
                    <a:gd name="connsiteX3" fmla="*/ 592138 w 605129"/>
                    <a:gd name="connsiteY3" fmla="*/ 754212 h 1588407"/>
                    <a:gd name="connsiteX4" fmla="*/ 577850 w 605129"/>
                    <a:gd name="connsiteY4" fmla="*/ 1228082 h 1588407"/>
                    <a:gd name="connsiteX5" fmla="*/ 439738 w 605129"/>
                    <a:gd name="connsiteY5" fmla="*/ 1556693 h 1588407"/>
                    <a:gd name="connsiteX6" fmla="*/ 258763 w 605129"/>
                    <a:gd name="connsiteY6" fmla="*/ 1580506 h 1588407"/>
                    <a:gd name="connsiteX7" fmla="*/ 320675 w 605129"/>
                    <a:gd name="connsiteY7" fmla="*/ 1466206 h 1588407"/>
                    <a:gd name="connsiteX8" fmla="*/ 392113 w 605129"/>
                    <a:gd name="connsiteY8" fmla="*/ 1209031 h 1588407"/>
                    <a:gd name="connsiteX9" fmla="*/ 415925 w 605129"/>
                    <a:gd name="connsiteY9" fmla="*/ 818506 h 1588407"/>
                    <a:gd name="connsiteX10" fmla="*/ 311150 w 605129"/>
                    <a:gd name="connsiteY10" fmla="*/ 347018 h 1588407"/>
                    <a:gd name="connsiteX11" fmla="*/ 0 w 605129"/>
                    <a:gd name="connsiteY11" fmla="*/ 35075 h 1588407"/>
                    <a:gd name="connsiteX0" fmla="*/ 0 w 605129"/>
                    <a:gd name="connsiteY0" fmla="*/ 35075 h 1591646"/>
                    <a:gd name="connsiteX1" fmla="*/ 257969 w 605129"/>
                    <a:gd name="connsiteY1" fmla="*/ 24755 h 1591646"/>
                    <a:gd name="connsiteX2" fmla="*/ 430213 w 605129"/>
                    <a:gd name="connsiteY2" fmla="*/ 213669 h 1591646"/>
                    <a:gd name="connsiteX3" fmla="*/ 592138 w 605129"/>
                    <a:gd name="connsiteY3" fmla="*/ 754212 h 1591646"/>
                    <a:gd name="connsiteX4" fmla="*/ 577850 w 605129"/>
                    <a:gd name="connsiteY4" fmla="*/ 1228082 h 1591646"/>
                    <a:gd name="connsiteX5" fmla="*/ 439738 w 605129"/>
                    <a:gd name="connsiteY5" fmla="*/ 1556693 h 1591646"/>
                    <a:gd name="connsiteX6" fmla="*/ 258763 w 605129"/>
                    <a:gd name="connsiteY6" fmla="*/ 1580506 h 1591646"/>
                    <a:gd name="connsiteX7" fmla="*/ 320675 w 605129"/>
                    <a:gd name="connsiteY7" fmla="*/ 1466206 h 1591646"/>
                    <a:gd name="connsiteX8" fmla="*/ 392113 w 605129"/>
                    <a:gd name="connsiteY8" fmla="*/ 1209031 h 1591646"/>
                    <a:gd name="connsiteX9" fmla="*/ 415925 w 605129"/>
                    <a:gd name="connsiteY9" fmla="*/ 818506 h 1591646"/>
                    <a:gd name="connsiteX10" fmla="*/ 311150 w 605129"/>
                    <a:gd name="connsiteY10" fmla="*/ 347018 h 1591646"/>
                    <a:gd name="connsiteX11" fmla="*/ 0 w 605129"/>
                    <a:gd name="connsiteY11" fmla="*/ 35075 h 1591646"/>
                    <a:gd name="connsiteX0" fmla="*/ 0 w 605129"/>
                    <a:gd name="connsiteY0" fmla="*/ 35075 h 1591646"/>
                    <a:gd name="connsiteX1" fmla="*/ 257969 w 605129"/>
                    <a:gd name="connsiteY1" fmla="*/ 24755 h 1591646"/>
                    <a:gd name="connsiteX2" fmla="*/ 430213 w 605129"/>
                    <a:gd name="connsiteY2" fmla="*/ 213669 h 1591646"/>
                    <a:gd name="connsiteX3" fmla="*/ 592138 w 605129"/>
                    <a:gd name="connsiteY3" fmla="*/ 754212 h 1591646"/>
                    <a:gd name="connsiteX4" fmla="*/ 577850 w 605129"/>
                    <a:gd name="connsiteY4" fmla="*/ 1228082 h 1591646"/>
                    <a:gd name="connsiteX5" fmla="*/ 439738 w 605129"/>
                    <a:gd name="connsiteY5" fmla="*/ 1556693 h 1591646"/>
                    <a:gd name="connsiteX6" fmla="*/ 258763 w 605129"/>
                    <a:gd name="connsiteY6" fmla="*/ 1580506 h 1591646"/>
                    <a:gd name="connsiteX7" fmla="*/ 320675 w 605129"/>
                    <a:gd name="connsiteY7" fmla="*/ 1466206 h 1591646"/>
                    <a:gd name="connsiteX8" fmla="*/ 392113 w 605129"/>
                    <a:gd name="connsiteY8" fmla="*/ 1209031 h 1591646"/>
                    <a:gd name="connsiteX9" fmla="*/ 415925 w 605129"/>
                    <a:gd name="connsiteY9" fmla="*/ 818506 h 1591646"/>
                    <a:gd name="connsiteX10" fmla="*/ 311150 w 605129"/>
                    <a:gd name="connsiteY10" fmla="*/ 347018 h 1591646"/>
                    <a:gd name="connsiteX11" fmla="*/ 0 w 605129"/>
                    <a:gd name="connsiteY11" fmla="*/ 35075 h 1591646"/>
                    <a:gd name="connsiteX0" fmla="*/ 0 w 605129"/>
                    <a:gd name="connsiteY0" fmla="*/ 35075 h 1591646"/>
                    <a:gd name="connsiteX1" fmla="*/ 257969 w 605129"/>
                    <a:gd name="connsiteY1" fmla="*/ 24755 h 1591646"/>
                    <a:gd name="connsiteX2" fmla="*/ 430213 w 605129"/>
                    <a:gd name="connsiteY2" fmla="*/ 213669 h 1591646"/>
                    <a:gd name="connsiteX3" fmla="*/ 592138 w 605129"/>
                    <a:gd name="connsiteY3" fmla="*/ 754212 h 1591646"/>
                    <a:gd name="connsiteX4" fmla="*/ 577850 w 605129"/>
                    <a:gd name="connsiteY4" fmla="*/ 1228082 h 1591646"/>
                    <a:gd name="connsiteX5" fmla="*/ 439738 w 605129"/>
                    <a:gd name="connsiteY5" fmla="*/ 1556693 h 1591646"/>
                    <a:gd name="connsiteX6" fmla="*/ 258763 w 605129"/>
                    <a:gd name="connsiteY6" fmla="*/ 1580506 h 1591646"/>
                    <a:gd name="connsiteX7" fmla="*/ 344487 w 605129"/>
                    <a:gd name="connsiteY7" fmla="*/ 1440012 h 1591646"/>
                    <a:gd name="connsiteX8" fmla="*/ 392113 w 605129"/>
                    <a:gd name="connsiteY8" fmla="*/ 1209031 h 1591646"/>
                    <a:gd name="connsiteX9" fmla="*/ 415925 w 605129"/>
                    <a:gd name="connsiteY9" fmla="*/ 818506 h 1591646"/>
                    <a:gd name="connsiteX10" fmla="*/ 311150 w 605129"/>
                    <a:gd name="connsiteY10" fmla="*/ 347018 h 1591646"/>
                    <a:gd name="connsiteX11" fmla="*/ 0 w 605129"/>
                    <a:gd name="connsiteY11" fmla="*/ 35075 h 1591646"/>
                    <a:gd name="connsiteX0" fmla="*/ 0 w 603428"/>
                    <a:gd name="connsiteY0" fmla="*/ 35075 h 1591646"/>
                    <a:gd name="connsiteX1" fmla="*/ 257969 w 603428"/>
                    <a:gd name="connsiteY1" fmla="*/ 24755 h 1591646"/>
                    <a:gd name="connsiteX2" fmla="*/ 430213 w 603428"/>
                    <a:gd name="connsiteY2" fmla="*/ 213669 h 1591646"/>
                    <a:gd name="connsiteX3" fmla="*/ 592138 w 603428"/>
                    <a:gd name="connsiteY3" fmla="*/ 754212 h 1591646"/>
                    <a:gd name="connsiteX4" fmla="*/ 577850 w 603428"/>
                    <a:gd name="connsiteY4" fmla="*/ 1228082 h 1591646"/>
                    <a:gd name="connsiteX5" fmla="*/ 439738 w 603428"/>
                    <a:gd name="connsiteY5" fmla="*/ 1556693 h 1591646"/>
                    <a:gd name="connsiteX6" fmla="*/ 258763 w 603428"/>
                    <a:gd name="connsiteY6" fmla="*/ 1580506 h 1591646"/>
                    <a:gd name="connsiteX7" fmla="*/ 344487 w 603428"/>
                    <a:gd name="connsiteY7" fmla="*/ 1440012 h 1591646"/>
                    <a:gd name="connsiteX8" fmla="*/ 392113 w 603428"/>
                    <a:gd name="connsiteY8" fmla="*/ 1209031 h 1591646"/>
                    <a:gd name="connsiteX9" fmla="*/ 415925 w 603428"/>
                    <a:gd name="connsiteY9" fmla="*/ 818506 h 1591646"/>
                    <a:gd name="connsiteX10" fmla="*/ 311150 w 603428"/>
                    <a:gd name="connsiteY10" fmla="*/ 347018 h 1591646"/>
                    <a:gd name="connsiteX11" fmla="*/ 0 w 603428"/>
                    <a:gd name="connsiteY11" fmla="*/ 35075 h 1591646"/>
                    <a:gd name="connsiteX0" fmla="*/ 0 w 597118"/>
                    <a:gd name="connsiteY0" fmla="*/ 35075 h 1591646"/>
                    <a:gd name="connsiteX1" fmla="*/ 257969 w 597118"/>
                    <a:gd name="connsiteY1" fmla="*/ 24755 h 1591646"/>
                    <a:gd name="connsiteX2" fmla="*/ 430213 w 597118"/>
                    <a:gd name="connsiteY2" fmla="*/ 213669 h 1591646"/>
                    <a:gd name="connsiteX3" fmla="*/ 580232 w 597118"/>
                    <a:gd name="connsiteY3" fmla="*/ 758975 h 1591646"/>
                    <a:gd name="connsiteX4" fmla="*/ 577850 w 597118"/>
                    <a:gd name="connsiteY4" fmla="*/ 1228082 h 1591646"/>
                    <a:gd name="connsiteX5" fmla="*/ 439738 w 597118"/>
                    <a:gd name="connsiteY5" fmla="*/ 1556693 h 1591646"/>
                    <a:gd name="connsiteX6" fmla="*/ 258763 w 597118"/>
                    <a:gd name="connsiteY6" fmla="*/ 1580506 h 1591646"/>
                    <a:gd name="connsiteX7" fmla="*/ 344487 w 597118"/>
                    <a:gd name="connsiteY7" fmla="*/ 1440012 h 1591646"/>
                    <a:gd name="connsiteX8" fmla="*/ 392113 w 597118"/>
                    <a:gd name="connsiteY8" fmla="*/ 1209031 h 1591646"/>
                    <a:gd name="connsiteX9" fmla="*/ 415925 w 597118"/>
                    <a:gd name="connsiteY9" fmla="*/ 818506 h 1591646"/>
                    <a:gd name="connsiteX10" fmla="*/ 311150 w 597118"/>
                    <a:gd name="connsiteY10" fmla="*/ 347018 h 1591646"/>
                    <a:gd name="connsiteX11" fmla="*/ 0 w 597118"/>
                    <a:gd name="connsiteY11" fmla="*/ 35075 h 1591646"/>
                    <a:gd name="connsiteX0" fmla="*/ 0 w 598393"/>
                    <a:gd name="connsiteY0" fmla="*/ 35075 h 1604645"/>
                    <a:gd name="connsiteX1" fmla="*/ 257969 w 598393"/>
                    <a:gd name="connsiteY1" fmla="*/ 24755 h 1604645"/>
                    <a:gd name="connsiteX2" fmla="*/ 430213 w 598393"/>
                    <a:gd name="connsiteY2" fmla="*/ 213669 h 1604645"/>
                    <a:gd name="connsiteX3" fmla="*/ 580232 w 598393"/>
                    <a:gd name="connsiteY3" fmla="*/ 758975 h 1604645"/>
                    <a:gd name="connsiteX4" fmla="*/ 580231 w 598393"/>
                    <a:gd name="connsiteY4" fmla="*/ 1132832 h 1604645"/>
                    <a:gd name="connsiteX5" fmla="*/ 439738 w 598393"/>
                    <a:gd name="connsiteY5" fmla="*/ 1556693 h 1604645"/>
                    <a:gd name="connsiteX6" fmla="*/ 258763 w 598393"/>
                    <a:gd name="connsiteY6" fmla="*/ 1580506 h 1604645"/>
                    <a:gd name="connsiteX7" fmla="*/ 344487 w 598393"/>
                    <a:gd name="connsiteY7" fmla="*/ 1440012 h 1604645"/>
                    <a:gd name="connsiteX8" fmla="*/ 392113 w 598393"/>
                    <a:gd name="connsiteY8" fmla="*/ 1209031 h 1604645"/>
                    <a:gd name="connsiteX9" fmla="*/ 415925 w 598393"/>
                    <a:gd name="connsiteY9" fmla="*/ 818506 h 1604645"/>
                    <a:gd name="connsiteX10" fmla="*/ 311150 w 598393"/>
                    <a:gd name="connsiteY10" fmla="*/ 347018 h 1604645"/>
                    <a:gd name="connsiteX11" fmla="*/ 0 w 598393"/>
                    <a:gd name="connsiteY11" fmla="*/ 35075 h 1604645"/>
                    <a:gd name="connsiteX0" fmla="*/ 0 w 593000"/>
                    <a:gd name="connsiteY0" fmla="*/ 35075 h 1604645"/>
                    <a:gd name="connsiteX1" fmla="*/ 257969 w 593000"/>
                    <a:gd name="connsiteY1" fmla="*/ 24755 h 1604645"/>
                    <a:gd name="connsiteX2" fmla="*/ 430213 w 593000"/>
                    <a:gd name="connsiteY2" fmla="*/ 213669 h 1604645"/>
                    <a:gd name="connsiteX3" fmla="*/ 580232 w 593000"/>
                    <a:gd name="connsiteY3" fmla="*/ 758975 h 1604645"/>
                    <a:gd name="connsiteX4" fmla="*/ 580231 w 593000"/>
                    <a:gd name="connsiteY4" fmla="*/ 1132832 h 1604645"/>
                    <a:gd name="connsiteX5" fmla="*/ 439738 w 593000"/>
                    <a:gd name="connsiteY5" fmla="*/ 1556693 h 1604645"/>
                    <a:gd name="connsiteX6" fmla="*/ 258763 w 593000"/>
                    <a:gd name="connsiteY6" fmla="*/ 1580506 h 1604645"/>
                    <a:gd name="connsiteX7" fmla="*/ 344487 w 593000"/>
                    <a:gd name="connsiteY7" fmla="*/ 1440012 h 1604645"/>
                    <a:gd name="connsiteX8" fmla="*/ 392113 w 593000"/>
                    <a:gd name="connsiteY8" fmla="*/ 1209031 h 1604645"/>
                    <a:gd name="connsiteX9" fmla="*/ 415925 w 593000"/>
                    <a:gd name="connsiteY9" fmla="*/ 818506 h 1604645"/>
                    <a:gd name="connsiteX10" fmla="*/ 311150 w 593000"/>
                    <a:gd name="connsiteY10" fmla="*/ 347018 h 1604645"/>
                    <a:gd name="connsiteX11" fmla="*/ 0 w 593000"/>
                    <a:gd name="connsiteY11" fmla="*/ 35075 h 1604645"/>
                    <a:gd name="connsiteX0" fmla="*/ 0 w 585327"/>
                    <a:gd name="connsiteY0" fmla="*/ 35075 h 1598513"/>
                    <a:gd name="connsiteX1" fmla="*/ 257969 w 585327"/>
                    <a:gd name="connsiteY1" fmla="*/ 24755 h 1598513"/>
                    <a:gd name="connsiteX2" fmla="*/ 430213 w 585327"/>
                    <a:gd name="connsiteY2" fmla="*/ 213669 h 1598513"/>
                    <a:gd name="connsiteX3" fmla="*/ 580232 w 585327"/>
                    <a:gd name="connsiteY3" fmla="*/ 758975 h 1598513"/>
                    <a:gd name="connsiteX4" fmla="*/ 549275 w 585327"/>
                    <a:gd name="connsiteY4" fmla="*/ 1232845 h 1598513"/>
                    <a:gd name="connsiteX5" fmla="*/ 439738 w 585327"/>
                    <a:gd name="connsiteY5" fmla="*/ 1556693 h 1598513"/>
                    <a:gd name="connsiteX6" fmla="*/ 258763 w 585327"/>
                    <a:gd name="connsiteY6" fmla="*/ 1580506 h 1598513"/>
                    <a:gd name="connsiteX7" fmla="*/ 344487 w 585327"/>
                    <a:gd name="connsiteY7" fmla="*/ 1440012 h 1598513"/>
                    <a:gd name="connsiteX8" fmla="*/ 392113 w 585327"/>
                    <a:gd name="connsiteY8" fmla="*/ 1209031 h 1598513"/>
                    <a:gd name="connsiteX9" fmla="*/ 415925 w 585327"/>
                    <a:gd name="connsiteY9" fmla="*/ 818506 h 1598513"/>
                    <a:gd name="connsiteX10" fmla="*/ 311150 w 585327"/>
                    <a:gd name="connsiteY10" fmla="*/ 347018 h 1598513"/>
                    <a:gd name="connsiteX11" fmla="*/ 0 w 585327"/>
                    <a:gd name="connsiteY11" fmla="*/ 35075 h 1598513"/>
                    <a:gd name="connsiteX0" fmla="*/ 0 w 585739"/>
                    <a:gd name="connsiteY0" fmla="*/ 35075 h 1598513"/>
                    <a:gd name="connsiteX1" fmla="*/ 257969 w 585739"/>
                    <a:gd name="connsiteY1" fmla="*/ 24755 h 1598513"/>
                    <a:gd name="connsiteX2" fmla="*/ 430213 w 585739"/>
                    <a:gd name="connsiteY2" fmla="*/ 213669 h 1598513"/>
                    <a:gd name="connsiteX3" fmla="*/ 580232 w 585739"/>
                    <a:gd name="connsiteY3" fmla="*/ 758975 h 1598513"/>
                    <a:gd name="connsiteX4" fmla="*/ 549275 w 585739"/>
                    <a:gd name="connsiteY4" fmla="*/ 1232845 h 1598513"/>
                    <a:gd name="connsiteX5" fmla="*/ 439738 w 585739"/>
                    <a:gd name="connsiteY5" fmla="*/ 1556693 h 1598513"/>
                    <a:gd name="connsiteX6" fmla="*/ 258763 w 585739"/>
                    <a:gd name="connsiteY6" fmla="*/ 1580506 h 1598513"/>
                    <a:gd name="connsiteX7" fmla="*/ 344487 w 585739"/>
                    <a:gd name="connsiteY7" fmla="*/ 1440012 h 1598513"/>
                    <a:gd name="connsiteX8" fmla="*/ 392113 w 585739"/>
                    <a:gd name="connsiteY8" fmla="*/ 1209031 h 1598513"/>
                    <a:gd name="connsiteX9" fmla="*/ 415925 w 585739"/>
                    <a:gd name="connsiteY9" fmla="*/ 818506 h 1598513"/>
                    <a:gd name="connsiteX10" fmla="*/ 311150 w 585739"/>
                    <a:gd name="connsiteY10" fmla="*/ 347018 h 1598513"/>
                    <a:gd name="connsiteX11" fmla="*/ 0 w 585739"/>
                    <a:gd name="connsiteY11" fmla="*/ 35075 h 1598513"/>
                    <a:gd name="connsiteX0" fmla="*/ 0 w 586761"/>
                    <a:gd name="connsiteY0" fmla="*/ 35075 h 1598513"/>
                    <a:gd name="connsiteX1" fmla="*/ 257969 w 586761"/>
                    <a:gd name="connsiteY1" fmla="*/ 24755 h 1598513"/>
                    <a:gd name="connsiteX2" fmla="*/ 430213 w 586761"/>
                    <a:gd name="connsiteY2" fmla="*/ 213669 h 1598513"/>
                    <a:gd name="connsiteX3" fmla="*/ 580232 w 586761"/>
                    <a:gd name="connsiteY3" fmla="*/ 758975 h 1598513"/>
                    <a:gd name="connsiteX4" fmla="*/ 549275 w 586761"/>
                    <a:gd name="connsiteY4" fmla="*/ 1232845 h 1598513"/>
                    <a:gd name="connsiteX5" fmla="*/ 439738 w 586761"/>
                    <a:gd name="connsiteY5" fmla="*/ 1556693 h 1598513"/>
                    <a:gd name="connsiteX6" fmla="*/ 258763 w 586761"/>
                    <a:gd name="connsiteY6" fmla="*/ 1580506 h 1598513"/>
                    <a:gd name="connsiteX7" fmla="*/ 344487 w 586761"/>
                    <a:gd name="connsiteY7" fmla="*/ 1440012 h 1598513"/>
                    <a:gd name="connsiteX8" fmla="*/ 392113 w 586761"/>
                    <a:gd name="connsiteY8" fmla="*/ 1209031 h 1598513"/>
                    <a:gd name="connsiteX9" fmla="*/ 415925 w 586761"/>
                    <a:gd name="connsiteY9" fmla="*/ 818506 h 1598513"/>
                    <a:gd name="connsiteX10" fmla="*/ 311150 w 586761"/>
                    <a:gd name="connsiteY10" fmla="*/ 347018 h 1598513"/>
                    <a:gd name="connsiteX11" fmla="*/ 0 w 586761"/>
                    <a:gd name="connsiteY11" fmla="*/ 35075 h 1598513"/>
                    <a:gd name="connsiteX0" fmla="*/ 0 w 583009"/>
                    <a:gd name="connsiteY0" fmla="*/ 35075 h 1598513"/>
                    <a:gd name="connsiteX1" fmla="*/ 257969 w 583009"/>
                    <a:gd name="connsiteY1" fmla="*/ 24755 h 1598513"/>
                    <a:gd name="connsiteX2" fmla="*/ 430213 w 583009"/>
                    <a:gd name="connsiteY2" fmla="*/ 213669 h 1598513"/>
                    <a:gd name="connsiteX3" fmla="*/ 580232 w 583009"/>
                    <a:gd name="connsiteY3" fmla="*/ 758975 h 1598513"/>
                    <a:gd name="connsiteX4" fmla="*/ 549275 w 583009"/>
                    <a:gd name="connsiteY4" fmla="*/ 1232845 h 1598513"/>
                    <a:gd name="connsiteX5" fmla="*/ 439738 w 583009"/>
                    <a:gd name="connsiteY5" fmla="*/ 1556693 h 1598513"/>
                    <a:gd name="connsiteX6" fmla="*/ 258763 w 583009"/>
                    <a:gd name="connsiteY6" fmla="*/ 1580506 h 1598513"/>
                    <a:gd name="connsiteX7" fmla="*/ 344487 w 583009"/>
                    <a:gd name="connsiteY7" fmla="*/ 1440012 h 1598513"/>
                    <a:gd name="connsiteX8" fmla="*/ 392113 w 583009"/>
                    <a:gd name="connsiteY8" fmla="*/ 1209031 h 1598513"/>
                    <a:gd name="connsiteX9" fmla="*/ 415925 w 583009"/>
                    <a:gd name="connsiteY9" fmla="*/ 818506 h 1598513"/>
                    <a:gd name="connsiteX10" fmla="*/ 311150 w 583009"/>
                    <a:gd name="connsiteY10" fmla="*/ 347018 h 1598513"/>
                    <a:gd name="connsiteX11" fmla="*/ 0 w 583009"/>
                    <a:gd name="connsiteY11" fmla="*/ 35075 h 1598513"/>
                    <a:gd name="connsiteX0" fmla="*/ 0 w 583009"/>
                    <a:gd name="connsiteY0" fmla="*/ 35075 h 1598513"/>
                    <a:gd name="connsiteX1" fmla="*/ 257969 w 583009"/>
                    <a:gd name="connsiteY1" fmla="*/ 24755 h 1598513"/>
                    <a:gd name="connsiteX2" fmla="*/ 430213 w 583009"/>
                    <a:gd name="connsiteY2" fmla="*/ 213669 h 1598513"/>
                    <a:gd name="connsiteX3" fmla="*/ 580232 w 583009"/>
                    <a:gd name="connsiteY3" fmla="*/ 758975 h 1598513"/>
                    <a:gd name="connsiteX4" fmla="*/ 549275 w 583009"/>
                    <a:gd name="connsiteY4" fmla="*/ 1232845 h 1598513"/>
                    <a:gd name="connsiteX5" fmla="*/ 439738 w 583009"/>
                    <a:gd name="connsiteY5" fmla="*/ 1556693 h 1598513"/>
                    <a:gd name="connsiteX6" fmla="*/ 258763 w 583009"/>
                    <a:gd name="connsiteY6" fmla="*/ 1580506 h 1598513"/>
                    <a:gd name="connsiteX7" fmla="*/ 344487 w 583009"/>
                    <a:gd name="connsiteY7" fmla="*/ 1440012 h 1598513"/>
                    <a:gd name="connsiteX8" fmla="*/ 392113 w 583009"/>
                    <a:gd name="connsiteY8" fmla="*/ 1209031 h 1598513"/>
                    <a:gd name="connsiteX9" fmla="*/ 415925 w 583009"/>
                    <a:gd name="connsiteY9" fmla="*/ 818506 h 1598513"/>
                    <a:gd name="connsiteX10" fmla="*/ 311150 w 583009"/>
                    <a:gd name="connsiteY10" fmla="*/ 347018 h 1598513"/>
                    <a:gd name="connsiteX11" fmla="*/ 0 w 583009"/>
                    <a:gd name="connsiteY11" fmla="*/ 35075 h 1598513"/>
                    <a:gd name="connsiteX0" fmla="*/ 0 w 583009"/>
                    <a:gd name="connsiteY0" fmla="*/ 55465 h 1618903"/>
                    <a:gd name="connsiteX1" fmla="*/ 257969 w 583009"/>
                    <a:gd name="connsiteY1" fmla="*/ 45145 h 1618903"/>
                    <a:gd name="connsiteX2" fmla="*/ 430213 w 583009"/>
                    <a:gd name="connsiteY2" fmla="*/ 234059 h 1618903"/>
                    <a:gd name="connsiteX3" fmla="*/ 580232 w 583009"/>
                    <a:gd name="connsiteY3" fmla="*/ 779365 h 1618903"/>
                    <a:gd name="connsiteX4" fmla="*/ 549275 w 583009"/>
                    <a:gd name="connsiteY4" fmla="*/ 1253235 h 1618903"/>
                    <a:gd name="connsiteX5" fmla="*/ 439738 w 583009"/>
                    <a:gd name="connsiteY5" fmla="*/ 1577083 h 1618903"/>
                    <a:gd name="connsiteX6" fmla="*/ 258763 w 583009"/>
                    <a:gd name="connsiteY6" fmla="*/ 1600896 h 1618903"/>
                    <a:gd name="connsiteX7" fmla="*/ 344487 w 583009"/>
                    <a:gd name="connsiteY7" fmla="*/ 1460402 h 1618903"/>
                    <a:gd name="connsiteX8" fmla="*/ 392113 w 583009"/>
                    <a:gd name="connsiteY8" fmla="*/ 1229421 h 1618903"/>
                    <a:gd name="connsiteX9" fmla="*/ 415925 w 583009"/>
                    <a:gd name="connsiteY9" fmla="*/ 838896 h 1618903"/>
                    <a:gd name="connsiteX10" fmla="*/ 311150 w 583009"/>
                    <a:gd name="connsiteY10" fmla="*/ 367408 h 1618903"/>
                    <a:gd name="connsiteX11" fmla="*/ 0 w 583009"/>
                    <a:gd name="connsiteY11" fmla="*/ 55465 h 1618903"/>
                    <a:gd name="connsiteX0" fmla="*/ 0 w 583009"/>
                    <a:gd name="connsiteY0" fmla="*/ 49425 h 1612863"/>
                    <a:gd name="connsiteX1" fmla="*/ 257969 w 583009"/>
                    <a:gd name="connsiteY1" fmla="*/ 39105 h 1612863"/>
                    <a:gd name="connsiteX2" fmla="*/ 430213 w 583009"/>
                    <a:gd name="connsiteY2" fmla="*/ 228019 h 1612863"/>
                    <a:gd name="connsiteX3" fmla="*/ 580232 w 583009"/>
                    <a:gd name="connsiteY3" fmla="*/ 773325 h 1612863"/>
                    <a:gd name="connsiteX4" fmla="*/ 549275 w 583009"/>
                    <a:gd name="connsiteY4" fmla="*/ 1247195 h 1612863"/>
                    <a:gd name="connsiteX5" fmla="*/ 439738 w 583009"/>
                    <a:gd name="connsiteY5" fmla="*/ 1571043 h 1612863"/>
                    <a:gd name="connsiteX6" fmla="*/ 258763 w 583009"/>
                    <a:gd name="connsiteY6" fmla="*/ 1594856 h 1612863"/>
                    <a:gd name="connsiteX7" fmla="*/ 344487 w 583009"/>
                    <a:gd name="connsiteY7" fmla="*/ 1454362 h 1612863"/>
                    <a:gd name="connsiteX8" fmla="*/ 392113 w 583009"/>
                    <a:gd name="connsiteY8" fmla="*/ 1223381 h 1612863"/>
                    <a:gd name="connsiteX9" fmla="*/ 415925 w 583009"/>
                    <a:gd name="connsiteY9" fmla="*/ 832856 h 1612863"/>
                    <a:gd name="connsiteX10" fmla="*/ 311150 w 583009"/>
                    <a:gd name="connsiteY10" fmla="*/ 361368 h 1612863"/>
                    <a:gd name="connsiteX11" fmla="*/ 0 w 583009"/>
                    <a:gd name="connsiteY11" fmla="*/ 49425 h 16128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583009" h="1612863">
                      <a:moveTo>
                        <a:pt x="0" y="49425"/>
                      </a:moveTo>
                      <a:cubicBezTo>
                        <a:pt x="130174" y="-36300"/>
                        <a:pt x="186267" y="9339"/>
                        <a:pt x="257969" y="39105"/>
                      </a:cubicBezTo>
                      <a:cubicBezTo>
                        <a:pt x="329671" y="68871"/>
                        <a:pt x="376503" y="105649"/>
                        <a:pt x="430213" y="228019"/>
                      </a:cubicBezTo>
                      <a:cubicBezTo>
                        <a:pt x="483924" y="350389"/>
                        <a:pt x="569913" y="596318"/>
                        <a:pt x="580232" y="773325"/>
                      </a:cubicBezTo>
                      <a:cubicBezTo>
                        <a:pt x="590551" y="950332"/>
                        <a:pt x="570309" y="1126148"/>
                        <a:pt x="549275" y="1247195"/>
                      </a:cubicBezTo>
                      <a:cubicBezTo>
                        <a:pt x="528241" y="1368242"/>
                        <a:pt x="488157" y="1513100"/>
                        <a:pt x="439738" y="1571043"/>
                      </a:cubicBezTo>
                      <a:cubicBezTo>
                        <a:pt x="391319" y="1628987"/>
                        <a:pt x="304006" y="1616287"/>
                        <a:pt x="258763" y="1594856"/>
                      </a:cubicBezTo>
                      <a:cubicBezTo>
                        <a:pt x="296863" y="1549613"/>
                        <a:pt x="322262" y="1516275"/>
                        <a:pt x="344487" y="1454362"/>
                      </a:cubicBezTo>
                      <a:cubicBezTo>
                        <a:pt x="366712" y="1392449"/>
                        <a:pt x="380207" y="1326965"/>
                        <a:pt x="392113" y="1223381"/>
                      </a:cubicBezTo>
                      <a:cubicBezTo>
                        <a:pt x="404019" y="1119797"/>
                        <a:pt x="429419" y="976525"/>
                        <a:pt x="415925" y="832856"/>
                      </a:cubicBezTo>
                      <a:cubicBezTo>
                        <a:pt x="402431" y="689187"/>
                        <a:pt x="349515" y="482415"/>
                        <a:pt x="311150" y="361368"/>
                      </a:cubicBezTo>
                      <a:cubicBezTo>
                        <a:pt x="272785" y="240321"/>
                        <a:pt x="236537" y="109751"/>
                        <a:pt x="0" y="49425"/>
                      </a:cubicBezTo>
                      <a:close/>
                    </a:path>
                  </a:pathLst>
                </a:custGeom>
                <a:solidFill>
                  <a:srgbClr val="E6BB7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4" name="任意多边形 63"/>
                <p:cNvSpPr/>
                <p:nvPr/>
              </p:nvSpPr>
              <p:spPr>
                <a:xfrm>
                  <a:off x="7131898" y="2094047"/>
                  <a:ext cx="583009" cy="1612863"/>
                </a:xfrm>
                <a:custGeom>
                  <a:avLst/>
                  <a:gdLst>
                    <a:gd name="connsiteX0" fmla="*/ 2192 w 582624"/>
                    <a:gd name="connsiteY0" fmla="*/ 36522 h 1656991"/>
                    <a:gd name="connsiteX1" fmla="*/ 159354 w 582624"/>
                    <a:gd name="connsiteY1" fmla="*/ 31759 h 1656991"/>
                    <a:gd name="connsiteX2" fmla="*/ 402242 w 582624"/>
                    <a:gd name="connsiteY2" fmla="*/ 236547 h 1656991"/>
                    <a:gd name="connsiteX3" fmla="*/ 578454 w 582624"/>
                    <a:gd name="connsiteY3" fmla="*/ 784234 h 1656991"/>
                    <a:gd name="connsiteX4" fmla="*/ 511779 w 582624"/>
                    <a:gd name="connsiteY4" fmla="*/ 1484322 h 1656991"/>
                    <a:gd name="connsiteX5" fmla="*/ 340329 w 582624"/>
                    <a:gd name="connsiteY5" fmla="*/ 1651009 h 1656991"/>
                    <a:gd name="connsiteX6" fmla="*/ 221267 w 582624"/>
                    <a:gd name="connsiteY6" fmla="*/ 1608147 h 1656991"/>
                    <a:gd name="connsiteX7" fmla="*/ 283179 w 582624"/>
                    <a:gd name="connsiteY7" fmla="*/ 1493847 h 1656991"/>
                    <a:gd name="connsiteX8" fmla="*/ 354617 w 582624"/>
                    <a:gd name="connsiteY8" fmla="*/ 1236672 h 1656991"/>
                    <a:gd name="connsiteX9" fmla="*/ 378429 w 582624"/>
                    <a:gd name="connsiteY9" fmla="*/ 846147 h 1656991"/>
                    <a:gd name="connsiteX10" fmla="*/ 273654 w 582624"/>
                    <a:gd name="connsiteY10" fmla="*/ 374659 h 1656991"/>
                    <a:gd name="connsiteX11" fmla="*/ 2192 w 582624"/>
                    <a:gd name="connsiteY11" fmla="*/ 36522 h 1656991"/>
                    <a:gd name="connsiteX0" fmla="*/ 2192 w 582624"/>
                    <a:gd name="connsiteY0" fmla="*/ 36522 h 1656991"/>
                    <a:gd name="connsiteX1" fmla="*/ 159354 w 582624"/>
                    <a:gd name="connsiteY1" fmla="*/ 31759 h 1656991"/>
                    <a:gd name="connsiteX2" fmla="*/ 402242 w 582624"/>
                    <a:gd name="connsiteY2" fmla="*/ 236547 h 1656991"/>
                    <a:gd name="connsiteX3" fmla="*/ 578454 w 582624"/>
                    <a:gd name="connsiteY3" fmla="*/ 784234 h 1656991"/>
                    <a:gd name="connsiteX4" fmla="*/ 511779 w 582624"/>
                    <a:gd name="connsiteY4" fmla="*/ 1484322 h 1656991"/>
                    <a:gd name="connsiteX5" fmla="*/ 340329 w 582624"/>
                    <a:gd name="connsiteY5" fmla="*/ 1651009 h 1656991"/>
                    <a:gd name="connsiteX6" fmla="*/ 221267 w 582624"/>
                    <a:gd name="connsiteY6" fmla="*/ 1608147 h 1656991"/>
                    <a:gd name="connsiteX7" fmla="*/ 283179 w 582624"/>
                    <a:gd name="connsiteY7" fmla="*/ 1493847 h 1656991"/>
                    <a:gd name="connsiteX8" fmla="*/ 354617 w 582624"/>
                    <a:gd name="connsiteY8" fmla="*/ 1236672 h 1656991"/>
                    <a:gd name="connsiteX9" fmla="*/ 378429 w 582624"/>
                    <a:gd name="connsiteY9" fmla="*/ 846147 h 1656991"/>
                    <a:gd name="connsiteX10" fmla="*/ 273654 w 582624"/>
                    <a:gd name="connsiteY10" fmla="*/ 374659 h 1656991"/>
                    <a:gd name="connsiteX11" fmla="*/ 2192 w 582624"/>
                    <a:gd name="connsiteY11" fmla="*/ 36522 h 1656991"/>
                    <a:gd name="connsiteX0" fmla="*/ 0 w 580432"/>
                    <a:gd name="connsiteY0" fmla="*/ 20487 h 1640956"/>
                    <a:gd name="connsiteX1" fmla="*/ 157162 w 580432"/>
                    <a:gd name="connsiteY1" fmla="*/ 15724 h 1640956"/>
                    <a:gd name="connsiteX2" fmla="*/ 400050 w 580432"/>
                    <a:gd name="connsiteY2" fmla="*/ 220512 h 1640956"/>
                    <a:gd name="connsiteX3" fmla="*/ 576262 w 580432"/>
                    <a:gd name="connsiteY3" fmla="*/ 768199 h 1640956"/>
                    <a:gd name="connsiteX4" fmla="*/ 509587 w 580432"/>
                    <a:gd name="connsiteY4" fmla="*/ 1468287 h 1640956"/>
                    <a:gd name="connsiteX5" fmla="*/ 338137 w 580432"/>
                    <a:gd name="connsiteY5" fmla="*/ 1634974 h 1640956"/>
                    <a:gd name="connsiteX6" fmla="*/ 219075 w 580432"/>
                    <a:gd name="connsiteY6" fmla="*/ 1592112 h 1640956"/>
                    <a:gd name="connsiteX7" fmla="*/ 280987 w 580432"/>
                    <a:gd name="connsiteY7" fmla="*/ 1477812 h 1640956"/>
                    <a:gd name="connsiteX8" fmla="*/ 352425 w 580432"/>
                    <a:gd name="connsiteY8" fmla="*/ 1220637 h 1640956"/>
                    <a:gd name="connsiteX9" fmla="*/ 376237 w 580432"/>
                    <a:gd name="connsiteY9" fmla="*/ 830112 h 1640956"/>
                    <a:gd name="connsiteX10" fmla="*/ 271462 w 580432"/>
                    <a:gd name="connsiteY10" fmla="*/ 358624 h 1640956"/>
                    <a:gd name="connsiteX11" fmla="*/ 0 w 580432"/>
                    <a:gd name="connsiteY11" fmla="*/ 20487 h 1640956"/>
                    <a:gd name="connsiteX0" fmla="*/ 0 w 580432"/>
                    <a:gd name="connsiteY0" fmla="*/ 5954 h 1626423"/>
                    <a:gd name="connsiteX1" fmla="*/ 157162 w 580432"/>
                    <a:gd name="connsiteY1" fmla="*/ 1191 h 1626423"/>
                    <a:gd name="connsiteX2" fmla="*/ 400050 w 580432"/>
                    <a:gd name="connsiteY2" fmla="*/ 205979 h 1626423"/>
                    <a:gd name="connsiteX3" fmla="*/ 576262 w 580432"/>
                    <a:gd name="connsiteY3" fmla="*/ 753666 h 1626423"/>
                    <a:gd name="connsiteX4" fmla="*/ 509587 w 580432"/>
                    <a:gd name="connsiteY4" fmla="*/ 1453754 h 1626423"/>
                    <a:gd name="connsiteX5" fmla="*/ 338137 w 580432"/>
                    <a:gd name="connsiteY5" fmla="*/ 1620441 h 1626423"/>
                    <a:gd name="connsiteX6" fmla="*/ 219075 w 580432"/>
                    <a:gd name="connsiteY6" fmla="*/ 1577579 h 1626423"/>
                    <a:gd name="connsiteX7" fmla="*/ 280987 w 580432"/>
                    <a:gd name="connsiteY7" fmla="*/ 1463279 h 1626423"/>
                    <a:gd name="connsiteX8" fmla="*/ 352425 w 580432"/>
                    <a:gd name="connsiteY8" fmla="*/ 1206104 h 1626423"/>
                    <a:gd name="connsiteX9" fmla="*/ 376237 w 580432"/>
                    <a:gd name="connsiteY9" fmla="*/ 815579 h 1626423"/>
                    <a:gd name="connsiteX10" fmla="*/ 271462 w 580432"/>
                    <a:gd name="connsiteY10" fmla="*/ 344091 h 1626423"/>
                    <a:gd name="connsiteX11" fmla="*/ 0 w 580432"/>
                    <a:gd name="connsiteY11" fmla="*/ 5954 h 1626423"/>
                    <a:gd name="connsiteX0" fmla="*/ 0 w 580432"/>
                    <a:gd name="connsiteY0" fmla="*/ 5954 h 1626423"/>
                    <a:gd name="connsiteX1" fmla="*/ 157162 w 580432"/>
                    <a:gd name="connsiteY1" fmla="*/ 1191 h 1626423"/>
                    <a:gd name="connsiteX2" fmla="*/ 400050 w 580432"/>
                    <a:gd name="connsiteY2" fmla="*/ 205979 h 1626423"/>
                    <a:gd name="connsiteX3" fmla="*/ 576262 w 580432"/>
                    <a:gd name="connsiteY3" fmla="*/ 753666 h 1626423"/>
                    <a:gd name="connsiteX4" fmla="*/ 509587 w 580432"/>
                    <a:gd name="connsiteY4" fmla="*/ 1453754 h 1626423"/>
                    <a:gd name="connsiteX5" fmla="*/ 338137 w 580432"/>
                    <a:gd name="connsiteY5" fmla="*/ 1620441 h 1626423"/>
                    <a:gd name="connsiteX6" fmla="*/ 219075 w 580432"/>
                    <a:gd name="connsiteY6" fmla="*/ 1577579 h 1626423"/>
                    <a:gd name="connsiteX7" fmla="*/ 280987 w 580432"/>
                    <a:gd name="connsiteY7" fmla="*/ 1463279 h 1626423"/>
                    <a:gd name="connsiteX8" fmla="*/ 352425 w 580432"/>
                    <a:gd name="connsiteY8" fmla="*/ 1206104 h 1626423"/>
                    <a:gd name="connsiteX9" fmla="*/ 376237 w 580432"/>
                    <a:gd name="connsiteY9" fmla="*/ 815579 h 1626423"/>
                    <a:gd name="connsiteX10" fmla="*/ 271462 w 580432"/>
                    <a:gd name="connsiteY10" fmla="*/ 344091 h 1626423"/>
                    <a:gd name="connsiteX11" fmla="*/ 0 w 580432"/>
                    <a:gd name="connsiteY11" fmla="*/ 5954 h 1626423"/>
                    <a:gd name="connsiteX0" fmla="*/ 0 w 580432"/>
                    <a:gd name="connsiteY0" fmla="*/ 5954 h 1626423"/>
                    <a:gd name="connsiteX1" fmla="*/ 157162 w 580432"/>
                    <a:gd name="connsiteY1" fmla="*/ 1191 h 1626423"/>
                    <a:gd name="connsiteX2" fmla="*/ 400050 w 580432"/>
                    <a:gd name="connsiteY2" fmla="*/ 205979 h 1626423"/>
                    <a:gd name="connsiteX3" fmla="*/ 576262 w 580432"/>
                    <a:gd name="connsiteY3" fmla="*/ 753666 h 1626423"/>
                    <a:gd name="connsiteX4" fmla="*/ 509587 w 580432"/>
                    <a:gd name="connsiteY4" fmla="*/ 1453754 h 1626423"/>
                    <a:gd name="connsiteX5" fmla="*/ 338137 w 580432"/>
                    <a:gd name="connsiteY5" fmla="*/ 1620441 h 1626423"/>
                    <a:gd name="connsiteX6" fmla="*/ 219075 w 580432"/>
                    <a:gd name="connsiteY6" fmla="*/ 1577579 h 1626423"/>
                    <a:gd name="connsiteX7" fmla="*/ 280987 w 580432"/>
                    <a:gd name="connsiteY7" fmla="*/ 1463279 h 1626423"/>
                    <a:gd name="connsiteX8" fmla="*/ 352425 w 580432"/>
                    <a:gd name="connsiteY8" fmla="*/ 1206104 h 1626423"/>
                    <a:gd name="connsiteX9" fmla="*/ 376237 w 580432"/>
                    <a:gd name="connsiteY9" fmla="*/ 815579 h 1626423"/>
                    <a:gd name="connsiteX10" fmla="*/ 271462 w 580432"/>
                    <a:gd name="connsiteY10" fmla="*/ 344091 h 1626423"/>
                    <a:gd name="connsiteX11" fmla="*/ 0 w 580432"/>
                    <a:gd name="connsiteY11" fmla="*/ 5954 h 1626423"/>
                    <a:gd name="connsiteX0" fmla="*/ 0 w 580923"/>
                    <a:gd name="connsiteY0" fmla="*/ 5954 h 1626423"/>
                    <a:gd name="connsiteX1" fmla="*/ 157162 w 580923"/>
                    <a:gd name="connsiteY1" fmla="*/ 1191 h 1626423"/>
                    <a:gd name="connsiteX2" fmla="*/ 400050 w 580923"/>
                    <a:gd name="connsiteY2" fmla="*/ 205979 h 1626423"/>
                    <a:gd name="connsiteX3" fmla="*/ 576262 w 580923"/>
                    <a:gd name="connsiteY3" fmla="*/ 753666 h 1626423"/>
                    <a:gd name="connsiteX4" fmla="*/ 509587 w 580923"/>
                    <a:gd name="connsiteY4" fmla="*/ 1453754 h 1626423"/>
                    <a:gd name="connsiteX5" fmla="*/ 338137 w 580923"/>
                    <a:gd name="connsiteY5" fmla="*/ 1620441 h 1626423"/>
                    <a:gd name="connsiteX6" fmla="*/ 219075 w 580923"/>
                    <a:gd name="connsiteY6" fmla="*/ 1577579 h 1626423"/>
                    <a:gd name="connsiteX7" fmla="*/ 280987 w 580923"/>
                    <a:gd name="connsiteY7" fmla="*/ 1463279 h 1626423"/>
                    <a:gd name="connsiteX8" fmla="*/ 352425 w 580923"/>
                    <a:gd name="connsiteY8" fmla="*/ 1206104 h 1626423"/>
                    <a:gd name="connsiteX9" fmla="*/ 376237 w 580923"/>
                    <a:gd name="connsiteY9" fmla="*/ 815579 h 1626423"/>
                    <a:gd name="connsiteX10" fmla="*/ 271462 w 580923"/>
                    <a:gd name="connsiteY10" fmla="*/ 344091 h 1626423"/>
                    <a:gd name="connsiteX11" fmla="*/ 0 w 580923"/>
                    <a:gd name="connsiteY11" fmla="*/ 5954 h 1626423"/>
                    <a:gd name="connsiteX0" fmla="*/ 0 w 580923"/>
                    <a:gd name="connsiteY0" fmla="*/ 5954 h 1620536"/>
                    <a:gd name="connsiteX1" fmla="*/ 157162 w 580923"/>
                    <a:gd name="connsiteY1" fmla="*/ 1191 h 1620536"/>
                    <a:gd name="connsiteX2" fmla="*/ 400050 w 580923"/>
                    <a:gd name="connsiteY2" fmla="*/ 205979 h 1620536"/>
                    <a:gd name="connsiteX3" fmla="*/ 576262 w 580923"/>
                    <a:gd name="connsiteY3" fmla="*/ 753666 h 1620536"/>
                    <a:gd name="connsiteX4" fmla="*/ 509587 w 580923"/>
                    <a:gd name="connsiteY4" fmla="*/ 1453754 h 1620536"/>
                    <a:gd name="connsiteX5" fmla="*/ 338137 w 580923"/>
                    <a:gd name="connsiteY5" fmla="*/ 1620441 h 1620536"/>
                    <a:gd name="connsiteX6" fmla="*/ 219075 w 580923"/>
                    <a:gd name="connsiteY6" fmla="*/ 1577579 h 1620536"/>
                    <a:gd name="connsiteX7" fmla="*/ 280987 w 580923"/>
                    <a:gd name="connsiteY7" fmla="*/ 1463279 h 1620536"/>
                    <a:gd name="connsiteX8" fmla="*/ 352425 w 580923"/>
                    <a:gd name="connsiteY8" fmla="*/ 1206104 h 1620536"/>
                    <a:gd name="connsiteX9" fmla="*/ 376237 w 580923"/>
                    <a:gd name="connsiteY9" fmla="*/ 815579 h 1620536"/>
                    <a:gd name="connsiteX10" fmla="*/ 271462 w 580923"/>
                    <a:gd name="connsiteY10" fmla="*/ 344091 h 1620536"/>
                    <a:gd name="connsiteX11" fmla="*/ 0 w 580923"/>
                    <a:gd name="connsiteY11" fmla="*/ 5954 h 1620536"/>
                    <a:gd name="connsiteX0" fmla="*/ 0 w 580923"/>
                    <a:gd name="connsiteY0" fmla="*/ 5954 h 1620536"/>
                    <a:gd name="connsiteX1" fmla="*/ 157162 w 580923"/>
                    <a:gd name="connsiteY1" fmla="*/ 1191 h 1620536"/>
                    <a:gd name="connsiteX2" fmla="*/ 400050 w 580923"/>
                    <a:gd name="connsiteY2" fmla="*/ 205979 h 1620536"/>
                    <a:gd name="connsiteX3" fmla="*/ 576262 w 580923"/>
                    <a:gd name="connsiteY3" fmla="*/ 753666 h 1620536"/>
                    <a:gd name="connsiteX4" fmla="*/ 509587 w 580923"/>
                    <a:gd name="connsiteY4" fmla="*/ 1453754 h 1620536"/>
                    <a:gd name="connsiteX5" fmla="*/ 338137 w 580923"/>
                    <a:gd name="connsiteY5" fmla="*/ 1620441 h 1620536"/>
                    <a:gd name="connsiteX6" fmla="*/ 219075 w 580923"/>
                    <a:gd name="connsiteY6" fmla="*/ 1577579 h 1620536"/>
                    <a:gd name="connsiteX7" fmla="*/ 280987 w 580923"/>
                    <a:gd name="connsiteY7" fmla="*/ 1463279 h 1620536"/>
                    <a:gd name="connsiteX8" fmla="*/ 352425 w 580923"/>
                    <a:gd name="connsiteY8" fmla="*/ 1206104 h 1620536"/>
                    <a:gd name="connsiteX9" fmla="*/ 376237 w 580923"/>
                    <a:gd name="connsiteY9" fmla="*/ 815579 h 1620536"/>
                    <a:gd name="connsiteX10" fmla="*/ 271462 w 580923"/>
                    <a:gd name="connsiteY10" fmla="*/ 344091 h 1620536"/>
                    <a:gd name="connsiteX11" fmla="*/ 0 w 580923"/>
                    <a:gd name="connsiteY11" fmla="*/ 5954 h 1620536"/>
                    <a:gd name="connsiteX0" fmla="*/ 0 w 580923"/>
                    <a:gd name="connsiteY0" fmla="*/ 5954 h 1620518"/>
                    <a:gd name="connsiteX1" fmla="*/ 157162 w 580923"/>
                    <a:gd name="connsiteY1" fmla="*/ 1191 h 1620518"/>
                    <a:gd name="connsiteX2" fmla="*/ 400050 w 580923"/>
                    <a:gd name="connsiteY2" fmla="*/ 205979 h 1620518"/>
                    <a:gd name="connsiteX3" fmla="*/ 576262 w 580923"/>
                    <a:gd name="connsiteY3" fmla="*/ 753666 h 1620518"/>
                    <a:gd name="connsiteX4" fmla="*/ 509587 w 580923"/>
                    <a:gd name="connsiteY4" fmla="*/ 1453754 h 1620518"/>
                    <a:gd name="connsiteX5" fmla="*/ 338137 w 580923"/>
                    <a:gd name="connsiteY5" fmla="*/ 1620441 h 1620518"/>
                    <a:gd name="connsiteX6" fmla="*/ 219075 w 580923"/>
                    <a:gd name="connsiteY6" fmla="*/ 1577579 h 1620518"/>
                    <a:gd name="connsiteX7" fmla="*/ 280987 w 580923"/>
                    <a:gd name="connsiteY7" fmla="*/ 1463279 h 1620518"/>
                    <a:gd name="connsiteX8" fmla="*/ 352425 w 580923"/>
                    <a:gd name="connsiteY8" fmla="*/ 1206104 h 1620518"/>
                    <a:gd name="connsiteX9" fmla="*/ 376237 w 580923"/>
                    <a:gd name="connsiteY9" fmla="*/ 815579 h 1620518"/>
                    <a:gd name="connsiteX10" fmla="*/ 271462 w 580923"/>
                    <a:gd name="connsiteY10" fmla="*/ 344091 h 1620518"/>
                    <a:gd name="connsiteX11" fmla="*/ 0 w 580923"/>
                    <a:gd name="connsiteY11" fmla="*/ 5954 h 1620518"/>
                    <a:gd name="connsiteX0" fmla="*/ 0 w 580407"/>
                    <a:gd name="connsiteY0" fmla="*/ 5954 h 1611042"/>
                    <a:gd name="connsiteX1" fmla="*/ 157162 w 580407"/>
                    <a:gd name="connsiteY1" fmla="*/ 1191 h 1611042"/>
                    <a:gd name="connsiteX2" fmla="*/ 400050 w 580407"/>
                    <a:gd name="connsiteY2" fmla="*/ 205979 h 1611042"/>
                    <a:gd name="connsiteX3" fmla="*/ 576262 w 580407"/>
                    <a:gd name="connsiteY3" fmla="*/ 753666 h 1611042"/>
                    <a:gd name="connsiteX4" fmla="*/ 509587 w 580407"/>
                    <a:gd name="connsiteY4" fmla="*/ 1453754 h 1611042"/>
                    <a:gd name="connsiteX5" fmla="*/ 340518 w 580407"/>
                    <a:gd name="connsiteY5" fmla="*/ 1610916 h 1611042"/>
                    <a:gd name="connsiteX6" fmla="*/ 219075 w 580407"/>
                    <a:gd name="connsiteY6" fmla="*/ 1577579 h 1611042"/>
                    <a:gd name="connsiteX7" fmla="*/ 280987 w 580407"/>
                    <a:gd name="connsiteY7" fmla="*/ 1463279 h 1611042"/>
                    <a:gd name="connsiteX8" fmla="*/ 352425 w 580407"/>
                    <a:gd name="connsiteY8" fmla="*/ 1206104 h 1611042"/>
                    <a:gd name="connsiteX9" fmla="*/ 376237 w 580407"/>
                    <a:gd name="connsiteY9" fmla="*/ 815579 h 1611042"/>
                    <a:gd name="connsiteX10" fmla="*/ 271462 w 580407"/>
                    <a:gd name="connsiteY10" fmla="*/ 344091 h 1611042"/>
                    <a:gd name="connsiteX11" fmla="*/ 0 w 580407"/>
                    <a:gd name="connsiteY11" fmla="*/ 5954 h 1611042"/>
                    <a:gd name="connsiteX0" fmla="*/ 0 w 580130"/>
                    <a:gd name="connsiteY0" fmla="*/ 5954 h 1611042"/>
                    <a:gd name="connsiteX1" fmla="*/ 157162 w 580130"/>
                    <a:gd name="connsiteY1" fmla="*/ 1191 h 1611042"/>
                    <a:gd name="connsiteX2" fmla="*/ 400050 w 580130"/>
                    <a:gd name="connsiteY2" fmla="*/ 205979 h 1611042"/>
                    <a:gd name="connsiteX3" fmla="*/ 576262 w 580130"/>
                    <a:gd name="connsiteY3" fmla="*/ 753666 h 1611042"/>
                    <a:gd name="connsiteX4" fmla="*/ 509587 w 580130"/>
                    <a:gd name="connsiteY4" fmla="*/ 1453754 h 1611042"/>
                    <a:gd name="connsiteX5" fmla="*/ 340518 w 580130"/>
                    <a:gd name="connsiteY5" fmla="*/ 1610916 h 1611042"/>
                    <a:gd name="connsiteX6" fmla="*/ 219075 w 580130"/>
                    <a:gd name="connsiteY6" fmla="*/ 1577579 h 1611042"/>
                    <a:gd name="connsiteX7" fmla="*/ 280987 w 580130"/>
                    <a:gd name="connsiteY7" fmla="*/ 1463279 h 1611042"/>
                    <a:gd name="connsiteX8" fmla="*/ 352425 w 580130"/>
                    <a:gd name="connsiteY8" fmla="*/ 1206104 h 1611042"/>
                    <a:gd name="connsiteX9" fmla="*/ 376237 w 580130"/>
                    <a:gd name="connsiteY9" fmla="*/ 815579 h 1611042"/>
                    <a:gd name="connsiteX10" fmla="*/ 271462 w 580130"/>
                    <a:gd name="connsiteY10" fmla="*/ 344091 h 1611042"/>
                    <a:gd name="connsiteX11" fmla="*/ 0 w 580130"/>
                    <a:gd name="connsiteY11" fmla="*/ 5954 h 1611042"/>
                    <a:gd name="connsiteX0" fmla="*/ 0 w 579406"/>
                    <a:gd name="connsiteY0" fmla="*/ 5954 h 1617985"/>
                    <a:gd name="connsiteX1" fmla="*/ 157162 w 579406"/>
                    <a:gd name="connsiteY1" fmla="*/ 1191 h 1617985"/>
                    <a:gd name="connsiteX2" fmla="*/ 400050 w 579406"/>
                    <a:gd name="connsiteY2" fmla="*/ 205979 h 1617985"/>
                    <a:gd name="connsiteX3" fmla="*/ 576262 w 579406"/>
                    <a:gd name="connsiteY3" fmla="*/ 753666 h 1617985"/>
                    <a:gd name="connsiteX4" fmla="*/ 502444 w 579406"/>
                    <a:gd name="connsiteY4" fmla="*/ 1446611 h 1617985"/>
                    <a:gd name="connsiteX5" fmla="*/ 340518 w 579406"/>
                    <a:gd name="connsiteY5" fmla="*/ 1610916 h 1617985"/>
                    <a:gd name="connsiteX6" fmla="*/ 219075 w 579406"/>
                    <a:gd name="connsiteY6" fmla="*/ 1577579 h 1617985"/>
                    <a:gd name="connsiteX7" fmla="*/ 280987 w 579406"/>
                    <a:gd name="connsiteY7" fmla="*/ 1463279 h 1617985"/>
                    <a:gd name="connsiteX8" fmla="*/ 352425 w 579406"/>
                    <a:gd name="connsiteY8" fmla="*/ 1206104 h 1617985"/>
                    <a:gd name="connsiteX9" fmla="*/ 376237 w 579406"/>
                    <a:gd name="connsiteY9" fmla="*/ 815579 h 1617985"/>
                    <a:gd name="connsiteX10" fmla="*/ 271462 w 579406"/>
                    <a:gd name="connsiteY10" fmla="*/ 344091 h 1617985"/>
                    <a:gd name="connsiteX11" fmla="*/ 0 w 579406"/>
                    <a:gd name="connsiteY11" fmla="*/ 5954 h 1617985"/>
                    <a:gd name="connsiteX0" fmla="*/ 0 w 579406"/>
                    <a:gd name="connsiteY0" fmla="*/ 5954 h 1610925"/>
                    <a:gd name="connsiteX1" fmla="*/ 157162 w 579406"/>
                    <a:gd name="connsiteY1" fmla="*/ 1191 h 1610925"/>
                    <a:gd name="connsiteX2" fmla="*/ 400050 w 579406"/>
                    <a:gd name="connsiteY2" fmla="*/ 205979 h 1610925"/>
                    <a:gd name="connsiteX3" fmla="*/ 576262 w 579406"/>
                    <a:gd name="connsiteY3" fmla="*/ 753666 h 1610925"/>
                    <a:gd name="connsiteX4" fmla="*/ 502444 w 579406"/>
                    <a:gd name="connsiteY4" fmla="*/ 1446611 h 1610925"/>
                    <a:gd name="connsiteX5" fmla="*/ 340518 w 579406"/>
                    <a:gd name="connsiteY5" fmla="*/ 1610916 h 1610925"/>
                    <a:gd name="connsiteX6" fmla="*/ 219075 w 579406"/>
                    <a:gd name="connsiteY6" fmla="*/ 1577579 h 1610925"/>
                    <a:gd name="connsiteX7" fmla="*/ 280987 w 579406"/>
                    <a:gd name="connsiteY7" fmla="*/ 1463279 h 1610925"/>
                    <a:gd name="connsiteX8" fmla="*/ 352425 w 579406"/>
                    <a:gd name="connsiteY8" fmla="*/ 1206104 h 1610925"/>
                    <a:gd name="connsiteX9" fmla="*/ 376237 w 579406"/>
                    <a:gd name="connsiteY9" fmla="*/ 815579 h 1610925"/>
                    <a:gd name="connsiteX10" fmla="*/ 271462 w 579406"/>
                    <a:gd name="connsiteY10" fmla="*/ 344091 h 1610925"/>
                    <a:gd name="connsiteX11" fmla="*/ 0 w 579406"/>
                    <a:gd name="connsiteY11" fmla="*/ 5954 h 1610925"/>
                    <a:gd name="connsiteX0" fmla="*/ 0 w 579600"/>
                    <a:gd name="connsiteY0" fmla="*/ 5954 h 1603792"/>
                    <a:gd name="connsiteX1" fmla="*/ 157162 w 579600"/>
                    <a:gd name="connsiteY1" fmla="*/ 1191 h 1603792"/>
                    <a:gd name="connsiteX2" fmla="*/ 400050 w 579600"/>
                    <a:gd name="connsiteY2" fmla="*/ 205979 h 1603792"/>
                    <a:gd name="connsiteX3" fmla="*/ 576262 w 579600"/>
                    <a:gd name="connsiteY3" fmla="*/ 753666 h 1603792"/>
                    <a:gd name="connsiteX4" fmla="*/ 502444 w 579600"/>
                    <a:gd name="connsiteY4" fmla="*/ 1446611 h 1603792"/>
                    <a:gd name="connsiteX5" fmla="*/ 342900 w 579600"/>
                    <a:gd name="connsiteY5" fmla="*/ 1603772 h 1603792"/>
                    <a:gd name="connsiteX6" fmla="*/ 219075 w 579600"/>
                    <a:gd name="connsiteY6" fmla="*/ 1577579 h 1603792"/>
                    <a:gd name="connsiteX7" fmla="*/ 280987 w 579600"/>
                    <a:gd name="connsiteY7" fmla="*/ 1463279 h 1603792"/>
                    <a:gd name="connsiteX8" fmla="*/ 352425 w 579600"/>
                    <a:gd name="connsiteY8" fmla="*/ 1206104 h 1603792"/>
                    <a:gd name="connsiteX9" fmla="*/ 376237 w 579600"/>
                    <a:gd name="connsiteY9" fmla="*/ 815579 h 1603792"/>
                    <a:gd name="connsiteX10" fmla="*/ 271462 w 579600"/>
                    <a:gd name="connsiteY10" fmla="*/ 344091 h 1603792"/>
                    <a:gd name="connsiteX11" fmla="*/ 0 w 579600"/>
                    <a:gd name="connsiteY11" fmla="*/ 5954 h 1603792"/>
                    <a:gd name="connsiteX0" fmla="*/ 0 w 579492"/>
                    <a:gd name="connsiteY0" fmla="*/ 5954 h 1603792"/>
                    <a:gd name="connsiteX1" fmla="*/ 157162 w 579492"/>
                    <a:gd name="connsiteY1" fmla="*/ 1191 h 1603792"/>
                    <a:gd name="connsiteX2" fmla="*/ 400050 w 579492"/>
                    <a:gd name="connsiteY2" fmla="*/ 205979 h 1603792"/>
                    <a:gd name="connsiteX3" fmla="*/ 576262 w 579492"/>
                    <a:gd name="connsiteY3" fmla="*/ 753666 h 1603792"/>
                    <a:gd name="connsiteX4" fmla="*/ 502444 w 579492"/>
                    <a:gd name="connsiteY4" fmla="*/ 1446611 h 1603792"/>
                    <a:gd name="connsiteX5" fmla="*/ 342900 w 579492"/>
                    <a:gd name="connsiteY5" fmla="*/ 1603772 h 1603792"/>
                    <a:gd name="connsiteX6" fmla="*/ 219075 w 579492"/>
                    <a:gd name="connsiteY6" fmla="*/ 1577579 h 1603792"/>
                    <a:gd name="connsiteX7" fmla="*/ 280987 w 579492"/>
                    <a:gd name="connsiteY7" fmla="*/ 1463279 h 1603792"/>
                    <a:gd name="connsiteX8" fmla="*/ 352425 w 579492"/>
                    <a:gd name="connsiteY8" fmla="*/ 1206104 h 1603792"/>
                    <a:gd name="connsiteX9" fmla="*/ 376237 w 579492"/>
                    <a:gd name="connsiteY9" fmla="*/ 815579 h 1603792"/>
                    <a:gd name="connsiteX10" fmla="*/ 271462 w 579492"/>
                    <a:gd name="connsiteY10" fmla="*/ 344091 h 1603792"/>
                    <a:gd name="connsiteX11" fmla="*/ 0 w 579492"/>
                    <a:gd name="connsiteY11" fmla="*/ 5954 h 1603792"/>
                    <a:gd name="connsiteX0" fmla="*/ 0 w 598542"/>
                    <a:gd name="connsiteY0" fmla="*/ 29332 h 1614470"/>
                    <a:gd name="connsiteX1" fmla="*/ 176212 w 598542"/>
                    <a:gd name="connsiteY1" fmla="*/ 11869 h 1614470"/>
                    <a:gd name="connsiteX2" fmla="*/ 419100 w 598542"/>
                    <a:gd name="connsiteY2" fmla="*/ 216657 h 1614470"/>
                    <a:gd name="connsiteX3" fmla="*/ 595312 w 598542"/>
                    <a:gd name="connsiteY3" fmla="*/ 764344 h 1614470"/>
                    <a:gd name="connsiteX4" fmla="*/ 521494 w 598542"/>
                    <a:gd name="connsiteY4" fmla="*/ 1457289 h 1614470"/>
                    <a:gd name="connsiteX5" fmla="*/ 361950 w 598542"/>
                    <a:gd name="connsiteY5" fmla="*/ 1614450 h 1614470"/>
                    <a:gd name="connsiteX6" fmla="*/ 238125 w 598542"/>
                    <a:gd name="connsiteY6" fmla="*/ 1588257 h 1614470"/>
                    <a:gd name="connsiteX7" fmla="*/ 300037 w 598542"/>
                    <a:gd name="connsiteY7" fmla="*/ 1473957 h 1614470"/>
                    <a:gd name="connsiteX8" fmla="*/ 371475 w 598542"/>
                    <a:gd name="connsiteY8" fmla="*/ 1216782 h 1614470"/>
                    <a:gd name="connsiteX9" fmla="*/ 395287 w 598542"/>
                    <a:gd name="connsiteY9" fmla="*/ 826257 h 1614470"/>
                    <a:gd name="connsiteX10" fmla="*/ 290512 w 598542"/>
                    <a:gd name="connsiteY10" fmla="*/ 354769 h 1614470"/>
                    <a:gd name="connsiteX11" fmla="*/ 0 w 598542"/>
                    <a:gd name="connsiteY11" fmla="*/ 29332 h 1614470"/>
                    <a:gd name="connsiteX0" fmla="*/ 0 w 598542"/>
                    <a:gd name="connsiteY0" fmla="*/ 37693 h 1622831"/>
                    <a:gd name="connsiteX1" fmla="*/ 176212 w 598542"/>
                    <a:gd name="connsiteY1" fmla="*/ 20230 h 1622831"/>
                    <a:gd name="connsiteX2" fmla="*/ 419100 w 598542"/>
                    <a:gd name="connsiteY2" fmla="*/ 225018 h 1622831"/>
                    <a:gd name="connsiteX3" fmla="*/ 595312 w 598542"/>
                    <a:gd name="connsiteY3" fmla="*/ 772705 h 1622831"/>
                    <a:gd name="connsiteX4" fmla="*/ 521494 w 598542"/>
                    <a:gd name="connsiteY4" fmla="*/ 1465650 h 1622831"/>
                    <a:gd name="connsiteX5" fmla="*/ 361950 w 598542"/>
                    <a:gd name="connsiteY5" fmla="*/ 1622811 h 1622831"/>
                    <a:gd name="connsiteX6" fmla="*/ 238125 w 598542"/>
                    <a:gd name="connsiteY6" fmla="*/ 1596618 h 1622831"/>
                    <a:gd name="connsiteX7" fmla="*/ 300037 w 598542"/>
                    <a:gd name="connsiteY7" fmla="*/ 1482318 h 1622831"/>
                    <a:gd name="connsiteX8" fmla="*/ 371475 w 598542"/>
                    <a:gd name="connsiteY8" fmla="*/ 1225143 h 1622831"/>
                    <a:gd name="connsiteX9" fmla="*/ 395287 w 598542"/>
                    <a:gd name="connsiteY9" fmla="*/ 834618 h 1622831"/>
                    <a:gd name="connsiteX10" fmla="*/ 290512 w 598542"/>
                    <a:gd name="connsiteY10" fmla="*/ 363130 h 1622831"/>
                    <a:gd name="connsiteX11" fmla="*/ 0 w 598542"/>
                    <a:gd name="connsiteY11" fmla="*/ 37693 h 1622831"/>
                    <a:gd name="connsiteX0" fmla="*/ 0 w 598542"/>
                    <a:gd name="connsiteY0" fmla="*/ 31753 h 1616891"/>
                    <a:gd name="connsiteX1" fmla="*/ 176212 w 598542"/>
                    <a:gd name="connsiteY1" fmla="*/ 14290 h 1616891"/>
                    <a:gd name="connsiteX2" fmla="*/ 419100 w 598542"/>
                    <a:gd name="connsiteY2" fmla="*/ 219078 h 1616891"/>
                    <a:gd name="connsiteX3" fmla="*/ 595312 w 598542"/>
                    <a:gd name="connsiteY3" fmla="*/ 766765 h 1616891"/>
                    <a:gd name="connsiteX4" fmla="*/ 521494 w 598542"/>
                    <a:gd name="connsiteY4" fmla="*/ 1459710 h 1616891"/>
                    <a:gd name="connsiteX5" fmla="*/ 361950 w 598542"/>
                    <a:gd name="connsiteY5" fmla="*/ 1616871 h 1616891"/>
                    <a:gd name="connsiteX6" fmla="*/ 238125 w 598542"/>
                    <a:gd name="connsiteY6" fmla="*/ 1590678 h 1616891"/>
                    <a:gd name="connsiteX7" fmla="*/ 300037 w 598542"/>
                    <a:gd name="connsiteY7" fmla="*/ 1476378 h 1616891"/>
                    <a:gd name="connsiteX8" fmla="*/ 371475 w 598542"/>
                    <a:gd name="connsiteY8" fmla="*/ 1219203 h 1616891"/>
                    <a:gd name="connsiteX9" fmla="*/ 395287 w 598542"/>
                    <a:gd name="connsiteY9" fmla="*/ 828678 h 1616891"/>
                    <a:gd name="connsiteX10" fmla="*/ 290512 w 598542"/>
                    <a:gd name="connsiteY10" fmla="*/ 357190 h 1616891"/>
                    <a:gd name="connsiteX11" fmla="*/ 0 w 598542"/>
                    <a:gd name="connsiteY11" fmla="*/ 31753 h 1616891"/>
                    <a:gd name="connsiteX0" fmla="*/ 0 w 598542"/>
                    <a:gd name="connsiteY0" fmla="*/ 16158 h 1601296"/>
                    <a:gd name="connsiteX1" fmla="*/ 230187 w 598542"/>
                    <a:gd name="connsiteY1" fmla="*/ 24095 h 1601296"/>
                    <a:gd name="connsiteX2" fmla="*/ 419100 w 598542"/>
                    <a:gd name="connsiteY2" fmla="*/ 203483 h 1601296"/>
                    <a:gd name="connsiteX3" fmla="*/ 595312 w 598542"/>
                    <a:gd name="connsiteY3" fmla="*/ 751170 h 1601296"/>
                    <a:gd name="connsiteX4" fmla="*/ 521494 w 598542"/>
                    <a:gd name="connsiteY4" fmla="*/ 1444115 h 1601296"/>
                    <a:gd name="connsiteX5" fmla="*/ 361950 w 598542"/>
                    <a:gd name="connsiteY5" fmla="*/ 1601276 h 1601296"/>
                    <a:gd name="connsiteX6" fmla="*/ 238125 w 598542"/>
                    <a:gd name="connsiteY6" fmla="*/ 1575083 h 1601296"/>
                    <a:gd name="connsiteX7" fmla="*/ 300037 w 598542"/>
                    <a:gd name="connsiteY7" fmla="*/ 1460783 h 1601296"/>
                    <a:gd name="connsiteX8" fmla="*/ 371475 w 598542"/>
                    <a:gd name="connsiteY8" fmla="*/ 1203608 h 1601296"/>
                    <a:gd name="connsiteX9" fmla="*/ 395287 w 598542"/>
                    <a:gd name="connsiteY9" fmla="*/ 813083 h 1601296"/>
                    <a:gd name="connsiteX10" fmla="*/ 290512 w 598542"/>
                    <a:gd name="connsiteY10" fmla="*/ 341595 h 1601296"/>
                    <a:gd name="connsiteX11" fmla="*/ 0 w 598542"/>
                    <a:gd name="connsiteY11" fmla="*/ 16158 h 1601296"/>
                    <a:gd name="connsiteX0" fmla="*/ 0 w 598542"/>
                    <a:gd name="connsiteY0" fmla="*/ 18455 h 1603593"/>
                    <a:gd name="connsiteX1" fmla="*/ 230187 w 598542"/>
                    <a:gd name="connsiteY1" fmla="*/ 26392 h 1603593"/>
                    <a:gd name="connsiteX2" fmla="*/ 419100 w 598542"/>
                    <a:gd name="connsiteY2" fmla="*/ 205780 h 1603593"/>
                    <a:gd name="connsiteX3" fmla="*/ 595312 w 598542"/>
                    <a:gd name="connsiteY3" fmla="*/ 753467 h 1603593"/>
                    <a:gd name="connsiteX4" fmla="*/ 521494 w 598542"/>
                    <a:gd name="connsiteY4" fmla="*/ 1446412 h 1603593"/>
                    <a:gd name="connsiteX5" fmla="*/ 361950 w 598542"/>
                    <a:gd name="connsiteY5" fmla="*/ 1603573 h 1603593"/>
                    <a:gd name="connsiteX6" fmla="*/ 238125 w 598542"/>
                    <a:gd name="connsiteY6" fmla="*/ 1577380 h 1603593"/>
                    <a:gd name="connsiteX7" fmla="*/ 300037 w 598542"/>
                    <a:gd name="connsiteY7" fmla="*/ 1463080 h 1603593"/>
                    <a:gd name="connsiteX8" fmla="*/ 371475 w 598542"/>
                    <a:gd name="connsiteY8" fmla="*/ 1205905 h 1603593"/>
                    <a:gd name="connsiteX9" fmla="*/ 395287 w 598542"/>
                    <a:gd name="connsiteY9" fmla="*/ 815380 h 1603593"/>
                    <a:gd name="connsiteX10" fmla="*/ 290512 w 598542"/>
                    <a:gd name="connsiteY10" fmla="*/ 343892 h 1603593"/>
                    <a:gd name="connsiteX11" fmla="*/ 0 w 598542"/>
                    <a:gd name="connsiteY11" fmla="*/ 18455 h 1603593"/>
                    <a:gd name="connsiteX0" fmla="*/ 0 w 598542"/>
                    <a:gd name="connsiteY0" fmla="*/ 18455 h 1603593"/>
                    <a:gd name="connsiteX1" fmla="*/ 230187 w 598542"/>
                    <a:gd name="connsiteY1" fmla="*/ 26392 h 1603593"/>
                    <a:gd name="connsiteX2" fmla="*/ 419100 w 598542"/>
                    <a:gd name="connsiteY2" fmla="*/ 205780 h 1603593"/>
                    <a:gd name="connsiteX3" fmla="*/ 595312 w 598542"/>
                    <a:gd name="connsiteY3" fmla="*/ 753467 h 1603593"/>
                    <a:gd name="connsiteX4" fmla="*/ 521494 w 598542"/>
                    <a:gd name="connsiteY4" fmla="*/ 1446412 h 1603593"/>
                    <a:gd name="connsiteX5" fmla="*/ 361950 w 598542"/>
                    <a:gd name="connsiteY5" fmla="*/ 1603573 h 1603593"/>
                    <a:gd name="connsiteX6" fmla="*/ 238125 w 598542"/>
                    <a:gd name="connsiteY6" fmla="*/ 1577380 h 1603593"/>
                    <a:gd name="connsiteX7" fmla="*/ 300037 w 598542"/>
                    <a:gd name="connsiteY7" fmla="*/ 1463080 h 1603593"/>
                    <a:gd name="connsiteX8" fmla="*/ 371475 w 598542"/>
                    <a:gd name="connsiteY8" fmla="*/ 1205905 h 1603593"/>
                    <a:gd name="connsiteX9" fmla="*/ 395287 w 598542"/>
                    <a:gd name="connsiteY9" fmla="*/ 815380 h 1603593"/>
                    <a:gd name="connsiteX10" fmla="*/ 290512 w 598542"/>
                    <a:gd name="connsiteY10" fmla="*/ 343892 h 1603593"/>
                    <a:gd name="connsiteX11" fmla="*/ 0 w 598542"/>
                    <a:gd name="connsiteY11" fmla="*/ 18455 h 1603593"/>
                    <a:gd name="connsiteX0" fmla="*/ 0 w 623942"/>
                    <a:gd name="connsiteY0" fmla="*/ 23890 h 1593153"/>
                    <a:gd name="connsiteX1" fmla="*/ 255587 w 623942"/>
                    <a:gd name="connsiteY1" fmla="*/ 15952 h 1593153"/>
                    <a:gd name="connsiteX2" fmla="*/ 444500 w 623942"/>
                    <a:gd name="connsiteY2" fmla="*/ 195340 h 1593153"/>
                    <a:gd name="connsiteX3" fmla="*/ 620712 w 623942"/>
                    <a:gd name="connsiteY3" fmla="*/ 743027 h 1593153"/>
                    <a:gd name="connsiteX4" fmla="*/ 546894 w 623942"/>
                    <a:gd name="connsiteY4" fmla="*/ 1435972 h 1593153"/>
                    <a:gd name="connsiteX5" fmla="*/ 387350 w 623942"/>
                    <a:gd name="connsiteY5" fmla="*/ 1593133 h 1593153"/>
                    <a:gd name="connsiteX6" fmla="*/ 263525 w 623942"/>
                    <a:gd name="connsiteY6" fmla="*/ 1566940 h 1593153"/>
                    <a:gd name="connsiteX7" fmla="*/ 325437 w 623942"/>
                    <a:gd name="connsiteY7" fmla="*/ 1452640 h 1593153"/>
                    <a:gd name="connsiteX8" fmla="*/ 396875 w 623942"/>
                    <a:gd name="connsiteY8" fmla="*/ 1195465 h 1593153"/>
                    <a:gd name="connsiteX9" fmla="*/ 420687 w 623942"/>
                    <a:gd name="connsiteY9" fmla="*/ 804940 h 1593153"/>
                    <a:gd name="connsiteX10" fmla="*/ 315912 w 623942"/>
                    <a:gd name="connsiteY10" fmla="*/ 333452 h 1593153"/>
                    <a:gd name="connsiteX11" fmla="*/ 0 w 623942"/>
                    <a:gd name="connsiteY11" fmla="*/ 23890 h 1593153"/>
                    <a:gd name="connsiteX0" fmla="*/ 0 w 623942"/>
                    <a:gd name="connsiteY0" fmla="*/ 40155 h 1609418"/>
                    <a:gd name="connsiteX1" fmla="*/ 255587 w 623942"/>
                    <a:gd name="connsiteY1" fmla="*/ 32217 h 1609418"/>
                    <a:gd name="connsiteX2" fmla="*/ 444500 w 623942"/>
                    <a:gd name="connsiteY2" fmla="*/ 211605 h 1609418"/>
                    <a:gd name="connsiteX3" fmla="*/ 620712 w 623942"/>
                    <a:gd name="connsiteY3" fmla="*/ 759292 h 1609418"/>
                    <a:gd name="connsiteX4" fmla="*/ 546894 w 623942"/>
                    <a:gd name="connsiteY4" fmla="*/ 1452237 h 1609418"/>
                    <a:gd name="connsiteX5" fmla="*/ 387350 w 623942"/>
                    <a:gd name="connsiteY5" fmla="*/ 1609398 h 1609418"/>
                    <a:gd name="connsiteX6" fmla="*/ 263525 w 623942"/>
                    <a:gd name="connsiteY6" fmla="*/ 1583205 h 1609418"/>
                    <a:gd name="connsiteX7" fmla="*/ 325437 w 623942"/>
                    <a:gd name="connsiteY7" fmla="*/ 1468905 h 1609418"/>
                    <a:gd name="connsiteX8" fmla="*/ 396875 w 623942"/>
                    <a:gd name="connsiteY8" fmla="*/ 1211730 h 1609418"/>
                    <a:gd name="connsiteX9" fmla="*/ 420687 w 623942"/>
                    <a:gd name="connsiteY9" fmla="*/ 821205 h 1609418"/>
                    <a:gd name="connsiteX10" fmla="*/ 315912 w 623942"/>
                    <a:gd name="connsiteY10" fmla="*/ 349717 h 1609418"/>
                    <a:gd name="connsiteX11" fmla="*/ 0 w 623942"/>
                    <a:gd name="connsiteY11" fmla="*/ 40155 h 1609418"/>
                    <a:gd name="connsiteX0" fmla="*/ 0 w 640611"/>
                    <a:gd name="connsiteY0" fmla="*/ 48190 h 1598403"/>
                    <a:gd name="connsiteX1" fmla="*/ 272256 w 640611"/>
                    <a:gd name="connsiteY1" fmla="*/ 21202 h 1598403"/>
                    <a:gd name="connsiteX2" fmla="*/ 461169 w 640611"/>
                    <a:gd name="connsiteY2" fmla="*/ 200590 h 1598403"/>
                    <a:gd name="connsiteX3" fmla="*/ 637381 w 640611"/>
                    <a:gd name="connsiteY3" fmla="*/ 748277 h 1598403"/>
                    <a:gd name="connsiteX4" fmla="*/ 563563 w 640611"/>
                    <a:gd name="connsiteY4" fmla="*/ 1441222 h 1598403"/>
                    <a:gd name="connsiteX5" fmla="*/ 404019 w 640611"/>
                    <a:gd name="connsiteY5" fmla="*/ 1598383 h 1598403"/>
                    <a:gd name="connsiteX6" fmla="*/ 280194 w 640611"/>
                    <a:gd name="connsiteY6" fmla="*/ 1572190 h 1598403"/>
                    <a:gd name="connsiteX7" fmla="*/ 342106 w 640611"/>
                    <a:gd name="connsiteY7" fmla="*/ 1457890 h 1598403"/>
                    <a:gd name="connsiteX8" fmla="*/ 413544 w 640611"/>
                    <a:gd name="connsiteY8" fmla="*/ 1200715 h 1598403"/>
                    <a:gd name="connsiteX9" fmla="*/ 437356 w 640611"/>
                    <a:gd name="connsiteY9" fmla="*/ 810190 h 1598403"/>
                    <a:gd name="connsiteX10" fmla="*/ 332581 w 640611"/>
                    <a:gd name="connsiteY10" fmla="*/ 338702 h 1598403"/>
                    <a:gd name="connsiteX11" fmla="*/ 0 w 640611"/>
                    <a:gd name="connsiteY11" fmla="*/ 48190 h 1598403"/>
                    <a:gd name="connsiteX0" fmla="*/ 0 w 640611"/>
                    <a:gd name="connsiteY0" fmla="*/ 63723 h 1613936"/>
                    <a:gd name="connsiteX1" fmla="*/ 272256 w 640611"/>
                    <a:gd name="connsiteY1" fmla="*/ 36735 h 1613936"/>
                    <a:gd name="connsiteX2" fmla="*/ 461169 w 640611"/>
                    <a:gd name="connsiteY2" fmla="*/ 216123 h 1613936"/>
                    <a:gd name="connsiteX3" fmla="*/ 637381 w 640611"/>
                    <a:gd name="connsiteY3" fmla="*/ 763810 h 1613936"/>
                    <a:gd name="connsiteX4" fmla="*/ 563563 w 640611"/>
                    <a:gd name="connsiteY4" fmla="*/ 1456755 h 1613936"/>
                    <a:gd name="connsiteX5" fmla="*/ 404019 w 640611"/>
                    <a:gd name="connsiteY5" fmla="*/ 1613916 h 1613936"/>
                    <a:gd name="connsiteX6" fmla="*/ 280194 w 640611"/>
                    <a:gd name="connsiteY6" fmla="*/ 1587723 h 1613936"/>
                    <a:gd name="connsiteX7" fmla="*/ 342106 w 640611"/>
                    <a:gd name="connsiteY7" fmla="*/ 1473423 h 1613936"/>
                    <a:gd name="connsiteX8" fmla="*/ 413544 w 640611"/>
                    <a:gd name="connsiteY8" fmla="*/ 1216248 h 1613936"/>
                    <a:gd name="connsiteX9" fmla="*/ 437356 w 640611"/>
                    <a:gd name="connsiteY9" fmla="*/ 825723 h 1613936"/>
                    <a:gd name="connsiteX10" fmla="*/ 332581 w 640611"/>
                    <a:gd name="connsiteY10" fmla="*/ 354235 h 1613936"/>
                    <a:gd name="connsiteX11" fmla="*/ 0 w 640611"/>
                    <a:gd name="connsiteY11" fmla="*/ 63723 h 1613936"/>
                    <a:gd name="connsiteX0" fmla="*/ 0 w 640611"/>
                    <a:gd name="connsiteY0" fmla="*/ 54287 h 1604500"/>
                    <a:gd name="connsiteX1" fmla="*/ 272256 w 640611"/>
                    <a:gd name="connsiteY1" fmla="*/ 27299 h 1604500"/>
                    <a:gd name="connsiteX2" fmla="*/ 461169 w 640611"/>
                    <a:gd name="connsiteY2" fmla="*/ 206687 h 1604500"/>
                    <a:gd name="connsiteX3" fmla="*/ 637381 w 640611"/>
                    <a:gd name="connsiteY3" fmla="*/ 754374 h 1604500"/>
                    <a:gd name="connsiteX4" fmla="*/ 563563 w 640611"/>
                    <a:gd name="connsiteY4" fmla="*/ 1447319 h 1604500"/>
                    <a:gd name="connsiteX5" fmla="*/ 404019 w 640611"/>
                    <a:gd name="connsiteY5" fmla="*/ 1604480 h 1604500"/>
                    <a:gd name="connsiteX6" fmla="*/ 280194 w 640611"/>
                    <a:gd name="connsiteY6" fmla="*/ 1578287 h 1604500"/>
                    <a:gd name="connsiteX7" fmla="*/ 342106 w 640611"/>
                    <a:gd name="connsiteY7" fmla="*/ 1463987 h 1604500"/>
                    <a:gd name="connsiteX8" fmla="*/ 413544 w 640611"/>
                    <a:gd name="connsiteY8" fmla="*/ 1206812 h 1604500"/>
                    <a:gd name="connsiteX9" fmla="*/ 437356 w 640611"/>
                    <a:gd name="connsiteY9" fmla="*/ 816287 h 1604500"/>
                    <a:gd name="connsiteX10" fmla="*/ 332581 w 640611"/>
                    <a:gd name="connsiteY10" fmla="*/ 344799 h 1604500"/>
                    <a:gd name="connsiteX11" fmla="*/ 0 w 640611"/>
                    <a:gd name="connsiteY11" fmla="*/ 54287 h 1604500"/>
                    <a:gd name="connsiteX0" fmla="*/ 0 w 619180"/>
                    <a:gd name="connsiteY0" fmla="*/ 46344 h 1617988"/>
                    <a:gd name="connsiteX1" fmla="*/ 250825 w 619180"/>
                    <a:gd name="connsiteY1" fmla="*/ 40787 h 1617988"/>
                    <a:gd name="connsiteX2" fmla="*/ 439738 w 619180"/>
                    <a:gd name="connsiteY2" fmla="*/ 220175 h 1617988"/>
                    <a:gd name="connsiteX3" fmla="*/ 615950 w 619180"/>
                    <a:gd name="connsiteY3" fmla="*/ 767862 h 1617988"/>
                    <a:gd name="connsiteX4" fmla="*/ 542132 w 619180"/>
                    <a:gd name="connsiteY4" fmla="*/ 1460807 h 1617988"/>
                    <a:gd name="connsiteX5" fmla="*/ 382588 w 619180"/>
                    <a:gd name="connsiteY5" fmla="*/ 1617968 h 1617988"/>
                    <a:gd name="connsiteX6" fmla="*/ 258763 w 619180"/>
                    <a:gd name="connsiteY6" fmla="*/ 1591775 h 1617988"/>
                    <a:gd name="connsiteX7" fmla="*/ 320675 w 619180"/>
                    <a:gd name="connsiteY7" fmla="*/ 1477475 h 1617988"/>
                    <a:gd name="connsiteX8" fmla="*/ 392113 w 619180"/>
                    <a:gd name="connsiteY8" fmla="*/ 1220300 h 1617988"/>
                    <a:gd name="connsiteX9" fmla="*/ 415925 w 619180"/>
                    <a:gd name="connsiteY9" fmla="*/ 829775 h 1617988"/>
                    <a:gd name="connsiteX10" fmla="*/ 311150 w 619180"/>
                    <a:gd name="connsiteY10" fmla="*/ 358287 h 1617988"/>
                    <a:gd name="connsiteX11" fmla="*/ 0 w 619180"/>
                    <a:gd name="connsiteY11" fmla="*/ 46344 h 1617988"/>
                    <a:gd name="connsiteX0" fmla="*/ 0 w 619180"/>
                    <a:gd name="connsiteY0" fmla="*/ 32511 h 1604155"/>
                    <a:gd name="connsiteX1" fmla="*/ 250825 w 619180"/>
                    <a:gd name="connsiteY1" fmla="*/ 26954 h 1604155"/>
                    <a:gd name="connsiteX2" fmla="*/ 439738 w 619180"/>
                    <a:gd name="connsiteY2" fmla="*/ 206342 h 1604155"/>
                    <a:gd name="connsiteX3" fmla="*/ 615950 w 619180"/>
                    <a:gd name="connsiteY3" fmla="*/ 754029 h 1604155"/>
                    <a:gd name="connsiteX4" fmla="*/ 542132 w 619180"/>
                    <a:gd name="connsiteY4" fmla="*/ 1446974 h 1604155"/>
                    <a:gd name="connsiteX5" fmla="*/ 382588 w 619180"/>
                    <a:gd name="connsiteY5" fmla="*/ 1604135 h 1604155"/>
                    <a:gd name="connsiteX6" fmla="*/ 258763 w 619180"/>
                    <a:gd name="connsiteY6" fmla="*/ 1577942 h 1604155"/>
                    <a:gd name="connsiteX7" fmla="*/ 320675 w 619180"/>
                    <a:gd name="connsiteY7" fmla="*/ 1463642 h 1604155"/>
                    <a:gd name="connsiteX8" fmla="*/ 392113 w 619180"/>
                    <a:gd name="connsiteY8" fmla="*/ 1206467 h 1604155"/>
                    <a:gd name="connsiteX9" fmla="*/ 415925 w 619180"/>
                    <a:gd name="connsiteY9" fmla="*/ 815942 h 1604155"/>
                    <a:gd name="connsiteX10" fmla="*/ 311150 w 619180"/>
                    <a:gd name="connsiteY10" fmla="*/ 344454 h 1604155"/>
                    <a:gd name="connsiteX11" fmla="*/ 0 w 619180"/>
                    <a:gd name="connsiteY11" fmla="*/ 32511 h 1604155"/>
                    <a:gd name="connsiteX0" fmla="*/ 0 w 619180"/>
                    <a:gd name="connsiteY0" fmla="*/ 34776 h 1606420"/>
                    <a:gd name="connsiteX1" fmla="*/ 257969 w 619180"/>
                    <a:gd name="connsiteY1" fmla="*/ 24456 h 1606420"/>
                    <a:gd name="connsiteX2" fmla="*/ 439738 w 619180"/>
                    <a:gd name="connsiteY2" fmla="*/ 208607 h 1606420"/>
                    <a:gd name="connsiteX3" fmla="*/ 615950 w 619180"/>
                    <a:gd name="connsiteY3" fmla="*/ 756294 h 1606420"/>
                    <a:gd name="connsiteX4" fmla="*/ 542132 w 619180"/>
                    <a:gd name="connsiteY4" fmla="*/ 1449239 h 1606420"/>
                    <a:gd name="connsiteX5" fmla="*/ 382588 w 619180"/>
                    <a:gd name="connsiteY5" fmla="*/ 1606400 h 1606420"/>
                    <a:gd name="connsiteX6" fmla="*/ 258763 w 619180"/>
                    <a:gd name="connsiteY6" fmla="*/ 1580207 h 1606420"/>
                    <a:gd name="connsiteX7" fmla="*/ 320675 w 619180"/>
                    <a:gd name="connsiteY7" fmla="*/ 1465907 h 1606420"/>
                    <a:gd name="connsiteX8" fmla="*/ 392113 w 619180"/>
                    <a:gd name="connsiteY8" fmla="*/ 1208732 h 1606420"/>
                    <a:gd name="connsiteX9" fmla="*/ 415925 w 619180"/>
                    <a:gd name="connsiteY9" fmla="*/ 818207 h 1606420"/>
                    <a:gd name="connsiteX10" fmla="*/ 311150 w 619180"/>
                    <a:gd name="connsiteY10" fmla="*/ 346719 h 1606420"/>
                    <a:gd name="connsiteX11" fmla="*/ 0 w 619180"/>
                    <a:gd name="connsiteY11" fmla="*/ 34776 h 1606420"/>
                    <a:gd name="connsiteX0" fmla="*/ 0 w 619180"/>
                    <a:gd name="connsiteY0" fmla="*/ 38437 h 1610081"/>
                    <a:gd name="connsiteX1" fmla="*/ 257969 w 619180"/>
                    <a:gd name="connsiteY1" fmla="*/ 28117 h 1610081"/>
                    <a:gd name="connsiteX2" fmla="*/ 439738 w 619180"/>
                    <a:gd name="connsiteY2" fmla="*/ 212268 h 1610081"/>
                    <a:gd name="connsiteX3" fmla="*/ 615950 w 619180"/>
                    <a:gd name="connsiteY3" fmla="*/ 759955 h 1610081"/>
                    <a:gd name="connsiteX4" fmla="*/ 542132 w 619180"/>
                    <a:gd name="connsiteY4" fmla="*/ 1452900 h 1610081"/>
                    <a:gd name="connsiteX5" fmla="*/ 382588 w 619180"/>
                    <a:gd name="connsiteY5" fmla="*/ 1610061 h 1610081"/>
                    <a:gd name="connsiteX6" fmla="*/ 258763 w 619180"/>
                    <a:gd name="connsiteY6" fmla="*/ 1583868 h 1610081"/>
                    <a:gd name="connsiteX7" fmla="*/ 320675 w 619180"/>
                    <a:gd name="connsiteY7" fmla="*/ 1469568 h 1610081"/>
                    <a:gd name="connsiteX8" fmla="*/ 392113 w 619180"/>
                    <a:gd name="connsiteY8" fmla="*/ 1212393 h 1610081"/>
                    <a:gd name="connsiteX9" fmla="*/ 415925 w 619180"/>
                    <a:gd name="connsiteY9" fmla="*/ 821868 h 1610081"/>
                    <a:gd name="connsiteX10" fmla="*/ 311150 w 619180"/>
                    <a:gd name="connsiteY10" fmla="*/ 350380 h 1610081"/>
                    <a:gd name="connsiteX11" fmla="*/ 0 w 619180"/>
                    <a:gd name="connsiteY11" fmla="*/ 38437 h 1610081"/>
                    <a:gd name="connsiteX0" fmla="*/ 0 w 619657"/>
                    <a:gd name="connsiteY0" fmla="*/ 35075 h 1606719"/>
                    <a:gd name="connsiteX1" fmla="*/ 257969 w 619657"/>
                    <a:gd name="connsiteY1" fmla="*/ 24755 h 1606719"/>
                    <a:gd name="connsiteX2" fmla="*/ 430213 w 619657"/>
                    <a:gd name="connsiteY2" fmla="*/ 213669 h 1606719"/>
                    <a:gd name="connsiteX3" fmla="*/ 615950 w 619657"/>
                    <a:gd name="connsiteY3" fmla="*/ 756593 h 1606719"/>
                    <a:gd name="connsiteX4" fmla="*/ 542132 w 619657"/>
                    <a:gd name="connsiteY4" fmla="*/ 1449538 h 1606719"/>
                    <a:gd name="connsiteX5" fmla="*/ 382588 w 619657"/>
                    <a:gd name="connsiteY5" fmla="*/ 1606699 h 1606719"/>
                    <a:gd name="connsiteX6" fmla="*/ 258763 w 619657"/>
                    <a:gd name="connsiteY6" fmla="*/ 1580506 h 1606719"/>
                    <a:gd name="connsiteX7" fmla="*/ 320675 w 619657"/>
                    <a:gd name="connsiteY7" fmla="*/ 1466206 h 1606719"/>
                    <a:gd name="connsiteX8" fmla="*/ 392113 w 619657"/>
                    <a:gd name="connsiteY8" fmla="*/ 1209031 h 1606719"/>
                    <a:gd name="connsiteX9" fmla="*/ 415925 w 619657"/>
                    <a:gd name="connsiteY9" fmla="*/ 818506 h 1606719"/>
                    <a:gd name="connsiteX10" fmla="*/ 311150 w 619657"/>
                    <a:gd name="connsiteY10" fmla="*/ 347018 h 1606719"/>
                    <a:gd name="connsiteX11" fmla="*/ 0 w 619657"/>
                    <a:gd name="connsiteY11" fmla="*/ 35075 h 1606719"/>
                    <a:gd name="connsiteX0" fmla="*/ 0 w 597454"/>
                    <a:gd name="connsiteY0" fmla="*/ 35075 h 1606719"/>
                    <a:gd name="connsiteX1" fmla="*/ 257969 w 597454"/>
                    <a:gd name="connsiteY1" fmla="*/ 24755 h 1606719"/>
                    <a:gd name="connsiteX2" fmla="*/ 430213 w 597454"/>
                    <a:gd name="connsiteY2" fmla="*/ 213669 h 1606719"/>
                    <a:gd name="connsiteX3" fmla="*/ 592138 w 597454"/>
                    <a:gd name="connsiteY3" fmla="*/ 754212 h 1606719"/>
                    <a:gd name="connsiteX4" fmla="*/ 542132 w 597454"/>
                    <a:gd name="connsiteY4" fmla="*/ 1449538 h 1606719"/>
                    <a:gd name="connsiteX5" fmla="*/ 382588 w 597454"/>
                    <a:gd name="connsiteY5" fmla="*/ 1606699 h 1606719"/>
                    <a:gd name="connsiteX6" fmla="*/ 258763 w 597454"/>
                    <a:gd name="connsiteY6" fmla="*/ 1580506 h 1606719"/>
                    <a:gd name="connsiteX7" fmla="*/ 320675 w 597454"/>
                    <a:gd name="connsiteY7" fmla="*/ 1466206 h 1606719"/>
                    <a:gd name="connsiteX8" fmla="*/ 392113 w 597454"/>
                    <a:gd name="connsiteY8" fmla="*/ 1209031 h 1606719"/>
                    <a:gd name="connsiteX9" fmla="*/ 415925 w 597454"/>
                    <a:gd name="connsiteY9" fmla="*/ 818506 h 1606719"/>
                    <a:gd name="connsiteX10" fmla="*/ 311150 w 597454"/>
                    <a:gd name="connsiteY10" fmla="*/ 347018 h 1606719"/>
                    <a:gd name="connsiteX11" fmla="*/ 0 w 597454"/>
                    <a:gd name="connsiteY11" fmla="*/ 35075 h 1606719"/>
                    <a:gd name="connsiteX0" fmla="*/ 0 w 596732"/>
                    <a:gd name="connsiteY0" fmla="*/ 35075 h 1596107"/>
                    <a:gd name="connsiteX1" fmla="*/ 257969 w 596732"/>
                    <a:gd name="connsiteY1" fmla="*/ 24755 h 1596107"/>
                    <a:gd name="connsiteX2" fmla="*/ 430213 w 596732"/>
                    <a:gd name="connsiteY2" fmla="*/ 213669 h 1596107"/>
                    <a:gd name="connsiteX3" fmla="*/ 592138 w 596732"/>
                    <a:gd name="connsiteY3" fmla="*/ 754212 h 1596107"/>
                    <a:gd name="connsiteX4" fmla="*/ 542132 w 596732"/>
                    <a:gd name="connsiteY4" fmla="*/ 1449538 h 1596107"/>
                    <a:gd name="connsiteX5" fmla="*/ 434975 w 596732"/>
                    <a:gd name="connsiteY5" fmla="*/ 1594793 h 1596107"/>
                    <a:gd name="connsiteX6" fmla="*/ 258763 w 596732"/>
                    <a:gd name="connsiteY6" fmla="*/ 1580506 h 1596107"/>
                    <a:gd name="connsiteX7" fmla="*/ 320675 w 596732"/>
                    <a:gd name="connsiteY7" fmla="*/ 1466206 h 1596107"/>
                    <a:gd name="connsiteX8" fmla="*/ 392113 w 596732"/>
                    <a:gd name="connsiteY8" fmla="*/ 1209031 h 1596107"/>
                    <a:gd name="connsiteX9" fmla="*/ 415925 w 596732"/>
                    <a:gd name="connsiteY9" fmla="*/ 818506 h 1596107"/>
                    <a:gd name="connsiteX10" fmla="*/ 311150 w 596732"/>
                    <a:gd name="connsiteY10" fmla="*/ 347018 h 1596107"/>
                    <a:gd name="connsiteX11" fmla="*/ 0 w 596732"/>
                    <a:gd name="connsiteY11" fmla="*/ 35075 h 1596107"/>
                    <a:gd name="connsiteX0" fmla="*/ 0 w 596732"/>
                    <a:gd name="connsiteY0" fmla="*/ 35075 h 1603457"/>
                    <a:gd name="connsiteX1" fmla="*/ 257969 w 596732"/>
                    <a:gd name="connsiteY1" fmla="*/ 24755 h 1603457"/>
                    <a:gd name="connsiteX2" fmla="*/ 430213 w 596732"/>
                    <a:gd name="connsiteY2" fmla="*/ 213669 h 1603457"/>
                    <a:gd name="connsiteX3" fmla="*/ 592138 w 596732"/>
                    <a:gd name="connsiteY3" fmla="*/ 754212 h 1603457"/>
                    <a:gd name="connsiteX4" fmla="*/ 542132 w 596732"/>
                    <a:gd name="connsiteY4" fmla="*/ 1449538 h 1603457"/>
                    <a:gd name="connsiteX5" fmla="*/ 434975 w 596732"/>
                    <a:gd name="connsiteY5" fmla="*/ 1594793 h 1603457"/>
                    <a:gd name="connsiteX6" fmla="*/ 258763 w 596732"/>
                    <a:gd name="connsiteY6" fmla="*/ 1580506 h 1603457"/>
                    <a:gd name="connsiteX7" fmla="*/ 320675 w 596732"/>
                    <a:gd name="connsiteY7" fmla="*/ 1466206 h 1603457"/>
                    <a:gd name="connsiteX8" fmla="*/ 392113 w 596732"/>
                    <a:gd name="connsiteY8" fmla="*/ 1209031 h 1603457"/>
                    <a:gd name="connsiteX9" fmla="*/ 415925 w 596732"/>
                    <a:gd name="connsiteY9" fmla="*/ 818506 h 1603457"/>
                    <a:gd name="connsiteX10" fmla="*/ 311150 w 596732"/>
                    <a:gd name="connsiteY10" fmla="*/ 347018 h 1603457"/>
                    <a:gd name="connsiteX11" fmla="*/ 0 w 596732"/>
                    <a:gd name="connsiteY11" fmla="*/ 35075 h 1603457"/>
                    <a:gd name="connsiteX0" fmla="*/ 0 w 605337"/>
                    <a:gd name="connsiteY0" fmla="*/ 35075 h 1621964"/>
                    <a:gd name="connsiteX1" fmla="*/ 257969 w 605337"/>
                    <a:gd name="connsiteY1" fmla="*/ 24755 h 1621964"/>
                    <a:gd name="connsiteX2" fmla="*/ 430213 w 605337"/>
                    <a:gd name="connsiteY2" fmla="*/ 213669 h 1621964"/>
                    <a:gd name="connsiteX3" fmla="*/ 592138 w 605337"/>
                    <a:gd name="connsiteY3" fmla="*/ 754212 h 1621964"/>
                    <a:gd name="connsiteX4" fmla="*/ 577850 w 605337"/>
                    <a:gd name="connsiteY4" fmla="*/ 1228082 h 1621964"/>
                    <a:gd name="connsiteX5" fmla="*/ 434975 w 605337"/>
                    <a:gd name="connsiteY5" fmla="*/ 1594793 h 1621964"/>
                    <a:gd name="connsiteX6" fmla="*/ 258763 w 605337"/>
                    <a:gd name="connsiteY6" fmla="*/ 1580506 h 1621964"/>
                    <a:gd name="connsiteX7" fmla="*/ 320675 w 605337"/>
                    <a:gd name="connsiteY7" fmla="*/ 1466206 h 1621964"/>
                    <a:gd name="connsiteX8" fmla="*/ 392113 w 605337"/>
                    <a:gd name="connsiteY8" fmla="*/ 1209031 h 1621964"/>
                    <a:gd name="connsiteX9" fmla="*/ 415925 w 605337"/>
                    <a:gd name="connsiteY9" fmla="*/ 818506 h 1621964"/>
                    <a:gd name="connsiteX10" fmla="*/ 311150 w 605337"/>
                    <a:gd name="connsiteY10" fmla="*/ 347018 h 1621964"/>
                    <a:gd name="connsiteX11" fmla="*/ 0 w 605337"/>
                    <a:gd name="connsiteY11" fmla="*/ 35075 h 1621964"/>
                    <a:gd name="connsiteX0" fmla="*/ 0 w 605337"/>
                    <a:gd name="connsiteY0" fmla="*/ 35075 h 1603985"/>
                    <a:gd name="connsiteX1" fmla="*/ 257969 w 605337"/>
                    <a:gd name="connsiteY1" fmla="*/ 24755 h 1603985"/>
                    <a:gd name="connsiteX2" fmla="*/ 430213 w 605337"/>
                    <a:gd name="connsiteY2" fmla="*/ 213669 h 1603985"/>
                    <a:gd name="connsiteX3" fmla="*/ 592138 w 605337"/>
                    <a:gd name="connsiteY3" fmla="*/ 754212 h 1603985"/>
                    <a:gd name="connsiteX4" fmla="*/ 577850 w 605337"/>
                    <a:gd name="connsiteY4" fmla="*/ 1228082 h 1603985"/>
                    <a:gd name="connsiteX5" fmla="*/ 434975 w 605337"/>
                    <a:gd name="connsiteY5" fmla="*/ 1594793 h 1603985"/>
                    <a:gd name="connsiteX6" fmla="*/ 258763 w 605337"/>
                    <a:gd name="connsiteY6" fmla="*/ 1580506 h 1603985"/>
                    <a:gd name="connsiteX7" fmla="*/ 320675 w 605337"/>
                    <a:gd name="connsiteY7" fmla="*/ 1466206 h 1603985"/>
                    <a:gd name="connsiteX8" fmla="*/ 392113 w 605337"/>
                    <a:gd name="connsiteY8" fmla="*/ 1209031 h 1603985"/>
                    <a:gd name="connsiteX9" fmla="*/ 415925 w 605337"/>
                    <a:gd name="connsiteY9" fmla="*/ 818506 h 1603985"/>
                    <a:gd name="connsiteX10" fmla="*/ 311150 w 605337"/>
                    <a:gd name="connsiteY10" fmla="*/ 347018 h 1603985"/>
                    <a:gd name="connsiteX11" fmla="*/ 0 w 605337"/>
                    <a:gd name="connsiteY11" fmla="*/ 35075 h 1603985"/>
                    <a:gd name="connsiteX0" fmla="*/ 0 w 605129"/>
                    <a:gd name="connsiteY0" fmla="*/ 35075 h 1588407"/>
                    <a:gd name="connsiteX1" fmla="*/ 257969 w 605129"/>
                    <a:gd name="connsiteY1" fmla="*/ 24755 h 1588407"/>
                    <a:gd name="connsiteX2" fmla="*/ 430213 w 605129"/>
                    <a:gd name="connsiteY2" fmla="*/ 213669 h 1588407"/>
                    <a:gd name="connsiteX3" fmla="*/ 592138 w 605129"/>
                    <a:gd name="connsiteY3" fmla="*/ 754212 h 1588407"/>
                    <a:gd name="connsiteX4" fmla="*/ 577850 w 605129"/>
                    <a:gd name="connsiteY4" fmla="*/ 1228082 h 1588407"/>
                    <a:gd name="connsiteX5" fmla="*/ 439738 w 605129"/>
                    <a:gd name="connsiteY5" fmla="*/ 1556693 h 1588407"/>
                    <a:gd name="connsiteX6" fmla="*/ 258763 w 605129"/>
                    <a:gd name="connsiteY6" fmla="*/ 1580506 h 1588407"/>
                    <a:gd name="connsiteX7" fmla="*/ 320675 w 605129"/>
                    <a:gd name="connsiteY7" fmla="*/ 1466206 h 1588407"/>
                    <a:gd name="connsiteX8" fmla="*/ 392113 w 605129"/>
                    <a:gd name="connsiteY8" fmla="*/ 1209031 h 1588407"/>
                    <a:gd name="connsiteX9" fmla="*/ 415925 w 605129"/>
                    <a:gd name="connsiteY9" fmla="*/ 818506 h 1588407"/>
                    <a:gd name="connsiteX10" fmla="*/ 311150 w 605129"/>
                    <a:gd name="connsiteY10" fmla="*/ 347018 h 1588407"/>
                    <a:gd name="connsiteX11" fmla="*/ 0 w 605129"/>
                    <a:gd name="connsiteY11" fmla="*/ 35075 h 1588407"/>
                    <a:gd name="connsiteX0" fmla="*/ 0 w 605129"/>
                    <a:gd name="connsiteY0" fmla="*/ 35075 h 1591646"/>
                    <a:gd name="connsiteX1" fmla="*/ 257969 w 605129"/>
                    <a:gd name="connsiteY1" fmla="*/ 24755 h 1591646"/>
                    <a:gd name="connsiteX2" fmla="*/ 430213 w 605129"/>
                    <a:gd name="connsiteY2" fmla="*/ 213669 h 1591646"/>
                    <a:gd name="connsiteX3" fmla="*/ 592138 w 605129"/>
                    <a:gd name="connsiteY3" fmla="*/ 754212 h 1591646"/>
                    <a:gd name="connsiteX4" fmla="*/ 577850 w 605129"/>
                    <a:gd name="connsiteY4" fmla="*/ 1228082 h 1591646"/>
                    <a:gd name="connsiteX5" fmla="*/ 439738 w 605129"/>
                    <a:gd name="connsiteY5" fmla="*/ 1556693 h 1591646"/>
                    <a:gd name="connsiteX6" fmla="*/ 258763 w 605129"/>
                    <a:gd name="connsiteY6" fmla="*/ 1580506 h 1591646"/>
                    <a:gd name="connsiteX7" fmla="*/ 320675 w 605129"/>
                    <a:gd name="connsiteY7" fmla="*/ 1466206 h 1591646"/>
                    <a:gd name="connsiteX8" fmla="*/ 392113 w 605129"/>
                    <a:gd name="connsiteY8" fmla="*/ 1209031 h 1591646"/>
                    <a:gd name="connsiteX9" fmla="*/ 415925 w 605129"/>
                    <a:gd name="connsiteY9" fmla="*/ 818506 h 1591646"/>
                    <a:gd name="connsiteX10" fmla="*/ 311150 w 605129"/>
                    <a:gd name="connsiteY10" fmla="*/ 347018 h 1591646"/>
                    <a:gd name="connsiteX11" fmla="*/ 0 w 605129"/>
                    <a:gd name="connsiteY11" fmla="*/ 35075 h 1591646"/>
                    <a:gd name="connsiteX0" fmla="*/ 0 w 605129"/>
                    <a:gd name="connsiteY0" fmla="*/ 35075 h 1591646"/>
                    <a:gd name="connsiteX1" fmla="*/ 257969 w 605129"/>
                    <a:gd name="connsiteY1" fmla="*/ 24755 h 1591646"/>
                    <a:gd name="connsiteX2" fmla="*/ 430213 w 605129"/>
                    <a:gd name="connsiteY2" fmla="*/ 213669 h 1591646"/>
                    <a:gd name="connsiteX3" fmla="*/ 592138 w 605129"/>
                    <a:gd name="connsiteY3" fmla="*/ 754212 h 1591646"/>
                    <a:gd name="connsiteX4" fmla="*/ 577850 w 605129"/>
                    <a:gd name="connsiteY4" fmla="*/ 1228082 h 1591646"/>
                    <a:gd name="connsiteX5" fmla="*/ 439738 w 605129"/>
                    <a:gd name="connsiteY5" fmla="*/ 1556693 h 1591646"/>
                    <a:gd name="connsiteX6" fmla="*/ 258763 w 605129"/>
                    <a:gd name="connsiteY6" fmla="*/ 1580506 h 1591646"/>
                    <a:gd name="connsiteX7" fmla="*/ 320675 w 605129"/>
                    <a:gd name="connsiteY7" fmla="*/ 1466206 h 1591646"/>
                    <a:gd name="connsiteX8" fmla="*/ 392113 w 605129"/>
                    <a:gd name="connsiteY8" fmla="*/ 1209031 h 1591646"/>
                    <a:gd name="connsiteX9" fmla="*/ 415925 w 605129"/>
                    <a:gd name="connsiteY9" fmla="*/ 818506 h 1591646"/>
                    <a:gd name="connsiteX10" fmla="*/ 311150 w 605129"/>
                    <a:gd name="connsiteY10" fmla="*/ 347018 h 1591646"/>
                    <a:gd name="connsiteX11" fmla="*/ 0 w 605129"/>
                    <a:gd name="connsiteY11" fmla="*/ 35075 h 1591646"/>
                    <a:gd name="connsiteX0" fmla="*/ 0 w 605129"/>
                    <a:gd name="connsiteY0" fmla="*/ 35075 h 1591646"/>
                    <a:gd name="connsiteX1" fmla="*/ 257969 w 605129"/>
                    <a:gd name="connsiteY1" fmla="*/ 24755 h 1591646"/>
                    <a:gd name="connsiteX2" fmla="*/ 430213 w 605129"/>
                    <a:gd name="connsiteY2" fmla="*/ 213669 h 1591646"/>
                    <a:gd name="connsiteX3" fmla="*/ 592138 w 605129"/>
                    <a:gd name="connsiteY3" fmla="*/ 754212 h 1591646"/>
                    <a:gd name="connsiteX4" fmla="*/ 577850 w 605129"/>
                    <a:gd name="connsiteY4" fmla="*/ 1228082 h 1591646"/>
                    <a:gd name="connsiteX5" fmla="*/ 439738 w 605129"/>
                    <a:gd name="connsiteY5" fmla="*/ 1556693 h 1591646"/>
                    <a:gd name="connsiteX6" fmla="*/ 258763 w 605129"/>
                    <a:gd name="connsiteY6" fmla="*/ 1580506 h 1591646"/>
                    <a:gd name="connsiteX7" fmla="*/ 344487 w 605129"/>
                    <a:gd name="connsiteY7" fmla="*/ 1440012 h 1591646"/>
                    <a:gd name="connsiteX8" fmla="*/ 392113 w 605129"/>
                    <a:gd name="connsiteY8" fmla="*/ 1209031 h 1591646"/>
                    <a:gd name="connsiteX9" fmla="*/ 415925 w 605129"/>
                    <a:gd name="connsiteY9" fmla="*/ 818506 h 1591646"/>
                    <a:gd name="connsiteX10" fmla="*/ 311150 w 605129"/>
                    <a:gd name="connsiteY10" fmla="*/ 347018 h 1591646"/>
                    <a:gd name="connsiteX11" fmla="*/ 0 w 605129"/>
                    <a:gd name="connsiteY11" fmla="*/ 35075 h 1591646"/>
                    <a:gd name="connsiteX0" fmla="*/ 0 w 603428"/>
                    <a:gd name="connsiteY0" fmla="*/ 35075 h 1591646"/>
                    <a:gd name="connsiteX1" fmla="*/ 257969 w 603428"/>
                    <a:gd name="connsiteY1" fmla="*/ 24755 h 1591646"/>
                    <a:gd name="connsiteX2" fmla="*/ 430213 w 603428"/>
                    <a:gd name="connsiteY2" fmla="*/ 213669 h 1591646"/>
                    <a:gd name="connsiteX3" fmla="*/ 592138 w 603428"/>
                    <a:gd name="connsiteY3" fmla="*/ 754212 h 1591646"/>
                    <a:gd name="connsiteX4" fmla="*/ 577850 w 603428"/>
                    <a:gd name="connsiteY4" fmla="*/ 1228082 h 1591646"/>
                    <a:gd name="connsiteX5" fmla="*/ 439738 w 603428"/>
                    <a:gd name="connsiteY5" fmla="*/ 1556693 h 1591646"/>
                    <a:gd name="connsiteX6" fmla="*/ 258763 w 603428"/>
                    <a:gd name="connsiteY6" fmla="*/ 1580506 h 1591646"/>
                    <a:gd name="connsiteX7" fmla="*/ 344487 w 603428"/>
                    <a:gd name="connsiteY7" fmla="*/ 1440012 h 1591646"/>
                    <a:gd name="connsiteX8" fmla="*/ 392113 w 603428"/>
                    <a:gd name="connsiteY8" fmla="*/ 1209031 h 1591646"/>
                    <a:gd name="connsiteX9" fmla="*/ 415925 w 603428"/>
                    <a:gd name="connsiteY9" fmla="*/ 818506 h 1591646"/>
                    <a:gd name="connsiteX10" fmla="*/ 311150 w 603428"/>
                    <a:gd name="connsiteY10" fmla="*/ 347018 h 1591646"/>
                    <a:gd name="connsiteX11" fmla="*/ 0 w 603428"/>
                    <a:gd name="connsiteY11" fmla="*/ 35075 h 1591646"/>
                    <a:gd name="connsiteX0" fmla="*/ 0 w 597118"/>
                    <a:gd name="connsiteY0" fmla="*/ 35075 h 1591646"/>
                    <a:gd name="connsiteX1" fmla="*/ 257969 w 597118"/>
                    <a:gd name="connsiteY1" fmla="*/ 24755 h 1591646"/>
                    <a:gd name="connsiteX2" fmla="*/ 430213 w 597118"/>
                    <a:gd name="connsiteY2" fmla="*/ 213669 h 1591646"/>
                    <a:gd name="connsiteX3" fmla="*/ 580232 w 597118"/>
                    <a:gd name="connsiteY3" fmla="*/ 758975 h 1591646"/>
                    <a:gd name="connsiteX4" fmla="*/ 577850 w 597118"/>
                    <a:gd name="connsiteY4" fmla="*/ 1228082 h 1591646"/>
                    <a:gd name="connsiteX5" fmla="*/ 439738 w 597118"/>
                    <a:gd name="connsiteY5" fmla="*/ 1556693 h 1591646"/>
                    <a:gd name="connsiteX6" fmla="*/ 258763 w 597118"/>
                    <a:gd name="connsiteY6" fmla="*/ 1580506 h 1591646"/>
                    <a:gd name="connsiteX7" fmla="*/ 344487 w 597118"/>
                    <a:gd name="connsiteY7" fmla="*/ 1440012 h 1591646"/>
                    <a:gd name="connsiteX8" fmla="*/ 392113 w 597118"/>
                    <a:gd name="connsiteY8" fmla="*/ 1209031 h 1591646"/>
                    <a:gd name="connsiteX9" fmla="*/ 415925 w 597118"/>
                    <a:gd name="connsiteY9" fmla="*/ 818506 h 1591646"/>
                    <a:gd name="connsiteX10" fmla="*/ 311150 w 597118"/>
                    <a:gd name="connsiteY10" fmla="*/ 347018 h 1591646"/>
                    <a:gd name="connsiteX11" fmla="*/ 0 w 597118"/>
                    <a:gd name="connsiteY11" fmla="*/ 35075 h 1591646"/>
                    <a:gd name="connsiteX0" fmla="*/ 0 w 598393"/>
                    <a:gd name="connsiteY0" fmla="*/ 35075 h 1604645"/>
                    <a:gd name="connsiteX1" fmla="*/ 257969 w 598393"/>
                    <a:gd name="connsiteY1" fmla="*/ 24755 h 1604645"/>
                    <a:gd name="connsiteX2" fmla="*/ 430213 w 598393"/>
                    <a:gd name="connsiteY2" fmla="*/ 213669 h 1604645"/>
                    <a:gd name="connsiteX3" fmla="*/ 580232 w 598393"/>
                    <a:gd name="connsiteY3" fmla="*/ 758975 h 1604645"/>
                    <a:gd name="connsiteX4" fmla="*/ 580231 w 598393"/>
                    <a:gd name="connsiteY4" fmla="*/ 1132832 h 1604645"/>
                    <a:gd name="connsiteX5" fmla="*/ 439738 w 598393"/>
                    <a:gd name="connsiteY5" fmla="*/ 1556693 h 1604645"/>
                    <a:gd name="connsiteX6" fmla="*/ 258763 w 598393"/>
                    <a:gd name="connsiteY6" fmla="*/ 1580506 h 1604645"/>
                    <a:gd name="connsiteX7" fmla="*/ 344487 w 598393"/>
                    <a:gd name="connsiteY7" fmla="*/ 1440012 h 1604645"/>
                    <a:gd name="connsiteX8" fmla="*/ 392113 w 598393"/>
                    <a:gd name="connsiteY8" fmla="*/ 1209031 h 1604645"/>
                    <a:gd name="connsiteX9" fmla="*/ 415925 w 598393"/>
                    <a:gd name="connsiteY9" fmla="*/ 818506 h 1604645"/>
                    <a:gd name="connsiteX10" fmla="*/ 311150 w 598393"/>
                    <a:gd name="connsiteY10" fmla="*/ 347018 h 1604645"/>
                    <a:gd name="connsiteX11" fmla="*/ 0 w 598393"/>
                    <a:gd name="connsiteY11" fmla="*/ 35075 h 1604645"/>
                    <a:gd name="connsiteX0" fmla="*/ 0 w 593000"/>
                    <a:gd name="connsiteY0" fmla="*/ 35075 h 1604645"/>
                    <a:gd name="connsiteX1" fmla="*/ 257969 w 593000"/>
                    <a:gd name="connsiteY1" fmla="*/ 24755 h 1604645"/>
                    <a:gd name="connsiteX2" fmla="*/ 430213 w 593000"/>
                    <a:gd name="connsiteY2" fmla="*/ 213669 h 1604645"/>
                    <a:gd name="connsiteX3" fmla="*/ 580232 w 593000"/>
                    <a:gd name="connsiteY3" fmla="*/ 758975 h 1604645"/>
                    <a:gd name="connsiteX4" fmla="*/ 580231 w 593000"/>
                    <a:gd name="connsiteY4" fmla="*/ 1132832 h 1604645"/>
                    <a:gd name="connsiteX5" fmla="*/ 439738 w 593000"/>
                    <a:gd name="connsiteY5" fmla="*/ 1556693 h 1604645"/>
                    <a:gd name="connsiteX6" fmla="*/ 258763 w 593000"/>
                    <a:gd name="connsiteY6" fmla="*/ 1580506 h 1604645"/>
                    <a:gd name="connsiteX7" fmla="*/ 344487 w 593000"/>
                    <a:gd name="connsiteY7" fmla="*/ 1440012 h 1604645"/>
                    <a:gd name="connsiteX8" fmla="*/ 392113 w 593000"/>
                    <a:gd name="connsiteY8" fmla="*/ 1209031 h 1604645"/>
                    <a:gd name="connsiteX9" fmla="*/ 415925 w 593000"/>
                    <a:gd name="connsiteY9" fmla="*/ 818506 h 1604645"/>
                    <a:gd name="connsiteX10" fmla="*/ 311150 w 593000"/>
                    <a:gd name="connsiteY10" fmla="*/ 347018 h 1604645"/>
                    <a:gd name="connsiteX11" fmla="*/ 0 w 593000"/>
                    <a:gd name="connsiteY11" fmla="*/ 35075 h 1604645"/>
                    <a:gd name="connsiteX0" fmla="*/ 0 w 585327"/>
                    <a:gd name="connsiteY0" fmla="*/ 35075 h 1598513"/>
                    <a:gd name="connsiteX1" fmla="*/ 257969 w 585327"/>
                    <a:gd name="connsiteY1" fmla="*/ 24755 h 1598513"/>
                    <a:gd name="connsiteX2" fmla="*/ 430213 w 585327"/>
                    <a:gd name="connsiteY2" fmla="*/ 213669 h 1598513"/>
                    <a:gd name="connsiteX3" fmla="*/ 580232 w 585327"/>
                    <a:gd name="connsiteY3" fmla="*/ 758975 h 1598513"/>
                    <a:gd name="connsiteX4" fmla="*/ 549275 w 585327"/>
                    <a:gd name="connsiteY4" fmla="*/ 1232845 h 1598513"/>
                    <a:gd name="connsiteX5" fmla="*/ 439738 w 585327"/>
                    <a:gd name="connsiteY5" fmla="*/ 1556693 h 1598513"/>
                    <a:gd name="connsiteX6" fmla="*/ 258763 w 585327"/>
                    <a:gd name="connsiteY6" fmla="*/ 1580506 h 1598513"/>
                    <a:gd name="connsiteX7" fmla="*/ 344487 w 585327"/>
                    <a:gd name="connsiteY7" fmla="*/ 1440012 h 1598513"/>
                    <a:gd name="connsiteX8" fmla="*/ 392113 w 585327"/>
                    <a:gd name="connsiteY8" fmla="*/ 1209031 h 1598513"/>
                    <a:gd name="connsiteX9" fmla="*/ 415925 w 585327"/>
                    <a:gd name="connsiteY9" fmla="*/ 818506 h 1598513"/>
                    <a:gd name="connsiteX10" fmla="*/ 311150 w 585327"/>
                    <a:gd name="connsiteY10" fmla="*/ 347018 h 1598513"/>
                    <a:gd name="connsiteX11" fmla="*/ 0 w 585327"/>
                    <a:gd name="connsiteY11" fmla="*/ 35075 h 1598513"/>
                    <a:gd name="connsiteX0" fmla="*/ 0 w 585739"/>
                    <a:gd name="connsiteY0" fmla="*/ 35075 h 1598513"/>
                    <a:gd name="connsiteX1" fmla="*/ 257969 w 585739"/>
                    <a:gd name="connsiteY1" fmla="*/ 24755 h 1598513"/>
                    <a:gd name="connsiteX2" fmla="*/ 430213 w 585739"/>
                    <a:gd name="connsiteY2" fmla="*/ 213669 h 1598513"/>
                    <a:gd name="connsiteX3" fmla="*/ 580232 w 585739"/>
                    <a:gd name="connsiteY3" fmla="*/ 758975 h 1598513"/>
                    <a:gd name="connsiteX4" fmla="*/ 549275 w 585739"/>
                    <a:gd name="connsiteY4" fmla="*/ 1232845 h 1598513"/>
                    <a:gd name="connsiteX5" fmla="*/ 439738 w 585739"/>
                    <a:gd name="connsiteY5" fmla="*/ 1556693 h 1598513"/>
                    <a:gd name="connsiteX6" fmla="*/ 258763 w 585739"/>
                    <a:gd name="connsiteY6" fmla="*/ 1580506 h 1598513"/>
                    <a:gd name="connsiteX7" fmla="*/ 344487 w 585739"/>
                    <a:gd name="connsiteY7" fmla="*/ 1440012 h 1598513"/>
                    <a:gd name="connsiteX8" fmla="*/ 392113 w 585739"/>
                    <a:gd name="connsiteY8" fmla="*/ 1209031 h 1598513"/>
                    <a:gd name="connsiteX9" fmla="*/ 415925 w 585739"/>
                    <a:gd name="connsiteY9" fmla="*/ 818506 h 1598513"/>
                    <a:gd name="connsiteX10" fmla="*/ 311150 w 585739"/>
                    <a:gd name="connsiteY10" fmla="*/ 347018 h 1598513"/>
                    <a:gd name="connsiteX11" fmla="*/ 0 w 585739"/>
                    <a:gd name="connsiteY11" fmla="*/ 35075 h 1598513"/>
                    <a:gd name="connsiteX0" fmla="*/ 0 w 586761"/>
                    <a:gd name="connsiteY0" fmla="*/ 35075 h 1598513"/>
                    <a:gd name="connsiteX1" fmla="*/ 257969 w 586761"/>
                    <a:gd name="connsiteY1" fmla="*/ 24755 h 1598513"/>
                    <a:gd name="connsiteX2" fmla="*/ 430213 w 586761"/>
                    <a:gd name="connsiteY2" fmla="*/ 213669 h 1598513"/>
                    <a:gd name="connsiteX3" fmla="*/ 580232 w 586761"/>
                    <a:gd name="connsiteY3" fmla="*/ 758975 h 1598513"/>
                    <a:gd name="connsiteX4" fmla="*/ 549275 w 586761"/>
                    <a:gd name="connsiteY4" fmla="*/ 1232845 h 1598513"/>
                    <a:gd name="connsiteX5" fmla="*/ 439738 w 586761"/>
                    <a:gd name="connsiteY5" fmla="*/ 1556693 h 1598513"/>
                    <a:gd name="connsiteX6" fmla="*/ 258763 w 586761"/>
                    <a:gd name="connsiteY6" fmla="*/ 1580506 h 1598513"/>
                    <a:gd name="connsiteX7" fmla="*/ 344487 w 586761"/>
                    <a:gd name="connsiteY7" fmla="*/ 1440012 h 1598513"/>
                    <a:gd name="connsiteX8" fmla="*/ 392113 w 586761"/>
                    <a:gd name="connsiteY8" fmla="*/ 1209031 h 1598513"/>
                    <a:gd name="connsiteX9" fmla="*/ 415925 w 586761"/>
                    <a:gd name="connsiteY9" fmla="*/ 818506 h 1598513"/>
                    <a:gd name="connsiteX10" fmla="*/ 311150 w 586761"/>
                    <a:gd name="connsiteY10" fmla="*/ 347018 h 1598513"/>
                    <a:gd name="connsiteX11" fmla="*/ 0 w 586761"/>
                    <a:gd name="connsiteY11" fmla="*/ 35075 h 1598513"/>
                    <a:gd name="connsiteX0" fmla="*/ 0 w 583009"/>
                    <a:gd name="connsiteY0" fmla="*/ 35075 h 1598513"/>
                    <a:gd name="connsiteX1" fmla="*/ 257969 w 583009"/>
                    <a:gd name="connsiteY1" fmla="*/ 24755 h 1598513"/>
                    <a:gd name="connsiteX2" fmla="*/ 430213 w 583009"/>
                    <a:gd name="connsiteY2" fmla="*/ 213669 h 1598513"/>
                    <a:gd name="connsiteX3" fmla="*/ 580232 w 583009"/>
                    <a:gd name="connsiteY3" fmla="*/ 758975 h 1598513"/>
                    <a:gd name="connsiteX4" fmla="*/ 549275 w 583009"/>
                    <a:gd name="connsiteY4" fmla="*/ 1232845 h 1598513"/>
                    <a:gd name="connsiteX5" fmla="*/ 439738 w 583009"/>
                    <a:gd name="connsiteY5" fmla="*/ 1556693 h 1598513"/>
                    <a:gd name="connsiteX6" fmla="*/ 258763 w 583009"/>
                    <a:gd name="connsiteY6" fmla="*/ 1580506 h 1598513"/>
                    <a:gd name="connsiteX7" fmla="*/ 344487 w 583009"/>
                    <a:gd name="connsiteY7" fmla="*/ 1440012 h 1598513"/>
                    <a:gd name="connsiteX8" fmla="*/ 392113 w 583009"/>
                    <a:gd name="connsiteY8" fmla="*/ 1209031 h 1598513"/>
                    <a:gd name="connsiteX9" fmla="*/ 415925 w 583009"/>
                    <a:gd name="connsiteY9" fmla="*/ 818506 h 1598513"/>
                    <a:gd name="connsiteX10" fmla="*/ 311150 w 583009"/>
                    <a:gd name="connsiteY10" fmla="*/ 347018 h 1598513"/>
                    <a:gd name="connsiteX11" fmla="*/ 0 w 583009"/>
                    <a:gd name="connsiteY11" fmla="*/ 35075 h 1598513"/>
                    <a:gd name="connsiteX0" fmla="*/ 0 w 583009"/>
                    <a:gd name="connsiteY0" fmla="*/ 35075 h 1598513"/>
                    <a:gd name="connsiteX1" fmla="*/ 257969 w 583009"/>
                    <a:gd name="connsiteY1" fmla="*/ 24755 h 1598513"/>
                    <a:gd name="connsiteX2" fmla="*/ 430213 w 583009"/>
                    <a:gd name="connsiteY2" fmla="*/ 213669 h 1598513"/>
                    <a:gd name="connsiteX3" fmla="*/ 580232 w 583009"/>
                    <a:gd name="connsiteY3" fmla="*/ 758975 h 1598513"/>
                    <a:gd name="connsiteX4" fmla="*/ 549275 w 583009"/>
                    <a:gd name="connsiteY4" fmla="*/ 1232845 h 1598513"/>
                    <a:gd name="connsiteX5" fmla="*/ 439738 w 583009"/>
                    <a:gd name="connsiteY5" fmla="*/ 1556693 h 1598513"/>
                    <a:gd name="connsiteX6" fmla="*/ 258763 w 583009"/>
                    <a:gd name="connsiteY6" fmla="*/ 1580506 h 1598513"/>
                    <a:gd name="connsiteX7" fmla="*/ 344487 w 583009"/>
                    <a:gd name="connsiteY7" fmla="*/ 1440012 h 1598513"/>
                    <a:gd name="connsiteX8" fmla="*/ 392113 w 583009"/>
                    <a:gd name="connsiteY8" fmla="*/ 1209031 h 1598513"/>
                    <a:gd name="connsiteX9" fmla="*/ 415925 w 583009"/>
                    <a:gd name="connsiteY9" fmla="*/ 818506 h 1598513"/>
                    <a:gd name="connsiteX10" fmla="*/ 311150 w 583009"/>
                    <a:gd name="connsiteY10" fmla="*/ 347018 h 1598513"/>
                    <a:gd name="connsiteX11" fmla="*/ 0 w 583009"/>
                    <a:gd name="connsiteY11" fmla="*/ 35075 h 1598513"/>
                    <a:gd name="connsiteX0" fmla="*/ 0 w 583009"/>
                    <a:gd name="connsiteY0" fmla="*/ 55465 h 1618903"/>
                    <a:gd name="connsiteX1" fmla="*/ 257969 w 583009"/>
                    <a:gd name="connsiteY1" fmla="*/ 45145 h 1618903"/>
                    <a:gd name="connsiteX2" fmla="*/ 430213 w 583009"/>
                    <a:gd name="connsiteY2" fmla="*/ 234059 h 1618903"/>
                    <a:gd name="connsiteX3" fmla="*/ 580232 w 583009"/>
                    <a:gd name="connsiteY3" fmla="*/ 779365 h 1618903"/>
                    <a:gd name="connsiteX4" fmla="*/ 549275 w 583009"/>
                    <a:gd name="connsiteY4" fmla="*/ 1253235 h 1618903"/>
                    <a:gd name="connsiteX5" fmla="*/ 439738 w 583009"/>
                    <a:gd name="connsiteY5" fmla="*/ 1577083 h 1618903"/>
                    <a:gd name="connsiteX6" fmla="*/ 258763 w 583009"/>
                    <a:gd name="connsiteY6" fmla="*/ 1600896 h 1618903"/>
                    <a:gd name="connsiteX7" fmla="*/ 344487 w 583009"/>
                    <a:gd name="connsiteY7" fmla="*/ 1460402 h 1618903"/>
                    <a:gd name="connsiteX8" fmla="*/ 392113 w 583009"/>
                    <a:gd name="connsiteY8" fmla="*/ 1229421 h 1618903"/>
                    <a:gd name="connsiteX9" fmla="*/ 415925 w 583009"/>
                    <a:gd name="connsiteY9" fmla="*/ 838896 h 1618903"/>
                    <a:gd name="connsiteX10" fmla="*/ 311150 w 583009"/>
                    <a:gd name="connsiteY10" fmla="*/ 367408 h 1618903"/>
                    <a:gd name="connsiteX11" fmla="*/ 0 w 583009"/>
                    <a:gd name="connsiteY11" fmla="*/ 55465 h 1618903"/>
                    <a:gd name="connsiteX0" fmla="*/ 0 w 583009"/>
                    <a:gd name="connsiteY0" fmla="*/ 49425 h 1612863"/>
                    <a:gd name="connsiteX1" fmla="*/ 257969 w 583009"/>
                    <a:gd name="connsiteY1" fmla="*/ 39105 h 1612863"/>
                    <a:gd name="connsiteX2" fmla="*/ 430213 w 583009"/>
                    <a:gd name="connsiteY2" fmla="*/ 228019 h 1612863"/>
                    <a:gd name="connsiteX3" fmla="*/ 580232 w 583009"/>
                    <a:gd name="connsiteY3" fmla="*/ 773325 h 1612863"/>
                    <a:gd name="connsiteX4" fmla="*/ 549275 w 583009"/>
                    <a:gd name="connsiteY4" fmla="*/ 1247195 h 1612863"/>
                    <a:gd name="connsiteX5" fmla="*/ 439738 w 583009"/>
                    <a:gd name="connsiteY5" fmla="*/ 1571043 h 1612863"/>
                    <a:gd name="connsiteX6" fmla="*/ 258763 w 583009"/>
                    <a:gd name="connsiteY6" fmla="*/ 1594856 h 1612863"/>
                    <a:gd name="connsiteX7" fmla="*/ 344487 w 583009"/>
                    <a:gd name="connsiteY7" fmla="*/ 1454362 h 1612863"/>
                    <a:gd name="connsiteX8" fmla="*/ 392113 w 583009"/>
                    <a:gd name="connsiteY8" fmla="*/ 1223381 h 1612863"/>
                    <a:gd name="connsiteX9" fmla="*/ 415925 w 583009"/>
                    <a:gd name="connsiteY9" fmla="*/ 832856 h 1612863"/>
                    <a:gd name="connsiteX10" fmla="*/ 311150 w 583009"/>
                    <a:gd name="connsiteY10" fmla="*/ 361368 h 1612863"/>
                    <a:gd name="connsiteX11" fmla="*/ 0 w 583009"/>
                    <a:gd name="connsiteY11" fmla="*/ 49425 h 16128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583009" h="1612863">
                      <a:moveTo>
                        <a:pt x="0" y="49425"/>
                      </a:moveTo>
                      <a:cubicBezTo>
                        <a:pt x="130174" y="-36300"/>
                        <a:pt x="186267" y="9339"/>
                        <a:pt x="257969" y="39105"/>
                      </a:cubicBezTo>
                      <a:cubicBezTo>
                        <a:pt x="329671" y="68871"/>
                        <a:pt x="376503" y="105649"/>
                        <a:pt x="430213" y="228019"/>
                      </a:cubicBezTo>
                      <a:cubicBezTo>
                        <a:pt x="483924" y="350389"/>
                        <a:pt x="569913" y="596318"/>
                        <a:pt x="580232" y="773325"/>
                      </a:cubicBezTo>
                      <a:cubicBezTo>
                        <a:pt x="590551" y="950332"/>
                        <a:pt x="570309" y="1126148"/>
                        <a:pt x="549275" y="1247195"/>
                      </a:cubicBezTo>
                      <a:cubicBezTo>
                        <a:pt x="528241" y="1368242"/>
                        <a:pt x="488157" y="1513100"/>
                        <a:pt x="439738" y="1571043"/>
                      </a:cubicBezTo>
                      <a:cubicBezTo>
                        <a:pt x="391319" y="1628987"/>
                        <a:pt x="304006" y="1616287"/>
                        <a:pt x="258763" y="1594856"/>
                      </a:cubicBezTo>
                      <a:cubicBezTo>
                        <a:pt x="296863" y="1549613"/>
                        <a:pt x="322262" y="1516275"/>
                        <a:pt x="344487" y="1454362"/>
                      </a:cubicBezTo>
                      <a:cubicBezTo>
                        <a:pt x="366712" y="1392449"/>
                        <a:pt x="380207" y="1326965"/>
                        <a:pt x="392113" y="1223381"/>
                      </a:cubicBezTo>
                      <a:cubicBezTo>
                        <a:pt x="404019" y="1119797"/>
                        <a:pt x="429419" y="976525"/>
                        <a:pt x="415925" y="832856"/>
                      </a:cubicBezTo>
                      <a:cubicBezTo>
                        <a:pt x="402431" y="689187"/>
                        <a:pt x="349515" y="482415"/>
                        <a:pt x="311150" y="361368"/>
                      </a:cubicBezTo>
                      <a:cubicBezTo>
                        <a:pt x="272785" y="240321"/>
                        <a:pt x="236537" y="109751"/>
                        <a:pt x="0" y="49425"/>
                      </a:cubicBezTo>
                      <a:close/>
                    </a:path>
                  </a:pathLst>
                </a:custGeom>
                <a:solidFill>
                  <a:srgbClr val="E6BB7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5" name="任意多边形 64"/>
                <p:cNvSpPr/>
                <p:nvPr/>
              </p:nvSpPr>
              <p:spPr>
                <a:xfrm>
                  <a:off x="6677523" y="2094047"/>
                  <a:ext cx="583009" cy="1612863"/>
                </a:xfrm>
                <a:custGeom>
                  <a:avLst/>
                  <a:gdLst>
                    <a:gd name="connsiteX0" fmla="*/ 2192 w 582624"/>
                    <a:gd name="connsiteY0" fmla="*/ 36522 h 1656991"/>
                    <a:gd name="connsiteX1" fmla="*/ 159354 w 582624"/>
                    <a:gd name="connsiteY1" fmla="*/ 31759 h 1656991"/>
                    <a:gd name="connsiteX2" fmla="*/ 402242 w 582624"/>
                    <a:gd name="connsiteY2" fmla="*/ 236547 h 1656991"/>
                    <a:gd name="connsiteX3" fmla="*/ 578454 w 582624"/>
                    <a:gd name="connsiteY3" fmla="*/ 784234 h 1656991"/>
                    <a:gd name="connsiteX4" fmla="*/ 511779 w 582624"/>
                    <a:gd name="connsiteY4" fmla="*/ 1484322 h 1656991"/>
                    <a:gd name="connsiteX5" fmla="*/ 340329 w 582624"/>
                    <a:gd name="connsiteY5" fmla="*/ 1651009 h 1656991"/>
                    <a:gd name="connsiteX6" fmla="*/ 221267 w 582624"/>
                    <a:gd name="connsiteY6" fmla="*/ 1608147 h 1656991"/>
                    <a:gd name="connsiteX7" fmla="*/ 283179 w 582624"/>
                    <a:gd name="connsiteY7" fmla="*/ 1493847 h 1656991"/>
                    <a:gd name="connsiteX8" fmla="*/ 354617 w 582624"/>
                    <a:gd name="connsiteY8" fmla="*/ 1236672 h 1656991"/>
                    <a:gd name="connsiteX9" fmla="*/ 378429 w 582624"/>
                    <a:gd name="connsiteY9" fmla="*/ 846147 h 1656991"/>
                    <a:gd name="connsiteX10" fmla="*/ 273654 w 582624"/>
                    <a:gd name="connsiteY10" fmla="*/ 374659 h 1656991"/>
                    <a:gd name="connsiteX11" fmla="*/ 2192 w 582624"/>
                    <a:gd name="connsiteY11" fmla="*/ 36522 h 1656991"/>
                    <a:gd name="connsiteX0" fmla="*/ 2192 w 582624"/>
                    <a:gd name="connsiteY0" fmla="*/ 36522 h 1656991"/>
                    <a:gd name="connsiteX1" fmla="*/ 159354 w 582624"/>
                    <a:gd name="connsiteY1" fmla="*/ 31759 h 1656991"/>
                    <a:gd name="connsiteX2" fmla="*/ 402242 w 582624"/>
                    <a:gd name="connsiteY2" fmla="*/ 236547 h 1656991"/>
                    <a:gd name="connsiteX3" fmla="*/ 578454 w 582624"/>
                    <a:gd name="connsiteY3" fmla="*/ 784234 h 1656991"/>
                    <a:gd name="connsiteX4" fmla="*/ 511779 w 582624"/>
                    <a:gd name="connsiteY4" fmla="*/ 1484322 h 1656991"/>
                    <a:gd name="connsiteX5" fmla="*/ 340329 w 582624"/>
                    <a:gd name="connsiteY5" fmla="*/ 1651009 h 1656991"/>
                    <a:gd name="connsiteX6" fmla="*/ 221267 w 582624"/>
                    <a:gd name="connsiteY6" fmla="*/ 1608147 h 1656991"/>
                    <a:gd name="connsiteX7" fmla="*/ 283179 w 582624"/>
                    <a:gd name="connsiteY7" fmla="*/ 1493847 h 1656991"/>
                    <a:gd name="connsiteX8" fmla="*/ 354617 w 582624"/>
                    <a:gd name="connsiteY8" fmla="*/ 1236672 h 1656991"/>
                    <a:gd name="connsiteX9" fmla="*/ 378429 w 582624"/>
                    <a:gd name="connsiteY9" fmla="*/ 846147 h 1656991"/>
                    <a:gd name="connsiteX10" fmla="*/ 273654 w 582624"/>
                    <a:gd name="connsiteY10" fmla="*/ 374659 h 1656991"/>
                    <a:gd name="connsiteX11" fmla="*/ 2192 w 582624"/>
                    <a:gd name="connsiteY11" fmla="*/ 36522 h 1656991"/>
                    <a:gd name="connsiteX0" fmla="*/ 0 w 580432"/>
                    <a:gd name="connsiteY0" fmla="*/ 20487 h 1640956"/>
                    <a:gd name="connsiteX1" fmla="*/ 157162 w 580432"/>
                    <a:gd name="connsiteY1" fmla="*/ 15724 h 1640956"/>
                    <a:gd name="connsiteX2" fmla="*/ 400050 w 580432"/>
                    <a:gd name="connsiteY2" fmla="*/ 220512 h 1640956"/>
                    <a:gd name="connsiteX3" fmla="*/ 576262 w 580432"/>
                    <a:gd name="connsiteY3" fmla="*/ 768199 h 1640956"/>
                    <a:gd name="connsiteX4" fmla="*/ 509587 w 580432"/>
                    <a:gd name="connsiteY4" fmla="*/ 1468287 h 1640956"/>
                    <a:gd name="connsiteX5" fmla="*/ 338137 w 580432"/>
                    <a:gd name="connsiteY5" fmla="*/ 1634974 h 1640956"/>
                    <a:gd name="connsiteX6" fmla="*/ 219075 w 580432"/>
                    <a:gd name="connsiteY6" fmla="*/ 1592112 h 1640956"/>
                    <a:gd name="connsiteX7" fmla="*/ 280987 w 580432"/>
                    <a:gd name="connsiteY7" fmla="*/ 1477812 h 1640956"/>
                    <a:gd name="connsiteX8" fmla="*/ 352425 w 580432"/>
                    <a:gd name="connsiteY8" fmla="*/ 1220637 h 1640956"/>
                    <a:gd name="connsiteX9" fmla="*/ 376237 w 580432"/>
                    <a:gd name="connsiteY9" fmla="*/ 830112 h 1640956"/>
                    <a:gd name="connsiteX10" fmla="*/ 271462 w 580432"/>
                    <a:gd name="connsiteY10" fmla="*/ 358624 h 1640956"/>
                    <a:gd name="connsiteX11" fmla="*/ 0 w 580432"/>
                    <a:gd name="connsiteY11" fmla="*/ 20487 h 1640956"/>
                    <a:gd name="connsiteX0" fmla="*/ 0 w 580432"/>
                    <a:gd name="connsiteY0" fmla="*/ 5954 h 1626423"/>
                    <a:gd name="connsiteX1" fmla="*/ 157162 w 580432"/>
                    <a:gd name="connsiteY1" fmla="*/ 1191 h 1626423"/>
                    <a:gd name="connsiteX2" fmla="*/ 400050 w 580432"/>
                    <a:gd name="connsiteY2" fmla="*/ 205979 h 1626423"/>
                    <a:gd name="connsiteX3" fmla="*/ 576262 w 580432"/>
                    <a:gd name="connsiteY3" fmla="*/ 753666 h 1626423"/>
                    <a:gd name="connsiteX4" fmla="*/ 509587 w 580432"/>
                    <a:gd name="connsiteY4" fmla="*/ 1453754 h 1626423"/>
                    <a:gd name="connsiteX5" fmla="*/ 338137 w 580432"/>
                    <a:gd name="connsiteY5" fmla="*/ 1620441 h 1626423"/>
                    <a:gd name="connsiteX6" fmla="*/ 219075 w 580432"/>
                    <a:gd name="connsiteY6" fmla="*/ 1577579 h 1626423"/>
                    <a:gd name="connsiteX7" fmla="*/ 280987 w 580432"/>
                    <a:gd name="connsiteY7" fmla="*/ 1463279 h 1626423"/>
                    <a:gd name="connsiteX8" fmla="*/ 352425 w 580432"/>
                    <a:gd name="connsiteY8" fmla="*/ 1206104 h 1626423"/>
                    <a:gd name="connsiteX9" fmla="*/ 376237 w 580432"/>
                    <a:gd name="connsiteY9" fmla="*/ 815579 h 1626423"/>
                    <a:gd name="connsiteX10" fmla="*/ 271462 w 580432"/>
                    <a:gd name="connsiteY10" fmla="*/ 344091 h 1626423"/>
                    <a:gd name="connsiteX11" fmla="*/ 0 w 580432"/>
                    <a:gd name="connsiteY11" fmla="*/ 5954 h 1626423"/>
                    <a:gd name="connsiteX0" fmla="*/ 0 w 580432"/>
                    <a:gd name="connsiteY0" fmla="*/ 5954 h 1626423"/>
                    <a:gd name="connsiteX1" fmla="*/ 157162 w 580432"/>
                    <a:gd name="connsiteY1" fmla="*/ 1191 h 1626423"/>
                    <a:gd name="connsiteX2" fmla="*/ 400050 w 580432"/>
                    <a:gd name="connsiteY2" fmla="*/ 205979 h 1626423"/>
                    <a:gd name="connsiteX3" fmla="*/ 576262 w 580432"/>
                    <a:gd name="connsiteY3" fmla="*/ 753666 h 1626423"/>
                    <a:gd name="connsiteX4" fmla="*/ 509587 w 580432"/>
                    <a:gd name="connsiteY4" fmla="*/ 1453754 h 1626423"/>
                    <a:gd name="connsiteX5" fmla="*/ 338137 w 580432"/>
                    <a:gd name="connsiteY5" fmla="*/ 1620441 h 1626423"/>
                    <a:gd name="connsiteX6" fmla="*/ 219075 w 580432"/>
                    <a:gd name="connsiteY6" fmla="*/ 1577579 h 1626423"/>
                    <a:gd name="connsiteX7" fmla="*/ 280987 w 580432"/>
                    <a:gd name="connsiteY7" fmla="*/ 1463279 h 1626423"/>
                    <a:gd name="connsiteX8" fmla="*/ 352425 w 580432"/>
                    <a:gd name="connsiteY8" fmla="*/ 1206104 h 1626423"/>
                    <a:gd name="connsiteX9" fmla="*/ 376237 w 580432"/>
                    <a:gd name="connsiteY9" fmla="*/ 815579 h 1626423"/>
                    <a:gd name="connsiteX10" fmla="*/ 271462 w 580432"/>
                    <a:gd name="connsiteY10" fmla="*/ 344091 h 1626423"/>
                    <a:gd name="connsiteX11" fmla="*/ 0 w 580432"/>
                    <a:gd name="connsiteY11" fmla="*/ 5954 h 1626423"/>
                    <a:gd name="connsiteX0" fmla="*/ 0 w 580432"/>
                    <a:gd name="connsiteY0" fmla="*/ 5954 h 1626423"/>
                    <a:gd name="connsiteX1" fmla="*/ 157162 w 580432"/>
                    <a:gd name="connsiteY1" fmla="*/ 1191 h 1626423"/>
                    <a:gd name="connsiteX2" fmla="*/ 400050 w 580432"/>
                    <a:gd name="connsiteY2" fmla="*/ 205979 h 1626423"/>
                    <a:gd name="connsiteX3" fmla="*/ 576262 w 580432"/>
                    <a:gd name="connsiteY3" fmla="*/ 753666 h 1626423"/>
                    <a:gd name="connsiteX4" fmla="*/ 509587 w 580432"/>
                    <a:gd name="connsiteY4" fmla="*/ 1453754 h 1626423"/>
                    <a:gd name="connsiteX5" fmla="*/ 338137 w 580432"/>
                    <a:gd name="connsiteY5" fmla="*/ 1620441 h 1626423"/>
                    <a:gd name="connsiteX6" fmla="*/ 219075 w 580432"/>
                    <a:gd name="connsiteY6" fmla="*/ 1577579 h 1626423"/>
                    <a:gd name="connsiteX7" fmla="*/ 280987 w 580432"/>
                    <a:gd name="connsiteY7" fmla="*/ 1463279 h 1626423"/>
                    <a:gd name="connsiteX8" fmla="*/ 352425 w 580432"/>
                    <a:gd name="connsiteY8" fmla="*/ 1206104 h 1626423"/>
                    <a:gd name="connsiteX9" fmla="*/ 376237 w 580432"/>
                    <a:gd name="connsiteY9" fmla="*/ 815579 h 1626423"/>
                    <a:gd name="connsiteX10" fmla="*/ 271462 w 580432"/>
                    <a:gd name="connsiteY10" fmla="*/ 344091 h 1626423"/>
                    <a:gd name="connsiteX11" fmla="*/ 0 w 580432"/>
                    <a:gd name="connsiteY11" fmla="*/ 5954 h 1626423"/>
                    <a:gd name="connsiteX0" fmla="*/ 0 w 580923"/>
                    <a:gd name="connsiteY0" fmla="*/ 5954 h 1626423"/>
                    <a:gd name="connsiteX1" fmla="*/ 157162 w 580923"/>
                    <a:gd name="connsiteY1" fmla="*/ 1191 h 1626423"/>
                    <a:gd name="connsiteX2" fmla="*/ 400050 w 580923"/>
                    <a:gd name="connsiteY2" fmla="*/ 205979 h 1626423"/>
                    <a:gd name="connsiteX3" fmla="*/ 576262 w 580923"/>
                    <a:gd name="connsiteY3" fmla="*/ 753666 h 1626423"/>
                    <a:gd name="connsiteX4" fmla="*/ 509587 w 580923"/>
                    <a:gd name="connsiteY4" fmla="*/ 1453754 h 1626423"/>
                    <a:gd name="connsiteX5" fmla="*/ 338137 w 580923"/>
                    <a:gd name="connsiteY5" fmla="*/ 1620441 h 1626423"/>
                    <a:gd name="connsiteX6" fmla="*/ 219075 w 580923"/>
                    <a:gd name="connsiteY6" fmla="*/ 1577579 h 1626423"/>
                    <a:gd name="connsiteX7" fmla="*/ 280987 w 580923"/>
                    <a:gd name="connsiteY7" fmla="*/ 1463279 h 1626423"/>
                    <a:gd name="connsiteX8" fmla="*/ 352425 w 580923"/>
                    <a:gd name="connsiteY8" fmla="*/ 1206104 h 1626423"/>
                    <a:gd name="connsiteX9" fmla="*/ 376237 w 580923"/>
                    <a:gd name="connsiteY9" fmla="*/ 815579 h 1626423"/>
                    <a:gd name="connsiteX10" fmla="*/ 271462 w 580923"/>
                    <a:gd name="connsiteY10" fmla="*/ 344091 h 1626423"/>
                    <a:gd name="connsiteX11" fmla="*/ 0 w 580923"/>
                    <a:gd name="connsiteY11" fmla="*/ 5954 h 1626423"/>
                    <a:gd name="connsiteX0" fmla="*/ 0 w 580923"/>
                    <a:gd name="connsiteY0" fmla="*/ 5954 h 1620536"/>
                    <a:gd name="connsiteX1" fmla="*/ 157162 w 580923"/>
                    <a:gd name="connsiteY1" fmla="*/ 1191 h 1620536"/>
                    <a:gd name="connsiteX2" fmla="*/ 400050 w 580923"/>
                    <a:gd name="connsiteY2" fmla="*/ 205979 h 1620536"/>
                    <a:gd name="connsiteX3" fmla="*/ 576262 w 580923"/>
                    <a:gd name="connsiteY3" fmla="*/ 753666 h 1620536"/>
                    <a:gd name="connsiteX4" fmla="*/ 509587 w 580923"/>
                    <a:gd name="connsiteY4" fmla="*/ 1453754 h 1620536"/>
                    <a:gd name="connsiteX5" fmla="*/ 338137 w 580923"/>
                    <a:gd name="connsiteY5" fmla="*/ 1620441 h 1620536"/>
                    <a:gd name="connsiteX6" fmla="*/ 219075 w 580923"/>
                    <a:gd name="connsiteY6" fmla="*/ 1577579 h 1620536"/>
                    <a:gd name="connsiteX7" fmla="*/ 280987 w 580923"/>
                    <a:gd name="connsiteY7" fmla="*/ 1463279 h 1620536"/>
                    <a:gd name="connsiteX8" fmla="*/ 352425 w 580923"/>
                    <a:gd name="connsiteY8" fmla="*/ 1206104 h 1620536"/>
                    <a:gd name="connsiteX9" fmla="*/ 376237 w 580923"/>
                    <a:gd name="connsiteY9" fmla="*/ 815579 h 1620536"/>
                    <a:gd name="connsiteX10" fmla="*/ 271462 w 580923"/>
                    <a:gd name="connsiteY10" fmla="*/ 344091 h 1620536"/>
                    <a:gd name="connsiteX11" fmla="*/ 0 w 580923"/>
                    <a:gd name="connsiteY11" fmla="*/ 5954 h 1620536"/>
                    <a:gd name="connsiteX0" fmla="*/ 0 w 580923"/>
                    <a:gd name="connsiteY0" fmla="*/ 5954 h 1620536"/>
                    <a:gd name="connsiteX1" fmla="*/ 157162 w 580923"/>
                    <a:gd name="connsiteY1" fmla="*/ 1191 h 1620536"/>
                    <a:gd name="connsiteX2" fmla="*/ 400050 w 580923"/>
                    <a:gd name="connsiteY2" fmla="*/ 205979 h 1620536"/>
                    <a:gd name="connsiteX3" fmla="*/ 576262 w 580923"/>
                    <a:gd name="connsiteY3" fmla="*/ 753666 h 1620536"/>
                    <a:gd name="connsiteX4" fmla="*/ 509587 w 580923"/>
                    <a:gd name="connsiteY4" fmla="*/ 1453754 h 1620536"/>
                    <a:gd name="connsiteX5" fmla="*/ 338137 w 580923"/>
                    <a:gd name="connsiteY5" fmla="*/ 1620441 h 1620536"/>
                    <a:gd name="connsiteX6" fmla="*/ 219075 w 580923"/>
                    <a:gd name="connsiteY6" fmla="*/ 1577579 h 1620536"/>
                    <a:gd name="connsiteX7" fmla="*/ 280987 w 580923"/>
                    <a:gd name="connsiteY7" fmla="*/ 1463279 h 1620536"/>
                    <a:gd name="connsiteX8" fmla="*/ 352425 w 580923"/>
                    <a:gd name="connsiteY8" fmla="*/ 1206104 h 1620536"/>
                    <a:gd name="connsiteX9" fmla="*/ 376237 w 580923"/>
                    <a:gd name="connsiteY9" fmla="*/ 815579 h 1620536"/>
                    <a:gd name="connsiteX10" fmla="*/ 271462 w 580923"/>
                    <a:gd name="connsiteY10" fmla="*/ 344091 h 1620536"/>
                    <a:gd name="connsiteX11" fmla="*/ 0 w 580923"/>
                    <a:gd name="connsiteY11" fmla="*/ 5954 h 1620536"/>
                    <a:gd name="connsiteX0" fmla="*/ 0 w 580923"/>
                    <a:gd name="connsiteY0" fmla="*/ 5954 h 1620518"/>
                    <a:gd name="connsiteX1" fmla="*/ 157162 w 580923"/>
                    <a:gd name="connsiteY1" fmla="*/ 1191 h 1620518"/>
                    <a:gd name="connsiteX2" fmla="*/ 400050 w 580923"/>
                    <a:gd name="connsiteY2" fmla="*/ 205979 h 1620518"/>
                    <a:gd name="connsiteX3" fmla="*/ 576262 w 580923"/>
                    <a:gd name="connsiteY3" fmla="*/ 753666 h 1620518"/>
                    <a:gd name="connsiteX4" fmla="*/ 509587 w 580923"/>
                    <a:gd name="connsiteY4" fmla="*/ 1453754 h 1620518"/>
                    <a:gd name="connsiteX5" fmla="*/ 338137 w 580923"/>
                    <a:gd name="connsiteY5" fmla="*/ 1620441 h 1620518"/>
                    <a:gd name="connsiteX6" fmla="*/ 219075 w 580923"/>
                    <a:gd name="connsiteY6" fmla="*/ 1577579 h 1620518"/>
                    <a:gd name="connsiteX7" fmla="*/ 280987 w 580923"/>
                    <a:gd name="connsiteY7" fmla="*/ 1463279 h 1620518"/>
                    <a:gd name="connsiteX8" fmla="*/ 352425 w 580923"/>
                    <a:gd name="connsiteY8" fmla="*/ 1206104 h 1620518"/>
                    <a:gd name="connsiteX9" fmla="*/ 376237 w 580923"/>
                    <a:gd name="connsiteY9" fmla="*/ 815579 h 1620518"/>
                    <a:gd name="connsiteX10" fmla="*/ 271462 w 580923"/>
                    <a:gd name="connsiteY10" fmla="*/ 344091 h 1620518"/>
                    <a:gd name="connsiteX11" fmla="*/ 0 w 580923"/>
                    <a:gd name="connsiteY11" fmla="*/ 5954 h 1620518"/>
                    <a:gd name="connsiteX0" fmla="*/ 0 w 580407"/>
                    <a:gd name="connsiteY0" fmla="*/ 5954 h 1611042"/>
                    <a:gd name="connsiteX1" fmla="*/ 157162 w 580407"/>
                    <a:gd name="connsiteY1" fmla="*/ 1191 h 1611042"/>
                    <a:gd name="connsiteX2" fmla="*/ 400050 w 580407"/>
                    <a:gd name="connsiteY2" fmla="*/ 205979 h 1611042"/>
                    <a:gd name="connsiteX3" fmla="*/ 576262 w 580407"/>
                    <a:gd name="connsiteY3" fmla="*/ 753666 h 1611042"/>
                    <a:gd name="connsiteX4" fmla="*/ 509587 w 580407"/>
                    <a:gd name="connsiteY4" fmla="*/ 1453754 h 1611042"/>
                    <a:gd name="connsiteX5" fmla="*/ 340518 w 580407"/>
                    <a:gd name="connsiteY5" fmla="*/ 1610916 h 1611042"/>
                    <a:gd name="connsiteX6" fmla="*/ 219075 w 580407"/>
                    <a:gd name="connsiteY6" fmla="*/ 1577579 h 1611042"/>
                    <a:gd name="connsiteX7" fmla="*/ 280987 w 580407"/>
                    <a:gd name="connsiteY7" fmla="*/ 1463279 h 1611042"/>
                    <a:gd name="connsiteX8" fmla="*/ 352425 w 580407"/>
                    <a:gd name="connsiteY8" fmla="*/ 1206104 h 1611042"/>
                    <a:gd name="connsiteX9" fmla="*/ 376237 w 580407"/>
                    <a:gd name="connsiteY9" fmla="*/ 815579 h 1611042"/>
                    <a:gd name="connsiteX10" fmla="*/ 271462 w 580407"/>
                    <a:gd name="connsiteY10" fmla="*/ 344091 h 1611042"/>
                    <a:gd name="connsiteX11" fmla="*/ 0 w 580407"/>
                    <a:gd name="connsiteY11" fmla="*/ 5954 h 1611042"/>
                    <a:gd name="connsiteX0" fmla="*/ 0 w 580130"/>
                    <a:gd name="connsiteY0" fmla="*/ 5954 h 1611042"/>
                    <a:gd name="connsiteX1" fmla="*/ 157162 w 580130"/>
                    <a:gd name="connsiteY1" fmla="*/ 1191 h 1611042"/>
                    <a:gd name="connsiteX2" fmla="*/ 400050 w 580130"/>
                    <a:gd name="connsiteY2" fmla="*/ 205979 h 1611042"/>
                    <a:gd name="connsiteX3" fmla="*/ 576262 w 580130"/>
                    <a:gd name="connsiteY3" fmla="*/ 753666 h 1611042"/>
                    <a:gd name="connsiteX4" fmla="*/ 509587 w 580130"/>
                    <a:gd name="connsiteY4" fmla="*/ 1453754 h 1611042"/>
                    <a:gd name="connsiteX5" fmla="*/ 340518 w 580130"/>
                    <a:gd name="connsiteY5" fmla="*/ 1610916 h 1611042"/>
                    <a:gd name="connsiteX6" fmla="*/ 219075 w 580130"/>
                    <a:gd name="connsiteY6" fmla="*/ 1577579 h 1611042"/>
                    <a:gd name="connsiteX7" fmla="*/ 280987 w 580130"/>
                    <a:gd name="connsiteY7" fmla="*/ 1463279 h 1611042"/>
                    <a:gd name="connsiteX8" fmla="*/ 352425 w 580130"/>
                    <a:gd name="connsiteY8" fmla="*/ 1206104 h 1611042"/>
                    <a:gd name="connsiteX9" fmla="*/ 376237 w 580130"/>
                    <a:gd name="connsiteY9" fmla="*/ 815579 h 1611042"/>
                    <a:gd name="connsiteX10" fmla="*/ 271462 w 580130"/>
                    <a:gd name="connsiteY10" fmla="*/ 344091 h 1611042"/>
                    <a:gd name="connsiteX11" fmla="*/ 0 w 580130"/>
                    <a:gd name="connsiteY11" fmla="*/ 5954 h 1611042"/>
                    <a:gd name="connsiteX0" fmla="*/ 0 w 579406"/>
                    <a:gd name="connsiteY0" fmla="*/ 5954 h 1617985"/>
                    <a:gd name="connsiteX1" fmla="*/ 157162 w 579406"/>
                    <a:gd name="connsiteY1" fmla="*/ 1191 h 1617985"/>
                    <a:gd name="connsiteX2" fmla="*/ 400050 w 579406"/>
                    <a:gd name="connsiteY2" fmla="*/ 205979 h 1617985"/>
                    <a:gd name="connsiteX3" fmla="*/ 576262 w 579406"/>
                    <a:gd name="connsiteY3" fmla="*/ 753666 h 1617985"/>
                    <a:gd name="connsiteX4" fmla="*/ 502444 w 579406"/>
                    <a:gd name="connsiteY4" fmla="*/ 1446611 h 1617985"/>
                    <a:gd name="connsiteX5" fmla="*/ 340518 w 579406"/>
                    <a:gd name="connsiteY5" fmla="*/ 1610916 h 1617985"/>
                    <a:gd name="connsiteX6" fmla="*/ 219075 w 579406"/>
                    <a:gd name="connsiteY6" fmla="*/ 1577579 h 1617985"/>
                    <a:gd name="connsiteX7" fmla="*/ 280987 w 579406"/>
                    <a:gd name="connsiteY7" fmla="*/ 1463279 h 1617985"/>
                    <a:gd name="connsiteX8" fmla="*/ 352425 w 579406"/>
                    <a:gd name="connsiteY8" fmla="*/ 1206104 h 1617985"/>
                    <a:gd name="connsiteX9" fmla="*/ 376237 w 579406"/>
                    <a:gd name="connsiteY9" fmla="*/ 815579 h 1617985"/>
                    <a:gd name="connsiteX10" fmla="*/ 271462 w 579406"/>
                    <a:gd name="connsiteY10" fmla="*/ 344091 h 1617985"/>
                    <a:gd name="connsiteX11" fmla="*/ 0 w 579406"/>
                    <a:gd name="connsiteY11" fmla="*/ 5954 h 1617985"/>
                    <a:gd name="connsiteX0" fmla="*/ 0 w 579406"/>
                    <a:gd name="connsiteY0" fmla="*/ 5954 h 1610925"/>
                    <a:gd name="connsiteX1" fmla="*/ 157162 w 579406"/>
                    <a:gd name="connsiteY1" fmla="*/ 1191 h 1610925"/>
                    <a:gd name="connsiteX2" fmla="*/ 400050 w 579406"/>
                    <a:gd name="connsiteY2" fmla="*/ 205979 h 1610925"/>
                    <a:gd name="connsiteX3" fmla="*/ 576262 w 579406"/>
                    <a:gd name="connsiteY3" fmla="*/ 753666 h 1610925"/>
                    <a:gd name="connsiteX4" fmla="*/ 502444 w 579406"/>
                    <a:gd name="connsiteY4" fmla="*/ 1446611 h 1610925"/>
                    <a:gd name="connsiteX5" fmla="*/ 340518 w 579406"/>
                    <a:gd name="connsiteY5" fmla="*/ 1610916 h 1610925"/>
                    <a:gd name="connsiteX6" fmla="*/ 219075 w 579406"/>
                    <a:gd name="connsiteY6" fmla="*/ 1577579 h 1610925"/>
                    <a:gd name="connsiteX7" fmla="*/ 280987 w 579406"/>
                    <a:gd name="connsiteY7" fmla="*/ 1463279 h 1610925"/>
                    <a:gd name="connsiteX8" fmla="*/ 352425 w 579406"/>
                    <a:gd name="connsiteY8" fmla="*/ 1206104 h 1610925"/>
                    <a:gd name="connsiteX9" fmla="*/ 376237 w 579406"/>
                    <a:gd name="connsiteY9" fmla="*/ 815579 h 1610925"/>
                    <a:gd name="connsiteX10" fmla="*/ 271462 w 579406"/>
                    <a:gd name="connsiteY10" fmla="*/ 344091 h 1610925"/>
                    <a:gd name="connsiteX11" fmla="*/ 0 w 579406"/>
                    <a:gd name="connsiteY11" fmla="*/ 5954 h 1610925"/>
                    <a:gd name="connsiteX0" fmla="*/ 0 w 579600"/>
                    <a:gd name="connsiteY0" fmla="*/ 5954 h 1603792"/>
                    <a:gd name="connsiteX1" fmla="*/ 157162 w 579600"/>
                    <a:gd name="connsiteY1" fmla="*/ 1191 h 1603792"/>
                    <a:gd name="connsiteX2" fmla="*/ 400050 w 579600"/>
                    <a:gd name="connsiteY2" fmla="*/ 205979 h 1603792"/>
                    <a:gd name="connsiteX3" fmla="*/ 576262 w 579600"/>
                    <a:gd name="connsiteY3" fmla="*/ 753666 h 1603792"/>
                    <a:gd name="connsiteX4" fmla="*/ 502444 w 579600"/>
                    <a:gd name="connsiteY4" fmla="*/ 1446611 h 1603792"/>
                    <a:gd name="connsiteX5" fmla="*/ 342900 w 579600"/>
                    <a:gd name="connsiteY5" fmla="*/ 1603772 h 1603792"/>
                    <a:gd name="connsiteX6" fmla="*/ 219075 w 579600"/>
                    <a:gd name="connsiteY6" fmla="*/ 1577579 h 1603792"/>
                    <a:gd name="connsiteX7" fmla="*/ 280987 w 579600"/>
                    <a:gd name="connsiteY7" fmla="*/ 1463279 h 1603792"/>
                    <a:gd name="connsiteX8" fmla="*/ 352425 w 579600"/>
                    <a:gd name="connsiteY8" fmla="*/ 1206104 h 1603792"/>
                    <a:gd name="connsiteX9" fmla="*/ 376237 w 579600"/>
                    <a:gd name="connsiteY9" fmla="*/ 815579 h 1603792"/>
                    <a:gd name="connsiteX10" fmla="*/ 271462 w 579600"/>
                    <a:gd name="connsiteY10" fmla="*/ 344091 h 1603792"/>
                    <a:gd name="connsiteX11" fmla="*/ 0 w 579600"/>
                    <a:gd name="connsiteY11" fmla="*/ 5954 h 1603792"/>
                    <a:gd name="connsiteX0" fmla="*/ 0 w 579492"/>
                    <a:gd name="connsiteY0" fmla="*/ 5954 h 1603792"/>
                    <a:gd name="connsiteX1" fmla="*/ 157162 w 579492"/>
                    <a:gd name="connsiteY1" fmla="*/ 1191 h 1603792"/>
                    <a:gd name="connsiteX2" fmla="*/ 400050 w 579492"/>
                    <a:gd name="connsiteY2" fmla="*/ 205979 h 1603792"/>
                    <a:gd name="connsiteX3" fmla="*/ 576262 w 579492"/>
                    <a:gd name="connsiteY3" fmla="*/ 753666 h 1603792"/>
                    <a:gd name="connsiteX4" fmla="*/ 502444 w 579492"/>
                    <a:gd name="connsiteY4" fmla="*/ 1446611 h 1603792"/>
                    <a:gd name="connsiteX5" fmla="*/ 342900 w 579492"/>
                    <a:gd name="connsiteY5" fmla="*/ 1603772 h 1603792"/>
                    <a:gd name="connsiteX6" fmla="*/ 219075 w 579492"/>
                    <a:gd name="connsiteY6" fmla="*/ 1577579 h 1603792"/>
                    <a:gd name="connsiteX7" fmla="*/ 280987 w 579492"/>
                    <a:gd name="connsiteY7" fmla="*/ 1463279 h 1603792"/>
                    <a:gd name="connsiteX8" fmla="*/ 352425 w 579492"/>
                    <a:gd name="connsiteY8" fmla="*/ 1206104 h 1603792"/>
                    <a:gd name="connsiteX9" fmla="*/ 376237 w 579492"/>
                    <a:gd name="connsiteY9" fmla="*/ 815579 h 1603792"/>
                    <a:gd name="connsiteX10" fmla="*/ 271462 w 579492"/>
                    <a:gd name="connsiteY10" fmla="*/ 344091 h 1603792"/>
                    <a:gd name="connsiteX11" fmla="*/ 0 w 579492"/>
                    <a:gd name="connsiteY11" fmla="*/ 5954 h 1603792"/>
                    <a:gd name="connsiteX0" fmla="*/ 0 w 598542"/>
                    <a:gd name="connsiteY0" fmla="*/ 29332 h 1614470"/>
                    <a:gd name="connsiteX1" fmla="*/ 176212 w 598542"/>
                    <a:gd name="connsiteY1" fmla="*/ 11869 h 1614470"/>
                    <a:gd name="connsiteX2" fmla="*/ 419100 w 598542"/>
                    <a:gd name="connsiteY2" fmla="*/ 216657 h 1614470"/>
                    <a:gd name="connsiteX3" fmla="*/ 595312 w 598542"/>
                    <a:gd name="connsiteY3" fmla="*/ 764344 h 1614470"/>
                    <a:gd name="connsiteX4" fmla="*/ 521494 w 598542"/>
                    <a:gd name="connsiteY4" fmla="*/ 1457289 h 1614470"/>
                    <a:gd name="connsiteX5" fmla="*/ 361950 w 598542"/>
                    <a:gd name="connsiteY5" fmla="*/ 1614450 h 1614470"/>
                    <a:gd name="connsiteX6" fmla="*/ 238125 w 598542"/>
                    <a:gd name="connsiteY6" fmla="*/ 1588257 h 1614470"/>
                    <a:gd name="connsiteX7" fmla="*/ 300037 w 598542"/>
                    <a:gd name="connsiteY7" fmla="*/ 1473957 h 1614470"/>
                    <a:gd name="connsiteX8" fmla="*/ 371475 w 598542"/>
                    <a:gd name="connsiteY8" fmla="*/ 1216782 h 1614470"/>
                    <a:gd name="connsiteX9" fmla="*/ 395287 w 598542"/>
                    <a:gd name="connsiteY9" fmla="*/ 826257 h 1614470"/>
                    <a:gd name="connsiteX10" fmla="*/ 290512 w 598542"/>
                    <a:gd name="connsiteY10" fmla="*/ 354769 h 1614470"/>
                    <a:gd name="connsiteX11" fmla="*/ 0 w 598542"/>
                    <a:gd name="connsiteY11" fmla="*/ 29332 h 1614470"/>
                    <a:gd name="connsiteX0" fmla="*/ 0 w 598542"/>
                    <a:gd name="connsiteY0" fmla="*/ 37693 h 1622831"/>
                    <a:gd name="connsiteX1" fmla="*/ 176212 w 598542"/>
                    <a:gd name="connsiteY1" fmla="*/ 20230 h 1622831"/>
                    <a:gd name="connsiteX2" fmla="*/ 419100 w 598542"/>
                    <a:gd name="connsiteY2" fmla="*/ 225018 h 1622831"/>
                    <a:gd name="connsiteX3" fmla="*/ 595312 w 598542"/>
                    <a:gd name="connsiteY3" fmla="*/ 772705 h 1622831"/>
                    <a:gd name="connsiteX4" fmla="*/ 521494 w 598542"/>
                    <a:gd name="connsiteY4" fmla="*/ 1465650 h 1622831"/>
                    <a:gd name="connsiteX5" fmla="*/ 361950 w 598542"/>
                    <a:gd name="connsiteY5" fmla="*/ 1622811 h 1622831"/>
                    <a:gd name="connsiteX6" fmla="*/ 238125 w 598542"/>
                    <a:gd name="connsiteY6" fmla="*/ 1596618 h 1622831"/>
                    <a:gd name="connsiteX7" fmla="*/ 300037 w 598542"/>
                    <a:gd name="connsiteY7" fmla="*/ 1482318 h 1622831"/>
                    <a:gd name="connsiteX8" fmla="*/ 371475 w 598542"/>
                    <a:gd name="connsiteY8" fmla="*/ 1225143 h 1622831"/>
                    <a:gd name="connsiteX9" fmla="*/ 395287 w 598542"/>
                    <a:gd name="connsiteY9" fmla="*/ 834618 h 1622831"/>
                    <a:gd name="connsiteX10" fmla="*/ 290512 w 598542"/>
                    <a:gd name="connsiteY10" fmla="*/ 363130 h 1622831"/>
                    <a:gd name="connsiteX11" fmla="*/ 0 w 598542"/>
                    <a:gd name="connsiteY11" fmla="*/ 37693 h 1622831"/>
                    <a:gd name="connsiteX0" fmla="*/ 0 w 598542"/>
                    <a:gd name="connsiteY0" fmla="*/ 31753 h 1616891"/>
                    <a:gd name="connsiteX1" fmla="*/ 176212 w 598542"/>
                    <a:gd name="connsiteY1" fmla="*/ 14290 h 1616891"/>
                    <a:gd name="connsiteX2" fmla="*/ 419100 w 598542"/>
                    <a:gd name="connsiteY2" fmla="*/ 219078 h 1616891"/>
                    <a:gd name="connsiteX3" fmla="*/ 595312 w 598542"/>
                    <a:gd name="connsiteY3" fmla="*/ 766765 h 1616891"/>
                    <a:gd name="connsiteX4" fmla="*/ 521494 w 598542"/>
                    <a:gd name="connsiteY4" fmla="*/ 1459710 h 1616891"/>
                    <a:gd name="connsiteX5" fmla="*/ 361950 w 598542"/>
                    <a:gd name="connsiteY5" fmla="*/ 1616871 h 1616891"/>
                    <a:gd name="connsiteX6" fmla="*/ 238125 w 598542"/>
                    <a:gd name="connsiteY6" fmla="*/ 1590678 h 1616891"/>
                    <a:gd name="connsiteX7" fmla="*/ 300037 w 598542"/>
                    <a:gd name="connsiteY7" fmla="*/ 1476378 h 1616891"/>
                    <a:gd name="connsiteX8" fmla="*/ 371475 w 598542"/>
                    <a:gd name="connsiteY8" fmla="*/ 1219203 h 1616891"/>
                    <a:gd name="connsiteX9" fmla="*/ 395287 w 598542"/>
                    <a:gd name="connsiteY9" fmla="*/ 828678 h 1616891"/>
                    <a:gd name="connsiteX10" fmla="*/ 290512 w 598542"/>
                    <a:gd name="connsiteY10" fmla="*/ 357190 h 1616891"/>
                    <a:gd name="connsiteX11" fmla="*/ 0 w 598542"/>
                    <a:gd name="connsiteY11" fmla="*/ 31753 h 1616891"/>
                    <a:gd name="connsiteX0" fmla="*/ 0 w 598542"/>
                    <a:gd name="connsiteY0" fmla="*/ 16158 h 1601296"/>
                    <a:gd name="connsiteX1" fmla="*/ 230187 w 598542"/>
                    <a:gd name="connsiteY1" fmla="*/ 24095 h 1601296"/>
                    <a:gd name="connsiteX2" fmla="*/ 419100 w 598542"/>
                    <a:gd name="connsiteY2" fmla="*/ 203483 h 1601296"/>
                    <a:gd name="connsiteX3" fmla="*/ 595312 w 598542"/>
                    <a:gd name="connsiteY3" fmla="*/ 751170 h 1601296"/>
                    <a:gd name="connsiteX4" fmla="*/ 521494 w 598542"/>
                    <a:gd name="connsiteY4" fmla="*/ 1444115 h 1601296"/>
                    <a:gd name="connsiteX5" fmla="*/ 361950 w 598542"/>
                    <a:gd name="connsiteY5" fmla="*/ 1601276 h 1601296"/>
                    <a:gd name="connsiteX6" fmla="*/ 238125 w 598542"/>
                    <a:gd name="connsiteY6" fmla="*/ 1575083 h 1601296"/>
                    <a:gd name="connsiteX7" fmla="*/ 300037 w 598542"/>
                    <a:gd name="connsiteY7" fmla="*/ 1460783 h 1601296"/>
                    <a:gd name="connsiteX8" fmla="*/ 371475 w 598542"/>
                    <a:gd name="connsiteY8" fmla="*/ 1203608 h 1601296"/>
                    <a:gd name="connsiteX9" fmla="*/ 395287 w 598542"/>
                    <a:gd name="connsiteY9" fmla="*/ 813083 h 1601296"/>
                    <a:gd name="connsiteX10" fmla="*/ 290512 w 598542"/>
                    <a:gd name="connsiteY10" fmla="*/ 341595 h 1601296"/>
                    <a:gd name="connsiteX11" fmla="*/ 0 w 598542"/>
                    <a:gd name="connsiteY11" fmla="*/ 16158 h 1601296"/>
                    <a:gd name="connsiteX0" fmla="*/ 0 w 598542"/>
                    <a:gd name="connsiteY0" fmla="*/ 18455 h 1603593"/>
                    <a:gd name="connsiteX1" fmla="*/ 230187 w 598542"/>
                    <a:gd name="connsiteY1" fmla="*/ 26392 h 1603593"/>
                    <a:gd name="connsiteX2" fmla="*/ 419100 w 598542"/>
                    <a:gd name="connsiteY2" fmla="*/ 205780 h 1603593"/>
                    <a:gd name="connsiteX3" fmla="*/ 595312 w 598542"/>
                    <a:gd name="connsiteY3" fmla="*/ 753467 h 1603593"/>
                    <a:gd name="connsiteX4" fmla="*/ 521494 w 598542"/>
                    <a:gd name="connsiteY4" fmla="*/ 1446412 h 1603593"/>
                    <a:gd name="connsiteX5" fmla="*/ 361950 w 598542"/>
                    <a:gd name="connsiteY5" fmla="*/ 1603573 h 1603593"/>
                    <a:gd name="connsiteX6" fmla="*/ 238125 w 598542"/>
                    <a:gd name="connsiteY6" fmla="*/ 1577380 h 1603593"/>
                    <a:gd name="connsiteX7" fmla="*/ 300037 w 598542"/>
                    <a:gd name="connsiteY7" fmla="*/ 1463080 h 1603593"/>
                    <a:gd name="connsiteX8" fmla="*/ 371475 w 598542"/>
                    <a:gd name="connsiteY8" fmla="*/ 1205905 h 1603593"/>
                    <a:gd name="connsiteX9" fmla="*/ 395287 w 598542"/>
                    <a:gd name="connsiteY9" fmla="*/ 815380 h 1603593"/>
                    <a:gd name="connsiteX10" fmla="*/ 290512 w 598542"/>
                    <a:gd name="connsiteY10" fmla="*/ 343892 h 1603593"/>
                    <a:gd name="connsiteX11" fmla="*/ 0 w 598542"/>
                    <a:gd name="connsiteY11" fmla="*/ 18455 h 1603593"/>
                    <a:gd name="connsiteX0" fmla="*/ 0 w 598542"/>
                    <a:gd name="connsiteY0" fmla="*/ 18455 h 1603593"/>
                    <a:gd name="connsiteX1" fmla="*/ 230187 w 598542"/>
                    <a:gd name="connsiteY1" fmla="*/ 26392 h 1603593"/>
                    <a:gd name="connsiteX2" fmla="*/ 419100 w 598542"/>
                    <a:gd name="connsiteY2" fmla="*/ 205780 h 1603593"/>
                    <a:gd name="connsiteX3" fmla="*/ 595312 w 598542"/>
                    <a:gd name="connsiteY3" fmla="*/ 753467 h 1603593"/>
                    <a:gd name="connsiteX4" fmla="*/ 521494 w 598542"/>
                    <a:gd name="connsiteY4" fmla="*/ 1446412 h 1603593"/>
                    <a:gd name="connsiteX5" fmla="*/ 361950 w 598542"/>
                    <a:gd name="connsiteY5" fmla="*/ 1603573 h 1603593"/>
                    <a:gd name="connsiteX6" fmla="*/ 238125 w 598542"/>
                    <a:gd name="connsiteY6" fmla="*/ 1577380 h 1603593"/>
                    <a:gd name="connsiteX7" fmla="*/ 300037 w 598542"/>
                    <a:gd name="connsiteY7" fmla="*/ 1463080 h 1603593"/>
                    <a:gd name="connsiteX8" fmla="*/ 371475 w 598542"/>
                    <a:gd name="connsiteY8" fmla="*/ 1205905 h 1603593"/>
                    <a:gd name="connsiteX9" fmla="*/ 395287 w 598542"/>
                    <a:gd name="connsiteY9" fmla="*/ 815380 h 1603593"/>
                    <a:gd name="connsiteX10" fmla="*/ 290512 w 598542"/>
                    <a:gd name="connsiteY10" fmla="*/ 343892 h 1603593"/>
                    <a:gd name="connsiteX11" fmla="*/ 0 w 598542"/>
                    <a:gd name="connsiteY11" fmla="*/ 18455 h 1603593"/>
                    <a:gd name="connsiteX0" fmla="*/ 0 w 623942"/>
                    <a:gd name="connsiteY0" fmla="*/ 23890 h 1593153"/>
                    <a:gd name="connsiteX1" fmla="*/ 255587 w 623942"/>
                    <a:gd name="connsiteY1" fmla="*/ 15952 h 1593153"/>
                    <a:gd name="connsiteX2" fmla="*/ 444500 w 623942"/>
                    <a:gd name="connsiteY2" fmla="*/ 195340 h 1593153"/>
                    <a:gd name="connsiteX3" fmla="*/ 620712 w 623942"/>
                    <a:gd name="connsiteY3" fmla="*/ 743027 h 1593153"/>
                    <a:gd name="connsiteX4" fmla="*/ 546894 w 623942"/>
                    <a:gd name="connsiteY4" fmla="*/ 1435972 h 1593153"/>
                    <a:gd name="connsiteX5" fmla="*/ 387350 w 623942"/>
                    <a:gd name="connsiteY5" fmla="*/ 1593133 h 1593153"/>
                    <a:gd name="connsiteX6" fmla="*/ 263525 w 623942"/>
                    <a:gd name="connsiteY6" fmla="*/ 1566940 h 1593153"/>
                    <a:gd name="connsiteX7" fmla="*/ 325437 w 623942"/>
                    <a:gd name="connsiteY7" fmla="*/ 1452640 h 1593153"/>
                    <a:gd name="connsiteX8" fmla="*/ 396875 w 623942"/>
                    <a:gd name="connsiteY8" fmla="*/ 1195465 h 1593153"/>
                    <a:gd name="connsiteX9" fmla="*/ 420687 w 623942"/>
                    <a:gd name="connsiteY9" fmla="*/ 804940 h 1593153"/>
                    <a:gd name="connsiteX10" fmla="*/ 315912 w 623942"/>
                    <a:gd name="connsiteY10" fmla="*/ 333452 h 1593153"/>
                    <a:gd name="connsiteX11" fmla="*/ 0 w 623942"/>
                    <a:gd name="connsiteY11" fmla="*/ 23890 h 1593153"/>
                    <a:gd name="connsiteX0" fmla="*/ 0 w 623942"/>
                    <a:gd name="connsiteY0" fmla="*/ 40155 h 1609418"/>
                    <a:gd name="connsiteX1" fmla="*/ 255587 w 623942"/>
                    <a:gd name="connsiteY1" fmla="*/ 32217 h 1609418"/>
                    <a:gd name="connsiteX2" fmla="*/ 444500 w 623942"/>
                    <a:gd name="connsiteY2" fmla="*/ 211605 h 1609418"/>
                    <a:gd name="connsiteX3" fmla="*/ 620712 w 623942"/>
                    <a:gd name="connsiteY3" fmla="*/ 759292 h 1609418"/>
                    <a:gd name="connsiteX4" fmla="*/ 546894 w 623942"/>
                    <a:gd name="connsiteY4" fmla="*/ 1452237 h 1609418"/>
                    <a:gd name="connsiteX5" fmla="*/ 387350 w 623942"/>
                    <a:gd name="connsiteY5" fmla="*/ 1609398 h 1609418"/>
                    <a:gd name="connsiteX6" fmla="*/ 263525 w 623942"/>
                    <a:gd name="connsiteY6" fmla="*/ 1583205 h 1609418"/>
                    <a:gd name="connsiteX7" fmla="*/ 325437 w 623942"/>
                    <a:gd name="connsiteY7" fmla="*/ 1468905 h 1609418"/>
                    <a:gd name="connsiteX8" fmla="*/ 396875 w 623942"/>
                    <a:gd name="connsiteY8" fmla="*/ 1211730 h 1609418"/>
                    <a:gd name="connsiteX9" fmla="*/ 420687 w 623942"/>
                    <a:gd name="connsiteY9" fmla="*/ 821205 h 1609418"/>
                    <a:gd name="connsiteX10" fmla="*/ 315912 w 623942"/>
                    <a:gd name="connsiteY10" fmla="*/ 349717 h 1609418"/>
                    <a:gd name="connsiteX11" fmla="*/ 0 w 623942"/>
                    <a:gd name="connsiteY11" fmla="*/ 40155 h 1609418"/>
                    <a:gd name="connsiteX0" fmla="*/ 0 w 640611"/>
                    <a:gd name="connsiteY0" fmla="*/ 48190 h 1598403"/>
                    <a:gd name="connsiteX1" fmla="*/ 272256 w 640611"/>
                    <a:gd name="connsiteY1" fmla="*/ 21202 h 1598403"/>
                    <a:gd name="connsiteX2" fmla="*/ 461169 w 640611"/>
                    <a:gd name="connsiteY2" fmla="*/ 200590 h 1598403"/>
                    <a:gd name="connsiteX3" fmla="*/ 637381 w 640611"/>
                    <a:gd name="connsiteY3" fmla="*/ 748277 h 1598403"/>
                    <a:gd name="connsiteX4" fmla="*/ 563563 w 640611"/>
                    <a:gd name="connsiteY4" fmla="*/ 1441222 h 1598403"/>
                    <a:gd name="connsiteX5" fmla="*/ 404019 w 640611"/>
                    <a:gd name="connsiteY5" fmla="*/ 1598383 h 1598403"/>
                    <a:gd name="connsiteX6" fmla="*/ 280194 w 640611"/>
                    <a:gd name="connsiteY6" fmla="*/ 1572190 h 1598403"/>
                    <a:gd name="connsiteX7" fmla="*/ 342106 w 640611"/>
                    <a:gd name="connsiteY7" fmla="*/ 1457890 h 1598403"/>
                    <a:gd name="connsiteX8" fmla="*/ 413544 w 640611"/>
                    <a:gd name="connsiteY8" fmla="*/ 1200715 h 1598403"/>
                    <a:gd name="connsiteX9" fmla="*/ 437356 w 640611"/>
                    <a:gd name="connsiteY9" fmla="*/ 810190 h 1598403"/>
                    <a:gd name="connsiteX10" fmla="*/ 332581 w 640611"/>
                    <a:gd name="connsiteY10" fmla="*/ 338702 h 1598403"/>
                    <a:gd name="connsiteX11" fmla="*/ 0 w 640611"/>
                    <a:gd name="connsiteY11" fmla="*/ 48190 h 1598403"/>
                    <a:gd name="connsiteX0" fmla="*/ 0 w 640611"/>
                    <a:gd name="connsiteY0" fmla="*/ 63723 h 1613936"/>
                    <a:gd name="connsiteX1" fmla="*/ 272256 w 640611"/>
                    <a:gd name="connsiteY1" fmla="*/ 36735 h 1613936"/>
                    <a:gd name="connsiteX2" fmla="*/ 461169 w 640611"/>
                    <a:gd name="connsiteY2" fmla="*/ 216123 h 1613936"/>
                    <a:gd name="connsiteX3" fmla="*/ 637381 w 640611"/>
                    <a:gd name="connsiteY3" fmla="*/ 763810 h 1613936"/>
                    <a:gd name="connsiteX4" fmla="*/ 563563 w 640611"/>
                    <a:gd name="connsiteY4" fmla="*/ 1456755 h 1613936"/>
                    <a:gd name="connsiteX5" fmla="*/ 404019 w 640611"/>
                    <a:gd name="connsiteY5" fmla="*/ 1613916 h 1613936"/>
                    <a:gd name="connsiteX6" fmla="*/ 280194 w 640611"/>
                    <a:gd name="connsiteY6" fmla="*/ 1587723 h 1613936"/>
                    <a:gd name="connsiteX7" fmla="*/ 342106 w 640611"/>
                    <a:gd name="connsiteY7" fmla="*/ 1473423 h 1613936"/>
                    <a:gd name="connsiteX8" fmla="*/ 413544 w 640611"/>
                    <a:gd name="connsiteY8" fmla="*/ 1216248 h 1613936"/>
                    <a:gd name="connsiteX9" fmla="*/ 437356 w 640611"/>
                    <a:gd name="connsiteY9" fmla="*/ 825723 h 1613936"/>
                    <a:gd name="connsiteX10" fmla="*/ 332581 w 640611"/>
                    <a:gd name="connsiteY10" fmla="*/ 354235 h 1613936"/>
                    <a:gd name="connsiteX11" fmla="*/ 0 w 640611"/>
                    <a:gd name="connsiteY11" fmla="*/ 63723 h 1613936"/>
                    <a:gd name="connsiteX0" fmla="*/ 0 w 640611"/>
                    <a:gd name="connsiteY0" fmla="*/ 54287 h 1604500"/>
                    <a:gd name="connsiteX1" fmla="*/ 272256 w 640611"/>
                    <a:gd name="connsiteY1" fmla="*/ 27299 h 1604500"/>
                    <a:gd name="connsiteX2" fmla="*/ 461169 w 640611"/>
                    <a:gd name="connsiteY2" fmla="*/ 206687 h 1604500"/>
                    <a:gd name="connsiteX3" fmla="*/ 637381 w 640611"/>
                    <a:gd name="connsiteY3" fmla="*/ 754374 h 1604500"/>
                    <a:gd name="connsiteX4" fmla="*/ 563563 w 640611"/>
                    <a:gd name="connsiteY4" fmla="*/ 1447319 h 1604500"/>
                    <a:gd name="connsiteX5" fmla="*/ 404019 w 640611"/>
                    <a:gd name="connsiteY5" fmla="*/ 1604480 h 1604500"/>
                    <a:gd name="connsiteX6" fmla="*/ 280194 w 640611"/>
                    <a:gd name="connsiteY6" fmla="*/ 1578287 h 1604500"/>
                    <a:gd name="connsiteX7" fmla="*/ 342106 w 640611"/>
                    <a:gd name="connsiteY7" fmla="*/ 1463987 h 1604500"/>
                    <a:gd name="connsiteX8" fmla="*/ 413544 w 640611"/>
                    <a:gd name="connsiteY8" fmla="*/ 1206812 h 1604500"/>
                    <a:gd name="connsiteX9" fmla="*/ 437356 w 640611"/>
                    <a:gd name="connsiteY9" fmla="*/ 816287 h 1604500"/>
                    <a:gd name="connsiteX10" fmla="*/ 332581 w 640611"/>
                    <a:gd name="connsiteY10" fmla="*/ 344799 h 1604500"/>
                    <a:gd name="connsiteX11" fmla="*/ 0 w 640611"/>
                    <a:gd name="connsiteY11" fmla="*/ 54287 h 1604500"/>
                    <a:gd name="connsiteX0" fmla="*/ 0 w 619180"/>
                    <a:gd name="connsiteY0" fmla="*/ 46344 h 1617988"/>
                    <a:gd name="connsiteX1" fmla="*/ 250825 w 619180"/>
                    <a:gd name="connsiteY1" fmla="*/ 40787 h 1617988"/>
                    <a:gd name="connsiteX2" fmla="*/ 439738 w 619180"/>
                    <a:gd name="connsiteY2" fmla="*/ 220175 h 1617988"/>
                    <a:gd name="connsiteX3" fmla="*/ 615950 w 619180"/>
                    <a:gd name="connsiteY3" fmla="*/ 767862 h 1617988"/>
                    <a:gd name="connsiteX4" fmla="*/ 542132 w 619180"/>
                    <a:gd name="connsiteY4" fmla="*/ 1460807 h 1617988"/>
                    <a:gd name="connsiteX5" fmla="*/ 382588 w 619180"/>
                    <a:gd name="connsiteY5" fmla="*/ 1617968 h 1617988"/>
                    <a:gd name="connsiteX6" fmla="*/ 258763 w 619180"/>
                    <a:gd name="connsiteY6" fmla="*/ 1591775 h 1617988"/>
                    <a:gd name="connsiteX7" fmla="*/ 320675 w 619180"/>
                    <a:gd name="connsiteY7" fmla="*/ 1477475 h 1617988"/>
                    <a:gd name="connsiteX8" fmla="*/ 392113 w 619180"/>
                    <a:gd name="connsiteY8" fmla="*/ 1220300 h 1617988"/>
                    <a:gd name="connsiteX9" fmla="*/ 415925 w 619180"/>
                    <a:gd name="connsiteY9" fmla="*/ 829775 h 1617988"/>
                    <a:gd name="connsiteX10" fmla="*/ 311150 w 619180"/>
                    <a:gd name="connsiteY10" fmla="*/ 358287 h 1617988"/>
                    <a:gd name="connsiteX11" fmla="*/ 0 w 619180"/>
                    <a:gd name="connsiteY11" fmla="*/ 46344 h 1617988"/>
                    <a:gd name="connsiteX0" fmla="*/ 0 w 619180"/>
                    <a:gd name="connsiteY0" fmla="*/ 32511 h 1604155"/>
                    <a:gd name="connsiteX1" fmla="*/ 250825 w 619180"/>
                    <a:gd name="connsiteY1" fmla="*/ 26954 h 1604155"/>
                    <a:gd name="connsiteX2" fmla="*/ 439738 w 619180"/>
                    <a:gd name="connsiteY2" fmla="*/ 206342 h 1604155"/>
                    <a:gd name="connsiteX3" fmla="*/ 615950 w 619180"/>
                    <a:gd name="connsiteY3" fmla="*/ 754029 h 1604155"/>
                    <a:gd name="connsiteX4" fmla="*/ 542132 w 619180"/>
                    <a:gd name="connsiteY4" fmla="*/ 1446974 h 1604155"/>
                    <a:gd name="connsiteX5" fmla="*/ 382588 w 619180"/>
                    <a:gd name="connsiteY5" fmla="*/ 1604135 h 1604155"/>
                    <a:gd name="connsiteX6" fmla="*/ 258763 w 619180"/>
                    <a:gd name="connsiteY6" fmla="*/ 1577942 h 1604155"/>
                    <a:gd name="connsiteX7" fmla="*/ 320675 w 619180"/>
                    <a:gd name="connsiteY7" fmla="*/ 1463642 h 1604155"/>
                    <a:gd name="connsiteX8" fmla="*/ 392113 w 619180"/>
                    <a:gd name="connsiteY8" fmla="*/ 1206467 h 1604155"/>
                    <a:gd name="connsiteX9" fmla="*/ 415925 w 619180"/>
                    <a:gd name="connsiteY9" fmla="*/ 815942 h 1604155"/>
                    <a:gd name="connsiteX10" fmla="*/ 311150 w 619180"/>
                    <a:gd name="connsiteY10" fmla="*/ 344454 h 1604155"/>
                    <a:gd name="connsiteX11" fmla="*/ 0 w 619180"/>
                    <a:gd name="connsiteY11" fmla="*/ 32511 h 1604155"/>
                    <a:gd name="connsiteX0" fmla="*/ 0 w 619180"/>
                    <a:gd name="connsiteY0" fmla="*/ 34776 h 1606420"/>
                    <a:gd name="connsiteX1" fmla="*/ 257969 w 619180"/>
                    <a:gd name="connsiteY1" fmla="*/ 24456 h 1606420"/>
                    <a:gd name="connsiteX2" fmla="*/ 439738 w 619180"/>
                    <a:gd name="connsiteY2" fmla="*/ 208607 h 1606420"/>
                    <a:gd name="connsiteX3" fmla="*/ 615950 w 619180"/>
                    <a:gd name="connsiteY3" fmla="*/ 756294 h 1606420"/>
                    <a:gd name="connsiteX4" fmla="*/ 542132 w 619180"/>
                    <a:gd name="connsiteY4" fmla="*/ 1449239 h 1606420"/>
                    <a:gd name="connsiteX5" fmla="*/ 382588 w 619180"/>
                    <a:gd name="connsiteY5" fmla="*/ 1606400 h 1606420"/>
                    <a:gd name="connsiteX6" fmla="*/ 258763 w 619180"/>
                    <a:gd name="connsiteY6" fmla="*/ 1580207 h 1606420"/>
                    <a:gd name="connsiteX7" fmla="*/ 320675 w 619180"/>
                    <a:gd name="connsiteY7" fmla="*/ 1465907 h 1606420"/>
                    <a:gd name="connsiteX8" fmla="*/ 392113 w 619180"/>
                    <a:gd name="connsiteY8" fmla="*/ 1208732 h 1606420"/>
                    <a:gd name="connsiteX9" fmla="*/ 415925 w 619180"/>
                    <a:gd name="connsiteY9" fmla="*/ 818207 h 1606420"/>
                    <a:gd name="connsiteX10" fmla="*/ 311150 w 619180"/>
                    <a:gd name="connsiteY10" fmla="*/ 346719 h 1606420"/>
                    <a:gd name="connsiteX11" fmla="*/ 0 w 619180"/>
                    <a:gd name="connsiteY11" fmla="*/ 34776 h 1606420"/>
                    <a:gd name="connsiteX0" fmla="*/ 0 w 619180"/>
                    <a:gd name="connsiteY0" fmla="*/ 38437 h 1610081"/>
                    <a:gd name="connsiteX1" fmla="*/ 257969 w 619180"/>
                    <a:gd name="connsiteY1" fmla="*/ 28117 h 1610081"/>
                    <a:gd name="connsiteX2" fmla="*/ 439738 w 619180"/>
                    <a:gd name="connsiteY2" fmla="*/ 212268 h 1610081"/>
                    <a:gd name="connsiteX3" fmla="*/ 615950 w 619180"/>
                    <a:gd name="connsiteY3" fmla="*/ 759955 h 1610081"/>
                    <a:gd name="connsiteX4" fmla="*/ 542132 w 619180"/>
                    <a:gd name="connsiteY4" fmla="*/ 1452900 h 1610081"/>
                    <a:gd name="connsiteX5" fmla="*/ 382588 w 619180"/>
                    <a:gd name="connsiteY5" fmla="*/ 1610061 h 1610081"/>
                    <a:gd name="connsiteX6" fmla="*/ 258763 w 619180"/>
                    <a:gd name="connsiteY6" fmla="*/ 1583868 h 1610081"/>
                    <a:gd name="connsiteX7" fmla="*/ 320675 w 619180"/>
                    <a:gd name="connsiteY7" fmla="*/ 1469568 h 1610081"/>
                    <a:gd name="connsiteX8" fmla="*/ 392113 w 619180"/>
                    <a:gd name="connsiteY8" fmla="*/ 1212393 h 1610081"/>
                    <a:gd name="connsiteX9" fmla="*/ 415925 w 619180"/>
                    <a:gd name="connsiteY9" fmla="*/ 821868 h 1610081"/>
                    <a:gd name="connsiteX10" fmla="*/ 311150 w 619180"/>
                    <a:gd name="connsiteY10" fmla="*/ 350380 h 1610081"/>
                    <a:gd name="connsiteX11" fmla="*/ 0 w 619180"/>
                    <a:gd name="connsiteY11" fmla="*/ 38437 h 1610081"/>
                    <a:gd name="connsiteX0" fmla="*/ 0 w 619657"/>
                    <a:gd name="connsiteY0" fmla="*/ 35075 h 1606719"/>
                    <a:gd name="connsiteX1" fmla="*/ 257969 w 619657"/>
                    <a:gd name="connsiteY1" fmla="*/ 24755 h 1606719"/>
                    <a:gd name="connsiteX2" fmla="*/ 430213 w 619657"/>
                    <a:gd name="connsiteY2" fmla="*/ 213669 h 1606719"/>
                    <a:gd name="connsiteX3" fmla="*/ 615950 w 619657"/>
                    <a:gd name="connsiteY3" fmla="*/ 756593 h 1606719"/>
                    <a:gd name="connsiteX4" fmla="*/ 542132 w 619657"/>
                    <a:gd name="connsiteY4" fmla="*/ 1449538 h 1606719"/>
                    <a:gd name="connsiteX5" fmla="*/ 382588 w 619657"/>
                    <a:gd name="connsiteY5" fmla="*/ 1606699 h 1606719"/>
                    <a:gd name="connsiteX6" fmla="*/ 258763 w 619657"/>
                    <a:gd name="connsiteY6" fmla="*/ 1580506 h 1606719"/>
                    <a:gd name="connsiteX7" fmla="*/ 320675 w 619657"/>
                    <a:gd name="connsiteY7" fmla="*/ 1466206 h 1606719"/>
                    <a:gd name="connsiteX8" fmla="*/ 392113 w 619657"/>
                    <a:gd name="connsiteY8" fmla="*/ 1209031 h 1606719"/>
                    <a:gd name="connsiteX9" fmla="*/ 415925 w 619657"/>
                    <a:gd name="connsiteY9" fmla="*/ 818506 h 1606719"/>
                    <a:gd name="connsiteX10" fmla="*/ 311150 w 619657"/>
                    <a:gd name="connsiteY10" fmla="*/ 347018 h 1606719"/>
                    <a:gd name="connsiteX11" fmla="*/ 0 w 619657"/>
                    <a:gd name="connsiteY11" fmla="*/ 35075 h 1606719"/>
                    <a:gd name="connsiteX0" fmla="*/ 0 w 597454"/>
                    <a:gd name="connsiteY0" fmla="*/ 35075 h 1606719"/>
                    <a:gd name="connsiteX1" fmla="*/ 257969 w 597454"/>
                    <a:gd name="connsiteY1" fmla="*/ 24755 h 1606719"/>
                    <a:gd name="connsiteX2" fmla="*/ 430213 w 597454"/>
                    <a:gd name="connsiteY2" fmla="*/ 213669 h 1606719"/>
                    <a:gd name="connsiteX3" fmla="*/ 592138 w 597454"/>
                    <a:gd name="connsiteY3" fmla="*/ 754212 h 1606719"/>
                    <a:gd name="connsiteX4" fmla="*/ 542132 w 597454"/>
                    <a:gd name="connsiteY4" fmla="*/ 1449538 h 1606719"/>
                    <a:gd name="connsiteX5" fmla="*/ 382588 w 597454"/>
                    <a:gd name="connsiteY5" fmla="*/ 1606699 h 1606719"/>
                    <a:gd name="connsiteX6" fmla="*/ 258763 w 597454"/>
                    <a:gd name="connsiteY6" fmla="*/ 1580506 h 1606719"/>
                    <a:gd name="connsiteX7" fmla="*/ 320675 w 597454"/>
                    <a:gd name="connsiteY7" fmla="*/ 1466206 h 1606719"/>
                    <a:gd name="connsiteX8" fmla="*/ 392113 w 597454"/>
                    <a:gd name="connsiteY8" fmla="*/ 1209031 h 1606719"/>
                    <a:gd name="connsiteX9" fmla="*/ 415925 w 597454"/>
                    <a:gd name="connsiteY9" fmla="*/ 818506 h 1606719"/>
                    <a:gd name="connsiteX10" fmla="*/ 311150 w 597454"/>
                    <a:gd name="connsiteY10" fmla="*/ 347018 h 1606719"/>
                    <a:gd name="connsiteX11" fmla="*/ 0 w 597454"/>
                    <a:gd name="connsiteY11" fmla="*/ 35075 h 1606719"/>
                    <a:gd name="connsiteX0" fmla="*/ 0 w 596732"/>
                    <a:gd name="connsiteY0" fmla="*/ 35075 h 1596107"/>
                    <a:gd name="connsiteX1" fmla="*/ 257969 w 596732"/>
                    <a:gd name="connsiteY1" fmla="*/ 24755 h 1596107"/>
                    <a:gd name="connsiteX2" fmla="*/ 430213 w 596732"/>
                    <a:gd name="connsiteY2" fmla="*/ 213669 h 1596107"/>
                    <a:gd name="connsiteX3" fmla="*/ 592138 w 596732"/>
                    <a:gd name="connsiteY3" fmla="*/ 754212 h 1596107"/>
                    <a:gd name="connsiteX4" fmla="*/ 542132 w 596732"/>
                    <a:gd name="connsiteY4" fmla="*/ 1449538 h 1596107"/>
                    <a:gd name="connsiteX5" fmla="*/ 434975 w 596732"/>
                    <a:gd name="connsiteY5" fmla="*/ 1594793 h 1596107"/>
                    <a:gd name="connsiteX6" fmla="*/ 258763 w 596732"/>
                    <a:gd name="connsiteY6" fmla="*/ 1580506 h 1596107"/>
                    <a:gd name="connsiteX7" fmla="*/ 320675 w 596732"/>
                    <a:gd name="connsiteY7" fmla="*/ 1466206 h 1596107"/>
                    <a:gd name="connsiteX8" fmla="*/ 392113 w 596732"/>
                    <a:gd name="connsiteY8" fmla="*/ 1209031 h 1596107"/>
                    <a:gd name="connsiteX9" fmla="*/ 415925 w 596732"/>
                    <a:gd name="connsiteY9" fmla="*/ 818506 h 1596107"/>
                    <a:gd name="connsiteX10" fmla="*/ 311150 w 596732"/>
                    <a:gd name="connsiteY10" fmla="*/ 347018 h 1596107"/>
                    <a:gd name="connsiteX11" fmla="*/ 0 w 596732"/>
                    <a:gd name="connsiteY11" fmla="*/ 35075 h 1596107"/>
                    <a:gd name="connsiteX0" fmla="*/ 0 w 596732"/>
                    <a:gd name="connsiteY0" fmla="*/ 35075 h 1603457"/>
                    <a:gd name="connsiteX1" fmla="*/ 257969 w 596732"/>
                    <a:gd name="connsiteY1" fmla="*/ 24755 h 1603457"/>
                    <a:gd name="connsiteX2" fmla="*/ 430213 w 596732"/>
                    <a:gd name="connsiteY2" fmla="*/ 213669 h 1603457"/>
                    <a:gd name="connsiteX3" fmla="*/ 592138 w 596732"/>
                    <a:gd name="connsiteY3" fmla="*/ 754212 h 1603457"/>
                    <a:gd name="connsiteX4" fmla="*/ 542132 w 596732"/>
                    <a:gd name="connsiteY4" fmla="*/ 1449538 h 1603457"/>
                    <a:gd name="connsiteX5" fmla="*/ 434975 w 596732"/>
                    <a:gd name="connsiteY5" fmla="*/ 1594793 h 1603457"/>
                    <a:gd name="connsiteX6" fmla="*/ 258763 w 596732"/>
                    <a:gd name="connsiteY6" fmla="*/ 1580506 h 1603457"/>
                    <a:gd name="connsiteX7" fmla="*/ 320675 w 596732"/>
                    <a:gd name="connsiteY7" fmla="*/ 1466206 h 1603457"/>
                    <a:gd name="connsiteX8" fmla="*/ 392113 w 596732"/>
                    <a:gd name="connsiteY8" fmla="*/ 1209031 h 1603457"/>
                    <a:gd name="connsiteX9" fmla="*/ 415925 w 596732"/>
                    <a:gd name="connsiteY9" fmla="*/ 818506 h 1603457"/>
                    <a:gd name="connsiteX10" fmla="*/ 311150 w 596732"/>
                    <a:gd name="connsiteY10" fmla="*/ 347018 h 1603457"/>
                    <a:gd name="connsiteX11" fmla="*/ 0 w 596732"/>
                    <a:gd name="connsiteY11" fmla="*/ 35075 h 1603457"/>
                    <a:gd name="connsiteX0" fmla="*/ 0 w 605337"/>
                    <a:gd name="connsiteY0" fmla="*/ 35075 h 1621964"/>
                    <a:gd name="connsiteX1" fmla="*/ 257969 w 605337"/>
                    <a:gd name="connsiteY1" fmla="*/ 24755 h 1621964"/>
                    <a:gd name="connsiteX2" fmla="*/ 430213 w 605337"/>
                    <a:gd name="connsiteY2" fmla="*/ 213669 h 1621964"/>
                    <a:gd name="connsiteX3" fmla="*/ 592138 w 605337"/>
                    <a:gd name="connsiteY3" fmla="*/ 754212 h 1621964"/>
                    <a:gd name="connsiteX4" fmla="*/ 577850 w 605337"/>
                    <a:gd name="connsiteY4" fmla="*/ 1228082 h 1621964"/>
                    <a:gd name="connsiteX5" fmla="*/ 434975 w 605337"/>
                    <a:gd name="connsiteY5" fmla="*/ 1594793 h 1621964"/>
                    <a:gd name="connsiteX6" fmla="*/ 258763 w 605337"/>
                    <a:gd name="connsiteY6" fmla="*/ 1580506 h 1621964"/>
                    <a:gd name="connsiteX7" fmla="*/ 320675 w 605337"/>
                    <a:gd name="connsiteY7" fmla="*/ 1466206 h 1621964"/>
                    <a:gd name="connsiteX8" fmla="*/ 392113 w 605337"/>
                    <a:gd name="connsiteY8" fmla="*/ 1209031 h 1621964"/>
                    <a:gd name="connsiteX9" fmla="*/ 415925 w 605337"/>
                    <a:gd name="connsiteY9" fmla="*/ 818506 h 1621964"/>
                    <a:gd name="connsiteX10" fmla="*/ 311150 w 605337"/>
                    <a:gd name="connsiteY10" fmla="*/ 347018 h 1621964"/>
                    <a:gd name="connsiteX11" fmla="*/ 0 w 605337"/>
                    <a:gd name="connsiteY11" fmla="*/ 35075 h 1621964"/>
                    <a:gd name="connsiteX0" fmla="*/ 0 w 605337"/>
                    <a:gd name="connsiteY0" fmla="*/ 35075 h 1603985"/>
                    <a:gd name="connsiteX1" fmla="*/ 257969 w 605337"/>
                    <a:gd name="connsiteY1" fmla="*/ 24755 h 1603985"/>
                    <a:gd name="connsiteX2" fmla="*/ 430213 w 605337"/>
                    <a:gd name="connsiteY2" fmla="*/ 213669 h 1603985"/>
                    <a:gd name="connsiteX3" fmla="*/ 592138 w 605337"/>
                    <a:gd name="connsiteY3" fmla="*/ 754212 h 1603985"/>
                    <a:gd name="connsiteX4" fmla="*/ 577850 w 605337"/>
                    <a:gd name="connsiteY4" fmla="*/ 1228082 h 1603985"/>
                    <a:gd name="connsiteX5" fmla="*/ 434975 w 605337"/>
                    <a:gd name="connsiteY5" fmla="*/ 1594793 h 1603985"/>
                    <a:gd name="connsiteX6" fmla="*/ 258763 w 605337"/>
                    <a:gd name="connsiteY6" fmla="*/ 1580506 h 1603985"/>
                    <a:gd name="connsiteX7" fmla="*/ 320675 w 605337"/>
                    <a:gd name="connsiteY7" fmla="*/ 1466206 h 1603985"/>
                    <a:gd name="connsiteX8" fmla="*/ 392113 w 605337"/>
                    <a:gd name="connsiteY8" fmla="*/ 1209031 h 1603985"/>
                    <a:gd name="connsiteX9" fmla="*/ 415925 w 605337"/>
                    <a:gd name="connsiteY9" fmla="*/ 818506 h 1603985"/>
                    <a:gd name="connsiteX10" fmla="*/ 311150 w 605337"/>
                    <a:gd name="connsiteY10" fmla="*/ 347018 h 1603985"/>
                    <a:gd name="connsiteX11" fmla="*/ 0 w 605337"/>
                    <a:gd name="connsiteY11" fmla="*/ 35075 h 1603985"/>
                    <a:gd name="connsiteX0" fmla="*/ 0 w 605129"/>
                    <a:gd name="connsiteY0" fmla="*/ 35075 h 1588407"/>
                    <a:gd name="connsiteX1" fmla="*/ 257969 w 605129"/>
                    <a:gd name="connsiteY1" fmla="*/ 24755 h 1588407"/>
                    <a:gd name="connsiteX2" fmla="*/ 430213 w 605129"/>
                    <a:gd name="connsiteY2" fmla="*/ 213669 h 1588407"/>
                    <a:gd name="connsiteX3" fmla="*/ 592138 w 605129"/>
                    <a:gd name="connsiteY3" fmla="*/ 754212 h 1588407"/>
                    <a:gd name="connsiteX4" fmla="*/ 577850 w 605129"/>
                    <a:gd name="connsiteY4" fmla="*/ 1228082 h 1588407"/>
                    <a:gd name="connsiteX5" fmla="*/ 439738 w 605129"/>
                    <a:gd name="connsiteY5" fmla="*/ 1556693 h 1588407"/>
                    <a:gd name="connsiteX6" fmla="*/ 258763 w 605129"/>
                    <a:gd name="connsiteY6" fmla="*/ 1580506 h 1588407"/>
                    <a:gd name="connsiteX7" fmla="*/ 320675 w 605129"/>
                    <a:gd name="connsiteY7" fmla="*/ 1466206 h 1588407"/>
                    <a:gd name="connsiteX8" fmla="*/ 392113 w 605129"/>
                    <a:gd name="connsiteY8" fmla="*/ 1209031 h 1588407"/>
                    <a:gd name="connsiteX9" fmla="*/ 415925 w 605129"/>
                    <a:gd name="connsiteY9" fmla="*/ 818506 h 1588407"/>
                    <a:gd name="connsiteX10" fmla="*/ 311150 w 605129"/>
                    <a:gd name="connsiteY10" fmla="*/ 347018 h 1588407"/>
                    <a:gd name="connsiteX11" fmla="*/ 0 w 605129"/>
                    <a:gd name="connsiteY11" fmla="*/ 35075 h 1588407"/>
                    <a:gd name="connsiteX0" fmla="*/ 0 w 605129"/>
                    <a:gd name="connsiteY0" fmla="*/ 35075 h 1591646"/>
                    <a:gd name="connsiteX1" fmla="*/ 257969 w 605129"/>
                    <a:gd name="connsiteY1" fmla="*/ 24755 h 1591646"/>
                    <a:gd name="connsiteX2" fmla="*/ 430213 w 605129"/>
                    <a:gd name="connsiteY2" fmla="*/ 213669 h 1591646"/>
                    <a:gd name="connsiteX3" fmla="*/ 592138 w 605129"/>
                    <a:gd name="connsiteY3" fmla="*/ 754212 h 1591646"/>
                    <a:gd name="connsiteX4" fmla="*/ 577850 w 605129"/>
                    <a:gd name="connsiteY4" fmla="*/ 1228082 h 1591646"/>
                    <a:gd name="connsiteX5" fmla="*/ 439738 w 605129"/>
                    <a:gd name="connsiteY5" fmla="*/ 1556693 h 1591646"/>
                    <a:gd name="connsiteX6" fmla="*/ 258763 w 605129"/>
                    <a:gd name="connsiteY6" fmla="*/ 1580506 h 1591646"/>
                    <a:gd name="connsiteX7" fmla="*/ 320675 w 605129"/>
                    <a:gd name="connsiteY7" fmla="*/ 1466206 h 1591646"/>
                    <a:gd name="connsiteX8" fmla="*/ 392113 w 605129"/>
                    <a:gd name="connsiteY8" fmla="*/ 1209031 h 1591646"/>
                    <a:gd name="connsiteX9" fmla="*/ 415925 w 605129"/>
                    <a:gd name="connsiteY9" fmla="*/ 818506 h 1591646"/>
                    <a:gd name="connsiteX10" fmla="*/ 311150 w 605129"/>
                    <a:gd name="connsiteY10" fmla="*/ 347018 h 1591646"/>
                    <a:gd name="connsiteX11" fmla="*/ 0 w 605129"/>
                    <a:gd name="connsiteY11" fmla="*/ 35075 h 1591646"/>
                    <a:gd name="connsiteX0" fmla="*/ 0 w 605129"/>
                    <a:gd name="connsiteY0" fmla="*/ 35075 h 1591646"/>
                    <a:gd name="connsiteX1" fmla="*/ 257969 w 605129"/>
                    <a:gd name="connsiteY1" fmla="*/ 24755 h 1591646"/>
                    <a:gd name="connsiteX2" fmla="*/ 430213 w 605129"/>
                    <a:gd name="connsiteY2" fmla="*/ 213669 h 1591646"/>
                    <a:gd name="connsiteX3" fmla="*/ 592138 w 605129"/>
                    <a:gd name="connsiteY3" fmla="*/ 754212 h 1591646"/>
                    <a:gd name="connsiteX4" fmla="*/ 577850 w 605129"/>
                    <a:gd name="connsiteY4" fmla="*/ 1228082 h 1591646"/>
                    <a:gd name="connsiteX5" fmla="*/ 439738 w 605129"/>
                    <a:gd name="connsiteY5" fmla="*/ 1556693 h 1591646"/>
                    <a:gd name="connsiteX6" fmla="*/ 258763 w 605129"/>
                    <a:gd name="connsiteY6" fmla="*/ 1580506 h 1591646"/>
                    <a:gd name="connsiteX7" fmla="*/ 320675 w 605129"/>
                    <a:gd name="connsiteY7" fmla="*/ 1466206 h 1591646"/>
                    <a:gd name="connsiteX8" fmla="*/ 392113 w 605129"/>
                    <a:gd name="connsiteY8" fmla="*/ 1209031 h 1591646"/>
                    <a:gd name="connsiteX9" fmla="*/ 415925 w 605129"/>
                    <a:gd name="connsiteY9" fmla="*/ 818506 h 1591646"/>
                    <a:gd name="connsiteX10" fmla="*/ 311150 w 605129"/>
                    <a:gd name="connsiteY10" fmla="*/ 347018 h 1591646"/>
                    <a:gd name="connsiteX11" fmla="*/ 0 w 605129"/>
                    <a:gd name="connsiteY11" fmla="*/ 35075 h 1591646"/>
                    <a:gd name="connsiteX0" fmla="*/ 0 w 605129"/>
                    <a:gd name="connsiteY0" fmla="*/ 35075 h 1591646"/>
                    <a:gd name="connsiteX1" fmla="*/ 257969 w 605129"/>
                    <a:gd name="connsiteY1" fmla="*/ 24755 h 1591646"/>
                    <a:gd name="connsiteX2" fmla="*/ 430213 w 605129"/>
                    <a:gd name="connsiteY2" fmla="*/ 213669 h 1591646"/>
                    <a:gd name="connsiteX3" fmla="*/ 592138 w 605129"/>
                    <a:gd name="connsiteY3" fmla="*/ 754212 h 1591646"/>
                    <a:gd name="connsiteX4" fmla="*/ 577850 w 605129"/>
                    <a:gd name="connsiteY4" fmla="*/ 1228082 h 1591646"/>
                    <a:gd name="connsiteX5" fmla="*/ 439738 w 605129"/>
                    <a:gd name="connsiteY5" fmla="*/ 1556693 h 1591646"/>
                    <a:gd name="connsiteX6" fmla="*/ 258763 w 605129"/>
                    <a:gd name="connsiteY6" fmla="*/ 1580506 h 1591646"/>
                    <a:gd name="connsiteX7" fmla="*/ 344487 w 605129"/>
                    <a:gd name="connsiteY7" fmla="*/ 1440012 h 1591646"/>
                    <a:gd name="connsiteX8" fmla="*/ 392113 w 605129"/>
                    <a:gd name="connsiteY8" fmla="*/ 1209031 h 1591646"/>
                    <a:gd name="connsiteX9" fmla="*/ 415925 w 605129"/>
                    <a:gd name="connsiteY9" fmla="*/ 818506 h 1591646"/>
                    <a:gd name="connsiteX10" fmla="*/ 311150 w 605129"/>
                    <a:gd name="connsiteY10" fmla="*/ 347018 h 1591646"/>
                    <a:gd name="connsiteX11" fmla="*/ 0 w 605129"/>
                    <a:gd name="connsiteY11" fmla="*/ 35075 h 1591646"/>
                    <a:gd name="connsiteX0" fmla="*/ 0 w 603428"/>
                    <a:gd name="connsiteY0" fmla="*/ 35075 h 1591646"/>
                    <a:gd name="connsiteX1" fmla="*/ 257969 w 603428"/>
                    <a:gd name="connsiteY1" fmla="*/ 24755 h 1591646"/>
                    <a:gd name="connsiteX2" fmla="*/ 430213 w 603428"/>
                    <a:gd name="connsiteY2" fmla="*/ 213669 h 1591646"/>
                    <a:gd name="connsiteX3" fmla="*/ 592138 w 603428"/>
                    <a:gd name="connsiteY3" fmla="*/ 754212 h 1591646"/>
                    <a:gd name="connsiteX4" fmla="*/ 577850 w 603428"/>
                    <a:gd name="connsiteY4" fmla="*/ 1228082 h 1591646"/>
                    <a:gd name="connsiteX5" fmla="*/ 439738 w 603428"/>
                    <a:gd name="connsiteY5" fmla="*/ 1556693 h 1591646"/>
                    <a:gd name="connsiteX6" fmla="*/ 258763 w 603428"/>
                    <a:gd name="connsiteY6" fmla="*/ 1580506 h 1591646"/>
                    <a:gd name="connsiteX7" fmla="*/ 344487 w 603428"/>
                    <a:gd name="connsiteY7" fmla="*/ 1440012 h 1591646"/>
                    <a:gd name="connsiteX8" fmla="*/ 392113 w 603428"/>
                    <a:gd name="connsiteY8" fmla="*/ 1209031 h 1591646"/>
                    <a:gd name="connsiteX9" fmla="*/ 415925 w 603428"/>
                    <a:gd name="connsiteY9" fmla="*/ 818506 h 1591646"/>
                    <a:gd name="connsiteX10" fmla="*/ 311150 w 603428"/>
                    <a:gd name="connsiteY10" fmla="*/ 347018 h 1591646"/>
                    <a:gd name="connsiteX11" fmla="*/ 0 w 603428"/>
                    <a:gd name="connsiteY11" fmla="*/ 35075 h 1591646"/>
                    <a:gd name="connsiteX0" fmla="*/ 0 w 597118"/>
                    <a:gd name="connsiteY0" fmla="*/ 35075 h 1591646"/>
                    <a:gd name="connsiteX1" fmla="*/ 257969 w 597118"/>
                    <a:gd name="connsiteY1" fmla="*/ 24755 h 1591646"/>
                    <a:gd name="connsiteX2" fmla="*/ 430213 w 597118"/>
                    <a:gd name="connsiteY2" fmla="*/ 213669 h 1591646"/>
                    <a:gd name="connsiteX3" fmla="*/ 580232 w 597118"/>
                    <a:gd name="connsiteY3" fmla="*/ 758975 h 1591646"/>
                    <a:gd name="connsiteX4" fmla="*/ 577850 w 597118"/>
                    <a:gd name="connsiteY4" fmla="*/ 1228082 h 1591646"/>
                    <a:gd name="connsiteX5" fmla="*/ 439738 w 597118"/>
                    <a:gd name="connsiteY5" fmla="*/ 1556693 h 1591646"/>
                    <a:gd name="connsiteX6" fmla="*/ 258763 w 597118"/>
                    <a:gd name="connsiteY6" fmla="*/ 1580506 h 1591646"/>
                    <a:gd name="connsiteX7" fmla="*/ 344487 w 597118"/>
                    <a:gd name="connsiteY7" fmla="*/ 1440012 h 1591646"/>
                    <a:gd name="connsiteX8" fmla="*/ 392113 w 597118"/>
                    <a:gd name="connsiteY8" fmla="*/ 1209031 h 1591646"/>
                    <a:gd name="connsiteX9" fmla="*/ 415925 w 597118"/>
                    <a:gd name="connsiteY9" fmla="*/ 818506 h 1591646"/>
                    <a:gd name="connsiteX10" fmla="*/ 311150 w 597118"/>
                    <a:gd name="connsiteY10" fmla="*/ 347018 h 1591646"/>
                    <a:gd name="connsiteX11" fmla="*/ 0 w 597118"/>
                    <a:gd name="connsiteY11" fmla="*/ 35075 h 1591646"/>
                    <a:gd name="connsiteX0" fmla="*/ 0 w 598393"/>
                    <a:gd name="connsiteY0" fmla="*/ 35075 h 1604645"/>
                    <a:gd name="connsiteX1" fmla="*/ 257969 w 598393"/>
                    <a:gd name="connsiteY1" fmla="*/ 24755 h 1604645"/>
                    <a:gd name="connsiteX2" fmla="*/ 430213 w 598393"/>
                    <a:gd name="connsiteY2" fmla="*/ 213669 h 1604645"/>
                    <a:gd name="connsiteX3" fmla="*/ 580232 w 598393"/>
                    <a:gd name="connsiteY3" fmla="*/ 758975 h 1604645"/>
                    <a:gd name="connsiteX4" fmla="*/ 580231 w 598393"/>
                    <a:gd name="connsiteY4" fmla="*/ 1132832 h 1604645"/>
                    <a:gd name="connsiteX5" fmla="*/ 439738 w 598393"/>
                    <a:gd name="connsiteY5" fmla="*/ 1556693 h 1604645"/>
                    <a:gd name="connsiteX6" fmla="*/ 258763 w 598393"/>
                    <a:gd name="connsiteY6" fmla="*/ 1580506 h 1604645"/>
                    <a:gd name="connsiteX7" fmla="*/ 344487 w 598393"/>
                    <a:gd name="connsiteY7" fmla="*/ 1440012 h 1604645"/>
                    <a:gd name="connsiteX8" fmla="*/ 392113 w 598393"/>
                    <a:gd name="connsiteY8" fmla="*/ 1209031 h 1604645"/>
                    <a:gd name="connsiteX9" fmla="*/ 415925 w 598393"/>
                    <a:gd name="connsiteY9" fmla="*/ 818506 h 1604645"/>
                    <a:gd name="connsiteX10" fmla="*/ 311150 w 598393"/>
                    <a:gd name="connsiteY10" fmla="*/ 347018 h 1604645"/>
                    <a:gd name="connsiteX11" fmla="*/ 0 w 598393"/>
                    <a:gd name="connsiteY11" fmla="*/ 35075 h 1604645"/>
                    <a:gd name="connsiteX0" fmla="*/ 0 w 593000"/>
                    <a:gd name="connsiteY0" fmla="*/ 35075 h 1604645"/>
                    <a:gd name="connsiteX1" fmla="*/ 257969 w 593000"/>
                    <a:gd name="connsiteY1" fmla="*/ 24755 h 1604645"/>
                    <a:gd name="connsiteX2" fmla="*/ 430213 w 593000"/>
                    <a:gd name="connsiteY2" fmla="*/ 213669 h 1604645"/>
                    <a:gd name="connsiteX3" fmla="*/ 580232 w 593000"/>
                    <a:gd name="connsiteY3" fmla="*/ 758975 h 1604645"/>
                    <a:gd name="connsiteX4" fmla="*/ 580231 w 593000"/>
                    <a:gd name="connsiteY4" fmla="*/ 1132832 h 1604645"/>
                    <a:gd name="connsiteX5" fmla="*/ 439738 w 593000"/>
                    <a:gd name="connsiteY5" fmla="*/ 1556693 h 1604645"/>
                    <a:gd name="connsiteX6" fmla="*/ 258763 w 593000"/>
                    <a:gd name="connsiteY6" fmla="*/ 1580506 h 1604645"/>
                    <a:gd name="connsiteX7" fmla="*/ 344487 w 593000"/>
                    <a:gd name="connsiteY7" fmla="*/ 1440012 h 1604645"/>
                    <a:gd name="connsiteX8" fmla="*/ 392113 w 593000"/>
                    <a:gd name="connsiteY8" fmla="*/ 1209031 h 1604645"/>
                    <a:gd name="connsiteX9" fmla="*/ 415925 w 593000"/>
                    <a:gd name="connsiteY9" fmla="*/ 818506 h 1604645"/>
                    <a:gd name="connsiteX10" fmla="*/ 311150 w 593000"/>
                    <a:gd name="connsiteY10" fmla="*/ 347018 h 1604645"/>
                    <a:gd name="connsiteX11" fmla="*/ 0 w 593000"/>
                    <a:gd name="connsiteY11" fmla="*/ 35075 h 1604645"/>
                    <a:gd name="connsiteX0" fmla="*/ 0 w 585327"/>
                    <a:gd name="connsiteY0" fmla="*/ 35075 h 1598513"/>
                    <a:gd name="connsiteX1" fmla="*/ 257969 w 585327"/>
                    <a:gd name="connsiteY1" fmla="*/ 24755 h 1598513"/>
                    <a:gd name="connsiteX2" fmla="*/ 430213 w 585327"/>
                    <a:gd name="connsiteY2" fmla="*/ 213669 h 1598513"/>
                    <a:gd name="connsiteX3" fmla="*/ 580232 w 585327"/>
                    <a:gd name="connsiteY3" fmla="*/ 758975 h 1598513"/>
                    <a:gd name="connsiteX4" fmla="*/ 549275 w 585327"/>
                    <a:gd name="connsiteY4" fmla="*/ 1232845 h 1598513"/>
                    <a:gd name="connsiteX5" fmla="*/ 439738 w 585327"/>
                    <a:gd name="connsiteY5" fmla="*/ 1556693 h 1598513"/>
                    <a:gd name="connsiteX6" fmla="*/ 258763 w 585327"/>
                    <a:gd name="connsiteY6" fmla="*/ 1580506 h 1598513"/>
                    <a:gd name="connsiteX7" fmla="*/ 344487 w 585327"/>
                    <a:gd name="connsiteY7" fmla="*/ 1440012 h 1598513"/>
                    <a:gd name="connsiteX8" fmla="*/ 392113 w 585327"/>
                    <a:gd name="connsiteY8" fmla="*/ 1209031 h 1598513"/>
                    <a:gd name="connsiteX9" fmla="*/ 415925 w 585327"/>
                    <a:gd name="connsiteY9" fmla="*/ 818506 h 1598513"/>
                    <a:gd name="connsiteX10" fmla="*/ 311150 w 585327"/>
                    <a:gd name="connsiteY10" fmla="*/ 347018 h 1598513"/>
                    <a:gd name="connsiteX11" fmla="*/ 0 w 585327"/>
                    <a:gd name="connsiteY11" fmla="*/ 35075 h 1598513"/>
                    <a:gd name="connsiteX0" fmla="*/ 0 w 585739"/>
                    <a:gd name="connsiteY0" fmla="*/ 35075 h 1598513"/>
                    <a:gd name="connsiteX1" fmla="*/ 257969 w 585739"/>
                    <a:gd name="connsiteY1" fmla="*/ 24755 h 1598513"/>
                    <a:gd name="connsiteX2" fmla="*/ 430213 w 585739"/>
                    <a:gd name="connsiteY2" fmla="*/ 213669 h 1598513"/>
                    <a:gd name="connsiteX3" fmla="*/ 580232 w 585739"/>
                    <a:gd name="connsiteY3" fmla="*/ 758975 h 1598513"/>
                    <a:gd name="connsiteX4" fmla="*/ 549275 w 585739"/>
                    <a:gd name="connsiteY4" fmla="*/ 1232845 h 1598513"/>
                    <a:gd name="connsiteX5" fmla="*/ 439738 w 585739"/>
                    <a:gd name="connsiteY5" fmla="*/ 1556693 h 1598513"/>
                    <a:gd name="connsiteX6" fmla="*/ 258763 w 585739"/>
                    <a:gd name="connsiteY6" fmla="*/ 1580506 h 1598513"/>
                    <a:gd name="connsiteX7" fmla="*/ 344487 w 585739"/>
                    <a:gd name="connsiteY7" fmla="*/ 1440012 h 1598513"/>
                    <a:gd name="connsiteX8" fmla="*/ 392113 w 585739"/>
                    <a:gd name="connsiteY8" fmla="*/ 1209031 h 1598513"/>
                    <a:gd name="connsiteX9" fmla="*/ 415925 w 585739"/>
                    <a:gd name="connsiteY9" fmla="*/ 818506 h 1598513"/>
                    <a:gd name="connsiteX10" fmla="*/ 311150 w 585739"/>
                    <a:gd name="connsiteY10" fmla="*/ 347018 h 1598513"/>
                    <a:gd name="connsiteX11" fmla="*/ 0 w 585739"/>
                    <a:gd name="connsiteY11" fmla="*/ 35075 h 1598513"/>
                    <a:gd name="connsiteX0" fmla="*/ 0 w 586761"/>
                    <a:gd name="connsiteY0" fmla="*/ 35075 h 1598513"/>
                    <a:gd name="connsiteX1" fmla="*/ 257969 w 586761"/>
                    <a:gd name="connsiteY1" fmla="*/ 24755 h 1598513"/>
                    <a:gd name="connsiteX2" fmla="*/ 430213 w 586761"/>
                    <a:gd name="connsiteY2" fmla="*/ 213669 h 1598513"/>
                    <a:gd name="connsiteX3" fmla="*/ 580232 w 586761"/>
                    <a:gd name="connsiteY3" fmla="*/ 758975 h 1598513"/>
                    <a:gd name="connsiteX4" fmla="*/ 549275 w 586761"/>
                    <a:gd name="connsiteY4" fmla="*/ 1232845 h 1598513"/>
                    <a:gd name="connsiteX5" fmla="*/ 439738 w 586761"/>
                    <a:gd name="connsiteY5" fmla="*/ 1556693 h 1598513"/>
                    <a:gd name="connsiteX6" fmla="*/ 258763 w 586761"/>
                    <a:gd name="connsiteY6" fmla="*/ 1580506 h 1598513"/>
                    <a:gd name="connsiteX7" fmla="*/ 344487 w 586761"/>
                    <a:gd name="connsiteY7" fmla="*/ 1440012 h 1598513"/>
                    <a:gd name="connsiteX8" fmla="*/ 392113 w 586761"/>
                    <a:gd name="connsiteY8" fmla="*/ 1209031 h 1598513"/>
                    <a:gd name="connsiteX9" fmla="*/ 415925 w 586761"/>
                    <a:gd name="connsiteY9" fmla="*/ 818506 h 1598513"/>
                    <a:gd name="connsiteX10" fmla="*/ 311150 w 586761"/>
                    <a:gd name="connsiteY10" fmla="*/ 347018 h 1598513"/>
                    <a:gd name="connsiteX11" fmla="*/ 0 w 586761"/>
                    <a:gd name="connsiteY11" fmla="*/ 35075 h 1598513"/>
                    <a:gd name="connsiteX0" fmla="*/ 0 w 583009"/>
                    <a:gd name="connsiteY0" fmla="*/ 35075 h 1598513"/>
                    <a:gd name="connsiteX1" fmla="*/ 257969 w 583009"/>
                    <a:gd name="connsiteY1" fmla="*/ 24755 h 1598513"/>
                    <a:gd name="connsiteX2" fmla="*/ 430213 w 583009"/>
                    <a:gd name="connsiteY2" fmla="*/ 213669 h 1598513"/>
                    <a:gd name="connsiteX3" fmla="*/ 580232 w 583009"/>
                    <a:gd name="connsiteY3" fmla="*/ 758975 h 1598513"/>
                    <a:gd name="connsiteX4" fmla="*/ 549275 w 583009"/>
                    <a:gd name="connsiteY4" fmla="*/ 1232845 h 1598513"/>
                    <a:gd name="connsiteX5" fmla="*/ 439738 w 583009"/>
                    <a:gd name="connsiteY5" fmla="*/ 1556693 h 1598513"/>
                    <a:gd name="connsiteX6" fmla="*/ 258763 w 583009"/>
                    <a:gd name="connsiteY6" fmla="*/ 1580506 h 1598513"/>
                    <a:gd name="connsiteX7" fmla="*/ 344487 w 583009"/>
                    <a:gd name="connsiteY7" fmla="*/ 1440012 h 1598513"/>
                    <a:gd name="connsiteX8" fmla="*/ 392113 w 583009"/>
                    <a:gd name="connsiteY8" fmla="*/ 1209031 h 1598513"/>
                    <a:gd name="connsiteX9" fmla="*/ 415925 w 583009"/>
                    <a:gd name="connsiteY9" fmla="*/ 818506 h 1598513"/>
                    <a:gd name="connsiteX10" fmla="*/ 311150 w 583009"/>
                    <a:gd name="connsiteY10" fmla="*/ 347018 h 1598513"/>
                    <a:gd name="connsiteX11" fmla="*/ 0 w 583009"/>
                    <a:gd name="connsiteY11" fmla="*/ 35075 h 1598513"/>
                    <a:gd name="connsiteX0" fmla="*/ 0 w 583009"/>
                    <a:gd name="connsiteY0" fmla="*/ 35075 h 1598513"/>
                    <a:gd name="connsiteX1" fmla="*/ 257969 w 583009"/>
                    <a:gd name="connsiteY1" fmla="*/ 24755 h 1598513"/>
                    <a:gd name="connsiteX2" fmla="*/ 430213 w 583009"/>
                    <a:gd name="connsiteY2" fmla="*/ 213669 h 1598513"/>
                    <a:gd name="connsiteX3" fmla="*/ 580232 w 583009"/>
                    <a:gd name="connsiteY3" fmla="*/ 758975 h 1598513"/>
                    <a:gd name="connsiteX4" fmla="*/ 549275 w 583009"/>
                    <a:gd name="connsiteY4" fmla="*/ 1232845 h 1598513"/>
                    <a:gd name="connsiteX5" fmla="*/ 439738 w 583009"/>
                    <a:gd name="connsiteY5" fmla="*/ 1556693 h 1598513"/>
                    <a:gd name="connsiteX6" fmla="*/ 258763 w 583009"/>
                    <a:gd name="connsiteY6" fmla="*/ 1580506 h 1598513"/>
                    <a:gd name="connsiteX7" fmla="*/ 344487 w 583009"/>
                    <a:gd name="connsiteY7" fmla="*/ 1440012 h 1598513"/>
                    <a:gd name="connsiteX8" fmla="*/ 392113 w 583009"/>
                    <a:gd name="connsiteY8" fmla="*/ 1209031 h 1598513"/>
                    <a:gd name="connsiteX9" fmla="*/ 415925 w 583009"/>
                    <a:gd name="connsiteY9" fmla="*/ 818506 h 1598513"/>
                    <a:gd name="connsiteX10" fmla="*/ 311150 w 583009"/>
                    <a:gd name="connsiteY10" fmla="*/ 347018 h 1598513"/>
                    <a:gd name="connsiteX11" fmla="*/ 0 w 583009"/>
                    <a:gd name="connsiteY11" fmla="*/ 35075 h 1598513"/>
                    <a:gd name="connsiteX0" fmla="*/ 0 w 583009"/>
                    <a:gd name="connsiteY0" fmla="*/ 55465 h 1618903"/>
                    <a:gd name="connsiteX1" fmla="*/ 257969 w 583009"/>
                    <a:gd name="connsiteY1" fmla="*/ 45145 h 1618903"/>
                    <a:gd name="connsiteX2" fmla="*/ 430213 w 583009"/>
                    <a:gd name="connsiteY2" fmla="*/ 234059 h 1618903"/>
                    <a:gd name="connsiteX3" fmla="*/ 580232 w 583009"/>
                    <a:gd name="connsiteY3" fmla="*/ 779365 h 1618903"/>
                    <a:gd name="connsiteX4" fmla="*/ 549275 w 583009"/>
                    <a:gd name="connsiteY4" fmla="*/ 1253235 h 1618903"/>
                    <a:gd name="connsiteX5" fmla="*/ 439738 w 583009"/>
                    <a:gd name="connsiteY5" fmla="*/ 1577083 h 1618903"/>
                    <a:gd name="connsiteX6" fmla="*/ 258763 w 583009"/>
                    <a:gd name="connsiteY6" fmla="*/ 1600896 h 1618903"/>
                    <a:gd name="connsiteX7" fmla="*/ 344487 w 583009"/>
                    <a:gd name="connsiteY7" fmla="*/ 1460402 h 1618903"/>
                    <a:gd name="connsiteX8" fmla="*/ 392113 w 583009"/>
                    <a:gd name="connsiteY8" fmla="*/ 1229421 h 1618903"/>
                    <a:gd name="connsiteX9" fmla="*/ 415925 w 583009"/>
                    <a:gd name="connsiteY9" fmla="*/ 838896 h 1618903"/>
                    <a:gd name="connsiteX10" fmla="*/ 311150 w 583009"/>
                    <a:gd name="connsiteY10" fmla="*/ 367408 h 1618903"/>
                    <a:gd name="connsiteX11" fmla="*/ 0 w 583009"/>
                    <a:gd name="connsiteY11" fmla="*/ 55465 h 1618903"/>
                    <a:gd name="connsiteX0" fmla="*/ 0 w 583009"/>
                    <a:gd name="connsiteY0" fmla="*/ 49425 h 1612863"/>
                    <a:gd name="connsiteX1" fmla="*/ 257969 w 583009"/>
                    <a:gd name="connsiteY1" fmla="*/ 39105 h 1612863"/>
                    <a:gd name="connsiteX2" fmla="*/ 430213 w 583009"/>
                    <a:gd name="connsiteY2" fmla="*/ 228019 h 1612863"/>
                    <a:gd name="connsiteX3" fmla="*/ 580232 w 583009"/>
                    <a:gd name="connsiteY3" fmla="*/ 773325 h 1612863"/>
                    <a:gd name="connsiteX4" fmla="*/ 549275 w 583009"/>
                    <a:gd name="connsiteY4" fmla="*/ 1247195 h 1612863"/>
                    <a:gd name="connsiteX5" fmla="*/ 439738 w 583009"/>
                    <a:gd name="connsiteY5" fmla="*/ 1571043 h 1612863"/>
                    <a:gd name="connsiteX6" fmla="*/ 258763 w 583009"/>
                    <a:gd name="connsiteY6" fmla="*/ 1594856 h 1612863"/>
                    <a:gd name="connsiteX7" fmla="*/ 344487 w 583009"/>
                    <a:gd name="connsiteY7" fmla="*/ 1454362 h 1612863"/>
                    <a:gd name="connsiteX8" fmla="*/ 392113 w 583009"/>
                    <a:gd name="connsiteY8" fmla="*/ 1223381 h 1612863"/>
                    <a:gd name="connsiteX9" fmla="*/ 415925 w 583009"/>
                    <a:gd name="connsiteY9" fmla="*/ 832856 h 1612863"/>
                    <a:gd name="connsiteX10" fmla="*/ 311150 w 583009"/>
                    <a:gd name="connsiteY10" fmla="*/ 361368 h 1612863"/>
                    <a:gd name="connsiteX11" fmla="*/ 0 w 583009"/>
                    <a:gd name="connsiteY11" fmla="*/ 49425 h 16128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583009" h="1612863">
                      <a:moveTo>
                        <a:pt x="0" y="49425"/>
                      </a:moveTo>
                      <a:cubicBezTo>
                        <a:pt x="130174" y="-36300"/>
                        <a:pt x="186267" y="9339"/>
                        <a:pt x="257969" y="39105"/>
                      </a:cubicBezTo>
                      <a:cubicBezTo>
                        <a:pt x="329671" y="68871"/>
                        <a:pt x="376503" y="105649"/>
                        <a:pt x="430213" y="228019"/>
                      </a:cubicBezTo>
                      <a:cubicBezTo>
                        <a:pt x="483924" y="350389"/>
                        <a:pt x="569913" y="596318"/>
                        <a:pt x="580232" y="773325"/>
                      </a:cubicBezTo>
                      <a:cubicBezTo>
                        <a:pt x="590551" y="950332"/>
                        <a:pt x="570309" y="1126148"/>
                        <a:pt x="549275" y="1247195"/>
                      </a:cubicBezTo>
                      <a:cubicBezTo>
                        <a:pt x="528241" y="1368242"/>
                        <a:pt x="488157" y="1513100"/>
                        <a:pt x="439738" y="1571043"/>
                      </a:cubicBezTo>
                      <a:cubicBezTo>
                        <a:pt x="391319" y="1628987"/>
                        <a:pt x="304006" y="1616287"/>
                        <a:pt x="258763" y="1594856"/>
                      </a:cubicBezTo>
                      <a:cubicBezTo>
                        <a:pt x="296863" y="1549613"/>
                        <a:pt x="322262" y="1516275"/>
                        <a:pt x="344487" y="1454362"/>
                      </a:cubicBezTo>
                      <a:cubicBezTo>
                        <a:pt x="366712" y="1392449"/>
                        <a:pt x="380207" y="1326965"/>
                        <a:pt x="392113" y="1223381"/>
                      </a:cubicBezTo>
                      <a:cubicBezTo>
                        <a:pt x="404019" y="1119797"/>
                        <a:pt x="429419" y="976525"/>
                        <a:pt x="415925" y="832856"/>
                      </a:cubicBezTo>
                      <a:cubicBezTo>
                        <a:pt x="402431" y="689187"/>
                        <a:pt x="349515" y="482415"/>
                        <a:pt x="311150" y="361368"/>
                      </a:cubicBezTo>
                      <a:cubicBezTo>
                        <a:pt x="272785" y="240321"/>
                        <a:pt x="236537" y="109751"/>
                        <a:pt x="0" y="49425"/>
                      </a:cubicBezTo>
                      <a:close/>
                    </a:path>
                  </a:pathLst>
                </a:custGeom>
                <a:solidFill>
                  <a:srgbClr val="E6BB7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60" name="任意多边形 59"/>
              <p:cNvSpPr/>
              <p:nvPr/>
            </p:nvSpPr>
            <p:spPr>
              <a:xfrm>
                <a:off x="7487620" y="2108391"/>
                <a:ext cx="674323" cy="3306436"/>
              </a:xfrm>
              <a:custGeom>
                <a:avLst/>
                <a:gdLst>
                  <a:gd name="connsiteX0" fmla="*/ 202078 w 674323"/>
                  <a:gd name="connsiteY0" fmla="*/ 667 h 3306436"/>
                  <a:gd name="connsiteX1" fmla="*/ 277035 w 674323"/>
                  <a:gd name="connsiteY1" fmla="*/ 3921 h 3306436"/>
                  <a:gd name="connsiteX2" fmla="*/ 400504 w 674323"/>
                  <a:gd name="connsiteY2" fmla="*/ 56049 h 3306436"/>
                  <a:gd name="connsiteX3" fmla="*/ 643645 w 674323"/>
                  <a:gd name="connsiteY3" fmla="*/ 698886 h 3306436"/>
                  <a:gd name="connsiteX4" fmla="*/ 663526 w 674323"/>
                  <a:gd name="connsiteY4" fmla="*/ 2402071 h 3306436"/>
                  <a:gd name="connsiteX5" fmla="*/ 577373 w 674323"/>
                  <a:gd name="connsiteY5" fmla="*/ 3296741 h 3306436"/>
                  <a:gd name="connsiteX6" fmla="*/ 124291 w 674323"/>
                  <a:gd name="connsiteY6" fmla="*/ 3305693 h 3306436"/>
                  <a:gd name="connsiteX7" fmla="*/ 0 w 674323"/>
                  <a:gd name="connsiteY7" fmla="*/ 3306436 h 3306436"/>
                  <a:gd name="connsiteX8" fmla="*/ 0 w 674323"/>
                  <a:gd name="connsiteY8" fmla="*/ 3135966 h 3306436"/>
                  <a:gd name="connsiteX9" fmla="*/ 7022 w 674323"/>
                  <a:gd name="connsiteY9" fmla="*/ 3135981 h 3306436"/>
                  <a:gd name="connsiteX10" fmla="*/ 444829 w 674323"/>
                  <a:gd name="connsiteY10" fmla="*/ 3137688 h 3306436"/>
                  <a:gd name="connsiteX11" fmla="*/ 471338 w 674323"/>
                  <a:gd name="connsiteY11" fmla="*/ 2594259 h 3306436"/>
                  <a:gd name="connsiteX12" fmla="*/ 451456 w 674323"/>
                  <a:gd name="connsiteY12" fmla="*/ 1308587 h 3306436"/>
                  <a:gd name="connsiteX13" fmla="*/ 365303 w 674323"/>
                  <a:gd name="connsiteY13" fmla="*/ 354273 h 3306436"/>
                  <a:gd name="connsiteX14" fmla="*/ 120615 w 674323"/>
                  <a:gd name="connsiteY14" fmla="*/ 22083 h 3306436"/>
                  <a:gd name="connsiteX15" fmla="*/ 202078 w 674323"/>
                  <a:gd name="connsiteY15" fmla="*/ 667 h 3306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74323" h="3306436">
                    <a:moveTo>
                      <a:pt x="202078" y="667"/>
                    </a:moveTo>
                    <a:cubicBezTo>
                      <a:pt x="228437" y="-1178"/>
                      <a:pt x="253712" y="1091"/>
                      <a:pt x="277035" y="3921"/>
                    </a:cubicBezTo>
                    <a:cubicBezTo>
                      <a:pt x="323684" y="9582"/>
                      <a:pt x="350327" y="28036"/>
                      <a:pt x="400504" y="56049"/>
                    </a:cubicBezTo>
                    <a:cubicBezTo>
                      <a:pt x="444224" y="80458"/>
                      <a:pt x="599807" y="307882"/>
                      <a:pt x="643645" y="698886"/>
                    </a:cubicBezTo>
                    <a:cubicBezTo>
                      <a:pt x="687482" y="1089890"/>
                      <a:pt x="674572" y="1969096"/>
                      <a:pt x="663526" y="2402071"/>
                    </a:cubicBezTo>
                    <a:cubicBezTo>
                      <a:pt x="652480" y="2835046"/>
                      <a:pt x="732006" y="3284591"/>
                      <a:pt x="577373" y="3296741"/>
                    </a:cubicBezTo>
                    <a:cubicBezTo>
                      <a:pt x="519386" y="3301297"/>
                      <a:pt x="345526" y="3303990"/>
                      <a:pt x="124291" y="3305693"/>
                    </a:cubicBezTo>
                    <a:lnTo>
                      <a:pt x="0" y="3306436"/>
                    </a:lnTo>
                    <a:lnTo>
                      <a:pt x="0" y="3135966"/>
                    </a:lnTo>
                    <a:lnTo>
                      <a:pt x="7022" y="3135981"/>
                    </a:lnTo>
                    <a:lnTo>
                      <a:pt x="444829" y="3137688"/>
                    </a:lnTo>
                    <a:cubicBezTo>
                      <a:pt x="490116" y="3073625"/>
                      <a:pt x="470234" y="2899110"/>
                      <a:pt x="471338" y="2594259"/>
                    </a:cubicBezTo>
                    <a:cubicBezTo>
                      <a:pt x="472442" y="2289409"/>
                      <a:pt x="469130" y="1681917"/>
                      <a:pt x="451456" y="1308587"/>
                    </a:cubicBezTo>
                    <a:cubicBezTo>
                      <a:pt x="433783" y="935256"/>
                      <a:pt x="421635" y="571865"/>
                      <a:pt x="365303" y="354273"/>
                    </a:cubicBezTo>
                    <a:cubicBezTo>
                      <a:pt x="308971" y="136680"/>
                      <a:pt x="233812" y="83694"/>
                      <a:pt x="120615" y="22083"/>
                    </a:cubicBezTo>
                    <a:cubicBezTo>
                      <a:pt x="148276" y="8466"/>
                      <a:pt x="175719" y="2511"/>
                      <a:pt x="202078" y="667"/>
                    </a:cubicBezTo>
                    <a:close/>
                  </a:path>
                </a:pathLst>
              </a:custGeom>
              <a:solidFill>
                <a:srgbClr val="E6BB7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5" name="上箭头 74"/>
            <p:cNvSpPr/>
            <p:nvPr/>
          </p:nvSpPr>
          <p:spPr>
            <a:xfrm rot="10800000" flipH="1">
              <a:off x="7993155" y="4246249"/>
              <a:ext cx="122435" cy="415926"/>
            </a:xfrm>
            <a:prstGeom prst="up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3753732" y="4311545"/>
              <a:ext cx="119592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rgbClr val="00B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增大电流</a:t>
              </a:r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8438357" y="2679992"/>
              <a:ext cx="2717311" cy="338554"/>
              <a:chOff x="8438357" y="2679992"/>
              <a:chExt cx="2717311" cy="338554"/>
            </a:xfrm>
          </p:grpSpPr>
          <p:cxnSp>
            <p:nvCxnSpPr>
              <p:cNvPr id="78" name="直接箭头连接符 77"/>
              <p:cNvCxnSpPr/>
              <p:nvPr/>
            </p:nvCxnSpPr>
            <p:spPr>
              <a:xfrm>
                <a:off x="8438357" y="2838349"/>
                <a:ext cx="1358786" cy="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文本框 78"/>
              <p:cNvSpPr txBox="1"/>
              <p:nvPr/>
            </p:nvSpPr>
            <p:spPr>
              <a:xfrm>
                <a:off x="9606916" y="2679992"/>
                <a:ext cx="154875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存在磁饱和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44875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344669" y="490330"/>
            <a:ext cx="3502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电感值与电流的关系</a:t>
            </a:r>
          </a:p>
        </p:txBody>
      </p:sp>
      <p:sp>
        <p:nvSpPr>
          <p:cNvPr id="9" name="任意多边形 8"/>
          <p:cNvSpPr/>
          <p:nvPr/>
        </p:nvSpPr>
        <p:spPr>
          <a:xfrm>
            <a:off x="4070155" y="2904142"/>
            <a:ext cx="2994660" cy="525780"/>
          </a:xfrm>
          <a:custGeom>
            <a:avLst/>
            <a:gdLst>
              <a:gd name="connsiteX0" fmla="*/ 0 w 2994660"/>
              <a:gd name="connsiteY0" fmla="*/ 0 h 525780"/>
              <a:gd name="connsiteX1" fmla="*/ 2156460 w 2994660"/>
              <a:gd name="connsiteY1" fmla="*/ 15240 h 525780"/>
              <a:gd name="connsiteX2" fmla="*/ 2682240 w 2994660"/>
              <a:gd name="connsiteY2" fmla="*/ 76200 h 525780"/>
              <a:gd name="connsiteX3" fmla="*/ 2994660 w 2994660"/>
              <a:gd name="connsiteY3" fmla="*/ 525780 h 525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94660" h="525780">
                <a:moveTo>
                  <a:pt x="0" y="0"/>
                </a:moveTo>
                <a:lnTo>
                  <a:pt x="2156460" y="15240"/>
                </a:lnTo>
                <a:cubicBezTo>
                  <a:pt x="2603500" y="27940"/>
                  <a:pt x="2542540" y="-8890"/>
                  <a:pt x="2682240" y="76200"/>
                </a:cubicBezTo>
                <a:cubicBezTo>
                  <a:pt x="2821940" y="161290"/>
                  <a:pt x="2994660" y="525780"/>
                  <a:pt x="2994660" y="525780"/>
                </a:cubicBezTo>
              </a:path>
            </a:pathLst>
          </a:custGeom>
          <a:noFill/>
          <a:ln>
            <a:solidFill>
              <a:srgbClr val="FFFF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2" name="组合 91"/>
          <p:cNvGrpSpPr/>
          <p:nvPr/>
        </p:nvGrpSpPr>
        <p:grpSpPr>
          <a:xfrm>
            <a:off x="3863767" y="4741651"/>
            <a:ext cx="4744791" cy="410573"/>
            <a:chOff x="3863767" y="4741651"/>
            <a:chExt cx="4744791" cy="410573"/>
          </a:xfrm>
        </p:grpSpPr>
        <p:cxnSp>
          <p:nvCxnSpPr>
            <p:cNvPr id="5" name="直接箭头连接符 4"/>
            <p:cNvCxnSpPr/>
            <p:nvPr/>
          </p:nvCxnSpPr>
          <p:spPr>
            <a:xfrm>
              <a:off x="4069961" y="4741651"/>
              <a:ext cx="4506686" cy="0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1" name="组合 90"/>
            <p:cNvGrpSpPr/>
            <p:nvPr/>
          </p:nvGrpSpPr>
          <p:grpSpPr>
            <a:xfrm>
              <a:off x="3863767" y="4875225"/>
              <a:ext cx="4744791" cy="276999"/>
              <a:chOff x="3863767" y="4875225"/>
              <a:chExt cx="4744791" cy="276999"/>
            </a:xfrm>
          </p:grpSpPr>
          <p:sp>
            <p:nvSpPr>
              <p:cNvPr id="10" name="文本框 9"/>
              <p:cNvSpPr txBox="1"/>
              <p:nvPr/>
            </p:nvSpPr>
            <p:spPr>
              <a:xfrm>
                <a:off x="3863767" y="4875225"/>
                <a:ext cx="49084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0.01</a:t>
                </a:r>
                <a:endPara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5278516" y="4875225"/>
                <a:ext cx="4010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0.1</a:t>
                </a:r>
                <a:endPara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6750570" y="4875225"/>
                <a:ext cx="49084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1.00</a:t>
                </a:r>
                <a:endPara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8117718" y="4875225"/>
                <a:ext cx="49084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10.0</a:t>
                </a:r>
                <a:endPara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93" name="组合 92"/>
          <p:cNvGrpSpPr/>
          <p:nvPr/>
        </p:nvGrpSpPr>
        <p:grpSpPr>
          <a:xfrm>
            <a:off x="3583442" y="1705776"/>
            <a:ext cx="486862" cy="3116801"/>
            <a:chOff x="3583442" y="1705776"/>
            <a:chExt cx="486862" cy="3116801"/>
          </a:xfrm>
        </p:grpSpPr>
        <p:cxnSp>
          <p:nvCxnSpPr>
            <p:cNvPr id="7" name="直接箭头连接符 6"/>
            <p:cNvCxnSpPr/>
            <p:nvPr/>
          </p:nvCxnSpPr>
          <p:spPr>
            <a:xfrm flipV="1">
              <a:off x="4070304" y="1705776"/>
              <a:ext cx="0" cy="3037236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/>
            <p:cNvSpPr txBox="1"/>
            <p:nvPr/>
          </p:nvSpPr>
          <p:spPr>
            <a:xfrm>
              <a:off x="3609891" y="4545578"/>
              <a:ext cx="40107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0.1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3673210" y="3627296"/>
              <a:ext cx="2744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3628326" y="2709015"/>
              <a:ext cx="36420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583442" y="1790734"/>
              <a:ext cx="4539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100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4070155" y="1939915"/>
            <a:ext cx="4292386" cy="2807179"/>
            <a:chOff x="4070155" y="1939915"/>
            <a:chExt cx="4292386" cy="2807179"/>
          </a:xfrm>
        </p:grpSpPr>
        <p:cxnSp>
          <p:nvCxnSpPr>
            <p:cNvPr id="73" name="直接连接符 72"/>
            <p:cNvCxnSpPr/>
            <p:nvPr/>
          </p:nvCxnSpPr>
          <p:spPr>
            <a:xfrm flipV="1">
              <a:off x="4070155" y="2898764"/>
              <a:ext cx="4292237" cy="1524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4" name="组合 93"/>
            <p:cNvGrpSpPr/>
            <p:nvPr/>
          </p:nvGrpSpPr>
          <p:grpSpPr>
            <a:xfrm>
              <a:off x="4070155" y="1939915"/>
              <a:ext cx="4292386" cy="2807179"/>
              <a:chOff x="4070155" y="1939915"/>
              <a:chExt cx="4292386" cy="2807179"/>
            </a:xfrm>
          </p:grpSpPr>
          <p:cxnSp>
            <p:nvCxnSpPr>
              <p:cNvPr id="19" name="直接连接符 18"/>
              <p:cNvCxnSpPr/>
              <p:nvPr/>
            </p:nvCxnSpPr>
            <p:spPr>
              <a:xfrm flipV="1">
                <a:off x="4491581" y="1941845"/>
                <a:ext cx="0" cy="2805249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/>
              <p:nvPr/>
            </p:nvCxnSpPr>
            <p:spPr>
              <a:xfrm flipV="1">
                <a:off x="4743041" y="1941845"/>
                <a:ext cx="0" cy="2805249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 flipV="1">
                <a:off x="4918301" y="1941845"/>
                <a:ext cx="0" cy="2805249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 flipV="1">
                <a:off x="5055461" y="1941845"/>
                <a:ext cx="0" cy="2805249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/>
            </p:nvCxnSpPr>
            <p:spPr>
              <a:xfrm flipV="1">
                <a:off x="5177381" y="1941845"/>
                <a:ext cx="0" cy="2805249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/>
              <p:cNvCxnSpPr/>
              <p:nvPr/>
            </p:nvCxnSpPr>
            <p:spPr>
              <a:xfrm flipV="1">
                <a:off x="5278516" y="1941845"/>
                <a:ext cx="0" cy="2805249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>
              <a:xfrm flipV="1">
                <a:off x="5352641" y="1941845"/>
                <a:ext cx="0" cy="2805249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/>
            </p:nvCxnSpPr>
            <p:spPr>
              <a:xfrm flipV="1">
                <a:off x="5421221" y="1941845"/>
                <a:ext cx="0" cy="2805249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/>
              <p:cNvCxnSpPr/>
              <p:nvPr/>
            </p:nvCxnSpPr>
            <p:spPr>
              <a:xfrm flipV="1">
                <a:off x="5482181" y="1941845"/>
                <a:ext cx="0" cy="2805249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/>
            </p:nvCxnSpPr>
            <p:spPr>
              <a:xfrm flipV="1">
                <a:off x="5924141" y="1941845"/>
                <a:ext cx="0" cy="2805249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 flipV="1">
                <a:off x="6175601" y="1941845"/>
                <a:ext cx="0" cy="2805249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>
              <a:xfrm flipV="1">
                <a:off x="6350861" y="1941845"/>
                <a:ext cx="0" cy="2805249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>
              <a:xfrm flipV="1">
                <a:off x="6488021" y="1941845"/>
                <a:ext cx="0" cy="2805249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 flipV="1">
                <a:off x="6609941" y="1941845"/>
                <a:ext cx="0" cy="2805249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 flipV="1">
                <a:off x="6711076" y="1941845"/>
                <a:ext cx="0" cy="2805249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flipV="1">
                <a:off x="6785201" y="1941845"/>
                <a:ext cx="0" cy="2805249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flipV="1">
                <a:off x="6853781" y="1941845"/>
                <a:ext cx="0" cy="2805249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flipV="1">
                <a:off x="6914741" y="1941845"/>
                <a:ext cx="0" cy="2805249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 flipV="1">
                <a:off x="7371941" y="1941845"/>
                <a:ext cx="0" cy="2805249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 flipV="1">
                <a:off x="7623401" y="1941845"/>
                <a:ext cx="0" cy="2805249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 flipV="1">
                <a:off x="7798661" y="1941845"/>
                <a:ext cx="0" cy="2805249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flipV="1">
                <a:off x="7935821" y="1941845"/>
                <a:ext cx="0" cy="2805249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 flipV="1">
                <a:off x="8057741" y="1941845"/>
                <a:ext cx="0" cy="2805249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 flipV="1">
                <a:off x="8158876" y="1941845"/>
                <a:ext cx="0" cy="2805249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 flipV="1">
                <a:off x="8233001" y="1941845"/>
                <a:ext cx="0" cy="2805249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flipV="1">
                <a:off x="8301581" y="1941845"/>
                <a:ext cx="0" cy="2805249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flipV="1">
                <a:off x="8362541" y="1941845"/>
                <a:ext cx="0" cy="2805249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flipV="1">
                <a:off x="4070155" y="4428142"/>
                <a:ext cx="4292237" cy="15240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flipV="1">
                <a:off x="4070155" y="4263768"/>
                <a:ext cx="4292237" cy="15240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/>
            </p:nvCxnSpPr>
            <p:spPr>
              <a:xfrm flipV="1">
                <a:off x="4070155" y="4145597"/>
                <a:ext cx="4292237" cy="15240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 flipV="1">
                <a:off x="4070155" y="4062927"/>
                <a:ext cx="4292237" cy="15240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 flipV="1">
                <a:off x="4070155" y="3987876"/>
                <a:ext cx="4292237" cy="15240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flipV="1">
                <a:off x="4070155" y="3924478"/>
                <a:ext cx="4292237" cy="15240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 flipV="1">
                <a:off x="4070155" y="3862085"/>
                <a:ext cx="4292237" cy="15240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/>
            </p:nvCxnSpPr>
            <p:spPr>
              <a:xfrm flipV="1">
                <a:off x="4070155" y="3818956"/>
                <a:ext cx="4292237" cy="15240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 flipV="1">
                <a:off x="4070155" y="3787760"/>
                <a:ext cx="4292237" cy="15240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 flipV="1">
                <a:off x="4070155" y="3507950"/>
                <a:ext cx="4292237" cy="15240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 flipV="1">
                <a:off x="4070155" y="3343576"/>
                <a:ext cx="4292237" cy="15240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/>
            </p:nvCxnSpPr>
            <p:spPr>
              <a:xfrm flipV="1">
                <a:off x="4070155" y="3225405"/>
                <a:ext cx="4292237" cy="15240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 flipV="1">
                <a:off x="4070155" y="3142735"/>
                <a:ext cx="4292237" cy="15240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/>
            </p:nvCxnSpPr>
            <p:spPr>
              <a:xfrm flipV="1">
                <a:off x="4070155" y="3067684"/>
                <a:ext cx="4292237" cy="15240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/>
            </p:nvCxnSpPr>
            <p:spPr>
              <a:xfrm flipV="1">
                <a:off x="4070155" y="3004286"/>
                <a:ext cx="4292237" cy="15240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/>
            </p:nvCxnSpPr>
            <p:spPr>
              <a:xfrm flipV="1">
                <a:off x="4070155" y="2941893"/>
                <a:ext cx="4292237" cy="15240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>
              <a:xfrm flipV="1">
                <a:off x="4070155" y="2867568"/>
                <a:ext cx="4292237" cy="15240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 flipV="1">
                <a:off x="4070155" y="2580297"/>
                <a:ext cx="4292237" cy="15240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 flipV="1">
                <a:off x="4070155" y="2415923"/>
                <a:ext cx="4292237" cy="15240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 flipV="1">
                <a:off x="4070155" y="2297752"/>
                <a:ext cx="4292237" cy="15240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/>
              <p:nvPr/>
            </p:nvCxnSpPr>
            <p:spPr>
              <a:xfrm flipV="1">
                <a:off x="4070155" y="2215082"/>
                <a:ext cx="4292237" cy="15240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/>
              <p:nvPr/>
            </p:nvCxnSpPr>
            <p:spPr>
              <a:xfrm flipV="1">
                <a:off x="4070155" y="2140031"/>
                <a:ext cx="4292237" cy="15240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/>
              <p:cNvCxnSpPr/>
              <p:nvPr/>
            </p:nvCxnSpPr>
            <p:spPr>
              <a:xfrm flipV="1">
                <a:off x="4070155" y="2076633"/>
                <a:ext cx="4292237" cy="15240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/>
              <p:cNvCxnSpPr/>
              <p:nvPr/>
            </p:nvCxnSpPr>
            <p:spPr>
              <a:xfrm flipV="1">
                <a:off x="4070155" y="2014240"/>
                <a:ext cx="4292237" cy="15240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/>
              <p:cNvCxnSpPr/>
              <p:nvPr/>
            </p:nvCxnSpPr>
            <p:spPr>
              <a:xfrm flipV="1">
                <a:off x="4070155" y="1971111"/>
                <a:ext cx="4292237" cy="15240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/>
              <p:cNvCxnSpPr/>
              <p:nvPr/>
            </p:nvCxnSpPr>
            <p:spPr>
              <a:xfrm flipV="1">
                <a:off x="4070155" y="1939915"/>
                <a:ext cx="4292237" cy="15240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6" name="文本框 85"/>
          <p:cNvSpPr txBox="1"/>
          <p:nvPr/>
        </p:nvSpPr>
        <p:spPr>
          <a:xfrm>
            <a:off x="4458335" y="1509701"/>
            <a:ext cx="3275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Inductance vs. DC Current Characteristics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文本框 86"/>
          <p:cNvSpPr txBox="1"/>
          <p:nvPr/>
        </p:nvSpPr>
        <p:spPr>
          <a:xfrm rot="16200000">
            <a:off x="2567961" y="3290501"/>
            <a:ext cx="19300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Inductance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μH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88" name="文本框 87"/>
          <p:cNvSpPr txBox="1"/>
          <p:nvPr/>
        </p:nvSpPr>
        <p:spPr>
          <a:xfrm>
            <a:off x="4458335" y="5158128"/>
            <a:ext cx="3275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DC Current (A)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4994501" y="2605054"/>
            <a:ext cx="1096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10μH</a:t>
            </a:r>
            <a:endParaRPr lang="zh-CN" altLang="en-US" sz="14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3330673" y="2947720"/>
            <a:ext cx="3523108" cy="353943"/>
            <a:chOff x="3330673" y="2947720"/>
            <a:chExt cx="3523108" cy="353943"/>
          </a:xfrm>
        </p:grpSpPr>
        <p:cxnSp>
          <p:nvCxnSpPr>
            <p:cNvPr id="97" name="直接连接符 96"/>
            <p:cNvCxnSpPr/>
            <p:nvPr/>
          </p:nvCxnSpPr>
          <p:spPr>
            <a:xfrm>
              <a:off x="4069961" y="3082924"/>
              <a:ext cx="2783820" cy="0"/>
            </a:xfrm>
            <a:prstGeom prst="line">
              <a:avLst/>
            </a:prstGeom>
            <a:ln w="0">
              <a:solidFill>
                <a:srgbClr val="FFFF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文本框 97"/>
            <p:cNvSpPr txBox="1"/>
            <p:nvPr/>
          </p:nvSpPr>
          <p:spPr>
            <a:xfrm>
              <a:off x="3330673" y="2947720"/>
              <a:ext cx="1096817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7uH</a:t>
              </a:r>
            </a:p>
            <a:p>
              <a:pPr algn="ctr"/>
              <a:r>
                <a:rPr lang="zh-CN" altLang="en-US" sz="5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下降</a:t>
              </a:r>
              <a:r>
                <a:rPr lang="en-US" altLang="zh-CN" sz="5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30%</a:t>
              </a:r>
              <a:endParaRPr lang="zh-CN" altLang="en-US" sz="5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00" name="直接连接符 99"/>
          <p:cNvCxnSpPr/>
          <p:nvPr/>
        </p:nvCxnSpPr>
        <p:spPr>
          <a:xfrm>
            <a:off x="6853781" y="3075304"/>
            <a:ext cx="0" cy="1666347"/>
          </a:xfrm>
          <a:prstGeom prst="line">
            <a:avLst/>
          </a:prstGeom>
          <a:ln w="0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/>
          <p:cNvCxnSpPr/>
          <p:nvPr/>
        </p:nvCxnSpPr>
        <p:spPr>
          <a:xfrm>
            <a:off x="6853781" y="4741651"/>
            <a:ext cx="705259" cy="410573"/>
          </a:xfrm>
          <a:prstGeom prst="straightConnector1">
            <a:avLst/>
          </a:prstGeom>
          <a:ln w="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文本框 104"/>
          <p:cNvSpPr txBox="1"/>
          <p:nvPr/>
        </p:nvSpPr>
        <p:spPr>
          <a:xfrm>
            <a:off x="7344621" y="5158021"/>
            <a:ext cx="1391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饱和电流</a:t>
            </a:r>
            <a:r>
              <a:rPr lang="en-US" altLang="zh-CN" sz="12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0.9A</a:t>
            </a:r>
            <a:endParaRPr lang="zh-CN" altLang="en-US" sz="12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3220747" y="5622999"/>
            <a:ext cx="5750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电路中瞬间电流值也不要超过饱和电流</a:t>
            </a:r>
          </a:p>
        </p:txBody>
      </p:sp>
    </p:spTree>
    <p:extLst>
      <p:ext uri="{BB962C8B-B14F-4D97-AF65-F5344CB8AC3E}">
        <p14:creationId xmlns:p14="http://schemas.microsoft.com/office/powerpoint/2010/main" val="2485766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 animBg="1"/>
      <p:bldP spid="86" grpId="0"/>
      <p:bldP spid="87" grpId="0"/>
      <p:bldP spid="88" grpId="0"/>
      <p:bldP spid="90" grpId="0"/>
      <p:bldP spid="105" grpId="0"/>
      <p:bldP spid="10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220747" y="490330"/>
            <a:ext cx="5750506" cy="5594334"/>
            <a:chOff x="3220747" y="490330"/>
            <a:chExt cx="5750506" cy="5594334"/>
          </a:xfrm>
        </p:grpSpPr>
        <p:sp>
          <p:nvSpPr>
            <p:cNvPr id="3" name="文本框 2"/>
            <p:cNvSpPr txBox="1"/>
            <p:nvPr/>
          </p:nvSpPr>
          <p:spPr>
            <a:xfrm>
              <a:off x="4344669" y="490330"/>
              <a:ext cx="35026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电感值与电流的关系</a:t>
              </a:r>
            </a:p>
          </p:txBody>
        </p:sp>
        <p:sp>
          <p:nvSpPr>
            <p:cNvPr id="9" name="任意多边形 8"/>
            <p:cNvSpPr/>
            <p:nvPr/>
          </p:nvSpPr>
          <p:spPr>
            <a:xfrm>
              <a:off x="4070155" y="2904142"/>
              <a:ext cx="2994660" cy="525780"/>
            </a:xfrm>
            <a:custGeom>
              <a:avLst/>
              <a:gdLst>
                <a:gd name="connsiteX0" fmla="*/ 0 w 2994660"/>
                <a:gd name="connsiteY0" fmla="*/ 0 h 525780"/>
                <a:gd name="connsiteX1" fmla="*/ 2156460 w 2994660"/>
                <a:gd name="connsiteY1" fmla="*/ 15240 h 525780"/>
                <a:gd name="connsiteX2" fmla="*/ 2682240 w 2994660"/>
                <a:gd name="connsiteY2" fmla="*/ 76200 h 525780"/>
                <a:gd name="connsiteX3" fmla="*/ 2994660 w 2994660"/>
                <a:gd name="connsiteY3" fmla="*/ 525780 h 525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94660" h="525780">
                  <a:moveTo>
                    <a:pt x="0" y="0"/>
                  </a:moveTo>
                  <a:lnTo>
                    <a:pt x="2156460" y="15240"/>
                  </a:lnTo>
                  <a:cubicBezTo>
                    <a:pt x="2603500" y="27940"/>
                    <a:pt x="2542540" y="-8890"/>
                    <a:pt x="2682240" y="76200"/>
                  </a:cubicBezTo>
                  <a:cubicBezTo>
                    <a:pt x="2821940" y="161290"/>
                    <a:pt x="2994660" y="525780"/>
                    <a:pt x="2994660" y="525780"/>
                  </a:cubicBezTo>
                </a:path>
              </a:pathLst>
            </a:custGeom>
            <a:noFill/>
            <a:ln>
              <a:solidFill>
                <a:srgbClr val="FFFF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2" name="组合 91"/>
            <p:cNvGrpSpPr/>
            <p:nvPr/>
          </p:nvGrpSpPr>
          <p:grpSpPr>
            <a:xfrm>
              <a:off x="3863767" y="4741651"/>
              <a:ext cx="4744791" cy="410573"/>
              <a:chOff x="3863767" y="4741651"/>
              <a:chExt cx="4744791" cy="410573"/>
            </a:xfrm>
          </p:grpSpPr>
          <p:cxnSp>
            <p:nvCxnSpPr>
              <p:cNvPr id="5" name="直接箭头连接符 4"/>
              <p:cNvCxnSpPr/>
              <p:nvPr/>
            </p:nvCxnSpPr>
            <p:spPr>
              <a:xfrm>
                <a:off x="4069961" y="4741651"/>
                <a:ext cx="4506686" cy="0"/>
              </a:xfrm>
              <a:prstGeom prst="straightConnector1">
                <a:avLst/>
              </a:prstGeom>
              <a:ln w="1905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1" name="组合 90"/>
              <p:cNvGrpSpPr/>
              <p:nvPr/>
            </p:nvGrpSpPr>
            <p:grpSpPr>
              <a:xfrm>
                <a:off x="3863767" y="4875225"/>
                <a:ext cx="4744791" cy="276999"/>
                <a:chOff x="3863767" y="4875225"/>
                <a:chExt cx="4744791" cy="276999"/>
              </a:xfrm>
            </p:grpSpPr>
            <p:sp>
              <p:nvSpPr>
                <p:cNvPr id="10" name="文本框 9"/>
                <p:cNvSpPr txBox="1"/>
                <p:nvPr/>
              </p:nvSpPr>
              <p:spPr>
                <a:xfrm>
                  <a:off x="3863767" y="4875225"/>
                  <a:ext cx="49084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0.01</a:t>
                  </a:r>
                  <a:endPara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" name="文本框 10"/>
                <p:cNvSpPr txBox="1"/>
                <p:nvPr/>
              </p:nvSpPr>
              <p:spPr>
                <a:xfrm>
                  <a:off x="5278516" y="4875225"/>
                  <a:ext cx="40107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0.1</a:t>
                  </a:r>
                  <a:endPara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" name="文本框 11"/>
                <p:cNvSpPr txBox="1"/>
                <p:nvPr/>
              </p:nvSpPr>
              <p:spPr>
                <a:xfrm>
                  <a:off x="6750570" y="4875225"/>
                  <a:ext cx="49084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1.00</a:t>
                  </a:r>
                  <a:endPara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" name="文本框 12"/>
                <p:cNvSpPr txBox="1"/>
                <p:nvPr/>
              </p:nvSpPr>
              <p:spPr>
                <a:xfrm>
                  <a:off x="8117718" y="4875225"/>
                  <a:ext cx="49084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10.0</a:t>
                  </a:r>
                  <a:endPara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93" name="组合 92"/>
            <p:cNvGrpSpPr/>
            <p:nvPr/>
          </p:nvGrpSpPr>
          <p:grpSpPr>
            <a:xfrm>
              <a:off x="3583442" y="1705776"/>
              <a:ext cx="486862" cy="3116801"/>
              <a:chOff x="3583442" y="1705776"/>
              <a:chExt cx="486862" cy="3116801"/>
            </a:xfrm>
          </p:grpSpPr>
          <p:cxnSp>
            <p:nvCxnSpPr>
              <p:cNvPr id="7" name="直接箭头连接符 6"/>
              <p:cNvCxnSpPr/>
              <p:nvPr/>
            </p:nvCxnSpPr>
            <p:spPr>
              <a:xfrm flipV="1">
                <a:off x="4070304" y="1705776"/>
                <a:ext cx="0" cy="3037236"/>
              </a:xfrm>
              <a:prstGeom prst="straightConnector1">
                <a:avLst/>
              </a:prstGeom>
              <a:ln w="1905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文本框 13"/>
              <p:cNvSpPr txBox="1"/>
              <p:nvPr/>
            </p:nvSpPr>
            <p:spPr>
              <a:xfrm>
                <a:off x="3609891" y="4545578"/>
                <a:ext cx="4010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0.1</a:t>
                </a:r>
                <a:endPara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3673210" y="3627296"/>
                <a:ext cx="27443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3628326" y="2709015"/>
                <a:ext cx="36420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</a:t>
                </a:r>
                <a:endPara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3583442" y="1790734"/>
                <a:ext cx="45397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100</a:t>
                </a:r>
                <a:endPara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5" name="组合 94"/>
            <p:cNvGrpSpPr/>
            <p:nvPr/>
          </p:nvGrpSpPr>
          <p:grpSpPr>
            <a:xfrm>
              <a:off x="4070155" y="1939915"/>
              <a:ext cx="4292386" cy="2807179"/>
              <a:chOff x="4070155" y="1939915"/>
              <a:chExt cx="4292386" cy="2807179"/>
            </a:xfrm>
          </p:grpSpPr>
          <p:cxnSp>
            <p:nvCxnSpPr>
              <p:cNvPr id="73" name="直接连接符 72"/>
              <p:cNvCxnSpPr/>
              <p:nvPr/>
            </p:nvCxnSpPr>
            <p:spPr>
              <a:xfrm flipV="1">
                <a:off x="4070155" y="2898764"/>
                <a:ext cx="4292237" cy="15240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4" name="组合 93"/>
              <p:cNvGrpSpPr/>
              <p:nvPr/>
            </p:nvGrpSpPr>
            <p:grpSpPr>
              <a:xfrm>
                <a:off x="4070155" y="1939915"/>
                <a:ext cx="4292386" cy="2807179"/>
                <a:chOff x="4070155" y="1939915"/>
                <a:chExt cx="4292386" cy="2807179"/>
              </a:xfrm>
            </p:grpSpPr>
            <p:cxnSp>
              <p:nvCxnSpPr>
                <p:cNvPr id="19" name="直接连接符 18"/>
                <p:cNvCxnSpPr/>
                <p:nvPr/>
              </p:nvCxnSpPr>
              <p:spPr>
                <a:xfrm flipV="1">
                  <a:off x="4491581" y="1941845"/>
                  <a:ext cx="0" cy="2805249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连接符 19"/>
                <p:cNvCxnSpPr/>
                <p:nvPr/>
              </p:nvCxnSpPr>
              <p:spPr>
                <a:xfrm flipV="1">
                  <a:off x="4743041" y="1941845"/>
                  <a:ext cx="0" cy="2805249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连接符 20"/>
                <p:cNvCxnSpPr/>
                <p:nvPr/>
              </p:nvCxnSpPr>
              <p:spPr>
                <a:xfrm flipV="1">
                  <a:off x="4918301" y="1941845"/>
                  <a:ext cx="0" cy="2805249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连接符 21"/>
                <p:cNvCxnSpPr/>
                <p:nvPr/>
              </p:nvCxnSpPr>
              <p:spPr>
                <a:xfrm flipV="1">
                  <a:off x="5055461" y="1941845"/>
                  <a:ext cx="0" cy="2805249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接连接符 22"/>
                <p:cNvCxnSpPr/>
                <p:nvPr/>
              </p:nvCxnSpPr>
              <p:spPr>
                <a:xfrm flipV="1">
                  <a:off x="5177381" y="1941845"/>
                  <a:ext cx="0" cy="2805249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/>
                <p:cNvCxnSpPr/>
                <p:nvPr/>
              </p:nvCxnSpPr>
              <p:spPr>
                <a:xfrm flipV="1">
                  <a:off x="5278516" y="1941845"/>
                  <a:ext cx="0" cy="2805249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连接符 24"/>
                <p:cNvCxnSpPr/>
                <p:nvPr/>
              </p:nvCxnSpPr>
              <p:spPr>
                <a:xfrm flipV="1">
                  <a:off x="5352641" y="1941845"/>
                  <a:ext cx="0" cy="2805249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连接符 25"/>
                <p:cNvCxnSpPr/>
                <p:nvPr/>
              </p:nvCxnSpPr>
              <p:spPr>
                <a:xfrm flipV="1">
                  <a:off x="5421221" y="1941845"/>
                  <a:ext cx="0" cy="2805249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连接符 26"/>
                <p:cNvCxnSpPr/>
                <p:nvPr/>
              </p:nvCxnSpPr>
              <p:spPr>
                <a:xfrm flipV="1">
                  <a:off x="5482181" y="1941845"/>
                  <a:ext cx="0" cy="2805249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接连接符 27"/>
                <p:cNvCxnSpPr/>
                <p:nvPr/>
              </p:nvCxnSpPr>
              <p:spPr>
                <a:xfrm flipV="1">
                  <a:off x="5924141" y="1941845"/>
                  <a:ext cx="0" cy="2805249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连接符 28"/>
                <p:cNvCxnSpPr/>
                <p:nvPr/>
              </p:nvCxnSpPr>
              <p:spPr>
                <a:xfrm flipV="1">
                  <a:off x="6175601" y="1941845"/>
                  <a:ext cx="0" cy="2805249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29"/>
                <p:cNvCxnSpPr/>
                <p:nvPr/>
              </p:nvCxnSpPr>
              <p:spPr>
                <a:xfrm flipV="1">
                  <a:off x="6350861" y="1941845"/>
                  <a:ext cx="0" cy="2805249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/>
                <p:cNvCxnSpPr/>
                <p:nvPr/>
              </p:nvCxnSpPr>
              <p:spPr>
                <a:xfrm flipV="1">
                  <a:off x="6488021" y="1941845"/>
                  <a:ext cx="0" cy="2805249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连接符 31"/>
                <p:cNvCxnSpPr/>
                <p:nvPr/>
              </p:nvCxnSpPr>
              <p:spPr>
                <a:xfrm flipV="1">
                  <a:off x="6609941" y="1941845"/>
                  <a:ext cx="0" cy="2805249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接连接符 32"/>
                <p:cNvCxnSpPr/>
                <p:nvPr/>
              </p:nvCxnSpPr>
              <p:spPr>
                <a:xfrm flipV="1">
                  <a:off x="6711076" y="1941845"/>
                  <a:ext cx="0" cy="2805249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接连接符 33"/>
                <p:cNvCxnSpPr/>
                <p:nvPr/>
              </p:nvCxnSpPr>
              <p:spPr>
                <a:xfrm flipV="1">
                  <a:off x="6785201" y="1941845"/>
                  <a:ext cx="0" cy="2805249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接连接符 34"/>
                <p:cNvCxnSpPr/>
                <p:nvPr/>
              </p:nvCxnSpPr>
              <p:spPr>
                <a:xfrm flipV="1">
                  <a:off x="6853781" y="1941845"/>
                  <a:ext cx="0" cy="2805249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接连接符 35"/>
                <p:cNvCxnSpPr/>
                <p:nvPr/>
              </p:nvCxnSpPr>
              <p:spPr>
                <a:xfrm flipV="1">
                  <a:off x="6914741" y="1941845"/>
                  <a:ext cx="0" cy="2805249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连接符 36"/>
                <p:cNvCxnSpPr/>
                <p:nvPr/>
              </p:nvCxnSpPr>
              <p:spPr>
                <a:xfrm flipV="1">
                  <a:off x="7371941" y="1941845"/>
                  <a:ext cx="0" cy="2805249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/>
                <p:cNvCxnSpPr/>
                <p:nvPr/>
              </p:nvCxnSpPr>
              <p:spPr>
                <a:xfrm flipV="1">
                  <a:off x="7623401" y="1941845"/>
                  <a:ext cx="0" cy="2805249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 38"/>
                <p:cNvCxnSpPr/>
                <p:nvPr/>
              </p:nvCxnSpPr>
              <p:spPr>
                <a:xfrm flipV="1">
                  <a:off x="7798661" y="1941845"/>
                  <a:ext cx="0" cy="2805249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>
                <a:xfrm flipV="1">
                  <a:off x="7935821" y="1941845"/>
                  <a:ext cx="0" cy="2805249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/>
                <p:cNvCxnSpPr/>
                <p:nvPr/>
              </p:nvCxnSpPr>
              <p:spPr>
                <a:xfrm flipV="1">
                  <a:off x="8057741" y="1941845"/>
                  <a:ext cx="0" cy="2805249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/>
                <p:cNvCxnSpPr/>
                <p:nvPr/>
              </p:nvCxnSpPr>
              <p:spPr>
                <a:xfrm flipV="1">
                  <a:off x="8158876" y="1941845"/>
                  <a:ext cx="0" cy="2805249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接连接符 42"/>
                <p:cNvCxnSpPr/>
                <p:nvPr/>
              </p:nvCxnSpPr>
              <p:spPr>
                <a:xfrm flipV="1">
                  <a:off x="8233001" y="1941845"/>
                  <a:ext cx="0" cy="2805249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接连接符 43"/>
                <p:cNvCxnSpPr/>
                <p:nvPr/>
              </p:nvCxnSpPr>
              <p:spPr>
                <a:xfrm flipV="1">
                  <a:off x="8301581" y="1941845"/>
                  <a:ext cx="0" cy="2805249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接连接符 44"/>
                <p:cNvCxnSpPr/>
                <p:nvPr/>
              </p:nvCxnSpPr>
              <p:spPr>
                <a:xfrm flipV="1">
                  <a:off x="8362541" y="1941845"/>
                  <a:ext cx="0" cy="2805249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连接符 56"/>
                <p:cNvCxnSpPr/>
                <p:nvPr/>
              </p:nvCxnSpPr>
              <p:spPr>
                <a:xfrm flipV="1">
                  <a:off x="4070155" y="4428142"/>
                  <a:ext cx="4292237" cy="15240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直接连接符 57"/>
                <p:cNvCxnSpPr/>
                <p:nvPr/>
              </p:nvCxnSpPr>
              <p:spPr>
                <a:xfrm flipV="1">
                  <a:off x="4070155" y="4263768"/>
                  <a:ext cx="4292237" cy="15240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直接连接符 58"/>
                <p:cNvCxnSpPr/>
                <p:nvPr/>
              </p:nvCxnSpPr>
              <p:spPr>
                <a:xfrm flipV="1">
                  <a:off x="4070155" y="4145597"/>
                  <a:ext cx="4292237" cy="15240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直接连接符 59"/>
                <p:cNvCxnSpPr/>
                <p:nvPr/>
              </p:nvCxnSpPr>
              <p:spPr>
                <a:xfrm flipV="1">
                  <a:off x="4070155" y="4062927"/>
                  <a:ext cx="4292237" cy="15240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直接连接符 60"/>
                <p:cNvCxnSpPr/>
                <p:nvPr/>
              </p:nvCxnSpPr>
              <p:spPr>
                <a:xfrm flipV="1">
                  <a:off x="4070155" y="3987876"/>
                  <a:ext cx="4292237" cy="15240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直接连接符 61"/>
                <p:cNvCxnSpPr/>
                <p:nvPr/>
              </p:nvCxnSpPr>
              <p:spPr>
                <a:xfrm flipV="1">
                  <a:off x="4070155" y="3924478"/>
                  <a:ext cx="4292237" cy="15240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直接连接符 62"/>
                <p:cNvCxnSpPr/>
                <p:nvPr/>
              </p:nvCxnSpPr>
              <p:spPr>
                <a:xfrm flipV="1">
                  <a:off x="4070155" y="3862085"/>
                  <a:ext cx="4292237" cy="15240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直接连接符 63"/>
                <p:cNvCxnSpPr/>
                <p:nvPr/>
              </p:nvCxnSpPr>
              <p:spPr>
                <a:xfrm flipV="1">
                  <a:off x="4070155" y="3818956"/>
                  <a:ext cx="4292237" cy="15240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直接连接符 64"/>
                <p:cNvCxnSpPr/>
                <p:nvPr/>
              </p:nvCxnSpPr>
              <p:spPr>
                <a:xfrm flipV="1">
                  <a:off x="4070155" y="3787760"/>
                  <a:ext cx="4292237" cy="15240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直接连接符 65"/>
                <p:cNvCxnSpPr/>
                <p:nvPr/>
              </p:nvCxnSpPr>
              <p:spPr>
                <a:xfrm flipV="1">
                  <a:off x="4070155" y="3507950"/>
                  <a:ext cx="4292237" cy="15240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直接连接符 66"/>
                <p:cNvCxnSpPr/>
                <p:nvPr/>
              </p:nvCxnSpPr>
              <p:spPr>
                <a:xfrm flipV="1">
                  <a:off x="4070155" y="3343576"/>
                  <a:ext cx="4292237" cy="15240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直接连接符 67"/>
                <p:cNvCxnSpPr/>
                <p:nvPr/>
              </p:nvCxnSpPr>
              <p:spPr>
                <a:xfrm flipV="1">
                  <a:off x="4070155" y="3225405"/>
                  <a:ext cx="4292237" cy="15240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直接连接符 68"/>
                <p:cNvCxnSpPr/>
                <p:nvPr/>
              </p:nvCxnSpPr>
              <p:spPr>
                <a:xfrm flipV="1">
                  <a:off x="4070155" y="3142735"/>
                  <a:ext cx="4292237" cy="15240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直接连接符 69"/>
                <p:cNvCxnSpPr/>
                <p:nvPr/>
              </p:nvCxnSpPr>
              <p:spPr>
                <a:xfrm flipV="1">
                  <a:off x="4070155" y="3067684"/>
                  <a:ext cx="4292237" cy="15240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直接连接符 70"/>
                <p:cNvCxnSpPr/>
                <p:nvPr/>
              </p:nvCxnSpPr>
              <p:spPr>
                <a:xfrm flipV="1">
                  <a:off x="4070155" y="3004286"/>
                  <a:ext cx="4292237" cy="15240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直接连接符 71"/>
                <p:cNvCxnSpPr/>
                <p:nvPr/>
              </p:nvCxnSpPr>
              <p:spPr>
                <a:xfrm flipV="1">
                  <a:off x="4070155" y="2941893"/>
                  <a:ext cx="4292237" cy="15240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直接连接符 73"/>
                <p:cNvCxnSpPr/>
                <p:nvPr/>
              </p:nvCxnSpPr>
              <p:spPr>
                <a:xfrm flipV="1">
                  <a:off x="4070155" y="2867568"/>
                  <a:ext cx="4292237" cy="15240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直接连接符 76"/>
                <p:cNvCxnSpPr/>
                <p:nvPr/>
              </p:nvCxnSpPr>
              <p:spPr>
                <a:xfrm flipV="1">
                  <a:off x="4070155" y="2580297"/>
                  <a:ext cx="4292237" cy="15240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直接连接符 77"/>
                <p:cNvCxnSpPr/>
                <p:nvPr/>
              </p:nvCxnSpPr>
              <p:spPr>
                <a:xfrm flipV="1">
                  <a:off x="4070155" y="2415923"/>
                  <a:ext cx="4292237" cy="15240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直接连接符 78"/>
                <p:cNvCxnSpPr/>
                <p:nvPr/>
              </p:nvCxnSpPr>
              <p:spPr>
                <a:xfrm flipV="1">
                  <a:off x="4070155" y="2297752"/>
                  <a:ext cx="4292237" cy="15240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直接连接符 79"/>
                <p:cNvCxnSpPr/>
                <p:nvPr/>
              </p:nvCxnSpPr>
              <p:spPr>
                <a:xfrm flipV="1">
                  <a:off x="4070155" y="2215082"/>
                  <a:ext cx="4292237" cy="15240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直接连接符 80"/>
                <p:cNvCxnSpPr/>
                <p:nvPr/>
              </p:nvCxnSpPr>
              <p:spPr>
                <a:xfrm flipV="1">
                  <a:off x="4070155" y="2140031"/>
                  <a:ext cx="4292237" cy="15240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直接连接符 81"/>
                <p:cNvCxnSpPr/>
                <p:nvPr/>
              </p:nvCxnSpPr>
              <p:spPr>
                <a:xfrm flipV="1">
                  <a:off x="4070155" y="2076633"/>
                  <a:ext cx="4292237" cy="15240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直接连接符 82"/>
                <p:cNvCxnSpPr/>
                <p:nvPr/>
              </p:nvCxnSpPr>
              <p:spPr>
                <a:xfrm flipV="1">
                  <a:off x="4070155" y="2014240"/>
                  <a:ext cx="4292237" cy="15240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直接连接符 83"/>
                <p:cNvCxnSpPr/>
                <p:nvPr/>
              </p:nvCxnSpPr>
              <p:spPr>
                <a:xfrm flipV="1">
                  <a:off x="4070155" y="1971111"/>
                  <a:ext cx="4292237" cy="15240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直接连接符 84"/>
                <p:cNvCxnSpPr/>
                <p:nvPr/>
              </p:nvCxnSpPr>
              <p:spPr>
                <a:xfrm flipV="1">
                  <a:off x="4070155" y="1939915"/>
                  <a:ext cx="4292237" cy="15240"/>
                </a:xfrm>
                <a:prstGeom prst="line">
                  <a:avLst/>
                </a:prstGeom>
                <a:ln>
                  <a:solidFill>
                    <a:schemeClr val="bg1"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86" name="文本框 85"/>
            <p:cNvSpPr txBox="1"/>
            <p:nvPr/>
          </p:nvSpPr>
          <p:spPr>
            <a:xfrm>
              <a:off x="4458335" y="1509701"/>
              <a:ext cx="32753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Inductance vs. DC Current Characteristics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文本框 86"/>
            <p:cNvSpPr txBox="1"/>
            <p:nvPr/>
          </p:nvSpPr>
          <p:spPr>
            <a:xfrm rot="16200000">
              <a:off x="2567961" y="3290501"/>
              <a:ext cx="19300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Inductance </a:t>
              </a: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μH</a:t>
              </a: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sp>
          <p:nvSpPr>
            <p:cNvPr id="88" name="文本框 87"/>
            <p:cNvSpPr txBox="1"/>
            <p:nvPr/>
          </p:nvSpPr>
          <p:spPr>
            <a:xfrm>
              <a:off x="4458335" y="5158128"/>
              <a:ext cx="32753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DC Current (A)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文本框 89"/>
            <p:cNvSpPr txBox="1"/>
            <p:nvPr/>
          </p:nvSpPr>
          <p:spPr>
            <a:xfrm>
              <a:off x="4994501" y="2605054"/>
              <a:ext cx="10968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10μH</a:t>
              </a:r>
              <a:endParaRPr lang="zh-CN" altLang="en-US" sz="14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06" name="组合 105"/>
            <p:cNvGrpSpPr/>
            <p:nvPr/>
          </p:nvGrpSpPr>
          <p:grpSpPr>
            <a:xfrm>
              <a:off x="3330673" y="2947720"/>
              <a:ext cx="3523108" cy="353943"/>
              <a:chOff x="3330673" y="2947720"/>
              <a:chExt cx="3523108" cy="353943"/>
            </a:xfrm>
          </p:grpSpPr>
          <p:cxnSp>
            <p:nvCxnSpPr>
              <p:cNvPr id="97" name="直接连接符 96"/>
              <p:cNvCxnSpPr/>
              <p:nvPr/>
            </p:nvCxnSpPr>
            <p:spPr>
              <a:xfrm>
                <a:off x="4069961" y="3082924"/>
                <a:ext cx="2783820" cy="0"/>
              </a:xfrm>
              <a:prstGeom prst="line">
                <a:avLst/>
              </a:prstGeom>
              <a:ln w="0">
                <a:solidFill>
                  <a:srgbClr val="FFFF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文本框 97"/>
              <p:cNvSpPr txBox="1"/>
              <p:nvPr/>
            </p:nvSpPr>
            <p:spPr>
              <a:xfrm>
                <a:off x="3330673" y="2947720"/>
                <a:ext cx="1096817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7uH</a:t>
                </a:r>
              </a:p>
              <a:p>
                <a:pPr algn="ctr"/>
                <a:r>
                  <a:rPr lang="zh-CN" altLang="en-US" sz="500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下降</a:t>
                </a:r>
                <a:r>
                  <a:rPr lang="en-US" altLang="zh-CN" sz="500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30%</a:t>
                </a:r>
                <a:endParaRPr lang="zh-CN" altLang="en-US" sz="5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100" name="直接连接符 99"/>
            <p:cNvCxnSpPr/>
            <p:nvPr/>
          </p:nvCxnSpPr>
          <p:spPr>
            <a:xfrm>
              <a:off x="6853781" y="3075304"/>
              <a:ext cx="0" cy="1666347"/>
            </a:xfrm>
            <a:prstGeom prst="line">
              <a:avLst/>
            </a:prstGeom>
            <a:ln w="0">
              <a:solidFill>
                <a:srgbClr val="FFFF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箭头连接符 103"/>
            <p:cNvCxnSpPr/>
            <p:nvPr/>
          </p:nvCxnSpPr>
          <p:spPr>
            <a:xfrm>
              <a:off x="6853781" y="4741651"/>
              <a:ext cx="705259" cy="410573"/>
            </a:xfrm>
            <a:prstGeom prst="straightConnector1">
              <a:avLst/>
            </a:prstGeom>
            <a:ln w="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文本框 104"/>
            <p:cNvSpPr txBox="1"/>
            <p:nvPr/>
          </p:nvSpPr>
          <p:spPr>
            <a:xfrm>
              <a:off x="7344621" y="5158021"/>
              <a:ext cx="13913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饱和电流</a:t>
              </a:r>
              <a:r>
                <a:rPr lang="en-US" altLang="zh-CN" sz="12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0.9A</a:t>
              </a:r>
              <a:endParaRPr lang="zh-CN" altLang="en-US" sz="12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文本框 106"/>
            <p:cNvSpPr txBox="1"/>
            <p:nvPr/>
          </p:nvSpPr>
          <p:spPr>
            <a:xfrm>
              <a:off x="3220747" y="5622999"/>
              <a:ext cx="57505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电路中瞬间电流值也不要超过饱和电流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23666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710913" y="890440"/>
            <a:ext cx="32880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一般指电感自我温升温度不超过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40℃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时的电流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6096000" y="1019980"/>
            <a:ext cx="59055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4344669" y="490330"/>
            <a:ext cx="3502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温升电流</a:t>
            </a:r>
            <a:r>
              <a:rPr lang="en-US" altLang="zh-CN" sz="20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Irms</a:t>
            </a:r>
            <a:endParaRPr lang="zh-CN" altLang="en-US" sz="20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436124"/>
            <a:ext cx="10058400" cy="4864791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4934857" y="2293258"/>
            <a:ext cx="3672114" cy="261257"/>
          </a:xfrm>
          <a:prstGeom prst="roundRect">
            <a:avLst/>
          </a:prstGeom>
          <a:solidFill>
            <a:srgbClr val="FF0000">
              <a:alpha val="47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1035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710913" y="890440"/>
            <a:ext cx="32880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一般指电感自我温升温度不超过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40℃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时的电流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6096000" y="1019980"/>
            <a:ext cx="59055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4344669" y="490330"/>
            <a:ext cx="3502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温升电流</a:t>
            </a:r>
            <a:r>
              <a:rPr lang="en-US" altLang="zh-CN" sz="20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Irms</a:t>
            </a:r>
            <a:endParaRPr lang="zh-CN" altLang="en-US" sz="20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66800" y="1436124"/>
            <a:ext cx="10058400" cy="4864791"/>
            <a:chOff x="1066800" y="1436124"/>
            <a:chExt cx="10058400" cy="4864791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6800" y="1436124"/>
              <a:ext cx="10058400" cy="4864791"/>
            </a:xfrm>
            <a:prstGeom prst="rect">
              <a:avLst/>
            </a:prstGeom>
          </p:spPr>
        </p:pic>
        <p:sp>
          <p:nvSpPr>
            <p:cNvPr id="9" name="圆角矩形 8"/>
            <p:cNvSpPr/>
            <p:nvPr/>
          </p:nvSpPr>
          <p:spPr>
            <a:xfrm>
              <a:off x="4934857" y="2293258"/>
              <a:ext cx="3672114" cy="261257"/>
            </a:xfrm>
            <a:prstGeom prst="roundRect">
              <a:avLst/>
            </a:prstGeom>
            <a:solidFill>
              <a:srgbClr val="FF0000">
                <a:alpha val="47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31451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710913" y="890440"/>
            <a:ext cx="32880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一般指电感自我温升温度不超过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40℃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时的电流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6096000" y="1019980"/>
            <a:ext cx="59055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4344669" y="490330"/>
            <a:ext cx="3502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温升电流</a:t>
            </a:r>
            <a:r>
              <a:rPr lang="en-US" altLang="zh-CN" sz="20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Irms</a:t>
            </a:r>
            <a:endParaRPr lang="zh-CN" altLang="en-US" sz="20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4057787" y="1828800"/>
            <a:ext cx="4389120" cy="2979420"/>
            <a:chOff x="4206240" y="1828800"/>
            <a:chExt cx="4389120" cy="2979420"/>
          </a:xfrm>
        </p:grpSpPr>
        <p:cxnSp>
          <p:nvCxnSpPr>
            <p:cNvPr id="76" name="直接连接符 75"/>
            <p:cNvCxnSpPr/>
            <p:nvPr/>
          </p:nvCxnSpPr>
          <p:spPr>
            <a:xfrm flipV="1">
              <a:off x="5288280" y="1828800"/>
              <a:ext cx="0" cy="297942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V="1">
              <a:off x="6390640" y="1828800"/>
              <a:ext cx="0" cy="297942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flipV="1">
              <a:off x="7493000" y="1828800"/>
              <a:ext cx="0" cy="297942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flipV="1">
              <a:off x="8595360" y="1828800"/>
              <a:ext cx="0" cy="297942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>
              <a:off x="4206240" y="1828800"/>
              <a:ext cx="438912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>
              <a:off x="4206240" y="2327148"/>
              <a:ext cx="438912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>
              <a:off x="4206240" y="2825496"/>
              <a:ext cx="438912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>
              <a:off x="4206240" y="3323844"/>
              <a:ext cx="438912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>
              <a:off x="4206240" y="3822192"/>
              <a:ext cx="438912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>
              <a:off x="4206240" y="4320540"/>
              <a:ext cx="4389120" cy="0"/>
            </a:xfrm>
            <a:prstGeom prst="line">
              <a:avLst/>
            </a:prstGeom>
            <a:ln>
              <a:solidFill>
                <a:schemeClr val="bg1">
                  <a:alpha val="1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4" name="组合 123"/>
          <p:cNvGrpSpPr/>
          <p:nvPr/>
        </p:nvGrpSpPr>
        <p:grpSpPr>
          <a:xfrm>
            <a:off x="3796291" y="4811395"/>
            <a:ext cx="4884224" cy="443660"/>
            <a:chOff x="3796291" y="4811395"/>
            <a:chExt cx="4884224" cy="443660"/>
          </a:xfrm>
        </p:grpSpPr>
        <p:sp>
          <p:nvSpPr>
            <p:cNvPr id="90" name="文本框 89"/>
            <p:cNvSpPr txBox="1"/>
            <p:nvPr/>
          </p:nvSpPr>
          <p:spPr>
            <a:xfrm>
              <a:off x="3796291" y="4978056"/>
              <a:ext cx="40107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0.0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2" name="组合 111"/>
            <p:cNvGrpSpPr/>
            <p:nvPr/>
          </p:nvGrpSpPr>
          <p:grpSpPr>
            <a:xfrm>
              <a:off x="4048262" y="4811395"/>
              <a:ext cx="4632253" cy="443660"/>
              <a:chOff x="4048262" y="4811395"/>
              <a:chExt cx="4632253" cy="443660"/>
            </a:xfrm>
          </p:grpSpPr>
          <p:cxnSp>
            <p:nvCxnSpPr>
              <p:cNvPr id="72" name="直接箭头连接符 71"/>
              <p:cNvCxnSpPr/>
              <p:nvPr/>
            </p:nvCxnSpPr>
            <p:spPr>
              <a:xfrm>
                <a:off x="4048262" y="4811395"/>
                <a:ext cx="4632253" cy="0"/>
              </a:xfrm>
              <a:prstGeom prst="straightConnector1">
                <a:avLst/>
              </a:prstGeom>
              <a:ln w="1905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1" name="文本框 90"/>
              <p:cNvSpPr txBox="1"/>
              <p:nvPr/>
            </p:nvSpPr>
            <p:spPr>
              <a:xfrm>
                <a:off x="4867666" y="4978056"/>
                <a:ext cx="4010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0.5</a:t>
                </a:r>
                <a:endPara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2" name="文本框 91"/>
              <p:cNvSpPr txBox="1"/>
              <p:nvPr/>
            </p:nvSpPr>
            <p:spPr>
              <a:xfrm>
                <a:off x="5939041" y="4978056"/>
                <a:ext cx="49084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1.00</a:t>
                </a:r>
                <a:endPara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" name="文本框 92"/>
              <p:cNvSpPr txBox="1"/>
              <p:nvPr/>
            </p:nvSpPr>
            <p:spPr>
              <a:xfrm>
                <a:off x="8171559" y="4978056"/>
                <a:ext cx="4010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2.0</a:t>
                </a:r>
                <a:endPara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" name="文本框 93"/>
              <p:cNvSpPr txBox="1"/>
              <p:nvPr/>
            </p:nvSpPr>
            <p:spPr>
              <a:xfrm>
                <a:off x="7100184" y="4978056"/>
                <a:ext cx="4010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1.5</a:t>
                </a:r>
                <a:endPara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2" name="组合 121"/>
          <p:cNvGrpSpPr/>
          <p:nvPr/>
        </p:nvGrpSpPr>
        <p:grpSpPr>
          <a:xfrm>
            <a:off x="3511486" y="1683883"/>
            <a:ext cx="546301" cy="3262836"/>
            <a:chOff x="3511486" y="1683883"/>
            <a:chExt cx="546301" cy="3262836"/>
          </a:xfrm>
        </p:grpSpPr>
        <p:cxnSp>
          <p:nvCxnSpPr>
            <p:cNvPr id="74" name="直接箭头连接符 73"/>
            <p:cNvCxnSpPr/>
            <p:nvPr/>
          </p:nvCxnSpPr>
          <p:spPr>
            <a:xfrm flipV="1">
              <a:off x="4057787" y="1683883"/>
              <a:ext cx="0" cy="3131957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1" name="组合 120"/>
            <p:cNvGrpSpPr/>
            <p:nvPr/>
          </p:nvGrpSpPr>
          <p:grpSpPr>
            <a:xfrm>
              <a:off x="3511486" y="1690300"/>
              <a:ext cx="364202" cy="3256419"/>
              <a:chOff x="3511486" y="1690300"/>
              <a:chExt cx="364202" cy="3256419"/>
            </a:xfrm>
          </p:grpSpPr>
          <p:sp>
            <p:nvSpPr>
              <p:cNvPr id="95" name="文本框 94"/>
              <p:cNvSpPr txBox="1"/>
              <p:nvPr/>
            </p:nvSpPr>
            <p:spPr>
              <a:xfrm>
                <a:off x="3601254" y="4669720"/>
                <a:ext cx="27443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6" name="文本框 95"/>
              <p:cNvSpPr txBox="1"/>
              <p:nvPr/>
            </p:nvSpPr>
            <p:spPr>
              <a:xfrm>
                <a:off x="3511486" y="1690300"/>
                <a:ext cx="36420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60</a:t>
                </a:r>
                <a:endPara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" name="文本框 96"/>
              <p:cNvSpPr txBox="1"/>
              <p:nvPr/>
            </p:nvSpPr>
            <p:spPr>
              <a:xfrm>
                <a:off x="3511486" y="2683440"/>
                <a:ext cx="36420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40</a:t>
                </a:r>
                <a:endPara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3511486" y="3180010"/>
                <a:ext cx="36420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30</a:t>
                </a:r>
                <a:endPara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9" name="文本框 98"/>
              <p:cNvSpPr txBox="1"/>
              <p:nvPr/>
            </p:nvSpPr>
            <p:spPr>
              <a:xfrm>
                <a:off x="3511486" y="3676580"/>
                <a:ext cx="36420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20</a:t>
                </a:r>
                <a:endPara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文本框 99"/>
              <p:cNvSpPr txBox="1"/>
              <p:nvPr/>
            </p:nvSpPr>
            <p:spPr>
              <a:xfrm>
                <a:off x="3511486" y="4173150"/>
                <a:ext cx="36420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</a:t>
                </a:r>
                <a:endPara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" name="文本框 101"/>
              <p:cNvSpPr txBox="1"/>
              <p:nvPr/>
            </p:nvSpPr>
            <p:spPr>
              <a:xfrm>
                <a:off x="3511486" y="2186870"/>
                <a:ext cx="36420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50</a:t>
                </a:r>
                <a:endPara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120" name="文本框 119"/>
          <p:cNvSpPr txBox="1"/>
          <p:nvPr/>
        </p:nvSpPr>
        <p:spPr>
          <a:xfrm>
            <a:off x="7895768" y="2686996"/>
            <a:ext cx="5180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</a:t>
            </a:r>
            <a:r>
              <a:rPr lang="zh-CN" altLang="en-US" sz="12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℃</a:t>
            </a:r>
          </a:p>
        </p:txBody>
      </p:sp>
      <p:sp>
        <p:nvSpPr>
          <p:cNvPr id="103" name="任意多边形 102"/>
          <p:cNvSpPr/>
          <p:nvPr/>
        </p:nvSpPr>
        <p:spPr>
          <a:xfrm>
            <a:off x="4056835" y="2474913"/>
            <a:ext cx="3495675" cy="2333625"/>
          </a:xfrm>
          <a:custGeom>
            <a:avLst/>
            <a:gdLst>
              <a:gd name="connsiteX0" fmla="*/ 0 w 3495675"/>
              <a:gd name="connsiteY0" fmla="*/ 2333625 h 2333625"/>
              <a:gd name="connsiteX1" fmla="*/ 842962 w 3495675"/>
              <a:gd name="connsiteY1" fmla="*/ 2190750 h 2333625"/>
              <a:gd name="connsiteX2" fmla="*/ 1804987 w 3495675"/>
              <a:gd name="connsiteY2" fmla="*/ 1733550 h 2333625"/>
              <a:gd name="connsiteX3" fmla="*/ 2576512 w 3495675"/>
              <a:gd name="connsiteY3" fmla="*/ 1195387 h 2333625"/>
              <a:gd name="connsiteX4" fmla="*/ 3495675 w 3495675"/>
              <a:gd name="connsiteY4" fmla="*/ 0 h 2333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95675" h="2333625">
                <a:moveTo>
                  <a:pt x="0" y="2333625"/>
                </a:moveTo>
                <a:cubicBezTo>
                  <a:pt x="271065" y="2312194"/>
                  <a:pt x="542131" y="2290763"/>
                  <a:pt x="842962" y="2190750"/>
                </a:cubicBezTo>
                <a:cubicBezTo>
                  <a:pt x="1143793" y="2090737"/>
                  <a:pt x="1516062" y="1899444"/>
                  <a:pt x="1804987" y="1733550"/>
                </a:cubicBezTo>
                <a:cubicBezTo>
                  <a:pt x="2093912" y="1567656"/>
                  <a:pt x="2294731" y="1484312"/>
                  <a:pt x="2576512" y="1195387"/>
                </a:cubicBezTo>
                <a:cubicBezTo>
                  <a:pt x="2858293" y="906462"/>
                  <a:pt x="3176984" y="453231"/>
                  <a:pt x="3495675" y="0"/>
                </a:cubicBezTo>
              </a:path>
            </a:pathLst>
          </a:cu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任意多边形 103"/>
          <p:cNvSpPr/>
          <p:nvPr/>
        </p:nvSpPr>
        <p:spPr>
          <a:xfrm>
            <a:off x="4061597" y="2473325"/>
            <a:ext cx="1971675" cy="2338388"/>
          </a:xfrm>
          <a:custGeom>
            <a:avLst/>
            <a:gdLst>
              <a:gd name="connsiteX0" fmla="*/ 0 w 1971675"/>
              <a:gd name="connsiteY0" fmla="*/ 2338388 h 2338388"/>
              <a:gd name="connsiteX1" fmla="*/ 619125 w 1971675"/>
              <a:gd name="connsiteY1" fmla="*/ 2100263 h 2338388"/>
              <a:gd name="connsiteX2" fmla="*/ 1009650 w 1971675"/>
              <a:gd name="connsiteY2" fmla="*/ 1804988 h 2338388"/>
              <a:gd name="connsiteX3" fmla="*/ 1347788 w 1971675"/>
              <a:gd name="connsiteY3" fmla="*/ 1319213 h 2338388"/>
              <a:gd name="connsiteX4" fmla="*/ 1781175 w 1971675"/>
              <a:gd name="connsiteY4" fmla="*/ 495300 h 2338388"/>
              <a:gd name="connsiteX5" fmla="*/ 1895475 w 1971675"/>
              <a:gd name="connsiteY5" fmla="*/ 195263 h 2338388"/>
              <a:gd name="connsiteX6" fmla="*/ 1971675 w 1971675"/>
              <a:gd name="connsiteY6" fmla="*/ 0 h 2338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1675" h="2338388">
                <a:moveTo>
                  <a:pt x="0" y="2338388"/>
                </a:moveTo>
                <a:cubicBezTo>
                  <a:pt x="225425" y="2263775"/>
                  <a:pt x="450850" y="2189163"/>
                  <a:pt x="619125" y="2100263"/>
                </a:cubicBezTo>
                <a:cubicBezTo>
                  <a:pt x="787400" y="2011363"/>
                  <a:pt x="888206" y="1935163"/>
                  <a:pt x="1009650" y="1804988"/>
                </a:cubicBezTo>
                <a:cubicBezTo>
                  <a:pt x="1131094" y="1674813"/>
                  <a:pt x="1219201" y="1537494"/>
                  <a:pt x="1347788" y="1319213"/>
                </a:cubicBezTo>
                <a:cubicBezTo>
                  <a:pt x="1476375" y="1100932"/>
                  <a:pt x="1689894" y="682625"/>
                  <a:pt x="1781175" y="495300"/>
                </a:cubicBezTo>
                <a:cubicBezTo>
                  <a:pt x="1872456" y="307975"/>
                  <a:pt x="1863725" y="277813"/>
                  <a:pt x="1895475" y="195263"/>
                </a:cubicBezTo>
                <a:cubicBezTo>
                  <a:pt x="1927225" y="112713"/>
                  <a:pt x="1949450" y="56356"/>
                  <a:pt x="1971675" y="0"/>
                </a:cubicBezTo>
              </a:path>
            </a:pathLst>
          </a:cu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任意多边形 104"/>
          <p:cNvSpPr/>
          <p:nvPr/>
        </p:nvSpPr>
        <p:spPr>
          <a:xfrm>
            <a:off x="4061597" y="2470150"/>
            <a:ext cx="881063" cy="2333625"/>
          </a:xfrm>
          <a:custGeom>
            <a:avLst/>
            <a:gdLst>
              <a:gd name="connsiteX0" fmla="*/ 0 w 881063"/>
              <a:gd name="connsiteY0" fmla="*/ 2333625 h 2333625"/>
              <a:gd name="connsiteX1" fmla="*/ 219075 w 881063"/>
              <a:gd name="connsiteY1" fmla="*/ 2190750 h 2333625"/>
              <a:gd name="connsiteX2" fmla="*/ 371475 w 881063"/>
              <a:gd name="connsiteY2" fmla="*/ 1938338 h 2333625"/>
              <a:gd name="connsiteX3" fmla="*/ 561975 w 881063"/>
              <a:gd name="connsiteY3" fmla="*/ 1428750 h 2333625"/>
              <a:gd name="connsiteX4" fmla="*/ 728663 w 881063"/>
              <a:gd name="connsiteY4" fmla="*/ 771525 h 2333625"/>
              <a:gd name="connsiteX5" fmla="*/ 881063 w 881063"/>
              <a:gd name="connsiteY5" fmla="*/ 0 h 2333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81063" h="2333625">
                <a:moveTo>
                  <a:pt x="0" y="2333625"/>
                </a:moveTo>
                <a:cubicBezTo>
                  <a:pt x="78581" y="2295128"/>
                  <a:pt x="157163" y="2256631"/>
                  <a:pt x="219075" y="2190750"/>
                </a:cubicBezTo>
                <a:cubicBezTo>
                  <a:pt x="280988" y="2124869"/>
                  <a:pt x="314325" y="2065338"/>
                  <a:pt x="371475" y="1938338"/>
                </a:cubicBezTo>
                <a:cubicBezTo>
                  <a:pt x="428625" y="1811338"/>
                  <a:pt x="502444" y="1623219"/>
                  <a:pt x="561975" y="1428750"/>
                </a:cubicBezTo>
                <a:cubicBezTo>
                  <a:pt x="621506" y="1234281"/>
                  <a:pt x="675482" y="1009650"/>
                  <a:pt x="728663" y="771525"/>
                </a:cubicBezTo>
                <a:cubicBezTo>
                  <a:pt x="781844" y="533400"/>
                  <a:pt x="831453" y="266700"/>
                  <a:pt x="881063" y="0"/>
                </a:cubicBezTo>
              </a:path>
            </a:pathLst>
          </a:cu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文本框 106"/>
          <p:cNvSpPr txBox="1"/>
          <p:nvPr/>
        </p:nvSpPr>
        <p:spPr>
          <a:xfrm>
            <a:off x="4458335" y="1379462"/>
            <a:ext cx="3275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Inductance vs. DC Current Characteristics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4614681" y="5311387"/>
            <a:ext cx="3275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DC Current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110" name="文本框 109"/>
          <p:cNvSpPr txBox="1"/>
          <p:nvPr/>
        </p:nvSpPr>
        <p:spPr>
          <a:xfrm rot="16200000">
            <a:off x="2358412" y="3290501"/>
            <a:ext cx="19300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Temperature Rise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（℃）</a:t>
            </a:r>
          </a:p>
        </p:txBody>
      </p:sp>
      <p:sp>
        <p:nvSpPr>
          <p:cNvPr id="115" name="文本框 114"/>
          <p:cNvSpPr txBox="1"/>
          <p:nvPr/>
        </p:nvSpPr>
        <p:spPr>
          <a:xfrm>
            <a:off x="4634412" y="2174937"/>
            <a:ext cx="6143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43μH</a:t>
            </a:r>
            <a:endParaRPr lang="zh-CN" altLang="en-US" sz="12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5712642" y="2174937"/>
            <a:ext cx="6143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10μH</a:t>
            </a:r>
            <a:endParaRPr lang="zh-CN" altLang="en-US" sz="12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7221357" y="2186425"/>
            <a:ext cx="6143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2.2μH</a:t>
            </a:r>
            <a:endParaRPr lang="zh-CN" altLang="en-US" sz="12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9" name="直接连接符 118"/>
          <p:cNvCxnSpPr/>
          <p:nvPr/>
        </p:nvCxnSpPr>
        <p:spPr>
          <a:xfrm>
            <a:off x="4056835" y="2821939"/>
            <a:ext cx="3778840" cy="0"/>
          </a:xfrm>
          <a:prstGeom prst="line">
            <a:avLst/>
          </a:prstGeom>
          <a:ln w="0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文本框 122"/>
          <p:cNvSpPr txBox="1"/>
          <p:nvPr/>
        </p:nvSpPr>
        <p:spPr>
          <a:xfrm>
            <a:off x="3220747" y="5622999"/>
            <a:ext cx="5750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电感的电流不要超过温升电流</a:t>
            </a:r>
            <a:r>
              <a:rPr lang="en-US" altLang="zh-CN" sz="24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Irms</a:t>
            </a:r>
            <a:endParaRPr lang="zh-CN" altLang="en-US" sz="24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0488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/>
      <p:bldP spid="103" grpId="0" animBg="1"/>
      <p:bldP spid="104" grpId="0" animBg="1"/>
      <p:bldP spid="105" grpId="0" animBg="1"/>
      <p:bldP spid="109" grpId="0"/>
      <p:bldP spid="110" grpId="0"/>
      <p:bldP spid="115" grpId="0"/>
      <p:bldP spid="116" grpId="0"/>
      <p:bldP spid="117" grpId="0"/>
      <p:bldP spid="1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184933" y="490330"/>
            <a:ext cx="6814060" cy="5594334"/>
            <a:chOff x="3184933" y="490330"/>
            <a:chExt cx="6814060" cy="5594334"/>
          </a:xfrm>
        </p:grpSpPr>
        <p:sp>
          <p:nvSpPr>
            <p:cNvPr id="4" name="矩形 3"/>
            <p:cNvSpPr/>
            <p:nvPr/>
          </p:nvSpPr>
          <p:spPr>
            <a:xfrm>
              <a:off x="6710913" y="890440"/>
              <a:ext cx="328808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一般指电感自我温升温度不超过</a:t>
              </a:r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40℃</a:t>
              </a: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时的电流</a:t>
              </a: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6096000" y="1019980"/>
              <a:ext cx="59055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文本框 5"/>
            <p:cNvSpPr txBox="1"/>
            <p:nvPr/>
          </p:nvSpPr>
          <p:spPr>
            <a:xfrm>
              <a:off x="4344669" y="490330"/>
              <a:ext cx="35026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温升电流</a:t>
              </a:r>
              <a:r>
                <a:rPr lang="en-US" altLang="zh-CN" sz="20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Irms</a:t>
              </a:r>
              <a:endParaRPr lang="zh-CN" altLang="en-US" sz="20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06" name="组合 105"/>
            <p:cNvGrpSpPr/>
            <p:nvPr/>
          </p:nvGrpSpPr>
          <p:grpSpPr>
            <a:xfrm>
              <a:off x="4057787" y="1828800"/>
              <a:ext cx="4389120" cy="2979420"/>
              <a:chOff x="4206240" y="1828800"/>
              <a:chExt cx="4389120" cy="2979420"/>
            </a:xfrm>
          </p:grpSpPr>
          <p:cxnSp>
            <p:nvCxnSpPr>
              <p:cNvPr id="76" name="直接连接符 75"/>
              <p:cNvCxnSpPr/>
              <p:nvPr/>
            </p:nvCxnSpPr>
            <p:spPr>
              <a:xfrm flipV="1">
                <a:off x="5288280" y="1828800"/>
                <a:ext cx="0" cy="2979420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 flipV="1">
                <a:off x="6390640" y="1828800"/>
                <a:ext cx="0" cy="2979420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 flipV="1">
                <a:off x="7493000" y="1828800"/>
                <a:ext cx="0" cy="2979420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 flipV="1">
                <a:off x="8595360" y="1828800"/>
                <a:ext cx="0" cy="2979420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/>
              <p:nvPr/>
            </p:nvCxnSpPr>
            <p:spPr>
              <a:xfrm>
                <a:off x="4206240" y="1828800"/>
                <a:ext cx="4389120" cy="0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/>
              <p:cNvCxnSpPr/>
              <p:nvPr/>
            </p:nvCxnSpPr>
            <p:spPr>
              <a:xfrm>
                <a:off x="4206240" y="2327148"/>
                <a:ext cx="4389120" cy="0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/>
              <p:cNvCxnSpPr/>
              <p:nvPr/>
            </p:nvCxnSpPr>
            <p:spPr>
              <a:xfrm>
                <a:off x="4206240" y="2825496"/>
                <a:ext cx="4389120" cy="0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/>
              <p:cNvCxnSpPr/>
              <p:nvPr/>
            </p:nvCxnSpPr>
            <p:spPr>
              <a:xfrm>
                <a:off x="4206240" y="3323844"/>
                <a:ext cx="4389120" cy="0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/>
              <p:cNvCxnSpPr/>
              <p:nvPr/>
            </p:nvCxnSpPr>
            <p:spPr>
              <a:xfrm>
                <a:off x="4206240" y="3822192"/>
                <a:ext cx="4389120" cy="0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/>
              <p:cNvCxnSpPr/>
              <p:nvPr/>
            </p:nvCxnSpPr>
            <p:spPr>
              <a:xfrm>
                <a:off x="4206240" y="4320540"/>
                <a:ext cx="4389120" cy="0"/>
              </a:xfrm>
              <a:prstGeom prst="line">
                <a:avLst/>
              </a:prstGeom>
              <a:ln>
                <a:solidFill>
                  <a:schemeClr val="bg1"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4" name="组合 123"/>
            <p:cNvGrpSpPr/>
            <p:nvPr/>
          </p:nvGrpSpPr>
          <p:grpSpPr>
            <a:xfrm>
              <a:off x="3796291" y="4811395"/>
              <a:ext cx="4884224" cy="443660"/>
              <a:chOff x="3796291" y="4811395"/>
              <a:chExt cx="4884224" cy="443660"/>
            </a:xfrm>
          </p:grpSpPr>
          <p:sp>
            <p:nvSpPr>
              <p:cNvPr id="90" name="文本框 89"/>
              <p:cNvSpPr txBox="1"/>
              <p:nvPr/>
            </p:nvSpPr>
            <p:spPr>
              <a:xfrm>
                <a:off x="3796291" y="4978056"/>
                <a:ext cx="4010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0.0</a:t>
                </a:r>
                <a:endPara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12" name="组合 111"/>
              <p:cNvGrpSpPr/>
              <p:nvPr/>
            </p:nvGrpSpPr>
            <p:grpSpPr>
              <a:xfrm>
                <a:off x="4048262" y="4811395"/>
                <a:ext cx="4632253" cy="443660"/>
                <a:chOff x="4048262" y="4811395"/>
                <a:chExt cx="4632253" cy="443660"/>
              </a:xfrm>
            </p:grpSpPr>
            <p:cxnSp>
              <p:nvCxnSpPr>
                <p:cNvPr id="72" name="直接箭头连接符 71"/>
                <p:cNvCxnSpPr/>
                <p:nvPr/>
              </p:nvCxnSpPr>
              <p:spPr>
                <a:xfrm>
                  <a:off x="4048262" y="4811395"/>
                  <a:ext cx="4632253" cy="0"/>
                </a:xfrm>
                <a:prstGeom prst="straightConnector1">
                  <a:avLst/>
                </a:prstGeom>
                <a:ln w="1905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1" name="文本框 90"/>
                <p:cNvSpPr txBox="1"/>
                <p:nvPr/>
              </p:nvSpPr>
              <p:spPr>
                <a:xfrm>
                  <a:off x="4867666" y="4978056"/>
                  <a:ext cx="40107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0.5</a:t>
                  </a:r>
                  <a:endPara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2" name="文本框 91"/>
                <p:cNvSpPr txBox="1"/>
                <p:nvPr/>
              </p:nvSpPr>
              <p:spPr>
                <a:xfrm>
                  <a:off x="5939041" y="4978056"/>
                  <a:ext cx="49084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1.00</a:t>
                  </a:r>
                  <a:endPara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3" name="文本框 92"/>
                <p:cNvSpPr txBox="1"/>
                <p:nvPr/>
              </p:nvSpPr>
              <p:spPr>
                <a:xfrm>
                  <a:off x="8171559" y="4978056"/>
                  <a:ext cx="40107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2.0</a:t>
                  </a:r>
                  <a:endPara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4" name="文本框 93"/>
                <p:cNvSpPr txBox="1"/>
                <p:nvPr/>
              </p:nvSpPr>
              <p:spPr>
                <a:xfrm>
                  <a:off x="7100184" y="4978056"/>
                  <a:ext cx="40107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1.5</a:t>
                  </a:r>
                  <a:endPara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122" name="组合 121"/>
            <p:cNvGrpSpPr/>
            <p:nvPr/>
          </p:nvGrpSpPr>
          <p:grpSpPr>
            <a:xfrm>
              <a:off x="3511486" y="1683883"/>
              <a:ext cx="546301" cy="3262836"/>
              <a:chOff x="3511486" y="1683883"/>
              <a:chExt cx="546301" cy="3262836"/>
            </a:xfrm>
          </p:grpSpPr>
          <p:cxnSp>
            <p:nvCxnSpPr>
              <p:cNvPr id="74" name="直接箭头连接符 73"/>
              <p:cNvCxnSpPr/>
              <p:nvPr/>
            </p:nvCxnSpPr>
            <p:spPr>
              <a:xfrm flipV="1">
                <a:off x="4057787" y="1683883"/>
                <a:ext cx="0" cy="3131957"/>
              </a:xfrm>
              <a:prstGeom prst="straightConnector1">
                <a:avLst/>
              </a:prstGeom>
              <a:ln w="1905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1" name="组合 120"/>
              <p:cNvGrpSpPr/>
              <p:nvPr/>
            </p:nvGrpSpPr>
            <p:grpSpPr>
              <a:xfrm>
                <a:off x="3511486" y="1690300"/>
                <a:ext cx="364202" cy="3256419"/>
                <a:chOff x="3511486" y="1690300"/>
                <a:chExt cx="364202" cy="3256419"/>
              </a:xfrm>
            </p:grpSpPr>
            <p:sp>
              <p:nvSpPr>
                <p:cNvPr id="95" name="文本框 94"/>
                <p:cNvSpPr txBox="1"/>
                <p:nvPr/>
              </p:nvSpPr>
              <p:spPr>
                <a:xfrm>
                  <a:off x="3601254" y="4669720"/>
                  <a:ext cx="27443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6" name="文本框 95"/>
                <p:cNvSpPr txBox="1"/>
                <p:nvPr/>
              </p:nvSpPr>
              <p:spPr>
                <a:xfrm>
                  <a:off x="3511486" y="1690300"/>
                  <a:ext cx="36420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60</a:t>
                  </a:r>
                  <a:endPara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7" name="文本框 96"/>
                <p:cNvSpPr txBox="1"/>
                <p:nvPr/>
              </p:nvSpPr>
              <p:spPr>
                <a:xfrm>
                  <a:off x="3511486" y="2683440"/>
                  <a:ext cx="36420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40</a:t>
                  </a:r>
                  <a:endPara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8" name="文本框 97"/>
                <p:cNvSpPr txBox="1"/>
                <p:nvPr/>
              </p:nvSpPr>
              <p:spPr>
                <a:xfrm>
                  <a:off x="3511486" y="3180010"/>
                  <a:ext cx="36420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30</a:t>
                  </a:r>
                  <a:endPara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9" name="文本框 98"/>
                <p:cNvSpPr txBox="1"/>
                <p:nvPr/>
              </p:nvSpPr>
              <p:spPr>
                <a:xfrm>
                  <a:off x="3511486" y="3676580"/>
                  <a:ext cx="36420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20</a:t>
                  </a:r>
                  <a:endPara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0" name="文本框 99"/>
                <p:cNvSpPr txBox="1"/>
                <p:nvPr/>
              </p:nvSpPr>
              <p:spPr>
                <a:xfrm>
                  <a:off x="3511486" y="4173150"/>
                  <a:ext cx="36420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10</a:t>
                  </a:r>
                  <a:endPara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2" name="文本框 101"/>
                <p:cNvSpPr txBox="1"/>
                <p:nvPr/>
              </p:nvSpPr>
              <p:spPr>
                <a:xfrm>
                  <a:off x="3511486" y="2186870"/>
                  <a:ext cx="36420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50</a:t>
                  </a:r>
                  <a:endPara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120" name="文本框 119"/>
            <p:cNvSpPr txBox="1"/>
            <p:nvPr/>
          </p:nvSpPr>
          <p:spPr>
            <a:xfrm>
              <a:off x="7895768" y="2686996"/>
              <a:ext cx="5180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40</a:t>
              </a:r>
              <a:r>
                <a:rPr lang="zh-CN" altLang="en-US" sz="12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℃</a:t>
              </a:r>
            </a:p>
          </p:txBody>
        </p:sp>
        <p:sp>
          <p:nvSpPr>
            <p:cNvPr id="103" name="任意多边形 102"/>
            <p:cNvSpPr/>
            <p:nvPr/>
          </p:nvSpPr>
          <p:spPr>
            <a:xfrm>
              <a:off x="4056835" y="2474913"/>
              <a:ext cx="3495675" cy="2333625"/>
            </a:xfrm>
            <a:custGeom>
              <a:avLst/>
              <a:gdLst>
                <a:gd name="connsiteX0" fmla="*/ 0 w 3495675"/>
                <a:gd name="connsiteY0" fmla="*/ 2333625 h 2333625"/>
                <a:gd name="connsiteX1" fmla="*/ 842962 w 3495675"/>
                <a:gd name="connsiteY1" fmla="*/ 2190750 h 2333625"/>
                <a:gd name="connsiteX2" fmla="*/ 1804987 w 3495675"/>
                <a:gd name="connsiteY2" fmla="*/ 1733550 h 2333625"/>
                <a:gd name="connsiteX3" fmla="*/ 2576512 w 3495675"/>
                <a:gd name="connsiteY3" fmla="*/ 1195387 h 2333625"/>
                <a:gd name="connsiteX4" fmla="*/ 3495675 w 3495675"/>
                <a:gd name="connsiteY4" fmla="*/ 0 h 2333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5675" h="2333625">
                  <a:moveTo>
                    <a:pt x="0" y="2333625"/>
                  </a:moveTo>
                  <a:cubicBezTo>
                    <a:pt x="271065" y="2312194"/>
                    <a:pt x="542131" y="2290763"/>
                    <a:pt x="842962" y="2190750"/>
                  </a:cubicBezTo>
                  <a:cubicBezTo>
                    <a:pt x="1143793" y="2090737"/>
                    <a:pt x="1516062" y="1899444"/>
                    <a:pt x="1804987" y="1733550"/>
                  </a:cubicBezTo>
                  <a:cubicBezTo>
                    <a:pt x="2093912" y="1567656"/>
                    <a:pt x="2294731" y="1484312"/>
                    <a:pt x="2576512" y="1195387"/>
                  </a:cubicBezTo>
                  <a:cubicBezTo>
                    <a:pt x="2858293" y="906462"/>
                    <a:pt x="3176984" y="453231"/>
                    <a:pt x="3495675" y="0"/>
                  </a:cubicBezTo>
                </a:path>
              </a:pathLst>
            </a:cu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任意多边形 103"/>
            <p:cNvSpPr/>
            <p:nvPr/>
          </p:nvSpPr>
          <p:spPr>
            <a:xfrm>
              <a:off x="4061597" y="2473325"/>
              <a:ext cx="1971675" cy="2338388"/>
            </a:xfrm>
            <a:custGeom>
              <a:avLst/>
              <a:gdLst>
                <a:gd name="connsiteX0" fmla="*/ 0 w 1971675"/>
                <a:gd name="connsiteY0" fmla="*/ 2338388 h 2338388"/>
                <a:gd name="connsiteX1" fmla="*/ 619125 w 1971675"/>
                <a:gd name="connsiteY1" fmla="*/ 2100263 h 2338388"/>
                <a:gd name="connsiteX2" fmla="*/ 1009650 w 1971675"/>
                <a:gd name="connsiteY2" fmla="*/ 1804988 h 2338388"/>
                <a:gd name="connsiteX3" fmla="*/ 1347788 w 1971675"/>
                <a:gd name="connsiteY3" fmla="*/ 1319213 h 2338388"/>
                <a:gd name="connsiteX4" fmla="*/ 1781175 w 1971675"/>
                <a:gd name="connsiteY4" fmla="*/ 495300 h 2338388"/>
                <a:gd name="connsiteX5" fmla="*/ 1895475 w 1971675"/>
                <a:gd name="connsiteY5" fmla="*/ 195263 h 2338388"/>
                <a:gd name="connsiteX6" fmla="*/ 1971675 w 1971675"/>
                <a:gd name="connsiteY6" fmla="*/ 0 h 2338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71675" h="2338388">
                  <a:moveTo>
                    <a:pt x="0" y="2338388"/>
                  </a:moveTo>
                  <a:cubicBezTo>
                    <a:pt x="225425" y="2263775"/>
                    <a:pt x="450850" y="2189163"/>
                    <a:pt x="619125" y="2100263"/>
                  </a:cubicBezTo>
                  <a:cubicBezTo>
                    <a:pt x="787400" y="2011363"/>
                    <a:pt x="888206" y="1935163"/>
                    <a:pt x="1009650" y="1804988"/>
                  </a:cubicBezTo>
                  <a:cubicBezTo>
                    <a:pt x="1131094" y="1674813"/>
                    <a:pt x="1219201" y="1537494"/>
                    <a:pt x="1347788" y="1319213"/>
                  </a:cubicBezTo>
                  <a:cubicBezTo>
                    <a:pt x="1476375" y="1100932"/>
                    <a:pt x="1689894" y="682625"/>
                    <a:pt x="1781175" y="495300"/>
                  </a:cubicBezTo>
                  <a:cubicBezTo>
                    <a:pt x="1872456" y="307975"/>
                    <a:pt x="1863725" y="277813"/>
                    <a:pt x="1895475" y="195263"/>
                  </a:cubicBezTo>
                  <a:cubicBezTo>
                    <a:pt x="1927225" y="112713"/>
                    <a:pt x="1949450" y="56356"/>
                    <a:pt x="1971675" y="0"/>
                  </a:cubicBezTo>
                </a:path>
              </a:pathLst>
            </a:cu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任意多边形 104"/>
            <p:cNvSpPr/>
            <p:nvPr/>
          </p:nvSpPr>
          <p:spPr>
            <a:xfrm>
              <a:off x="4061597" y="2470150"/>
              <a:ext cx="881063" cy="2333625"/>
            </a:xfrm>
            <a:custGeom>
              <a:avLst/>
              <a:gdLst>
                <a:gd name="connsiteX0" fmla="*/ 0 w 881063"/>
                <a:gd name="connsiteY0" fmla="*/ 2333625 h 2333625"/>
                <a:gd name="connsiteX1" fmla="*/ 219075 w 881063"/>
                <a:gd name="connsiteY1" fmla="*/ 2190750 h 2333625"/>
                <a:gd name="connsiteX2" fmla="*/ 371475 w 881063"/>
                <a:gd name="connsiteY2" fmla="*/ 1938338 h 2333625"/>
                <a:gd name="connsiteX3" fmla="*/ 561975 w 881063"/>
                <a:gd name="connsiteY3" fmla="*/ 1428750 h 2333625"/>
                <a:gd name="connsiteX4" fmla="*/ 728663 w 881063"/>
                <a:gd name="connsiteY4" fmla="*/ 771525 h 2333625"/>
                <a:gd name="connsiteX5" fmla="*/ 881063 w 881063"/>
                <a:gd name="connsiteY5" fmla="*/ 0 h 2333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81063" h="2333625">
                  <a:moveTo>
                    <a:pt x="0" y="2333625"/>
                  </a:moveTo>
                  <a:cubicBezTo>
                    <a:pt x="78581" y="2295128"/>
                    <a:pt x="157163" y="2256631"/>
                    <a:pt x="219075" y="2190750"/>
                  </a:cubicBezTo>
                  <a:cubicBezTo>
                    <a:pt x="280988" y="2124869"/>
                    <a:pt x="314325" y="2065338"/>
                    <a:pt x="371475" y="1938338"/>
                  </a:cubicBezTo>
                  <a:cubicBezTo>
                    <a:pt x="428625" y="1811338"/>
                    <a:pt x="502444" y="1623219"/>
                    <a:pt x="561975" y="1428750"/>
                  </a:cubicBezTo>
                  <a:cubicBezTo>
                    <a:pt x="621506" y="1234281"/>
                    <a:pt x="675482" y="1009650"/>
                    <a:pt x="728663" y="771525"/>
                  </a:cubicBezTo>
                  <a:cubicBezTo>
                    <a:pt x="781844" y="533400"/>
                    <a:pt x="831453" y="266700"/>
                    <a:pt x="881063" y="0"/>
                  </a:cubicBezTo>
                </a:path>
              </a:pathLst>
            </a:cu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文本框 106"/>
            <p:cNvSpPr txBox="1"/>
            <p:nvPr/>
          </p:nvSpPr>
          <p:spPr>
            <a:xfrm>
              <a:off x="4458335" y="1379462"/>
              <a:ext cx="32753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Inductance vs. DC Current Characteristics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文本框 108"/>
            <p:cNvSpPr txBox="1"/>
            <p:nvPr/>
          </p:nvSpPr>
          <p:spPr>
            <a:xfrm>
              <a:off x="4614681" y="5311387"/>
              <a:ext cx="32753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DC Current</a:t>
              </a: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sp>
          <p:nvSpPr>
            <p:cNvPr id="110" name="文本框 109"/>
            <p:cNvSpPr txBox="1"/>
            <p:nvPr/>
          </p:nvSpPr>
          <p:spPr>
            <a:xfrm rot="16200000">
              <a:off x="2358412" y="3290501"/>
              <a:ext cx="19300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Temperature Rise</a:t>
              </a: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（℃）</a:t>
              </a:r>
            </a:p>
          </p:txBody>
        </p:sp>
        <p:sp>
          <p:nvSpPr>
            <p:cNvPr id="115" name="文本框 114"/>
            <p:cNvSpPr txBox="1"/>
            <p:nvPr/>
          </p:nvSpPr>
          <p:spPr>
            <a:xfrm>
              <a:off x="4634412" y="2174937"/>
              <a:ext cx="6143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43μH</a:t>
              </a:r>
              <a:endParaRPr lang="zh-CN" altLang="en-US" sz="12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文本框 115"/>
            <p:cNvSpPr txBox="1"/>
            <p:nvPr/>
          </p:nvSpPr>
          <p:spPr>
            <a:xfrm>
              <a:off x="5712642" y="2174937"/>
              <a:ext cx="6143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10μH</a:t>
              </a:r>
              <a:endParaRPr lang="zh-CN" altLang="en-US" sz="12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文本框 116"/>
            <p:cNvSpPr txBox="1"/>
            <p:nvPr/>
          </p:nvSpPr>
          <p:spPr>
            <a:xfrm>
              <a:off x="7221357" y="2186425"/>
              <a:ext cx="6143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2.2μH</a:t>
              </a:r>
              <a:endParaRPr lang="zh-CN" altLang="en-US" sz="12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19" name="直接连接符 118"/>
            <p:cNvCxnSpPr/>
            <p:nvPr/>
          </p:nvCxnSpPr>
          <p:spPr>
            <a:xfrm>
              <a:off x="4056835" y="2821939"/>
              <a:ext cx="3778840" cy="0"/>
            </a:xfrm>
            <a:prstGeom prst="line">
              <a:avLst/>
            </a:prstGeom>
            <a:ln w="0">
              <a:solidFill>
                <a:srgbClr val="FFFF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文本框 122"/>
            <p:cNvSpPr txBox="1"/>
            <p:nvPr/>
          </p:nvSpPr>
          <p:spPr>
            <a:xfrm>
              <a:off x="3220747" y="5622999"/>
              <a:ext cx="57505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电感的电流不要超过温升电流</a:t>
              </a:r>
              <a:r>
                <a:rPr lang="en-US" altLang="zh-CN" sz="24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Irms</a:t>
              </a:r>
              <a:endParaRPr lang="zh-CN" altLang="en-US" sz="24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1561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/>
          <p:cNvSpPr/>
          <p:nvPr/>
        </p:nvSpPr>
        <p:spPr>
          <a:xfrm>
            <a:off x="6710913" y="890440"/>
            <a:ext cx="187743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包含饱和电流和温升电流</a:t>
            </a:r>
          </a:p>
        </p:txBody>
      </p:sp>
      <p:cxnSp>
        <p:nvCxnSpPr>
          <p:cNvPr id="49" name="直接连接符 48"/>
          <p:cNvCxnSpPr/>
          <p:nvPr/>
        </p:nvCxnSpPr>
        <p:spPr>
          <a:xfrm>
            <a:off x="6096000" y="1019980"/>
            <a:ext cx="59055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4344669" y="490330"/>
            <a:ext cx="3502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额定电流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4" y="2477762"/>
            <a:ext cx="10909833" cy="2710927"/>
          </a:xfrm>
          <a:prstGeom prst="rect">
            <a:avLst/>
          </a:prstGeom>
        </p:spPr>
      </p:pic>
      <p:sp>
        <p:nvSpPr>
          <p:cNvPr id="57" name="矩形 56"/>
          <p:cNvSpPr/>
          <p:nvPr/>
        </p:nvSpPr>
        <p:spPr>
          <a:xfrm>
            <a:off x="8420255" y="1920038"/>
            <a:ext cx="8002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rgbClr val="5B9B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额定电流</a:t>
            </a:r>
          </a:p>
        </p:txBody>
      </p:sp>
      <p:cxnSp>
        <p:nvCxnSpPr>
          <p:cNvPr id="11" name="直接箭头连接符 10"/>
          <p:cNvCxnSpPr/>
          <p:nvPr/>
        </p:nvCxnSpPr>
        <p:spPr>
          <a:xfrm flipV="1">
            <a:off x="8820365" y="2197038"/>
            <a:ext cx="1" cy="367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7086600" y="2564307"/>
            <a:ext cx="3467100" cy="2760168"/>
          </a:xfrm>
          <a:prstGeom prst="rect">
            <a:avLst/>
          </a:prstGeom>
          <a:noFill/>
          <a:ln w="25400">
            <a:solidFill>
              <a:srgbClr val="5B9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277100" y="2845031"/>
            <a:ext cx="1311250" cy="2314460"/>
          </a:xfrm>
          <a:prstGeom prst="rect">
            <a:avLst/>
          </a:pr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8778850" y="2828925"/>
            <a:ext cx="1622665" cy="2330565"/>
          </a:xfrm>
          <a:prstGeom prst="rect">
            <a:avLst/>
          </a:pr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6" name="直接箭头连接符 15"/>
          <p:cNvCxnSpPr>
            <a:stCxn id="14" idx="2"/>
            <a:endCxn id="66" idx="0"/>
          </p:cNvCxnSpPr>
          <p:nvPr/>
        </p:nvCxnSpPr>
        <p:spPr>
          <a:xfrm>
            <a:off x="7932725" y="5159491"/>
            <a:ext cx="0" cy="445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 65"/>
          <p:cNvSpPr/>
          <p:nvPr/>
        </p:nvSpPr>
        <p:spPr>
          <a:xfrm>
            <a:off x="7532615" y="5605199"/>
            <a:ext cx="8002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rgbClr val="5B9B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饱和电流</a:t>
            </a:r>
          </a:p>
        </p:txBody>
      </p:sp>
      <p:cxnSp>
        <p:nvCxnSpPr>
          <p:cNvPr id="67" name="直接箭头连接符 66"/>
          <p:cNvCxnSpPr/>
          <p:nvPr/>
        </p:nvCxnSpPr>
        <p:spPr>
          <a:xfrm>
            <a:off x="9590182" y="5188689"/>
            <a:ext cx="0" cy="427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9180547" y="5615826"/>
            <a:ext cx="8002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rgbClr val="5B9B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温升电流</a:t>
            </a:r>
          </a:p>
        </p:txBody>
      </p:sp>
    </p:spTree>
    <p:extLst>
      <p:ext uri="{BB962C8B-B14F-4D97-AF65-F5344CB8AC3E}">
        <p14:creationId xmlns:p14="http://schemas.microsoft.com/office/powerpoint/2010/main" val="1759331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5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80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85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9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50" grpId="0"/>
      <p:bldP spid="57" grpId="0"/>
      <p:bldP spid="13" grpId="0" animBg="1"/>
      <p:bldP spid="14" grpId="0" animBg="1"/>
      <p:bldP spid="63" grpId="0" animBg="1"/>
      <p:bldP spid="66" grpId="0"/>
      <p:bldP spid="6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41084" y="490330"/>
            <a:ext cx="10909833" cy="5402495"/>
            <a:chOff x="641084" y="490330"/>
            <a:chExt cx="10909833" cy="5402495"/>
          </a:xfrm>
        </p:grpSpPr>
        <p:sp>
          <p:nvSpPr>
            <p:cNvPr id="48" name="矩形 47"/>
            <p:cNvSpPr/>
            <p:nvPr/>
          </p:nvSpPr>
          <p:spPr>
            <a:xfrm>
              <a:off x="6710913" y="890440"/>
              <a:ext cx="187743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包含饱和电流和温升电流</a:t>
              </a:r>
            </a:p>
          </p:txBody>
        </p:sp>
        <p:cxnSp>
          <p:nvCxnSpPr>
            <p:cNvPr id="49" name="直接连接符 48"/>
            <p:cNvCxnSpPr/>
            <p:nvPr/>
          </p:nvCxnSpPr>
          <p:spPr>
            <a:xfrm>
              <a:off x="6096000" y="1019980"/>
              <a:ext cx="59055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文本框 49"/>
            <p:cNvSpPr txBox="1"/>
            <p:nvPr/>
          </p:nvSpPr>
          <p:spPr>
            <a:xfrm>
              <a:off x="4344669" y="490330"/>
              <a:ext cx="35026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额定电流</a:t>
              </a:r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084" y="2477762"/>
              <a:ext cx="10909833" cy="2710927"/>
            </a:xfrm>
            <a:prstGeom prst="rect">
              <a:avLst/>
            </a:prstGeom>
          </p:spPr>
        </p:pic>
        <p:sp>
          <p:nvSpPr>
            <p:cNvPr id="57" name="矩形 56"/>
            <p:cNvSpPr/>
            <p:nvPr/>
          </p:nvSpPr>
          <p:spPr>
            <a:xfrm>
              <a:off x="8420255" y="1920038"/>
              <a:ext cx="80021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200" dirty="0">
                  <a:solidFill>
                    <a:srgbClr val="5B9BD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额定电流</a:t>
              </a:r>
            </a:p>
          </p:txBody>
        </p:sp>
        <p:cxnSp>
          <p:nvCxnSpPr>
            <p:cNvPr id="11" name="直接箭头连接符 10"/>
            <p:cNvCxnSpPr/>
            <p:nvPr/>
          </p:nvCxnSpPr>
          <p:spPr>
            <a:xfrm flipV="1">
              <a:off x="8820365" y="2197038"/>
              <a:ext cx="1" cy="3672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/>
          </p:nvSpPr>
          <p:spPr>
            <a:xfrm>
              <a:off x="7086600" y="2564307"/>
              <a:ext cx="3467100" cy="2760168"/>
            </a:xfrm>
            <a:prstGeom prst="rect">
              <a:avLst/>
            </a:prstGeom>
            <a:noFill/>
            <a:ln w="25400">
              <a:solidFill>
                <a:srgbClr val="5B9B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7277100" y="2845031"/>
              <a:ext cx="1311250" cy="2314460"/>
            </a:xfrm>
            <a:prstGeom prst="rect">
              <a:avLst/>
            </a:prstGeom>
            <a:solidFill>
              <a:schemeClr val="accent1">
                <a:alpha val="46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3" name="矩形 62"/>
            <p:cNvSpPr/>
            <p:nvPr/>
          </p:nvSpPr>
          <p:spPr>
            <a:xfrm>
              <a:off x="8778850" y="2828925"/>
              <a:ext cx="1622665" cy="2330565"/>
            </a:xfrm>
            <a:prstGeom prst="rect">
              <a:avLst/>
            </a:prstGeom>
            <a:solidFill>
              <a:schemeClr val="accent1">
                <a:alpha val="46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16" name="直接箭头连接符 15"/>
            <p:cNvCxnSpPr>
              <a:stCxn id="14" idx="2"/>
              <a:endCxn id="66" idx="0"/>
            </p:cNvCxnSpPr>
            <p:nvPr/>
          </p:nvCxnSpPr>
          <p:spPr>
            <a:xfrm>
              <a:off x="7932725" y="5159491"/>
              <a:ext cx="0" cy="4457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矩形 65"/>
            <p:cNvSpPr/>
            <p:nvPr/>
          </p:nvSpPr>
          <p:spPr>
            <a:xfrm>
              <a:off x="7532615" y="5605199"/>
              <a:ext cx="80021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200" dirty="0">
                  <a:solidFill>
                    <a:srgbClr val="5B9BD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饱和电流</a:t>
              </a:r>
            </a:p>
          </p:txBody>
        </p:sp>
        <p:cxnSp>
          <p:nvCxnSpPr>
            <p:cNvPr id="67" name="直接箭头连接符 66"/>
            <p:cNvCxnSpPr/>
            <p:nvPr/>
          </p:nvCxnSpPr>
          <p:spPr>
            <a:xfrm>
              <a:off x="9590182" y="5188689"/>
              <a:ext cx="0" cy="4271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矩形 67"/>
            <p:cNvSpPr/>
            <p:nvPr/>
          </p:nvSpPr>
          <p:spPr>
            <a:xfrm>
              <a:off x="9180547" y="5615826"/>
              <a:ext cx="80021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200" dirty="0">
                  <a:solidFill>
                    <a:srgbClr val="5B9BD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温升电流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0285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4344669" y="490330"/>
            <a:ext cx="3502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sp>
        <p:nvSpPr>
          <p:cNvPr id="4" name="矩形 3"/>
          <p:cNvSpPr/>
          <p:nvPr/>
        </p:nvSpPr>
        <p:spPr>
          <a:xfrm>
            <a:off x="2243022" y="1746839"/>
            <a:ext cx="49183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、电感的额定电流，包含饱和电流和温升电流</a:t>
            </a:r>
          </a:p>
        </p:txBody>
      </p:sp>
      <p:sp>
        <p:nvSpPr>
          <p:cNvPr id="19" name="矩形 18"/>
          <p:cNvSpPr/>
          <p:nvPr/>
        </p:nvSpPr>
        <p:spPr>
          <a:xfrm>
            <a:off x="2243022" y="2382943"/>
            <a:ext cx="7843814" cy="4589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、在电路设计中，电感的最大电流瞬间值不能超过饱和电流，电流有效值  </a:t>
            </a:r>
          </a:p>
        </p:txBody>
      </p:sp>
      <p:sp>
        <p:nvSpPr>
          <p:cNvPr id="6" name="矩形 5"/>
          <p:cNvSpPr/>
          <p:nvPr/>
        </p:nvSpPr>
        <p:spPr>
          <a:xfrm>
            <a:off x="2598055" y="2836709"/>
            <a:ext cx="715554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也不能超过温升电流。一般情况下，需要留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20%-30%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左右的裕量。</a:t>
            </a:r>
          </a:p>
        </p:txBody>
      </p:sp>
    </p:spTree>
    <p:extLst>
      <p:ext uri="{BB962C8B-B14F-4D97-AF65-F5344CB8AC3E}">
        <p14:creationId xmlns:p14="http://schemas.microsoft.com/office/powerpoint/2010/main" val="1689813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4" grpId="0"/>
      <p:bldP spid="19" grpId="0"/>
      <p:bldP spid="6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smtClean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3058</TotalTime>
  <Words>441</Words>
  <Application>Microsoft Office PowerPoint</Application>
  <PresentationFormat>宽屏</PresentationFormat>
  <Paragraphs>130</Paragraphs>
  <Slides>15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微软雅黑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wuxiaochuan</dc:creator>
  <cp:lastModifiedBy>wuxiaochuan</cp:lastModifiedBy>
  <cp:revision>267</cp:revision>
  <dcterms:created xsi:type="dcterms:W3CDTF">2020-09-19T07:53:06Z</dcterms:created>
  <dcterms:modified xsi:type="dcterms:W3CDTF">2020-10-01T04:32:25Z</dcterms:modified>
</cp:coreProperties>
</file>