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61" r:id="rId3"/>
    <p:sldId id="495" r:id="rId4"/>
    <p:sldId id="564" r:id="rId5"/>
    <p:sldId id="563" r:id="rId6"/>
    <p:sldId id="565" r:id="rId7"/>
    <p:sldId id="566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62" r:id="rId16"/>
    <p:sldId id="558" r:id="rId17"/>
    <p:sldId id="575" r:id="rId18"/>
    <p:sldId id="576" r:id="rId19"/>
    <p:sldId id="577" r:id="rId20"/>
    <p:sldId id="578" r:id="rId21"/>
    <p:sldId id="579" r:id="rId22"/>
    <p:sldId id="574" r:id="rId23"/>
    <p:sldId id="554" r:id="rId24"/>
    <p:sldId id="581" r:id="rId25"/>
    <p:sldId id="582" r:id="rId26"/>
    <p:sldId id="580" r:id="rId27"/>
    <p:sldId id="559" r:id="rId28"/>
    <p:sldId id="584" r:id="rId29"/>
    <p:sldId id="585" r:id="rId30"/>
    <p:sldId id="586" r:id="rId31"/>
    <p:sldId id="588" r:id="rId32"/>
    <p:sldId id="589" r:id="rId33"/>
    <p:sldId id="593" r:id="rId34"/>
    <p:sldId id="594" r:id="rId35"/>
    <p:sldId id="595" r:id="rId36"/>
    <p:sldId id="596" r:id="rId37"/>
    <p:sldId id="597" r:id="rId38"/>
    <p:sldId id="598" r:id="rId39"/>
    <p:sldId id="599" r:id="rId40"/>
    <p:sldId id="583" r:id="rId41"/>
    <p:sldId id="560" r:id="rId42"/>
    <p:sldId id="601" r:id="rId43"/>
    <p:sldId id="602" r:id="rId44"/>
    <p:sldId id="600" r:id="rId45"/>
    <p:sldId id="346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50" autoAdjust="0"/>
    <p:restoredTop sz="94660"/>
  </p:normalViewPr>
  <p:slideViewPr>
    <p:cSldViewPr snapToGrid="0">
      <p:cViewPr>
        <p:scale>
          <a:sx n="66" d="100"/>
          <a:sy n="66" d="100"/>
        </p:scale>
        <p:origin x="177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片 117">
            <a:extLst>
              <a:ext uri="{FF2B5EF4-FFF2-40B4-BE49-F238E27FC236}">
                <a16:creationId xmlns:a16="http://schemas.microsoft.com/office/drawing/2014/main" id="{4168C6BD-F5F5-411D-9A8A-BA92B562E84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9" t="28976" r="37025" b="38297"/>
          <a:stretch>
            <a:fillRect/>
          </a:stretch>
        </p:blipFill>
        <p:spPr bwMode="auto">
          <a:xfrm>
            <a:off x="9062923" y="450364"/>
            <a:ext cx="2274861" cy="10068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DF8570F6-BD9A-4CC6-8811-FBBC3D720396}"/>
              </a:ext>
            </a:extLst>
          </p:cNvPr>
          <p:cNvGrpSpPr/>
          <p:nvPr/>
        </p:nvGrpSpPr>
        <p:grpSpPr>
          <a:xfrm>
            <a:off x="1254711" y="1375072"/>
            <a:ext cx="1497368" cy="4107856"/>
            <a:chOff x="5791550" y="296215"/>
            <a:chExt cx="385618" cy="1187811"/>
          </a:xfrm>
        </p:grpSpPr>
        <p:sp>
          <p:nvSpPr>
            <p:cNvPr id="2" name="Rectangle 1565">
              <a:extLst>
                <a:ext uri="{FF2B5EF4-FFF2-40B4-BE49-F238E27FC236}">
                  <a16:creationId xmlns:a16="http://schemas.microsoft.com/office/drawing/2014/main" id="{17B13F00-8686-4C71-8349-1B1C3DD3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solidFill>
              <a:srgbClr val="CF9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566">
              <a:extLst>
                <a:ext uri="{FF2B5EF4-FFF2-40B4-BE49-F238E27FC236}">
                  <a16:creationId xmlns:a16="http://schemas.microsoft.com/office/drawing/2014/main" id="{EDD239C6-1192-40E6-BD9C-57F54989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67">
              <a:extLst>
                <a:ext uri="{FF2B5EF4-FFF2-40B4-BE49-F238E27FC236}">
                  <a16:creationId xmlns:a16="http://schemas.microsoft.com/office/drawing/2014/main" id="{38E4D7CF-FD83-4C89-A646-27D7CB34C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68">
              <a:extLst>
                <a:ext uri="{FF2B5EF4-FFF2-40B4-BE49-F238E27FC236}">
                  <a16:creationId xmlns:a16="http://schemas.microsoft.com/office/drawing/2014/main" id="{22810413-8FC8-4C32-BEC8-5C47B95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69">
              <a:extLst>
                <a:ext uri="{FF2B5EF4-FFF2-40B4-BE49-F238E27FC236}">
                  <a16:creationId xmlns:a16="http://schemas.microsoft.com/office/drawing/2014/main" id="{967DCA54-45A1-4550-974D-957D3C22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7" y="1084335"/>
              <a:ext cx="92887" cy="388432"/>
            </a:xfrm>
            <a:custGeom>
              <a:avLst/>
              <a:gdLst>
                <a:gd name="T0" fmla="*/ 21 w 33"/>
                <a:gd name="T1" fmla="*/ 128 h 138"/>
                <a:gd name="T2" fmla="*/ 0 w 33"/>
                <a:gd name="T3" fmla="*/ 0 h 138"/>
                <a:gd name="T4" fmla="*/ 31 w 33"/>
                <a:gd name="T5" fmla="*/ 0 h 138"/>
                <a:gd name="T6" fmla="*/ 33 w 33"/>
                <a:gd name="T7" fmla="*/ 138 h 138"/>
                <a:gd name="T8" fmla="*/ 2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21" y="128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3" y="138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570">
              <a:extLst>
                <a:ext uri="{FF2B5EF4-FFF2-40B4-BE49-F238E27FC236}">
                  <a16:creationId xmlns:a16="http://schemas.microsoft.com/office/drawing/2014/main" id="{6282784E-EA23-4B70-9147-97264E91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14" y="1084335"/>
              <a:ext cx="59110" cy="388432"/>
            </a:xfrm>
            <a:custGeom>
              <a:avLst/>
              <a:gdLst>
                <a:gd name="T0" fmla="*/ 7 w 9"/>
                <a:gd name="T1" fmla="*/ 0 h 58"/>
                <a:gd name="T2" fmla="*/ 5 w 9"/>
                <a:gd name="T3" fmla="*/ 0 h 58"/>
                <a:gd name="T4" fmla="*/ 0 w 9"/>
                <a:gd name="T5" fmla="*/ 36 h 58"/>
                <a:gd name="T6" fmla="*/ 0 w 9"/>
                <a:gd name="T7" fmla="*/ 36 h 58"/>
                <a:gd name="T8" fmla="*/ 3 w 9"/>
                <a:gd name="T9" fmla="*/ 54 h 58"/>
                <a:gd name="T10" fmla="*/ 8 w 9"/>
                <a:gd name="T11" fmla="*/ 58 h 58"/>
                <a:gd name="T12" fmla="*/ 7 w 9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8">
                  <a:moveTo>
                    <a:pt x="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7" y="11"/>
                    <a:pt x="9" y="29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71">
              <a:extLst>
                <a:ext uri="{FF2B5EF4-FFF2-40B4-BE49-F238E27FC236}">
                  <a16:creationId xmlns:a16="http://schemas.microsoft.com/office/drawing/2014/main" id="{319DD380-3115-4A5B-8890-C995D9B1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084335"/>
              <a:ext cx="92887" cy="388432"/>
            </a:xfrm>
            <a:custGeom>
              <a:avLst/>
              <a:gdLst>
                <a:gd name="T0" fmla="*/ 11 w 33"/>
                <a:gd name="T1" fmla="*/ 128 h 138"/>
                <a:gd name="T2" fmla="*/ 33 w 33"/>
                <a:gd name="T3" fmla="*/ 0 h 138"/>
                <a:gd name="T4" fmla="*/ 0 w 33"/>
                <a:gd name="T5" fmla="*/ 0 h 138"/>
                <a:gd name="T6" fmla="*/ 0 w 33"/>
                <a:gd name="T7" fmla="*/ 138 h 138"/>
                <a:gd name="T8" fmla="*/ 1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11" y="12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138"/>
                  </a:lnTo>
                  <a:lnTo>
                    <a:pt x="1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72">
              <a:extLst>
                <a:ext uri="{FF2B5EF4-FFF2-40B4-BE49-F238E27FC236}">
                  <a16:creationId xmlns:a16="http://schemas.microsoft.com/office/drawing/2014/main" id="{F3E48D84-55BC-414B-AB2B-982A417E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99" y="1084335"/>
              <a:ext cx="67553" cy="388432"/>
            </a:xfrm>
            <a:custGeom>
              <a:avLst/>
              <a:gdLst>
                <a:gd name="T0" fmla="*/ 9 w 10"/>
                <a:gd name="T1" fmla="*/ 30 h 58"/>
                <a:gd name="T2" fmla="*/ 3 w 10"/>
                <a:gd name="T3" fmla="*/ 28 h 58"/>
                <a:gd name="T4" fmla="*/ 4 w 10"/>
                <a:gd name="T5" fmla="*/ 0 h 58"/>
                <a:gd name="T6" fmla="*/ 1 w 10"/>
                <a:gd name="T7" fmla="*/ 0 h 58"/>
                <a:gd name="T8" fmla="*/ 1 w 10"/>
                <a:gd name="T9" fmla="*/ 58 h 58"/>
                <a:gd name="T10" fmla="*/ 6 w 10"/>
                <a:gd name="T11" fmla="*/ 54 h 58"/>
                <a:gd name="T12" fmla="*/ 10 w 10"/>
                <a:gd name="T13" fmla="*/ 29 h 58"/>
                <a:gd name="T14" fmla="*/ 9 w 10"/>
                <a:gd name="T15" fmla="*/ 3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8">
                  <a:moveTo>
                    <a:pt x="9" y="30"/>
                  </a:moveTo>
                  <a:cubicBezTo>
                    <a:pt x="7" y="32"/>
                    <a:pt x="4" y="31"/>
                    <a:pt x="3" y="28"/>
                  </a:cubicBezTo>
                  <a:cubicBezTo>
                    <a:pt x="0" y="19"/>
                    <a:pt x="3" y="9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0" y="29"/>
                    <a:pt x="10" y="29"/>
                    <a:pt x="10" y="29"/>
                  </a:cubicBezTo>
                  <a:lnTo>
                    <a:pt x="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573">
              <a:extLst>
                <a:ext uri="{FF2B5EF4-FFF2-40B4-BE49-F238E27FC236}">
                  <a16:creationId xmlns:a16="http://schemas.microsoft.com/office/drawing/2014/main" id="{69E60ACB-190E-47CF-9B99-E21705A5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45239"/>
              <a:ext cx="315249" cy="318063"/>
            </a:xfrm>
            <a:custGeom>
              <a:avLst/>
              <a:gdLst>
                <a:gd name="T0" fmla="*/ 44 w 47"/>
                <a:gd name="T1" fmla="*/ 4 h 48"/>
                <a:gd name="T2" fmla="*/ 24 w 47"/>
                <a:gd name="T3" fmla="*/ 0 h 48"/>
                <a:gd name="T4" fmla="*/ 24 w 47"/>
                <a:gd name="T5" fmla="*/ 0 h 48"/>
                <a:gd name="T6" fmla="*/ 24 w 47"/>
                <a:gd name="T7" fmla="*/ 0 h 48"/>
                <a:gd name="T8" fmla="*/ 23 w 47"/>
                <a:gd name="T9" fmla="*/ 0 h 48"/>
                <a:gd name="T10" fmla="*/ 23 w 47"/>
                <a:gd name="T11" fmla="*/ 0 h 48"/>
                <a:gd name="T12" fmla="*/ 3 w 47"/>
                <a:gd name="T13" fmla="*/ 4 h 48"/>
                <a:gd name="T14" fmla="*/ 4 w 47"/>
                <a:gd name="T15" fmla="*/ 48 h 48"/>
                <a:gd name="T16" fmla="*/ 23 w 47"/>
                <a:gd name="T17" fmla="*/ 48 h 48"/>
                <a:gd name="T18" fmla="*/ 24 w 47"/>
                <a:gd name="T19" fmla="*/ 48 h 48"/>
                <a:gd name="T20" fmla="*/ 43 w 47"/>
                <a:gd name="T21" fmla="*/ 48 h 48"/>
                <a:gd name="T22" fmla="*/ 44 w 47"/>
                <a:gd name="T2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48">
                  <a:moveTo>
                    <a:pt x="44" y="4"/>
                  </a:moveTo>
                  <a:cubicBezTo>
                    <a:pt x="42" y="1"/>
                    <a:pt x="3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3" y="0"/>
                    <a:pt x="6" y="1"/>
                    <a:pt x="3" y="4"/>
                  </a:cubicBezTo>
                  <a:cubicBezTo>
                    <a:pt x="0" y="8"/>
                    <a:pt x="4" y="48"/>
                    <a:pt x="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7" y="9"/>
                    <a:pt x="44" y="4"/>
                  </a:cubicBezTo>
                </a:path>
              </a:pathLst>
            </a:custGeom>
            <a:solidFill>
              <a:srgbClr val="D1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74">
              <a:extLst>
                <a:ext uri="{FF2B5EF4-FFF2-40B4-BE49-F238E27FC236}">
                  <a16:creationId xmlns:a16="http://schemas.microsoft.com/office/drawing/2014/main" id="{FAA06312-9BFA-4DA9-87AB-F9B20989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168883" cy="301174"/>
            </a:xfrm>
            <a:custGeom>
              <a:avLst/>
              <a:gdLst>
                <a:gd name="T0" fmla="*/ 23 w 25"/>
                <a:gd name="T1" fmla="*/ 4 h 45"/>
                <a:gd name="T2" fmla="*/ 21 w 25"/>
                <a:gd name="T3" fmla="*/ 1 h 45"/>
                <a:gd name="T4" fmla="*/ 19 w 25"/>
                <a:gd name="T5" fmla="*/ 0 h 45"/>
                <a:gd name="T6" fmla="*/ 20 w 25"/>
                <a:gd name="T7" fmla="*/ 33 h 45"/>
                <a:gd name="T8" fmla="*/ 18 w 25"/>
                <a:gd name="T9" fmla="*/ 41 h 45"/>
                <a:gd name="T10" fmla="*/ 10 w 25"/>
                <a:gd name="T11" fmla="*/ 43 h 45"/>
                <a:gd name="T12" fmla="*/ 5 w 25"/>
                <a:gd name="T13" fmla="*/ 33 h 45"/>
                <a:gd name="T14" fmla="*/ 6 w 25"/>
                <a:gd name="T15" fmla="*/ 31 h 45"/>
                <a:gd name="T16" fmla="*/ 6 w 25"/>
                <a:gd name="T17" fmla="*/ 21 h 45"/>
                <a:gd name="T18" fmla="*/ 7 w 25"/>
                <a:gd name="T19" fmla="*/ 0 h 45"/>
                <a:gd name="T20" fmla="*/ 2 w 25"/>
                <a:gd name="T21" fmla="*/ 3 h 45"/>
                <a:gd name="T22" fmla="*/ 2 w 25"/>
                <a:gd name="T23" fmla="*/ 44 h 45"/>
                <a:gd name="T24" fmla="*/ 23 w 25"/>
                <a:gd name="T25" fmla="*/ 44 h 45"/>
                <a:gd name="T26" fmla="*/ 23 w 25"/>
                <a:gd name="T27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45">
                  <a:moveTo>
                    <a:pt x="23" y="4"/>
                  </a:moveTo>
                  <a:cubicBezTo>
                    <a:pt x="23" y="2"/>
                    <a:pt x="22" y="2"/>
                    <a:pt x="21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3"/>
                    <a:pt x="18" y="21"/>
                    <a:pt x="20" y="33"/>
                  </a:cubicBezTo>
                  <a:cubicBezTo>
                    <a:pt x="20" y="36"/>
                    <a:pt x="19" y="41"/>
                    <a:pt x="18" y="41"/>
                  </a:cubicBezTo>
                  <a:cubicBezTo>
                    <a:pt x="16" y="45"/>
                    <a:pt x="13" y="43"/>
                    <a:pt x="10" y="43"/>
                  </a:cubicBezTo>
                  <a:cubicBezTo>
                    <a:pt x="7" y="42"/>
                    <a:pt x="5" y="39"/>
                    <a:pt x="5" y="33"/>
                  </a:cubicBezTo>
                  <a:cubicBezTo>
                    <a:pt x="5" y="32"/>
                    <a:pt x="5" y="32"/>
                    <a:pt x="6" y="31"/>
                  </a:cubicBezTo>
                  <a:cubicBezTo>
                    <a:pt x="5" y="27"/>
                    <a:pt x="6" y="24"/>
                    <a:pt x="6" y="21"/>
                  </a:cubicBezTo>
                  <a:cubicBezTo>
                    <a:pt x="6" y="14"/>
                    <a:pt x="11" y="11"/>
                    <a:pt x="7" y="0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5" y="7"/>
                    <a:pt x="23" y="4"/>
                  </a:cubicBezTo>
                </a:path>
              </a:pathLst>
            </a:custGeom>
            <a:solidFill>
              <a:srgbClr val="C7D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1575">
              <a:extLst>
                <a:ext uri="{FF2B5EF4-FFF2-40B4-BE49-F238E27FC236}">
                  <a16:creationId xmlns:a16="http://schemas.microsoft.com/office/drawing/2014/main" id="{5ECECDBA-A7A8-4653-B59C-8FEAAFCB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54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76">
              <a:extLst>
                <a:ext uri="{FF2B5EF4-FFF2-40B4-BE49-F238E27FC236}">
                  <a16:creationId xmlns:a16="http://schemas.microsoft.com/office/drawing/2014/main" id="{32E65056-11D8-4235-ABC1-2417DEAF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77">
              <a:extLst>
                <a:ext uri="{FF2B5EF4-FFF2-40B4-BE49-F238E27FC236}">
                  <a16:creationId xmlns:a16="http://schemas.microsoft.com/office/drawing/2014/main" id="{C2A534E6-DF68-4CCB-9FD9-69156DE1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78">
              <a:extLst>
                <a:ext uri="{FF2B5EF4-FFF2-40B4-BE49-F238E27FC236}">
                  <a16:creationId xmlns:a16="http://schemas.microsoft.com/office/drawing/2014/main" id="{3F9558F9-6E89-4A05-A5DE-B7BE1E69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1579">
              <a:extLst>
                <a:ext uri="{FF2B5EF4-FFF2-40B4-BE49-F238E27FC236}">
                  <a16:creationId xmlns:a16="http://schemas.microsoft.com/office/drawing/2014/main" id="{F0681E54-04BA-4E44-9B55-E80D2E4B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58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580">
              <a:extLst>
                <a:ext uri="{FF2B5EF4-FFF2-40B4-BE49-F238E27FC236}">
                  <a16:creationId xmlns:a16="http://schemas.microsoft.com/office/drawing/2014/main" id="{3848DB35-098B-4E7E-9E7D-00E63B22B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581">
              <a:extLst>
                <a:ext uri="{FF2B5EF4-FFF2-40B4-BE49-F238E27FC236}">
                  <a16:creationId xmlns:a16="http://schemas.microsoft.com/office/drawing/2014/main" id="{A695D0F2-1FAC-4D8A-9AF3-AE8CCD4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6" y="6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82">
              <a:extLst>
                <a:ext uri="{FF2B5EF4-FFF2-40B4-BE49-F238E27FC236}">
                  <a16:creationId xmlns:a16="http://schemas.microsoft.com/office/drawing/2014/main" id="{1FDD5E85-5087-4833-B17C-4FDDF006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8" y="6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83">
              <a:extLst>
                <a:ext uri="{FF2B5EF4-FFF2-40B4-BE49-F238E27FC236}">
                  <a16:creationId xmlns:a16="http://schemas.microsoft.com/office/drawing/2014/main" id="{F7AFE092-D4A9-475F-AD5F-7C492C72F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310288"/>
              <a:ext cx="273029" cy="306804"/>
            </a:xfrm>
            <a:custGeom>
              <a:avLst/>
              <a:gdLst>
                <a:gd name="T0" fmla="*/ 41 w 41"/>
                <a:gd name="T1" fmla="*/ 20 h 46"/>
                <a:gd name="T2" fmla="*/ 20 w 41"/>
                <a:gd name="T3" fmla="*/ 46 h 46"/>
                <a:gd name="T4" fmla="*/ 0 w 41"/>
                <a:gd name="T5" fmla="*/ 20 h 46"/>
                <a:gd name="T6" fmla="*/ 20 w 41"/>
                <a:gd name="T7" fmla="*/ 0 h 46"/>
                <a:gd name="T8" fmla="*/ 41 w 41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6">
                  <a:moveTo>
                    <a:pt x="41" y="20"/>
                  </a:moveTo>
                  <a:cubicBezTo>
                    <a:pt x="41" y="31"/>
                    <a:pt x="34" y="46"/>
                    <a:pt x="20" y="46"/>
                  </a:cubicBezTo>
                  <a:cubicBezTo>
                    <a:pt x="9" y="46"/>
                    <a:pt x="0" y="31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41" y="8"/>
                    <a:pt x="41" y="20"/>
                  </a:cubicBez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84">
              <a:extLst>
                <a:ext uri="{FF2B5EF4-FFF2-40B4-BE49-F238E27FC236}">
                  <a16:creationId xmlns:a16="http://schemas.microsoft.com/office/drawing/2014/main" id="{E9521AA3-A5CF-4C35-9E2F-90C6AE49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490430"/>
              <a:ext cx="42222" cy="87255"/>
            </a:xfrm>
            <a:custGeom>
              <a:avLst/>
              <a:gdLst>
                <a:gd name="T0" fmla="*/ 4 w 6"/>
                <a:gd name="T1" fmla="*/ 5 h 13"/>
                <a:gd name="T2" fmla="*/ 2 w 6"/>
                <a:gd name="T3" fmla="*/ 8 h 13"/>
                <a:gd name="T4" fmla="*/ 6 w 6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4" y="5"/>
                  </a:moveTo>
                  <a:cubicBezTo>
                    <a:pt x="4" y="5"/>
                    <a:pt x="0" y="0"/>
                    <a:pt x="2" y="8"/>
                  </a:cubicBezTo>
                  <a:cubicBezTo>
                    <a:pt x="4" y="13"/>
                    <a:pt x="6" y="12"/>
                    <a:pt x="6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585">
              <a:extLst>
                <a:ext uri="{FF2B5EF4-FFF2-40B4-BE49-F238E27FC236}">
                  <a16:creationId xmlns:a16="http://schemas.microsoft.com/office/drawing/2014/main" id="{E5CE90FB-2426-41E3-A9A5-8447FBD6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356" y="490430"/>
              <a:ext cx="33777" cy="87255"/>
            </a:xfrm>
            <a:custGeom>
              <a:avLst/>
              <a:gdLst>
                <a:gd name="T0" fmla="*/ 2 w 5"/>
                <a:gd name="T1" fmla="*/ 5 h 13"/>
                <a:gd name="T2" fmla="*/ 3 w 5"/>
                <a:gd name="T3" fmla="*/ 8 h 13"/>
                <a:gd name="T4" fmla="*/ 0 w 5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3">
                  <a:moveTo>
                    <a:pt x="2" y="5"/>
                  </a:moveTo>
                  <a:cubicBezTo>
                    <a:pt x="2" y="5"/>
                    <a:pt x="5" y="0"/>
                    <a:pt x="3" y="8"/>
                  </a:cubicBezTo>
                  <a:cubicBezTo>
                    <a:pt x="2" y="13"/>
                    <a:pt x="0" y="12"/>
                    <a:pt x="0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586">
              <a:extLst>
                <a:ext uri="{FF2B5EF4-FFF2-40B4-BE49-F238E27FC236}">
                  <a16:creationId xmlns:a16="http://schemas.microsoft.com/office/drawing/2014/main" id="{A59D93BD-8BA3-46E2-AD57-946D899A2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645239"/>
              <a:ext cx="101330" cy="298361"/>
            </a:xfrm>
            <a:custGeom>
              <a:avLst/>
              <a:gdLst>
                <a:gd name="T0" fmla="*/ 14 w 15"/>
                <a:gd name="T1" fmla="*/ 0 h 45"/>
                <a:gd name="T2" fmla="*/ 3 w 15"/>
                <a:gd name="T3" fmla="*/ 3 h 45"/>
                <a:gd name="T4" fmla="*/ 1 w 15"/>
                <a:gd name="T5" fmla="*/ 32 h 45"/>
                <a:gd name="T6" fmla="*/ 2 w 15"/>
                <a:gd name="T7" fmla="*/ 45 h 45"/>
                <a:gd name="T8" fmla="*/ 12 w 15"/>
                <a:gd name="T9" fmla="*/ 45 h 45"/>
                <a:gd name="T10" fmla="*/ 12 w 15"/>
                <a:gd name="T11" fmla="*/ 45 h 45"/>
                <a:gd name="T12" fmla="*/ 10 w 15"/>
                <a:gd name="T13" fmla="*/ 45 h 45"/>
                <a:gd name="T14" fmla="*/ 10 w 15"/>
                <a:gd name="T15" fmla="*/ 4 h 45"/>
                <a:gd name="T16" fmla="*/ 14 w 15"/>
                <a:gd name="T17" fmla="*/ 1 h 45"/>
                <a:gd name="T18" fmla="*/ 15 w 15"/>
                <a:gd name="T19" fmla="*/ 0 h 45"/>
                <a:gd name="T20" fmla="*/ 14 w 15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5">
                  <a:moveTo>
                    <a:pt x="14" y="0"/>
                  </a:moveTo>
                  <a:cubicBezTo>
                    <a:pt x="8" y="0"/>
                    <a:pt x="3" y="3"/>
                    <a:pt x="3" y="3"/>
                  </a:cubicBezTo>
                  <a:cubicBezTo>
                    <a:pt x="3" y="3"/>
                    <a:pt x="0" y="22"/>
                    <a:pt x="1" y="32"/>
                  </a:cubicBezTo>
                  <a:cubicBezTo>
                    <a:pt x="1" y="37"/>
                    <a:pt x="1" y="42"/>
                    <a:pt x="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8" y="8"/>
                    <a:pt x="10" y="4"/>
                  </a:cubicBezTo>
                  <a:cubicBezTo>
                    <a:pt x="11" y="3"/>
                    <a:pt x="13" y="1"/>
                    <a:pt x="14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587">
              <a:extLst>
                <a:ext uri="{FF2B5EF4-FFF2-40B4-BE49-F238E27FC236}">
                  <a16:creationId xmlns:a16="http://schemas.microsoft.com/office/drawing/2014/main" id="{68FA9F48-A8BB-4456-A542-DDCF7045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39406" cy="292731"/>
            </a:xfrm>
            <a:custGeom>
              <a:avLst/>
              <a:gdLst>
                <a:gd name="T0" fmla="*/ 6 w 6"/>
                <a:gd name="T1" fmla="*/ 0 h 44"/>
                <a:gd name="T2" fmla="*/ 2 w 6"/>
                <a:gd name="T3" fmla="*/ 3 h 44"/>
                <a:gd name="T4" fmla="*/ 2 w 6"/>
                <a:gd name="T5" fmla="*/ 44 h 44"/>
                <a:gd name="T6" fmla="*/ 4 w 6"/>
                <a:gd name="T7" fmla="*/ 44 h 44"/>
                <a:gd name="T8" fmla="*/ 4 w 6"/>
                <a:gd name="T9" fmla="*/ 43 h 44"/>
                <a:gd name="T10" fmla="*/ 6 w 6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4">
                  <a:moveTo>
                    <a:pt x="6" y="0"/>
                  </a:moveTo>
                  <a:cubicBezTo>
                    <a:pt x="5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3"/>
                    <a:pt x="4" y="43"/>
                  </a:cubicBezTo>
                  <a:cubicBezTo>
                    <a:pt x="3" y="36"/>
                    <a:pt x="6" y="3"/>
                    <a:pt x="6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88">
              <a:extLst>
                <a:ext uri="{FF2B5EF4-FFF2-40B4-BE49-F238E27FC236}">
                  <a16:creationId xmlns:a16="http://schemas.microsoft.com/office/drawing/2014/main" id="{78258304-929C-4A28-B06A-7F845AE5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1011152"/>
              <a:ext cx="0" cy="5629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89">
              <a:extLst>
                <a:ext uri="{FF2B5EF4-FFF2-40B4-BE49-F238E27FC236}">
                  <a16:creationId xmlns:a16="http://schemas.microsoft.com/office/drawing/2014/main" id="{46D427CB-C40D-43BC-99A6-2C4544C09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63303"/>
              <a:ext cx="73183" cy="53479"/>
            </a:xfrm>
            <a:custGeom>
              <a:avLst/>
              <a:gdLst>
                <a:gd name="T0" fmla="*/ 2 w 11"/>
                <a:gd name="T1" fmla="*/ 0 h 8"/>
                <a:gd name="T2" fmla="*/ 0 w 11"/>
                <a:gd name="T3" fmla="*/ 0 h 8"/>
                <a:gd name="T4" fmla="*/ 0 w 11"/>
                <a:gd name="T5" fmla="*/ 7 h 8"/>
                <a:gd name="T6" fmla="*/ 0 w 11"/>
                <a:gd name="T7" fmla="*/ 8 h 8"/>
                <a:gd name="T8" fmla="*/ 11 w 11"/>
                <a:gd name="T9" fmla="*/ 8 h 8"/>
                <a:gd name="T10" fmla="*/ 10 w 11"/>
                <a:gd name="T11" fmla="*/ 0 h 8"/>
                <a:gd name="T12" fmla="*/ 2 w 11"/>
                <a:gd name="T13" fmla="*/ 0 h 8"/>
                <a:gd name="T14" fmla="*/ 2 w 11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5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590">
              <a:extLst>
                <a:ext uri="{FF2B5EF4-FFF2-40B4-BE49-F238E27FC236}">
                  <a16:creationId xmlns:a16="http://schemas.microsoft.com/office/drawing/2014/main" id="{2F992E73-501A-424E-864E-0813A556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14074" cy="19702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91">
              <a:extLst>
                <a:ext uri="{FF2B5EF4-FFF2-40B4-BE49-F238E27FC236}">
                  <a16:creationId xmlns:a16="http://schemas.microsoft.com/office/drawing/2014/main" id="{8070AD5C-162A-4064-A491-22DDD765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67553" cy="19702"/>
            </a:xfrm>
            <a:custGeom>
              <a:avLst/>
              <a:gdLst>
                <a:gd name="T0" fmla="*/ 10 w 10"/>
                <a:gd name="T1" fmla="*/ 0 h 3"/>
                <a:gd name="T2" fmla="*/ 0 w 10"/>
                <a:gd name="T3" fmla="*/ 0 h 3"/>
                <a:gd name="T4" fmla="*/ 0 w 10"/>
                <a:gd name="T5" fmla="*/ 0 h 3"/>
                <a:gd name="T6" fmla="*/ 2 w 10"/>
                <a:gd name="T7" fmla="*/ 3 h 3"/>
                <a:gd name="T8" fmla="*/ 2 w 10"/>
                <a:gd name="T9" fmla="*/ 3 h 3"/>
                <a:gd name="T10" fmla="*/ 10 w 10"/>
                <a:gd name="T11" fmla="*/ 3 h 3"/>
                <a:gd name="T12" fmla="*/ 10 w 10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1"/>
                    <a:pt x="1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92">
              <a:extLst>
                <a:ext uri="{FF2B5EF4-FFF2-40B4-BE49-F238E27FC236}">
                  <a16:creationId xmlns:a16="http://schemas.microsoft.com/office/drawing/2014/main" id="{A6FC5B0A-1A4A-4BFD-A4E7-E1A99A7E5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4875" y="645239"/>
              <a:ext cx="73183" cy="19702"/>
            </a:xfrm>
            <a:custGeom>
              <a:avLst/>
              <a:gdLst>
                <a:gd name="T0" fmla="*/ 11 w 11"/>
                <a:gd name="T1" fmla="*/ 3 h 3"/>
                <a:gd name="T2" fmla="*/ 11 w 11"/>
                <a:gd name="T3" fmla="*/ 3 h 3"/>
                <a:gd name="T4" fmla="*/ 11 w 11"/>
                <a:gd name="T5" fmla="*/ 3 h 3"/>
                <a:gd name="T6" fmla="*/ 11 w 11"/>
                <a:gd name="T7" fmla="*/ 3 h 3"/>
                <a:gd name="T8" fmla="*/ 0 w 11"/>
                <a:gd name="T9" fmla="*/ 0 h 3"/>
                <a:gd name="T10" fmla="*/ 5 w 11"/>
                <a:gd name="T11" fmla="*/ 1 h 3"/>
                <a:gd name="T12" fmla="*/ 0 w 1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93">
              <a:extLst>
                <a:ext uri="{FF2B5EF4-FFF2-40B4-BE49-F238E27FC236}">
                  <a16:creationId xmlns:a16="http://schemas.microsoft.com/office/drawing/2014/main" id="{29F79568-F769-4B7A-AEE0-F5E649101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963303"/>
              <a:ext cx="78812" cy="53479"/>
            </a:xfrm>
            <a:custGeom>
              <a:avLst/>
              <a:gdLst>
                <a:gd name="T0" fmla="*/ 12 w 12"/>
                <a:gd name="T1" fmla="*/ 0 h 8"/>
                <a:gd name="T2" fmla="*/ 11 w 12"/>
                <a:gd name="T3" fmla="*/ 0 h 8"/>
                <a:gd name="T4" fmla="*/ 11 w 12"/>
                <a:gd name="T5" fmla="*/ 0 h 8"/>
                <a:gd name="T6" fmla="*/ 1 w 12"/>
                <a:gd name="T7" fmla="*/ 0 h 8"/>
                <a:gd name="T8" fmla="*/ 0 w 12"/>
                <a:gd name="T9" fmla="*/ 8 h 8"/>
                <a:gd name="T10" fmla="*/ 11 w 12"/>
                <a:gd name="T11" fmla="*/ 8 h 8"/>
                <a:gd name="T12" fmla="*/ 12 w 1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1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5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6"/>
                    <a:pt x="1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94">
              <a:extLst>
                <a:ext uri="{FF2B5EF4-FFF2-40B4-BE49-F238E27FC236}">
                  <a16:creationId xmlns:a16="http://schemas.microsoft.com/office/drawing/2014/main" id="{B2038F28-D03E-4D9A-AE35-B6CFF2E8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45239"/>
              <a:ext cx="92887" cy="318063"/>
            </a:xfrm>
            <a:custGeom>
              <a:avLst/>
              <a:gdLst>
                <a:gd name="T0" fmla="*/ 0 w 14"/>
                <a:gd name="T1" fmla="*/ 0 h 48"/>
                <a:gd name="T2" fmla="*/ 0 w 14"/>
                <a:gd name="T3" fmla="*/ 1 h 48"/>
                <a:gd name="T4" fmla="*/ 1 w 14"/>
                <a:gd name="T5" fmla="*/ 2 h 48"/>
                <a:gd name="T6" fmla="*/ 3 w 14"/>
                <a:gd name="T7" fmla="*/ 5 h 48"/>
                <a:gd name="T8" fmla="*/ 3 w 14"/>
                <a:gd name="T9" fmla="*/ 45 h 48"/>
                <a:gd name="T10" fmla="*/ 1 w 14"/>
                <a:gd name="T11" fmla="*/ 45 h 48"/>
                <a:gd name="T12" fmla="*/ 1 w 14"/>
                <a:gd name="T13" fmla="*/ 45 h 48"/>
                <a:gd name="T14" fmla="*/ 12 w 14"/>
                <a:gd name="T15" fmla="*/ 45 h 48"/>
                <a:gd name="T16" fmla="*/ 11 w 14"/>
                <a:gd name="T17" fmla="*/ 48 h 48"/>
                <a:gd name="T18" fmla="*/ 12 w 14"/>
                <a:gd name="T19" fmla="*/ 48 h 48"/>
                <a:gd name="T20" fmla="*/ 13 w 14"/>
                <a:gd name="T21" fmla="*/ 32 h 48"/>
                <a:gd name="T22" fmla="*/ 12 w 14"/>
                <a:gd name="T23" fmla="*/ 3 h 48"/>
                <a:gd name="T24" fmla="*/ 12 w 14"/>
                <a:gd name="T25" fmla="*/ 3 h 48"/>
                <a:gd name="T26" fmla="*/ 6 w 14"/>
                <a:gd name="T27" fmla="*/ 1 h 48"/>
                <a:gd name="T28" fmla="*/ 1 w 14"/>
                <a:gd name="T29" fmla="*/ 0 h 48"/>
                <a:gd name="T30" fmla="*/ 0 w 14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4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3" y="3"/>
                    <a:pt x="3" y="5"/>
                  </a:cubicBezTo>
                  <a:cubicBezTo>
                    <a:pt x="5" y="8"/>
                    <a:pt x="3" y="45"/>
                    <a:pt x="3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0"/>
                    <a:pt x="13" y="32"/>
                  </a:cubicBezTo>
                  <a:cubicBezTo>
                    <a:pt x="14" y="22"/>
                    <a:pt x="12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9" y="2"/>
                    <a:pt x="6" y="1"/>
                  </a:cubicBezTo>
                  <a:cubicBezTo>
                    <a:pt x="5" y="1"/>
                    <a:pt x="3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95">
              <a:extLst>
                <a:ext uri="{FF2B5EF4-FFF2-40B4-BE49-F238E27FC236}">
                  <a16:creationId xmlns:a16="http://schemas.microsoft.com/office/drawing/2014/main" id="{D28A8BCC-E535-474E-94D1-0C694D696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50868"/>
              <a:ext cx="33777" cy="292731"/>
            </a:xfrm>
            <a:custGeom>
              <a:avLst/>
              <a:gdLst>
                <a:gd name="T0" fmla="*/ 0 w 5"/>
                <a:gd name="T1" fmla="*/ 0 h 44"/>
                <a:gd name="T2" fmla="*/ 1 w 5"/>
                <a:gd name="T3" fmla="*/ 43 h 44"/>
                <a:gd name="T4" fmla="*/ 1 w 5"/>
                <a:gd name="T5" fmla="*/ 44 h 44"/>
                <a:gd name="T6" fmla="*/ 3 w 5"/>
                <a:gd name="T7" fmla="*/ 44 h 44"/>
                <a:gd name="T8" fmla="*/ 3 w 5"/>
                <a:gd name="T9" fmla="*/ 4 h 44"/>
                <a:gd name="T10" fmla="*/ 1 w 5"/>
                <a:gd name="T11" fmla="*/ 1 h 44"/>
                <a:gd name="T12" fmla="*/ 0 w 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cubicBezTo>
                    <a:pt x="1" y="6"/>
                    <a:pt x="3" y="36"/>
                    <a:pt x="1" y="43"/>
                  </a:cubicBezTo>
                  <a:cubicBezTo>
                    <a:pt x="1" y="43"/>
                    <a:pt x="1" y="44"/>
                    <a:pt x="1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5" y="7"/>
                    <a:pt x="3" y="4"/>
                  </a:cubicBezTo>
                  <a:cubicBezTo>
                    <a:pt x="3" y="2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596">
              <a:extLst>
                <a:ext uri="{FF2B5EF4-FFF2-40B4-BE49-F238E27FC236}">
                  <a16:creationId xmlns:a16="http://schemas.microsoft.com/office/drawing/2014/main" id="{22E346A2-F9A5-443D-A63E-B0701E692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875" y="943599"/>
              <a:ext cx="73183" cy="19702"/>
            </a:xfrm>
            <a:custGeom>
              <a:avLst/>
              <a:gdLst>
                <a:gd name="T0" fmla="*/ 11 w 11"/>
                <a:gd name="T1" fmla="*/ 0 h 3"/>
                <a:gd name="T2" fmla="*/ 0 w 11"/>
                <a:gd name="T3" fmla="*/ 0 h 3"/>
                <a:gd name="T4" fmla="*/ 0 w 11"/>
                <a:gd name="T5" fmla="*/ 3 h 3"/>
                <a:gd name="T6" fmla="*/ 10 w 11"/>
                <a:gd name="T7" fmla="*/ 3 h 3"/>
                <a:gd name="T8" fmla="*/ 10 w 11"/>
                <a:gd name="T9" fmla="*/ 3 h 3"/>
                <a:gd name="T10" fmla="*/ 11 w 11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">
                  <a:moveTo>
                    <a:pt x="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97">
              <a:extLst>
                <a:ext uri="{FF2B5EF4-FFF2-40B4-BE49-F238E27FC236}">
                  <a16:creationId xmlns:a16="http://schemas.microsoft.com/office/drawing/2014/main" id="{194D246C-9A06-4887-A054-3F984B52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031" y="645239"/>
              <a:ext cx="92887" cy="371543"/>
            </a:xfrm>
            <a:custGeom>
              <a:avLst/>
              <a:gdLst>
                <a:gd name="T0" fmla="*/ 14 w 14"/>
                <a:gd name="T1" fmla="*/ 0 h 56"/>
                <a:gd name="T2" fmla="*/ 12 w 14"/>
                <a:gd name="T3" fmla="*/ 43 h 56"/>
                <a:gd name="T4" fmla="*/ 13 w 14"/>
                <a:gd name="T5" fmla="*/ 56 h 56"/>
                <a:gd name="T6" fmla="*/ 2 w 14"/>
                <a:gd name="T7" fmla="*/ 55 h 56"/>
                <a:gd name="T8" fmla="*/ 1 w 14"/>
                <a:gd name="T9" fmla="*/ 31 h 56"/>
                <a:gd name="T10" fmla="*/ 3 w 14"/>
                <a:gd name="T11" fmla="*/ 3 h 56"/>
                <a:gd name="T12" fmla="*/ 14 w 14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6">
                  <a:moveTo>
                    <a:pt x="14" y="0"/>
                  </a:moveTo>
                  <a:cubicBezTo>
                    <a:pt x="14" y="0"/>
                    <a:pt x="11" y="35"/>
                    <a:pt x="12" y="43"/>
                  </a:cubicBezTo>
                  <a:cubicBezTo>
                    <a:pt x="13" y="50"/>
                    <a:pt x="13" y="56"/>
                    <a:pt x="13" y="56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2" y="55"/>
                    <a:pt x="2" y="51"/>
                    <a:pt x="1" y="31"/>
                  </a:cubicBezTo>
                  <a:cubicBezTo>
                    <a:pt x="0" y="21"/>
                    <a:pt x="3" y="3"/>
                    <a:pt x="3" y="3"/>
                  </a:cubicBezTo>
                  <a:cubicBezTo>
                    <a:pt x="3" y="3"/>
                    <a:pt x="8" y="0"/>
                    <a:pt x="1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598">
              <a:extLst>
                <a:ext uri="{FF2B5EF4-FFF2-40B4-BE49-F238E27FC236}">
                  <a16:creationId xmlns:a16="http://schemas.microsoft.com/office/drawing/2014/main" id="{93D5F1E7-DE33-4784-A347-F99BB98C8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510" y="636795"/>
              <a:ext cx="53481" cy="174513"/>
            </a:xfrm>
            <a:custGeom>
              <a:avLst/>
              <a:gdLst>
                <a:gd name="T0" fmla="*/ 6 w 8"/>
                <a:gd name="T1" fmla="*/ 0 h 26"/>
                <a:gd name="T2" fmla="*/ 8 w 8"/>
                <a:gd name="T3" fmla="*/ 1 h 26"/>
                <a:gd name="T4" fmla="*/ 4 w 8"/>
                <a:gd name="T5" fmla="*/ 26 h 26"/>
                <a:gd name="T6" fmla="*/ 0 w 8"/>
                <a:gd name="T7" fmla="*/ 18 h 26"/>
                <a:gd name="T8" fmla="*/ 1 w 8"/>
                <a:gd name="T9" fmla="*/ 14 h 26"/>
                <a:gd name="T10" fmla="*/ 3 w 8"/>
                <a:gd name="T11" fmla="*/ 13 h 26"/>
                <a:gd name="T12" fmla="*/ 1 w 8"/>
                <a:gd name="T13" fmla="*/ 9 h 26"/>
                <a:gd name="T14" fmla="*/ 2 w 8"/>
                <a:gd name="T15" fmla="*/ 1 h 26"/>
                <a:gd name="T16" fmla="*/ 6 w 8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6">
                  <a:moveTo>
                    <a:pt x="6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99">
              <a:extLst>
                <a:ext uri="{FF2B5EF4-FFF2-40B4-BE49-F238E27FC236}">
                  <a16:creationId xmlns:a16="http://schemas.microsoft.com/office/drawing/2014/main" id="{E407A7B4-7618-45C9-9CF9-F072C51B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92887" cy="379987"/>
            </a:xfrm>
            <a:custGeom>
              <a:avLst/>
              <a:gdLst>
                <a:gd name="T0" fmla="*/ 0 w 14"/>
                <a:gd name="T1" fmla="*/ 0 h 57"/>
                <a:gd name="T2" fmla="*/ 2 w 14"/>
                <a:gd name="T3" fmla="*/ 44 h 57"/>
                <a:gd name="T4" fmla="*/ 1 w 14"/>
                <a:gd name="T5" fmla="*/ 57 h 57"/>
                <a:gd name="T6" fmla="*/ 12 w 14"/>
                <a:gd name="T7" fmla="*/ 56 h 57"/>
                <a:gd name="T8" fmla="*/ 13 w 14"/>
                <a:gd name="T9" fmla="*/ 32 h 57"/>
                <a:gd name="T10" fmla="*/ 11 w 14"/>
                <a:gd name="T11" fmla="*/ 3 h 57"/>
                <a:gd name="T12" fmla="*/ 0 w 14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0"/>
                    <a:pt x="3" y="36"/>
                    <a:pt x="2" y="44"/>
                  </a:cubicBezTo>
                  <a:cubicBezTo>
                    <a:pt x="1" y="51"/>
                    <a:pt x="1" y="57"/>
                    <a:pt x="1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2"/>
                    <a:pt x="13" y="32"/>
                  </a:cubicBezTo>
                  <a:cubicBezTo>
                    <a:pt x="14" y="22"/>
                    <a:pt x="11" y="3"/>
                    <a:pt x="11" y="3"/>
                  </a:cubicBezTo>
                  <a:cubicBezTo>
                    <a:pt x="11" y="3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600">
              <a:extLst>
                <a:ext uri="{FF2B5EF4-FFF2-40B4-BE49-F238E27FC236}">
                  <a16:creationId xmlns:a16="http://schemas.microsoft.com/office/drawing/2014/main" id="{0B57340A-E0D3-4A1C-8627-D7AEAF87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39406" cy="174513"/>
            </a:xfrm>
            <a:custGeom>
              <a:avLst/>
              <a:gdLst>
                <a:gd name="T0" fmla="*/ 1 w 6"/>
                <a:gd name="T1" fmla="*/ 0 h 26"/>
                <a:gd name="T2" fmla="*/ 0 w 6"/>
                <a:gd name="T3" fmla="*/ 0 h 26"/>
                <a:gd name="T4" fmla="*/ 2 w 6"/>
                <a:gd name="T5" fmla="*/ 26 h 26"/>
                <a:gd name="T6" fmla="*/ 6 w 6"/>
                <a:gd name="T7" fmla="*/ 17 h 26"/>
                <a:gd name="T8" fmla="*/ 5 w 6"/>
                <a:gd name="T9" fmla="*/ 14 h 26"/>
                <a:gd name="T10" fmla="*/ 3 w 6"/>
                <a:gd name="T11" fmla="*/ 13 h 26"/>
                <a:gd name="T12" fmla="*/ 5 w 6"/>
                <a:gd name="T13" fmla="*/ 9 h 26"/>
                <a:gd name="T14" fmla="*/ 4 w 6"/>
                <a:gd name="T15" fmla="*/ 1 h 26"/>
                <a:gd name="T16" fmla="*/ 1 w 6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601">
              <a:extLst>
                <a:ext uri="{FF2B5EF4-FFF2-40B4-BE49-F238E27FC236}">
                  <a16:creationId xmlns:a16="http://schemas.microsoft.com/office/drawing/2014/main" id="{230B1AD0-8C22-4FE0-9F00-9FABBC76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45239"/>
              <a:ext cx="98516" cy="258954"/>
            </a:xfrm>
            <a:custGeom>
              <a:avLst/>
              <a:gdLst>
                <a:gd name="T0" fmla="*/ 5 w 15"/>
                <a:gd name="T1" fmla="*/ 2 h 39"/>
                <a:gd name="T2" fmla="*/ 3 w 15"/>
                <a:gd name="T3" fmla="*/ 21 h 39"/>
                <a:gd name="T4" fmla="*/ 0 w 15"/>
                <a:gd name="T5" fmla="*/ 29 h 39"/>
                <a:gd name="T6" fmla="*/ 9 w 15"/>
                <a:gd name="T7" fmla="*/ 39 h 39"/>
                <a:gd name="T8" fmla="*/ 5 w 15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9">
                  <a:moveTo>
                    <a:pt x="5" y="2"/>
                  </a:moveTo>
                  <a:cubicBezTo>
                    <a:pt x="5" y="2"/>
                    <a:pt x="6" y="13"/>
                    <a:pt x="3" y="21"/>
                  </a:cubicBezTo>
                  <a:cubicBezTo>
                    <a:pt x="1" y="25"/>
                    <a:pt x="0" y="29"/>
                    <a:pt x="0" y="29"/>
                  </a:cubicBezTo>
                  <a:cubicBezTo>
                    <a:pt x="0" y="29"/>
                    <a:pt x="5" y="39"/>
                    <a:pt x="9" y="39"/>
                  </a:cubicBezTo>
                  <a:cubicBezTo>
                    <a:pt x="13" y="38"/>
                    <a:pt x="15" y="0"/>
                    <a:pt x="5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602">
              <a:extLst>
                <a:ext uri="{FF2B5EF4-FFF2-40B4-BE49-F238E27FC236}">
                  <a16:creationId xmlns:a16="http://schemas.microsoft.com/office/drawing/2014/main" id="{6D4B28F7-9AB6-498B-82B2-9D28DC81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205476" cy="87255"/>
            </a:xfrm>
            <a:custGeom>
              <a:avLst/>
              <a:gdLst>
                <a:gd name="T0" fmla="*/ 28 w 31"/>
                <a:gd name="T1" fmla="*/ 11 h 13"/>
                <a:gd name="T2" fmla="*/ 0 w 31"/>
                <a:gd name="T3" fmla="*/ 6 h 13"/>
                <a:gd name="T4" fmla="*/ 3 w 31"/>
                <a:gd name="T5" fmla="*/ 0 h 13"/>
                <a:gd name="T6" fmla="*/ 14 w 31"/>
                <a:gd name="T7" fmla="*/ 1 h 13"/>
                <a:gd name="T8" fmla="*/ 28 w 31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28" y="11"/>
                  </a:moveTo>
                  <a:cubicBezTo>
                    <a:pt x="28" y="11"/>
                    <a:pt x="17" y="13"/>
                    <a:pt x="0" y="6"/>
                  </a:cubicBezTo>
                  <a:cubicBezTo>
                    <a:pt x="0" y="6"/>
                    <a:pt x="2" y="0"/>
                    <a:pt x="3" y="0"/>
                  </a:cubicBezTo>
                  <a:cubicBezTo>
                    <a:pt x="3" y="0"/>
                    <a:pt x="8" y="1"/>
                    <a:pt x="14" y="1"/>
                  </a:cubicBezTo>
                  <a:cubicBezTo>
                    <a:pt x="18" y="1"/>
                    <a:pt x="31" y="3"/>
                    <a:pt x="28" y="1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603">
              <a:extLst>
                <a:ext uri="{FF2B5EF4-FFF2-40B4-BE49-F238E27FC236}">
                  <a16:creationId xmlns:a16="http://schemas.microsoft.com/office/drawing/2014/main" id="{0D0D54E6-9822-4AFD-9FB4-D9B2F33B6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56498"/>
              <a:ext cx="53481" cy="208289"/>
            </a:xfrm>
            <a:custGeom>
              <a:avLst/>
              <a:gdLst>
                <a:gd name="T0" fmla="*/ 3 w 8"/>
                <a:gd name="T1" fmla="*/ 31 h 31"/>
                <a:gd name="T2" fmla="*/ 4 w 8"/>
                <a:gd name="T3" fmla="*/ 30 h 31"/>
                <a:gd name="T4" fmla="*/ 4 w 8"/>
                <a:gd name="T5" fmla="*/ 30 h 31"/>
                <a:gd name="T6" fmla="*/ 5 w 8"/>
                <a:gd name="T7" fmla="*/ 19 h 31"/>
                <a:gd name="T8" fmla="*/ 6 w 8"/>
                <a:gd name="T9" fmla="*/ 1 h 31"/>
                <a:gd name="T10" fmla="*/ 6 w 8"/>
                <a:gd name="T11" fmla="*/ 0 h 31"/>
                <a:gd name="T12" fmla="*/ 5 w 8"/>
                <a:gd name="T13" fmla="*/ 0 h 31"/>
                <a:gd name="T14" fmla="*/ 3 w 8"/>
                <a:gd name="T15" fmla="*/ 19 h 31"/>
                <a:gd name="T16" fmla="*/ 0 w 8"/>
                <a:gd name="T17" fmla="*/ 27 h 31"/>
                <a:gd name="T18" fmla="*/ 2 w 8"/>
                <a:gd name="T19" fmla="*/ 31 h 31"/>
                <a:gd name="T20" fmla="*/ 3 w 8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1">
                  <a:moveTo>
                    <a:pt x="3" y="31"/>
                  </a:moveTo>
                  <a:cubicBezTo>
                    <a:pt x="3" y="31"/>
                    <a:pt x="4" y="31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26"/>
                    <a:pt x="3" y="22"/>
                    <a:pt x="5" y="19"/>
                  </a:cubicBezTo>
                  <a:cubicBezTo>
                    <a:pt x="8" y="13"/>
                    <a:pt x="6" y="7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6" y="11"/>
                    <a:pt x="3" y="19"/>
                  </a:cubicBezTo>
                  <a:cubicBezTo>
                    <a:pt x="1" y="23"/>
                    <a:pt x="0" y="27"/>
                    <a:pt x="0" y="27"/>
                  </a:cubicBezTo>
                  <a:cubicBezTo>
                    <a:pt x="0" y="27"/>
                    <a:pt x="1" y="29"/>
                    <a:pt x="2" y="31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04">
              <a:extLst>
                <a:ext uri="{FF2B5EF4-FFF2-40B4-BE49-F238E27FC236}">
                  <a16:creationId xmlns:a16="http://schemas.microsoft.com/office/drawing/2014/main" id="{76F14179-F486-4F3F-9059-0395027CB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151995" cy="59108"/>
            </a:xfrm>
            <a:custGeom>
              <a:avLst/>
              <a:gdLst>
                <a:gd name="T0" fmla="*/ 10 w 23"/>
                <a:gd name="T1" fmla="*/ 8 h 9"/>
                <a:gd name="T2" fmla="*/ 10 w 23"/>
                <a:gd name="T3" fmla="*/ 5 h 9"/>
                <a:gd name="T4" fmla="*/ 18 w 23"/>
                <a:gd name="T5" fmla="*/ 4 h 9"/>
                <a:gd name="T6" fmla="*/ 18 w 23"/>
                <a:gd name="T7" fmla="*/ 4 h 9"/>
                <a:gd name="T8" fmla="*/ 20 w 23"/>
                <a:gd name="T9" fmla="*/ 5 h 9"/>
                <a:gd name="T10" fmla="*/ 21 w 23"/>
                <a:gd name="T11" fmla="*/ 5 h 9"/>
                <a:gd name="T12" fmla="*/ 22 w 23"/>
                <a:gd name="T13" fmla="*/ 5 h 9"/>
                <a:gd name="T14" fmla="*/ 23 w 23"/>
                <a:gd name="T15" fmla="*/ 4 h 9"/>
                <a:gd name="T16" fmla="*/ 23 w 23"/>
                <a:gd name="T17" fmla="*/ 4 h 9"/>
                <a:gd name="T18" fmla="*/ 22 w 23"/>
                <a:gd name="T19" fmla="*/ 2 h 9"/>
                <a:gd name="T20" fmla="*/ 14 w 23"/>
                <a:gd name="T21" fmla="*/ 1 h 9"/>
                <a:gd name="T22" fmla="*/ 3 w 23"/>
                <a:gd name="T23" fmla="*/ 0 h 9"/>
                <a:gd name="T24" fmla="*/ 0 w 23"/>
                <a:gd name="T25" fmla="*/ 6 h 9"/>
                <a:gd name="T26" fmla="*/ 9 w 23"/>
                <a:gd name="T27" fmla="*/ 9 h 9"/>
                <a:gd name="T28" fmla="*/ 10 w 23"/>
                <a:gd name="T2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9">
                  <a:moveTo>
                    <a:pt x="10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12" y="3"/>
                    <a:pt x="15" y="2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5"/>
                    <a:pt x="23" y="5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19" y="1"/>
                    <a:pt x="16" y="1"/>
                    <a:pt x="14" y="1"/>
                  </a:cubicBezTo>
                  <a:cubicBezTo>
                    <a:pt x="8" y="1"/>
                    <a:pt x="3" y="0"/>
                    <a:pt x="3" y="0"/>
                  </a:cubicBezTo>
                  <a:cubicBezTo>
                    <a:pt x="2" y="0"/>
                    <a:pt x="0" y="6"/>
                    <a:pt x="0" y="6"/>
                  </a:cubicBezTo>
                  <a:cubicBezTo>
                    <a:pt x="3" y="7"/>
                    <a:pt x="6" y="8"/>
                    <a:pt x="9" y="9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605">
              <a:extLst>
                <a:ext uri="{FF2B5EF4-FFF2-40B4-BE49-F238E27FC236}">
                  <a16:creationId xmlns:a16="http://schemas.microsoft.com/office/drawing/2014/main" id="{A7073E32-8B96-4EB8-97F9-325FDCC7D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05679"/>
              <a:ext cx="81628" cy="25332"/>
            </a:xfrm>
            <a:custGeom>
              <a:avLst/>
              <a:gdLst>
                <a:gd name="T0" fmla="*/ 12 w 12"/>
                <a:gd name="T1" fmla="*/ 2 h 4"/>
                <a:gd name="T2" fmla="*/ 3 w 12"/>
                <a:gd name="T3" fmla="*/ 1 h 4"/>
                <a:gd name="T4" fmla="*/ 3 w 12"/>
                <a:gd name="T5" fmla="*/ 3 h 4"/>
                <a:gd name="T6" fmla="*/ 12 w 12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2"/>
                  </a:moveTo>
                  <a:cubicBezTo>
                    <a:pt x="12" y="2"/>
                    <a:pt x="5" y="0"/>
                    <a:pt x="3" y="1"/>
                  </a:cubicBezTo>
                  <a:cubicBezTo>
                    <a:pt x="1" y="2"/>
                    <a:pt x="0" y="4"/>
                    <a:pt x="3" y="3"/>
                  </a:cubicBezTo>
                  <a:cubicBezTo>
                    <a:pt x="5" y="3"/>
                    <a:pt x="12" y="2"/>
                    <a:pt x="12" y="2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06">
              <a:extLst>
                <a:ext uri="{FF2B5EF4-FFF2-40B4-BE49-F238E27FC236}">
                  <a16:creationId xmlns:a16="http://schemas.microsoft.com/office/drawing/2014/main" id="{FD6A5F9E-30B9-4B64-8C16-B2EFDBBF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180" y="645239"/>
              <a:ext cx="95701" cy="264584"/>
            </a:xfrm>
            <a:custGeom>
              <a:avLst/>
              <a:gdLst>
                <a:gd name="T0" fmla="*/ 11 w 14"/>
                <a:gd name="T1" fmla="*/ 2 h 40"/>
                <a:gd name="T2" fmla="*/ 11 w 14"/>
                <a:gd name="T3" fmla="*/ 16 h 40"/>
                <a:gd name="T4" fmla="*/ 14 w 14"/>
                <a:gd name="T5" fmla="*/ 31 h 40"/>
                <a:gd name="T6" fmla="*/ 5 w 14"/>
                <a:gd name="T7" fmla="*/ 38 h 40"/>
                <a:gd name="T8" fmla="*/ 11 w 1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0">
                  <a:moveTo>
                    <a:pt x="11" y="2"/>
                  </a:moveTo>
                  <a:cubicBezTo>
                    <a:pt x="11" y="2"/>
                    <a:pt x="9" y="9"/>
                    <a:pt x="11" y="16"/>
                  </a:cubicBezTo>
                  <a:cubicBezTo>
                    <a:pt x="13" y="22"/>
                    <a:pt x="14" y="31"/>
                    <a:pt x="14" y="31"/>
                  </a:cubicBezTo>
                  <a:cubicBezTo>
                    <a:pt x="14" y="31"/>
                    <a:pt x="8" y="40"/>
                    <a:pt x="5" y="38"/>
                  </a:cubicBezTo>
                  <a:cubicBezTo>
                    <a:pt x="1" y="37"/>
                    <a:pt x="0" y="0"/>
                    <a:pt x="11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607">
              <a:extLst>
                <a:ext uri="{FF2B5EF4-FFF2-40B4-BE49-F238E27FC236}">
                  <a16:creationId xmlns:a16="http://schemas.microsoft.com/office/drawing/2014/main" id="{6FBE8126-85AB-46C5-815A-F88E010E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550" y="811308"/>
              <a:ext cx="247696" cy="112589"/>
            </a:xfrm>
            <a:custGeom>
              <a:avLst/>
              <a:gdLst>
                <a:gd name="T0" fmla="*/ 6 w 37"/>
                <a:gd name="T1" fmla="*/ 13 h 17"/>
                <a:gd name="T2" fmla="*/ 37 w 37"/>
                <a:gd name="T3" fmla="*/ 5 h 17"/>
                <a:gd name="T4" fmla="*/ 34 w 37"/>
                <a:gd name="T5" fmla="*/ 0 h 17"/>
                <a:gd name="T6" fmla="*/ 15 w 37"/>
                <a:gd name="T7" fmla="*/ 2 h 17"/>
                <a:gd name="T8" fmla="*/ 6 w 37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">
                  <a:moveTo>
                    <a:pt x="6" y="13"/>
                  </a:moveTo>
                  <a:cubicBezTo>
                    <a:pt x="6" y="13"/>
                    <a:pt x="15" y="17"/>
                    <a:pt x="37" y="5"/>
                  </a:cubicBezTo>
                  <a:cubicBezTo>
                    <a:pt x="37" y="5"/>
                    <a:pt x="35" y="0"/>
                    <a:pt x="34" y="0"/>
                  </a:cubicBezTo>
                  <a:cubicBezTo>
                    <a:pt x="33" y="0"/>
                    <a:pt x="24" y="0"/>
                    <a:pt x="15" y="2"/>
                  </a:cubicBezTo>
                  <a:cubicBezTo>
                    <a:pt x="12" y="3"/>
                    <a:pt x="0" y="6"/>
                    <a:pt x="6" y="13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608">
              <a:extLst>
                <a:ext uri="{FF2B5EF4-FFF2-40B4-BE49-F238E27FC236}">
                  <a16:creationId xmlns:a16="http://schemas.microsoft.com/office/drawing/2014/main" id="{796FCEED-C9E3-4AFA-982B-381B6F3FF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56498"/>
              <a:ext cx="61924" cy="188585"/>
            </a:xfrm>
            <a:custGeom>
              <a:avLst/>
              <a:gdLst>
                <a:gd name="T0" fmla="*/ 3 w 9"/>
                <a:gd name="T1" fmla="*/ 1 h 28"/>
                <a:gd name="T2" fmla="*/ 3 w 9"/>
                <a:gd name="T3" fmla="*/ 16 h 28"/>
                <a:gd name="T4" fmla="*/ 6 w 9"/>
                <a:gd name="T5" fmla="*/ 23 h 28"/>
                <a:gd name="T6" fmla="*/ 6 w 9"/>
                <a:gd name="T7" fmla="*/ 28 h 28"/>
                <a:gd name="T8" fmla="*/ 9 w 9"/>
                <a:gd name="T9" fmla="*/ 27 h 28"/>
                <a:gd name="T10" fmla="*/ 6 w 9"/>
                <a:gd name="T11" fmla="*/ 14 h 28"/>
                <a:gd name="T12" fmla="*/ 6 w 9"/>
                <a:gd name="T13" fmla="*/ 0 h 28"/>
                <a:gd name="T14" fmla="*/ 3 w 9"/>
                <a:gd name="T15" fmla="*/ 0 h 28"/>
                <a:gd name="T16" fmla="*/ 3 w 9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3" y="1"/>
                  </a:moveTo>
                  <a:cubicBezTo>
                    <a:pt x="2" y="5"/>
                    <a:pt x="0" y="11"/>
                    <a:pt x="3" y="16"/>
                  </a:cubicBezTo>
                  <a:cubicBezTo>
                    <a:pt x="4" y="18"/>
                    <a:pt x="6" y="20"/>
                    <a:pt x="6" y="23"/>
                  </a:cubicBezTo>
                  <a:cubicBezTo>
                    <a:pt x="6" y="25"/>
                    <a:pt x="6" y="26"/>
                    <a:pt x="6" y="28"/>
                  </a:cubicBezTo>
                  <a:cubicBezTo>
                    <a:pt x="7" y="28"/>
                    <a:pt x="8" y="27"/>
                    <a:pt x="9" y="27"/>
                  </a:cubicBezTo>
                  <a:cubicBezTo>
                    <a:pt x="8" y="24"/>
                    <a:pt x="8" y="19"/>
                    <a:pt x="6" y="14"/>
                  </a:cubicBezTo>
                  <a:cubicBezTo>
                    <a:pt x="4" y="7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609">
              <a:extLst>
                <a:ext uri="{FF2B5EF4-FFF2-40B4-BE49-F238E27FC236}">
                  <a16:creationId xmlns:a16="http://schemas.microsoft.com/office/drawing/2014/main" id="{D17DEB5C-1962-4F0B-B719-327F91E1C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11308"/>
              <a:ext cx="168883" cy="39406"/>
            </a:xfrm>
            <a:custGeom>
              <a:avLst/>
              <a:gdLst>
                <a:gd name="T0" fmla="*/ 0 w 25"/>
                <a:gd name="T1" fmla="*/ 5 h 6"/>
                <a:gd name="T2" fmla="*/ 20 w 25"/>
                <a:gd name="T3" fmla="*/ 1 h 6"/>
                <a:gd name="T4" fmla="*/ 23 w 25"/>
                <a:gd name="T5" fmla="*/ 6 h 6"/>
                <a:gd name="T6" fmla="*/ 25 w 25"/>
                <a:gd name="T7" fmla="*/ 5 h 6"/>
                <a:gd name="T8" fmla="*/ 22 w 25"/>
                <a:gd name="T9" fmla="*/ 0 h 6"/>
                <a:gd name="T10" fmla="*/ 3 w 25"/>
                <a:gd name="T11" fmla="*/ 2 h 6"/>
                <a:gd name="T12" fmla="*/ 0 w 25"/>
                <a:gd name="T13" fmla="*/ 3 h 6"/>
                <a:gd name="T14" fmla="*/ 0 w 25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6">
                  <a:moveTo>
                    <a:pt x="0" y="5"/>
                  </a:moveTo>
                  <a:cubicBezTo>
                    <a:pt x="6" y="2"/>
                    <a:pt x="15" y="2"/>
                    <a:pt x="20" y="1"/>
                  </a:cubicBezTo>
                  <a:cubicBezTo>
                    <a:pt x="22" y="1"/>
                    <a:pt x="23" y="4"/>
                    <a:pt x="23" y="6"/>
                  </a:cubicBezTo>
                  <a:cubicBezTo>
                    <a:pt x="24" y="6"/>
                    <a:pt x="24" y="5"/>
                    <a:pt x="25" y="5"/>
                  </a:cubicBezTo>
                  <a:cubicBezTo>
                    <a:pt x="25" y="5"/>
                    <a:pt x="23" y="0"/>
                    <a:pt x="22" y="0"/>
                  </a:cubicBezTo>
                  <a:cubicBezTo>
                    <a:pt x="21" y="0"/>
                    <a:pt x="12" y="0"/>
                    <a:pt x="3" y="2"/>
                  </a:cubicBezTo>
                  <a:cubicBezTo>
                    <a:pt x="3" y="2"/>
                    <a:pt x="1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610">
              <a:extLst>
                <a:ext uri="{FF2B5EF4-FFF2-40B4-BE49-F238E27FC236}">
                  <a16:creationId xmlns:a16="http://schemas.microsoft.com/office/drawing/2014/main" id="{570D8DAF-8F44-4DC1-9EE5-4DB52BD5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805679"/>
              <a:ext cx="64739" cy="45036"/>
            </a:xfrm>
            <a:custGeom>
              <a:avLst/>
              <a:gdLst>
                <a:gd name="T0" fmla="*/ 0 w 10"/>
                <a:gd name="T1" fmla="*/ 1 h 7"/>
                <a:gd name="T2" fmla="*/ 10 w 10"/>
                <a:gd name="T3" fmla="*/ 2 h 7"/>
                <a:gd name="T4" fmla="*/ 9 w 10"/>
                <a:gd name="T5" fmla="*/ 5 h 7"/>
                <a:gd name="T6" fmla="*/ 3 w 10"/>
                <a:gd name="T7" fmla="*/ 6 h 7"/>
                <a:gd name="T8" fmla="*/ 0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1"/>
                  </a:moveTo>
                  <a:cubicBezTo>
                    <a:pt x="0" y="1"/>
                    <a:pt x="7" y="0"/>
                    <a:pt x="1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5" y="7"/>
                    <a:pt x="3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1611">
              <a:extLst>
                <a:ext uri="{FF2B5EF4-FFF2-40B4-BE49-F238E27FC236}">
                  <a16:creationId xmlns:a16="http://schemas.microsoft.com/office/drawing/2014/main" id="{AD06F6A4-A45D-4FBC-B95F-F5D67122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631166"/>
              <a:ext cx="78812" cy="19702"/>
            </a:xfrm>
            <a:prstGeom prst="rect">
              <a:avLst/>
            </a:prstGeom>
            <a:solidFill>
              <a:srgbClr val="C5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613">
              <a:extLst>
                <a:ext uri="{FF2B5EF4-FFF2-40B4-BE49-F238E27FC236}">
                  <a16:creationId xmlns:a16="http://schemas.microsoft.com/office/drawing/2014/main" id="{D711B959-8CED-48E1-BD27-B62A95A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395" y="631166"/>
              <a:ext cx="47851" cy="19702"/>
            </a:xfrm>
            <a:custGeom>
              <a:avLst/>
              <a:gdLst>
                <a:gd name="T0" fmla="*/ 0 w 7"/>
                <a:gd name="T1" fmla="*/ 0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0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3" y="2"/>
                    <a:pt x="2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614">
              <a:extLst>
                <a:ext uri="{FF2B5EF4-FFF2-40B4-BE49-F238E27FC236}">
                  <a16:creationId xmlns:a16="http://schemas.microsoft.com/office/drawing/2014/main" id="{9CB661DD-AB71-4600-9D0B-68EDE3180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5765" y="650870"/>
              <a:ext cx="19704" cy="14073"/>
            </a:xfrm>
            <a:custGeom>
              <a:avLst/>
              <a:gdLst>
                <a:gd name="T0" fmla="*/ 0 w 7"/>
                <a:gd name="T1" fmla="*/ 0 h 5"/>
                <a:gd name="T2" fmla="*/ 7 w 7"/>
                <a:gd name="T3" fmla="*/ 0 h 5"/>
                <a:gd name="T4" fmla="*/ 4 w 7"/>
                <a:gd name="T5" fmla="*/ 5 h 5"/>
                <a:gd name="T6" fmla="*/ 0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7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615">
              <a:extLst>
                <a:ext uri="{FF2B5EF4-FFF2-40B4-BE49-F238E27FC236}">
                  <a16:creationId xmlns:a16="http://schemas.microsoft.com/office/drawing/2014/main" id="{D77BAA93-F12A-4114-AE8C-38D8A47A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28147" cy="14073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0 h 2"/>
                <a:gd name="T4" fmla="*/ 1 w 4"/>
                <a:gd name="T5" fmla="*/ 0 h 2"/>
                <a:gd name="T6" fmla="*/ 1 w 4"/>
                <a:gd name="T7" fmla="*/ 2 h 2"/>
                <a:gd name="T8" fmla="*/ 4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16">
              <a:extLst>
                <a:ext uri="{FF2B5EF4-FFF2-40B4-BE49-F238E27FC236}">
                  <a16:creationId xmlns:a16="http://schemas.microsoft.com/office/drawing/2014/main" id="{1611050C-5B00-471D-BD65-26777C75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32291"/>
            </a:xfrm>
            <a:custGeom>
              <a:avLst/>
              <a:gdLst>
                <a:gd name="T0" fmla="*/ 14 w 14"/>
                <a:gd name="T1" fmla="*/ 47 h 47"/>
                <a:gd name="T2" fmla="*/ 0 w 14"/>
                <a:gd name="T3" fmla="*/ 47 h 47"/>
                <a:gd name="T4" fmla="*/ 5 w 14"/>
                <a:gd name="T5" fmla="*/ 0 h 47"/>
                <a:gd name="T6" fmla="*/ 9 w 14"/>
                <a:gd name="T7" fmla="*/ 0 h 47"/>
                <a:gd name="T8" fmla="*/ 14 w 1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7">
                  <a:moveTo>
                    <a:pt x="14" y="47"/>
                  </a:moveTo>
                  <a:lnTo>
                    <a:pt x="0" y="47"/>
                  </a:lnTo>
                  <a:lnTo>
                    <a:pt x="5" y="0"/>
                  </a:lnTo>
                  <a:lnTo>
                    <a:pt x="9" y="0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617">
              <a:extLst>
                <a:ext uri="{FF2B5EF4-FFF2-40B4-BE49-F238E27FC236}">
                  <a16:creationId xmlns:a16="http://schemas.microsoft.com/office/drawing/2014/main" id="{12D65836-9EC3-4E76-AA45-FE9D1291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4073"/>
            </a:xfrm>
            <a:custGeom>
              <a:avLst/>
              <a:gdLst>
                <a:gd name="T0" fmla="*/ 2 w 14"/>
                <a:gd name="T1" fmla="*/ 5 h 5"/>
                <a:gd name="T2" fmla="*/ 0 w 14"/>
                <a:gd name="T3" fmla="*/ 0 h 5"/>
                <a:gd name="T4" fmla="*/ 14 w 14"/>
                <a:gd name="T5" fmla="*/ 0 h 5"/>
                <a:gd name="T6" fmla="*/ 12 w 14"/>
                <a:gd name="T7" fmla="*/ 5 h 5"/>
                <a:gd name="T8" fmla="*/ 2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2" y="5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2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618">
              <a:extLst>
                <a:ext uri="{FF2B5EF4-FFF2-40B4-BE49-F238E27FC236}">
                  <a16:creationId xmlns:a16="http://schemas.microsoft.com/office/drawing/2014/main" id="{8410B92F-6A34-4A80-95C1-7BC387CE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5469" y="636795"/>
              <a:ext cx="5629" cy="14073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619">
              <a:extLst>
                <a:ext uri="{FF2B5EF4-FFF2-40B4-BE49-F238E27FC236}">
                  <a16:creationId xmlns:a16="http://schemas.microsoft.com/office/drawing/2014/main" id="{4DC5F6E7-C0CB-4686-9018-475442C2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8445" cy="14073"/>
            </a:xfrm>
            <a:custGeom>
              <a:avLst/>
              <a:gdLst>
                <a:gd name="T0" fmla="*/ 0 w 1"/>
                <a:gd name="T1" fmla="*/ 2 h 2"/>
                <a:gd name="T2" fmla="*/ 0 w 1"/>
                <a:gd name="T3" fmla="*/ 2 h 2"/>
                <a:gd name="T4" fmla="*/ 1 w 1"/>
                <a:gd name="T5" fmla="*/ 0 h 2"/>
                <a:gd name="T6" fmla="*/ 1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620">
              <a:extLst>
                <a:ext uri="{FF2B5EF4-FFF2-40B4-BE49-F238E27FC236}">
                  <a16:creationId xmlns:a16="http://schemas.microsoft.com/office/drawing/2014/main" id="{78F7B544-628E-45DC-85C9-1B7503E6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545" y="631166"/>
              <a:ext cx="47851" cy="19702"/>
            </a:xfrm>
            <a:custGeom>
              <a:avLst/>
              <a:gdLst>
                <a:gd name="T0" fmla="*/ 7 w 7"/>
                <a:gd name="T1" fmla="*/ 0 h 3"/>
                <a:gd name="T2" fmla="*/ 5 w 7"/>
                <a:gd name="T3" fmla="*/ 3 h 3"/>
                <a:gd name="T4" fmla="*/ 1 w 7"/>
                <a:gd name="T5" fmla="*/ 3 h 3"/>
                <a:gd name="T6" fmla="*/ 1 w 7"/>
                <a:gd name="T7" fmla="*/ 0 h 3"/>
                <a:gd name="T8" fmla="*/ 7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0"/>
                    <a:pt x="5" y="1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1"/>
                    <a:pt x="1" y="0"/>
                  </a:cubicBezTo>
                  <a:cubicBezTo>
                    <a:pt x="1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621">
              <a:extLst>
                <a:ext uri="{FF2B5EF4-FFF2-40B4-BE49-F238E27FC236}">
                  <a16:creationId xmlns:a16="http://schemas.microsoft.com/office/drawing/2014/main" id="{9283FDDF-EC13-4823-9486-9E92997A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058" y="783161"/>
              <a:ext cx="39406" cy="126662"/>
            </a:xfrm>
            <a:custGeom>
              <a:avLst/>
              <a:gdLst>
                <a:gd name="T0" fmla="*/ 6 w 6"/>
                <a:gd name="T1" fmla="*/ 0 h 19"/>
                <a:gd name="T2" fmla="*/ 4 w 6"/>
                <a:gd name="T3" fmla="*/ 17 h 19"/>
                <a:gd name="T4" fmla="*/ 1 w 6"/>
                <a:gd name="T5" fmla="*/ 11 h 19"/>
                <a:gd name="T6" fmla="*/ 3 w 6"/>
                <a:gd name="T7" fmla="*/ 15 h 19"/>
                <a:gd name="T8" fmla="*/ 4 w 6"/>
                <a:gd name="T9" fmla="*/ 5 h 19"/>
                <a:gd name="T10" fmla="*/ 6 w 6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6" y="0"/>
                    <a:pt x="5" y="16"/>
                    <a:pt x="4" y="17"/>
                  </a:cubicBezTo>
                  <a:cubicBezTo>
                    <a:pt x="2" y="18"/>
                    <a:pt x="3" y="13"/>
                    <a:pt x="1" y="11"/>
                  </a:cubicBezTo>
                  <a:cubicBezTo>
                    <a:pt x="0" y="8"/>
                    <a:pt x="2" y="11"/>
                    <a:pt x="3" y="15"/>
                  </a:cubicBezTo>
                  <a:cubicBezTo>
                    <a:pt x="3" y="19"/>
                    <a:pt x="4" y="11"/>
                    <a:pt x="4" y="5"/>
                  </a:cubicBezTo>
                  <a:cubicBezTo>
                    <a:pt x="3" y="0"/>
                    <a:pt x="5" y="12"/>
                    <a:pt x="6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622">
              <a:extLst>
                <a:ext uri="{FF2B5EF4-FFF2-40B4-BE49-F238E27FC236}">
                  <a16:creationId xmlns:a16="http://schemas.microsoft.com/office/drawing/2014/main" id="{D1C17168-E678-40E1-9103-5B0765B7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252" y="791606"/>
              <a:ext cx="39406" cy="118218"/>
            </a:xfrm>
            <a:custGeom>
              <a:avLst/>
              <a:gdLst>
                <a:gd name="T0" fmla="*/ 0 w 6"/>
                <a:gd name="T1" fmla="*/ 0 h 18"/>
                <a:gd name="T2" fmla="*/ 2 w 6"/>
                <a:gd name="T3" fmla="*/ 16 h 18"/>
                <a:gd name="T4" fmla="*/ 5 w 6"/>
                <a:gd name="T5" fmla="*/ 10 h 18"/>
                <a:gd name="T6" fmla="*/ 3 w 6"/>
                <a:gd name="T7" fmla="*/ 14 h 18"/>
                <a:gd name="T8" fmla="*/ 2 w 6"/>
                <a:gd name="T9" fmla="*/ 5 h 18"/>
                <a:gd name="T10" fmla="*/ 0 w 6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0"/>
                  </a:moveTo>
                  <a:cubicBezTo>
                    <a:pt x="0" y="0"/>
                    <a:pt x="1" y="15"/>
                    <a:pt x="2" y="16"/>
                  </a:cubicBezTo>
                  <a:cubicBezTo>
                    <a:pt x="4" y="17"/>
                    <a:pt x="3" y="13"/>
                    <a:pt x="5" y="10"/>
                  </a:cubicBezTo>
                  <a:cubicBezTo>
                    <a:pt x="6" y="8"/>
                    <a:pt x="4" y="10"/>
                    <a:pt x="3" y="14"/>
                  </a:cubicBezTo>
                  <a:cubicBezTo>
                    <a:pt x="3" y="18"/>
                    <a:pt x="2" y="10"/>
                    <a:pt x="2" y="5"/>
                  </a:cubicBezTo>
                  <a:cubicBezTo>
                    <a:pt x="3" y="0"/>
                    <a:pt x="1" y="11"/>
                    <a:pt x="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623">
              <a:extLst>
                <a:ext uri="{FF2B5EF4-FFF2-40B4-BE49-F238E27FC236}">
                  <a16:creationId xmlns:a16="http://schemas.microsoft.com/office/drawing/2014/main" id="{10E59D2D-4FDA-49FD-9A9E-1B092B793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624">
              <a:extLst>
                <a:ext uri="{FF2B5EF4-FFF2-40B4-BE49-F238E27FC236}">
                  <a16:creationId xmlns:a16="http://schemas.microsoft.com/office/drawing/2014/main" id="{C6FC17E9-35E2-4C0F-9048-DD8359E33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625">
              <a:extLst>
                <a:ext uri="{FF2B5EF4-FFF2-40B4-BE49-F238E27FC236}">
                  <a16:creationId xmlns:a16="http://schemas.microsoft.com/office/drawing/2014/main" id="{0BB37B49-7B30-4A5F-B032-28AA27807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6345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626">
              <a:extLst>
                <a:ext uri="{FF2B5EF4-FFF2-40B4-BE49-F238E27FC236}">
                  <a16:creationId xmlns:a16="http://schemas.microsoft.com/office/drawing/2014/main" id="{893932E8-0CDF-43D4-8FD5-B85E9966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1902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627">
              <a:extLst>
                <a:ext uri="{FF2B5EF4-FFF2-40B4-BE49-F238E27FC236}">
                  <a16:creationId xmlns:a16="http://schemas.microsoft.com/office/drawing/2014/main" id="{951F426E-0B83-4C35-983B-4DEDB8F6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628">
              <a:extLst>
                <a:ext uri="{FF2B5EF4-FFF2-40B4-BE49-F238E27FC236}">
                  <a16:creationId xmlns:a16="http://schemas.microsoft.com/office/drawing/2014/main" id="{24FCA1B6-58CB-49B8-A89F-ED3053230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629">
              <a:extLst>
                <a:ext uri="{FF2B5EF4-FFF2-40B4-BE49-F238E27FC236}">
                  <a16:creationId xmlns:a16="http://schemas.microsoft.com/office/drawing/2014/main" id="{B01C94DA-00ED-4DA8-801B-65CB877E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8316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630">
              <a:extLst>
                <a:ext uri="{FF2B5EF4-FFF2-40B4-BE49-F238E27FC236}">
                  <a16:creationId xmlns:a16="http://schemas.microsoft.com/office/drawing/2014/main" id="{5C292C82-CA06-4EE4-B328-15471C453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631">
              <a:extLst>
                <a:ext uri="{FF2B5EF4-FFF2-40B4-BE49-F238E27FC236}">
                  <a16:creationId xmlns:a16="http://schemas.microsoft.com/office/drawing/2014/main" id="{1163D7F2-DAF5-4281-85DD-E43B2D3F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632">
              <a:extLst>
                <a:ext uri="{FF2B5EF4-FFF2-40B4-BE49-F238E27FC236}">
                  <a16:creationId xmlns:a16="http://schemas.microsoft.com/office/drawing/2014/main" id="{C771C5C1-A699-4F30-BAD5-759FDED1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633">
              <a:extLst>
                <a:ext uri="{FF2B5EF4-FFF2-40B4-BE49-F238E27FC236}">
                  <a16:creationId xmlns:a16="http://schemas.microsoft.com/office/drawing/2014/main" id="{12BEF2BB-8F4D-4213-84D1-99462C75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634">
              <a:extLst>
                <a:ext uri="{FF2B5EF4-FFF2-40B4-BE49-F238E27FC236}">
                  <a16:creationId xmlns:a16="http://schemas.microsoft.com/office/drawing/2014/main" id="{C68C8829-29C2-4B75-A17A-A9850041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635">
              <a:extLst>
                <a:ext uri="{FF2B5EF4-FFF2-40B4-BE49-F238E27FC236}">
                  <a16:creationId xmlns:a16="http://schemas.microsoft.com/office/drawing/2014/main" id="{FE763EA6-1348-4CD0-9E82-9472CCC2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11308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636">
              <a:extLst>
                <a:ext uri="{FF2B5EF4-FFF2-40B4-BE49-F238E27FC236}">
                  <a16:creationId xmlns:a16="http://schemas.microsoft.com/office/drawing/2014/main" id="{D83010C5-D180-497E-BF1F-B75AF341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9978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637">
              <a:extLst>
                <a:ext uri="{FF2B5EF4-FFF2-40B4-BE49-F238E27FC236}">
                  <a16:creationId xmlns:a16="http://schemas.microsoft.com/office/drawing/2014/main" id="{FE106D15-93C4-4509-9089-0A2A46993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1842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38">
              <a:extLst>
                <a:ext uri="{FF2B5EF4-FFF2-40B4-BE49-F238E27FC236}">
                  <a16:creationId xmlns:a16="http://schemas.microsoft.com/office/drawing/2014/main" id="{5ADEFE92-C4E9-46A6-B7BE-B99A41D6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639">
              <a:extLst>
                <a:ext uri="{FF2B5EF4-FFF2-40B4-BE49-F238E27FC236}">
                  <a16:creationId xmlns:a16="http://schemas.microsoft.com/office/drawing/2014/main" id="{54594B0F-CD3F-4802-85A6-1722498A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640">
              <a:extLst>
                <a:ext uri="{FF2B5EF4-FFF2-40B4-BE49-F238E27FC236}">
                  <a16:creationId xmlns:a16="http://schemas.microsoft.com/office/drawing/2014/main" id="{5FC6F957-0FD2-4CC8-94AB-3B5D65353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9682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641">
              <a:extLst>
                <a:ext uri="{FF2B5EF4-FFF2-40B4-BE49-F238E27FC236}">
                  <a16:creationId xmlns:a16="http://schemas.microsoft.com/office/drawing/2014/main" id="{4828CB8B-9517-4DD2-ACF4-543ADA3F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642">
              <a:extLst>
                <a:ext uri="{FF2B5EF4-FFF2-40B4-BE49-F238E27FC236}">
                  <a16:creationId xmlns:a16="http://schemas.microsoft.com/office/drawing/2014/main" id="{CD3CDF09-86C6-4B12-B85A-3CDEB8EA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43">
              <a:extLst>
                <a:ext uri="{FF2B5EF4-FFF2-40B4-BE49-F238E27FC236}">
                  <a16:creationId xmlns:a16="http://schemas.microsoft.com/office/drawing/2014/main" id="{F191CBE6-D48F-4EEE-9EBE-86E289F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4375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644">
              <a:extLst>
                <a:ext uri="{FF2B5EF4-FFF2-40B4-BE49-F238E27FC236}">
                  <a16:creationId xmlns:a16="http://schemas.microsoft.com/office/drawing/2014/main" id="{8DCC7DF3-05D4-46E4-82A4-7C3C4B3C4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220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645">
              <a:extLst>
                <a:ext uri="{FF2B5EF4-FFF2-40B4-BE49-F238E27FC236}">
                  <a16:creationId xmlns:a16="http://schemas.microsoft.com/office/drawing/2014/main" id="{22772597-F832-4E3E-8E62-681FB92E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646">
              <a:extLst>
                <a:ext uri="{FF2B5EF4-FFF2-40B4-BE49-F238E27FC236}">
                  <a16:creationId xmlns:a16="http://schemas.microsoft.com/office/drawing/2014/main" id="{A0E4F2AF-BE0D-423B-A3E6-9A232B0F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647">
              <a:extLst>
                <a:ext uri="{FF2B5EF4-FFF2-40B4-BE49-F238E27FC236}">
                  <a16:creationId xmlns:a16="http://schemas.microsoft.com/office/drawing/2014/main" id="{628ED8D3-2B19-416C-8F2E-5A01851B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620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648">
              <a:extLst>
                <a:ext uri="{FF2B5EF4-FFF2-40B4-BE49-F238E27FC236}">
                  <a16:creationId xmlns:a16="http://schemas.microsoft.com/office/drawing/2014/main" id="{78FB4473-525B-4035-A9E7-E0AAE418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649">
              <a:extLst>
                <a:ext uri="{FF2B5EF4-FFF2-40B4-BE49-F238E27FC236}">
                  <a16:creationId xmlns:a16="http://schemas.microsoft.com/office/drawing/2014/main" id="{1690AD27-AC13-48ED-A7FF-036C325C9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650">
              <a:extLst>
                <a:ext uri="{FF2B5EF4-FFF2-40B4-BE49-F238E27FC236}">
                  <a16:creationId xmlns:a16="http://schemas.microsoft.com/office/drawing/2014/main" id="{604E0EBA-3FFD-4956-8044-F9AE44ABE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027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651">
              <a:extLst>
                <a:ext uri="{FF2B5EF4-FFF2-40B4-BE49-F238E27FC236}">
                  <a16:creationId xmlns:a16="http://schemas.microsoft.com/office/drawing/2014/main" id="{88CA8CA2-AA41-44E7-BBB0-D45D4148B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871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652">
              <a:extLst>
                <a:ext uri="{FF2B5EF4-FFF2-40B4-BE49-F238E27FC236}">
                  <a16:creationId xmlns:a16="http://schemas.microsoft.com/office/drawing/2014/main" id="{4C7717D4-D363-4896-8AAC-E38BAF04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653">
              <a:extLst>
                <a:ext uri="{FF2B5EF4-FFF2-40B4-BE49-F238E27FC236}">
                  <a16:creationId xmlns:a16="http://schemas.microsoft.com/office/drawing/2014/main" id="{B589FC56-3A45-426C-9F2C-8A34D980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654">
              <a:extLst>
                <a:ext uri="{FF2B5EF4-FFF2-40B4-BE49-F238E27FC236}">
                  <a16:creationId xmlns:a16="http://schemas.microsoft.com/office/drawing/2014/main" id="{087B52AB-EC27-4DB3-826C-FB241CFC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25536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55">
              <a:extLst>
                <a:ext uri="{FF2B5EF4-FFF2-40B4-BE49-F238E27FC236}">
                  <a16:creationId xmlns:a16="http://schemas.microsoft.com/office/drawing/2014/main" id="{D0C15A53-20A3-498C-A4E0-00B4E648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56">
              <a:extLst>
                <a:ext uri="{FF2B5EF4-FFF2-40B4-BE49-F238E27FC236}">
                  <a16:creationId xmlns:a16="http://schemas.microsoft.com/office/drawing/2014/main" id="{F1778A12-19B7-4C05-A4A2-FEDB6791E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57">
              <a:extLst>
                <a:ext uri="{FF2B5EF4-FFF2-40B4-BE49-F238E27FC236}">
                  <a16:creationId xmlns:a16="http://schemas.microsoft.com/office/drawing/2014/main" id="{BF8DF9C9-A281-4574-BDE8-4A494C420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679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58">
              <a:extLst>
                <a:ext uri="{FF2B5EF4-FFF2-40B4-BE49-F238E27FC236}">
                  <a16:creationId xmlns:a16="http://schemas.microsoft.com/office/drawing/2014/main" id="{1BD0945C-7658-48CF-B91E-F677C9DC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4524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59">
              <a:extLst>
                <a:ext uri="{FF2B5EF4-FFF2-40B4-BE49-F238E27FC236}">
                  <a16:creationId xmlns:a16="http://schemas.microsoft.com/office/drawing/2014/main" id="{7ECF8421-FE35-4F81-B098-081865EE6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660">
              <a:extLst>
                <a:ext uri="{FF2B5EF4-FFF2-40B4-BE49-F238E27FC236}">
                  <a16:creationId xmlns:a16="http://schemas.microsoft.com/office/drawing/2014/main" id="{82DB3B86-C02B-40FC-BA2C-DAC1491C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661">
              <a:extLst>
                <a:ext uri="{FF2B5EF4-FFF2-40B4-BE49-F238E27FC236}">
                  <a16:creationId xmlns:a16="http://schemas.microsoft.com/office/drawing/2014/main" id="{CC220CDD-89F1-463C-AA5C-2AC67DD03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649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662">
              <a:extLst>
                <a:ext uri="{FF2B5EF4-FFF2-40B4-BE49-F238E27FC236}">
                  <a16:creationId xmlns:a16="http://schemas.microsoft.com/office/drawing/2014/main" id="{E4220331-C559-4F4B-A813-898A0345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Freeform 1663">
              <a:extLst>
                <a:ext uri="{FF2B5EF4-FFF2-40B4-BE49-F238E27FC236}">
                  <a16:creationId xmlns:a16="http://schemas.microsoft.com/office/drawing/2014/main" id="{C7832132-0272-42EC-9511-1C91D4C91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58" y="296215"/>
              <a:ext cx="295547" cy="261768"/>
            </a:xfrm>
            <a:custGeom>
              <a:avLst/>
              <a:gdLst>
                <a:gd name="T0" fmla="*/ 10 w 44"/>
                <a:gd name="T1" fmla="*/ 22 h 39"/>
                <a:gd name="T2" fmla="*/ 12 w 44"/>
                <a:gd name="T3" fmla="*/ 22 h 39"/>
                <a:gd name="T4" fmla="*/ 12 w 44"/>
                <a:gd name="T5" fmla="*/ 22 h 39"/>
                <a:gd name="T6" fmla="*/ 13 w 44"/>
                <a:gd name="T7" fmla="*/ 23 h 39"/>
                <a:gd name="T8" fmla="*/ 13 w 44"/>
                <a:gd name="T9" fmla="*/ 22 h 39"/>
                <a:gd name="T10" fmla="*/ 15 w 44"/>
                <a:gd name="T11" fmla="*/ 23 h 39"/>
                <a:gd name="T12" fmla="*/ 16 w 44"/>
                <a:gd name="T13" fmla="*/ 22 h 39"/>
                <a:gd name="T14" fmla="*/ 18 w 44"/>
                <a:gd name="T15" fmla="*/ 24 h 39"/>
                <a:gd name="T16" fmla="*/ 19 w 44"/>
                <a:gd name="T17" fmla="*/ 22 h 39"/>
                <a:gd name="T18" fmla="*/ 21 w 44"/>
                <a:gd name="T19" fmla="*/ 23 h 39"/>
                <a:gd name="T20" fmla="*/ 22 w 44"/>
                <a:gd name="T21" fmla="*/ 22 h 39"/>
                <a:gd name="T22" fmla="*/ 23 w 44"/>
                <a:gd name="T23" fmla="*/ 24 h 39"/>
                <a:gd name="T24" fmla="*/ 24 w 44"/>
                <a:gd name="T25" fmla="*/ 22 h 39"/>
                <a:gd name="T26" fmla="*/ 25 w 44"/>
                <a:gd name="T27" fmla="*/ 24 h 39"/>
                <a:gd name="T28" fmla="*/ 27 w 44"/>
                <a:gd name="T29" fmla="*/ 23 h 39"/>
                <a:gd name="T30" fmla="*/ 28 w 44"/>
                <a:gd name="T31" fmla="*/ 23 h 39"/>
                <a:gd name="T32" fmla="*/ 29 w 44"/>
                <a:gd name="T33" fmla="*/ 22 h 39"/>
                <a:gd name="T34" fmla="*/ 30 w 44"/>
                <a:gd name="T35" fmla="*/ 23 h 39"/>
                <a:gd name="T36" fmla="*/ 32 w 44"/>
                <a:gd name="T37" fmla="*/ 22 h 39"/>
                <a:gd name="T38" fmla="*/ 34 w 44"/>
                <a:gd name="T39" fmla="*/ 22 h 39"/>
                <a:gd name="T40" fmla="*/ 38 w 44"/>
                <a:gd name="T41" fmla="*/ 34 h 39"/>
                <a:gd name="T42" fmla="*/ 41 w 44"/>
                <a:gd name="T43" fmla="*/ 29 h 39"/>
                <a:gd name="T44" fmla="*/ 29 w 44"/>
                <a:gd name="T45" fmla="*/ 2 h 39"/>
                <a:gd name="T46" fmla="*/ 19 w 44"/>
                <a:gd name="T47" fmla="*/ 0 h 39"/>
                <a:gd name="T48" fmla="*/ 20 w 44"/>
                <a:gd name="T49" fmla="*/ 1 h 39"/>
                <a:gd name="T50" fmla="*/ 14 w 44"/>
                <a:gd name="T51" fmla="*/ 1 h 39"/>
                <a:gd name="T52" fmla="*/ 15 w 44"/>
                <a:gd name="T53" fmla="*/ 1 h 39"/>
                <a:gd name="T54" fmla="*/ 12 w 44"/>
                <a:gd name="T55" fmla="*/ 2 h 39"/>
                <a:gd name="T56" fmla="*/ 10 w 44"/>
                <a:gd name="T57" fmla="*/ 2 h 39"/>
                <a:gd name="T58" fmla="*/ 7 w 44"/>
                <a:gd name="T59" fmla="*/ 6 h 39"/>
                <a:gd name="T60" fmla="*/ 6 w 44"/>
                <a:gd name="T61" fmla="*/ 6 h 39"/>
                <a:gd name="T62" fmla="*/ 6 w 44"/>
                <a:gd name="T63" fmla="*/ 7 h 39"/>
                <a:gd name="T64" fmla="*/ 0 w 44"/>
                <a:gd name="T65" fmla="*/ 19 h 39"/>
                <a:gd name="T66" fmla="*/ 4 w 44"/>
                <a:gd name="T67" fmla="*/ 35 h 39"/>
                <a:gd name="T68" fmla="*/ 6 w 44"/>
                <a:gd name="T69" fmla="*/ 33 h 39"/>
                <a:gd name="T70" fmla="*/ 10 w 44"/>
                <a:gd name="T71" fmla="*/ 2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9">
                  <a:moveTo>
                    <a:pt x="10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3" y="24"/>
                    <a:pt x="13" y="23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4" y="22"/>
                    <a:pt x="15" y="24"/>
                    <a:pt x="15" y="23"/>
                  </a:cubicBezTo>
                  <a:cubicBezTo>
                    <a:pt x="15" y="23"/>
                    <a:pt x="16" y="22"/>
                    <a:pt x="16" y="22"/>
                  </a:cubicBezTo>
                  <a:cubicBezTo>
                    <a:pt x="16" y="23"/>
                    <a:pt x="18" y="24"/>
                    <a:pt x="18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3"/>
                    <a:pt x="21" y="24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3"/>
                    <a:pt x="27" y="23"/>
                  </a:cubicBezTo>
                  <a:cubicBezTo>
                    <a:pt x="27" y="22"/>
                    <a:pt x="28" y="22"/>
                    <a:pt x="28" y="23"/>
                  </a:cubicBezTo>
                  <a:cubicBezTo>
                    <a:pt x="28" y="25"/>
                    <a:pt x="29" y="23"/>
                    <a:pt x="29" y="22"/>
                  </a:cubicBezTo>
                  <a:cubicBezTo>
                    <a:pt x="30" y="21"/>
                    <a:pt x="30" y="23"/>
                    <a:pt x="30" y="23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9" y="31"/>
                    <a:pt x="38" y="34"/>
                  </a:cubicBezTo>
                  <a:cubicBezTo>
                    <a:pt x="37" y="37"/>
                    <a:pt x="39" y="36"/>
                    <a:pt x="41" y="29"/>
                  </a:cubicBezTo>
                  <a:cubicBezTo>
                    <a:pt x="42" y="21"/>
                    <a:pt x="44" y="6"/>
                    <a:pt x="29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0" y="14"/>
                    <a:pt x="0" y="19"/>
                  </a:cubicBezTo>
                  <a:cubicBezTo>
                    <a:pt x="0" y="24"/>
                    <a:pt x="2" y="31"/>
                    <a:pt x="4" y="35"/>
                  </a:cubicBezTo>
                  <a:cubicBezTo>
                    <a:pt x="7" y="39"/>
                    <a:pt x="6" y="35"/>
                    <a:pt x="6" y="33"/>
                  </a:cubicBezTo>
                  <a:cubicBezTo>
                    <a:pt x="7" y="28"/>
                    <a:pt x="9" y="22"/>
                    <a:pt x="10" y="22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664">
              <a:extLst>
                <a:ext uri="{FF2B5EF4-FFF2-40B4-BE49-F238E27FC236}">
                  <a16:creationId xmlns:a16="http://schemas.microsoft.com/office/drawing/2014/main" id="{848F4570-F999-47A5-822F-BAF74A21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6" y="369398"/>
              <a:ext cx="239252" cy="188585"/>
            </a:xfrm>
            <a:custGeom>
              <a:avLst/>
              <a:gdLst>
                <a:gd name="T0" fmla="*/ 34 w 36"/>
                <a:gd name="T1" fmla="*/ 15 h 28"/>
                <a:gd name="T2" fmla="*/ 33 w 36"/>
                <a:gd name="T3" fmla="*/ 13 h 28"/>
                <a:gd name="T4" fmla="*/ 33 w 36"/>
                <a:gd name="T5" fmla="*/ 12 h 28"/>
                <a:gd name="T6" fmla="*/ 32 w 36"/>
                <a:gd name="T7" fmla="*/ 8 h 28"/>
                <a:gd name="T8" fmla="*/ 32 w 36"/>
                <a:gd name="T9" fmla="*/ 2 h 28"/>
                <a:gd name="T10" fmla="*/ 32 w 36"/>
                <a:gd name="T11" fmla="*/ 0 h 28"/>
                <a:gd name="T12" fmla="*/ 24 w 36"/>
                <a:gd name="T13" fmla="*/ 9 h 28"/>
                <a:gd name="T14" fmla="*/ 18 w 36"/>
                <a:gd name="T15" fmla="*/ 4 h 28"/>
                <a:gd name="T16" fmla="*/ 13 w 36"/>
                <a:gd name="T17" fmla="*/ 10 h 28"/>
                <a:gd name="T18" fmla="*/ 7 w 36"/>
                <a:gd name="T19" fmla="*/ 5 h 28"/>
                <a:gd name="T20" fmla="*/ 2 w 36"/>
                <a:gd name="T21" fmla="*/ 10 h 28"/>
                <a:gd name="T22" fmla="*/ 1 w 36"/>
                <a:gd name="T23" fmla="*/ 9 h 28"/>
                <a:gd name="T24" fmla="*/ 1 w 36"/>
                <a:gd name="T25" fmla="*/ 24 h 28"/>
                <a:gd name="T26" fmla="*/ 1 w 36"/>
                <a:gd name="T27" fmla="*/ 25 h 28"/>
                <a:gd name="T28" fmla="*/ 2 w 36"/>
                <a:gd name="T29" fmla="*/ 22 h 28"/>
                <a:gd name="T30" fmla="*/ 6 w 36"/>
                <a:gd name="T31" fmla="*/ 11 h 28"/>
                <a:gd name="T32" fmla="*/ 8 w 36"/>
                <a:gd name="T33" fmla="*/ 11 h 28"/>
                <a:gd name="T34" fmla="*/ 8 w 36"/>
                <a:gd name="T35" fmla="*/ 11 h 28"/>
                <a:gd name="T36" fmla="*/ 9 w 36"/>
                <a:gd name="T37" fmla="*/ 12 h 28"/>
                <a:gd name="T38" fmla="*/ 9 w 36"/>
                <a:gd name="T39" fmla="*/ 11 h 28"/>
                <a:gd name="T40" fmla="*/ 11 w 36"/>
                <a:gd name="T41" fmla="*/ 12 h 28"/>
                <a:gd name="T42" fmla="*/ 12 w 36"/>
                <a:gd name="T43" fmla="*/ 11 h 28"/>
                <a:gd name="T44" fmla="*/ 14 w 36"/>
                <a:gd name="T45" fmla="*/ 13 h 28"/>
                <a:gd name="T46" fmla="*/ 15 w 36"/>
                <a:gd name="T47" fmla="*/ 11 h 28"/>
                <a:gd name="T48" fmla="*/ 17 w 36"/>
                <a:gd name="T49" fmla="*/ 12 h 28"/>
                <a:gd name="T50" fmla="*/ 18 w 36"/>
                <a:gd name="T51" fmla="*/ 11 h 28"/>
                <a:gd name="T52" fmla="*/ 19 w 36"/>
                <a:gd name="T53" fmla="*/ 13 h 28"/>
                <a:gd name="T54" fmla="*/ 20 w 36"/>
                <a:gd name="T55" fmla="*/ 11 h 28"/>
                <a:gd name="T56" fmla="*/ 21 w 36"/>
                <a:gd name="T57" fmla="*/ 13 h 28"/>
                <a:gd name="T58" fmla="*/ 23 w 36"/>
                <a:gd name="T59" fmla="*/ 12 h 28"/>
                <a:gd name="T60" fmla="*/ 24 w 36"/>
                <a:gd name="T61" fmla="*/ 12 h 28"/>
                <a:gd name="T62" fmla="*/ 25 w 36"/>
                <a:gd name="T63" fmla="*/ 11 h 28"/>
                <a:gd name="T64" fmla="*/ 26 w 36"/>
                <a:gd name="T65" fmla="*/ 12 h 28"/>
                <a:gd name="T66" fmla="*/ 28 w 36"/>
                <a:gd name="T67" fmla="*/ 11 h 28"/>
                <a:gd name="T68" fmla="*/ 30 w 36"/>
                <a:gd name="T69" fmla="*/ 11 h 28"/>
                <a:gd name="T70" fmla="*/ 34 w 36"/>
                <a:gd name="T71" fmla="*/ 23 h 28"/>
                <a:gd name="T72" fmla="*/ 36 w 36"/>
                <a:gd name="T73" fmla="*/ 19 h 28"/>
                <a:gd name="T74" fmla="*/ 34 w 36"/>
                <a:gd name="T75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28">
                  <a:moveTo>
                    <a:pt x="34" y="15"/>
                  </a:moveTo>
                  <a:cubicBezTo>
                    <a:pt x="34" y="14"/>
                    <a:pt x="34" y="13"/>
                    <a:pt x="33" y="13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3" y="11"/>
                    <a:pt x="32" y="9"/>
                    <a:pt x="32" y="8"/>
                  </a:cubicBezTo>
                  <a:cubicBezTo>
                    <a:pt x="32" y="6"/>
                    <a:pt x="32" y="4"/>
                    <a:pt x="32" y="2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31" y="5"/>
                    <a:pt x="28" y="8"/>
                    <a:pt x="24" y="9"/>
                  </a:cubicBezTo>
                  <a:cubicBezTo>
                    <a:pt x="20" y="10"/>
                    <a:pt x="19" y="7"/>
                    <a:pt x="18" y="4"/>
                  </a:cubicBezTo>
                  <a:cubicBezTo>
                    <a:pt x="17" y="7"/>
                    <a:pt x="15" y="10"/>
                    <a:pt x="13" y="10"/>
                  </a:cubicBezTo>
                  <a:cubicBezTo>
                    <a:pt x="10" y="10"/>
                    <a:pt x="9" y="8"/>
                    <a:pt x="7" y="5"/>
                  </a:cubicBezTo>
                  <a:cubicBezTo>
                    <a:pt x="6" y="8"/>
                    <a:pt x="5" y="10"/>
                    <a:pt x="2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3"/>
                    <a:pt x="1" y="18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" y="28"/>
                    <a:pt x="2" y="24"/>
                    <a:pt x="2" y="22"/>
                  </a:cubicBezTo>
                  <a:cubicBezTo>
                    <a:pt x="3" y="17"/>
                    <a:pt x="5" y="11"/>
                    <a:pt x="6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3"/>
                    <a:pt x="9" y="12"/>
                  </a:cubicBezTo>
                  <a:cubicBezTo>
                    <a:pt x="9" y="12"/>
                    <a:pt x="9" y="11"/>
                    <a:pt x="9" y="11"/>
                  </a:cubicBezTo>
                  <a:cubicBezTo>
                    <a:pt x="10" y="11"/>
                    <a:pt x="11" y="13"/>
                    <a:pt x="11" y="12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12" y="12"/>
                    <a:pt x="14" y="13"/>
                    <a:pt x="14" y="13"/>
                  </a:cubicBezTo>
                  <a:cubicBezTo>
                    <a:pt x="14" y="12"/>
                    <a:pt x="14" y="11"/>
                    <a:pt x="15" y="11"/>
                  </a:cubicBezTo>
                  <a:cubicBezTo>
                    <a:pt x="15" y="12"/>
                    <a:pt x="17" y="13"/>
                    <a:pt x="17" y="12"/>
                  </a:cubicBezTo>
                  <a:cubicBezTo>
                    <a:pt x="17" y="12"/>
                    <a:pt x="17" y="11"/>
                    <a:pt x="18" y="11"/>
                  </a:cubicBezTo>
                  <a:cubicBezTo>
                    <a:pt x="19" y="12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3" y="12"/>
                  </a:cubicBezTo>
                  <a:cubicBezTo>
                    <a:pt x="23" y="11"/>
                    <a:pt x="24" y="11"/>
                    <a:pt x="24" y="12"/>
                  </a:cubicBezTo>
                  <a:cubicBezTo>
                    <a:pt x="24" y="14"/>
                    <a:pt x="25" y="12"/>
                    <a:pt x="25" y="11"/>
                  </a:cubicBezTo>
                  <a:cubicBezTo>
                    <a:pt x="26" y="10"/>
                    <a:pt x="26" y="12"/>
                    <a:pt x="26" y="1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5" y="20"/>
                    <a:pt x="34" y="23"/>
                  </a:cubicBezTo>
                  <a:cubicBezTo>
                    <a:pt x="33" y="26"/>
                    <a:pt x="35" y="25"/>
                    <a:pt x="36" y="19"/>
                  </a:cubicBezTo>
                  <a:cubicBezTo>
                    <a:pt x="35" y="18"/>
                    <a:pt x="35" y="16"/>
                    <a:pt x="34" y="15"/>
                  </a:cubicBezTo>
                  <a:close/>
                </a:path>
              </a:pathLst>
            </a:custGeom>
            <a:solidFill>
              <a:srgbClr val="1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1665">
              <a:extLst>
                <a:ext uri="{FF2B5EF4-FFF2-40B4-BE49-F238E27FC236}">
                  <a16:creationId xmlns:a16="http://schemas.microsoft.com/office/drawing/2014/main" id="{A8740861-34E7-482E-89E2-5576DB73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063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1666">
              <a:extLst>
                <a:ext uri="{FF2B5EF4-FFF2-40B4-BE49-F238E27FC236}">
                  <a16:creationId xmlns:a16="http://schemas.microsoft.com/office/drawing/2014/main" id="{D3495459-8FB5-46C7-A258-1B592D4C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16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1667">
              <a:extLst>
                <a:ext uri="{FF2B5EF4-FFF2-40B4-BE49-F238E27FC236}">
                  <a16:creationId xmlns:a16="http://schemas.microsoft.com/office/drawing/2014/main" id="{99DE6C89-1459-46D3-B33A-5B2F28A6C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801" y="937971"/>
              <a:ext cx="8445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1668">
              <a:extLst>
                <a:ext uri="{FF2B5EF4-FFF2-40B4-BE49-F238E27FC236}">
                  <a16:creationId xmlns:a16="http://schemas.microsoft.com/office/drawing/2014/main" id="{B8DEF164-217F-4D05-A2B8-6C6DDF619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469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612100" y="1068311"/>
            <a:ext cx="10559426" cy="3739935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8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电感的</a:t>
            </a:r>
            <a:endParaRPr lang="en-US" altLang="zh-CN" sz="8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本质特性</a:t>
            </a:r>
            <a:endParaRPr lang="en-US" altLang="zh-CN" sz="115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0" name="Picture 12" descr="-633807432120468750">
            <a:extLst>
              <a:ext uri="{FF2B5EF4-FFF2-40B4-BE49-F238E27FC236}">
                <a16:creationId xmlns:a16="http://schemas.microsoft.com/office/drawing/2014/main" id="{16FDD95E-DB0D-4B13-A46D-E1B95F66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06" t="31293" r="49036" b="30612"/>
          <a:stretch>
            <a:fillRect/>
          </a:stretch>
        </p:blipFill>
        <p:spPr bwMode="auto">
          <a:xfrm>
            <a:off x="10808431" y="5210690"/>
            <a:ext cx="1086553" cy="1157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" name="Picture 13" descr="u=2700007688,1693893774&amp;fm=21&amp;gp=0">
            <a:extLst>
              <a:ext uri="{FF2B5EF4-FFF2-40B4-BE49-F238E27FC236}">
                <a16:creationId xmlns:a16="http://schemas.microsoft.com/office/drawing/2014/main" id="{647DB28D-C199-444B-89BA-CDB2536F9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6" t="6818" r="7272" b="49673"/>
          <a:stretch>
            <a:fillRect/>
          </a:stretch>
        </p:blipFill>
        <p:spPr bwMode="auto">
          <a:xfrm>
            <a:off x="9062923" y="1859699"/>
            <a:ext cx="2174178" cy="1180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" name="Picture 14" descr="u=3661492695,3149321739&amp;fm=21&amp;gp=0">
            <a:extLst>
              <a:ext uri="{FF2B5EF4-FFF2-40B4-BE49-F238E27FC236}">
                <a16:creationId xmlns:a16="http://schemas.microsoft.com/office/drawing/2014/main" id="{559E566A-4AE8-4C83-A8AD-5F81FA97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5" t="16364" r="27274" b="8636"/>
          <a:stretch>
            <a:fillRect/>
          </a:stretch>
        </p:blipFill>
        <p:spPr bwMode="auto">
          <a:xfrm>
            <a:off x="8805296" y="5173738"/>
            <a:ext cx="640785" cy="123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47565687-BE88-49B1-B77D-7D2937C6B1F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8" t="19778" r="18700"/>
          <a:stretch>
            <a:fillRect/>
          </a:stretch>
        </p:blipFill>
        <p:spPr bwMode="auto">
          <a:xfrm>
            <a:off x="9449545" y="3460148"/>
            <a:ext cx="1346096" cy="139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0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352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8EE490-B801-4920-B6F5-B9D17CB11606}"/>
              </a:ext>
            </a:extLst>
          </p:cNvPr>
          <p:cNvSpPr/>
          <p:nvPr/>
        </p:nvSpPr>
        <p:spPr>
          <a:xfrm>
            <a:off x="1095421" y="3219621"/>
            <a:ext cx="983324" cy="879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1F153F7-4EE0-48EB-9FFC-D0D4CC9DF77A}"/>
              </a:ext>
            </a:extLst>
          </p:cNvPr>
          <p:cNvSpPr/>
          <p:nvPr/>
        </p:nvSpPr>
        <p:spPr>
          <a:xfrm>
            <a:off x="2078745" y="2406198"/>
            <a:ext cx="1193168" cy="757147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0BDA324-9041-4F78-ACAA-FDB71E44BBD7}"/>
              </a:ext>
            </a:extLst>
          </p:cNvPr>
          <p:cNvSpPr/>
          <p:nvPr/>
        </p:nvSpPr>
        <p:spPr>
          <a:xfrm>
            <a:off x="914761" y="3531499"/>
            <a:ext cx="361322" cy="33830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28">
            <a:extLst>
              <a:ext uri="{FF2B5EF4-FFF2-40B4-BE49-F238E27FC236}">
                <a16:creationId xmlns:a16="http://schemas.microsoft.com/office/drawing/2014/main" id="{23A8DA59-4C87-4243-AB4C-1514DD7D1320}"/>
              </a:ext>
            </a:extLst>
          </p:cNvPr>
          <p:cNvSpPr/>
          <p:nvPr/>
        </p:nvSpPr>
        <p:spPr>
          <a:xfrm>
            <a:off x="980893" y="3652301"/>
            <a:ext cx="229057" cy="96341"/>
          </a:xfrm>
          <a:custGeom>
            <a:avLst/>
            <a:gdLst>
              <a:gd name="connsiteX0" fmla="*/ 0 w 330548"/>
              <a:gd name="connsiteY0" fmla="*/ 84051 h 107995"/>
              <a:gd name="connsiteX1" fmla="*/ 106680 w 330548"/>
              <a:gd name="connsiteY1" fmla="*/ 231 h 107995"/>
              <a:gd name="connsiteX2" fmla="*/ 213360 w 330548"/>
              <a:gd name="connsiteY2" fmla="*/ 106911 h 107995"/>
              <a:gd name="connsiteX3" fmla="*/ 327660 w 330548"/>
              <a:gd name="connsiteY3" fmla="*/ 53571 h 107995"/>
              <a:gd name="connsiteX4" fmla="*/ 312420 w 330548"/>
              <a:gd name="connsiteY4" fmla="*/ 23091 h 107995"/>
              <a:gd name="connsiteX0" fmla="*/ 0 w 400527"/>
              <a:gd name="connsiteY0" fmla="*/ 106204 h 130313"/>
              <a:gd name="connsiteX1" fmla="*/ 106680 w 400527"/>
              <a:gd name="connsiteY1" fmla="*/ 22384 h 130313"/>
              <a:gd name="connsiteX2" fmla="*/ 213360 w 400527"/>
              <a:gd name="connsiteY2" fmla="*/ 129064 h 130313"/>
              <a:gd name="connsiteX3" fmla="*/ 327660 w 400527"/>
              <a:gd name="connsiteY3" fmla="*/ 75724 h 130313"/>
              <a:gd name="connsiteX4" fmla="*/ 400527 w 400527"/>
              <a:gd name="connsiteY4" fmla="*/ 0 h 130313"/>
              <a:gd name="connsiteX0" fmla="*/ 0 w 332457"/>
              <a:gd name="connsiteY0" fmla="*/ 84052 h 107893"/>
              <a:gd name="connsiteX1" fmla="*/ 106680 w 332457"/>
              <a:gd name="connsiteY1" fmla="*/ 232 h 107893"/>
              <a:gd name="connsiteX2" fmla="*/ 213360 w 332457"/>
              <a:gd name="connsiteY2" fmla="*/ 106912 h 107893"/>
              <a:gd name="connsiteX3" fmla="*/ 327660 w 332457"/>
              <a:gd name="connsiteY3" fmla="*/ 53572 h 107893"/>
              <a:gd name="connsiteX4" fmla="*/ 329089 w 332457"/>
              <a:gd name="connsiteY4" fmla="*/ 58811 h 107893"/>
              <a:gd name="connsiteX0" fmla="*/ 0 w 379541"/>
              <a:gd name="connsiteY0" fmla="*/ 84052 h 107954"/>
              <a:gd name="connsiteX1" fmla="*/ 106680 w 379541"/>
              <a:gd name="connsiteY1" fmla="*/ 232 h 107954"/>
              <a:gd name="connsiteX2" fmla="*/ 213360 w 379541"/>
              <a:gd name="connsiteY2" fmla="*/ 106912 h 107954"/>
              <a:gd name="connsiteX3" fmla="*/ 327660 w 379541"/>
              <a:gd name="connsiteY3" fmla="*/ 53572 h 107954"/>
              <a:gd name="connsiteX4" fmla="*/ 379541 w 379541"/>
              <a:gd name="connsiteY4" fmla="*/ 36928 h 107954"/>
              <a:gd name="connsiteX0" fmla="*/ 0 w 327660"/>
              <a:gd name="connsiteY0" fmla="*/ 84052 h 107954"/>
              <a:gd name="connsiteX1" fmla="*/ 106680 w 327660"/>
              <a:gd name="connsiteY1" fmla="*/ 232 h 107954"/>
              <a:gd name="connsiteX2" fmla="*/ 213360 w 327660"/>
              <a:gd name="connsiteY2" fmla="*/ 106912 h 107954"/>
              <a:gd name="connsiteX3" fmla="*/ 327660 w 327660"/>
              <a:gd name="connsiteY3" fmla="*/ 53572 h 10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7660" h="107954">
                <a:moveTo>
                  <a:pt x="0" y="84052"/>
                </a:moveTo>
                <a:cubicBezTo>
                  <a:pt x="35560" y="40237"/>
                  <a:pt x="71120" y="-3578"/>
                  <a:pt x="106680" y="232"/>
                </a:cubicBezTo>
                <a:cubicBezTo>
                  <a:pt x="142240" y="4042"/>
                  <a:pt x="176530" y="98022"/>
                  <a:pt x="213360" y="106912"/>
                </a:cubicBezTo>
                <a:cubicBezTo>
                  <a:pt x="250190" y="115802"/>
                  <a:pt x="299963" y="65236"/>
                  <a:pt x="327660" y="53572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3">
            <a:extLst>
              <a:ext uri="{FF2B5EF4-FFF2-40B4-BE49-F238E27FC236}">
                <a16:creationId xmlns:a16="http://schemas.microsoft.com/office/drawing/2014/main" id="{7621F461-7789-4523-B2B6-79F44F4B41C4}"/>
              </a:ext>
            </a:extLst>
          </p:cNvPr>
          <p:cNvSpPr/>
          <p:nvPr/>
        </p:nvSpPr>
        <p:spPr>
          <a:xfrm>
            <a:off x="2078745" y="2406198"/>
            <a:ext cx="1200565" cy="2272822"/>
          </a:xfrm>
          <a:custGeom>
            <a:avLst/>
            <a:gdLst>
              <a:gd name="connsiteX0" fmla="*/ 782552 w 1565103"/>
              <a:gd name="connsiteY0" fmla="*/ 0 h 3117670"/>
              <a:gd name="connsiteX1" fmla="*/ 1561063 w 1565103"/>
              <a:gd name="connsiteY1" fmla="*/ 469091 h 3117670"/>
              <a:gd name="connsiteX2" fmla="*/ 1565103 w 1565103"/>
              <a:gd name="connsiteY2" fmla="*/ 522514 h 3117670"/>
              <a:gd name="connsiteX3" fmla="*/ 1565103 w 1565103"/>
              <a:gd name="connsiteY3" fmla="*/ 522514 h 3117670"/>
              <a:gd name="connsiteX4" fmla="*/ 1565103 w 1565103"/>
              <a:gd name="connsiteY4" fmla="*/ 522515 h 3117670"/>
              <a:gd name="connsiteX5" fmla="*/ 1565103 w 1565103"/>
              <a:gd name="connsiteY5" fmla="*/ 2595155 h 3117670"/>
              <a:gd name="connsiteX6" fmla="*/ 782552 w 1565103"/>
              <a:gd name="connsiteY6" fmla="*/ 3117670 h 3117670"/>
              <a:gd name="connsiteX7" fmla="*/ 1 w 1565103"/>
              <a:gd name="connsiteY7" fmla="*/ 2595155 h 3117670"/>
              <a:gd name="connsiteX8" fmla="*/ 0 w 1565103"/>
              <a:gd name="connsiteY8" fmla="*/ 2595155 h 3117670"/>
              <a:gd name="connsiteX9" fmla="*/ 0 w 1565103"/>
              <a:gd name="connsiteY9" fmla="*/ 522514 h 3117670"/>
              <a:gd name="connsiteX10" fmla="*/ 1 w 1565103"/>
              <a:gd name="connsiteY10" fmla="*/ 522514 h 3117670"/>
              <a:gd name="connsiteX11" fmla="*/ 4042 w 1565103"/>
              <a:gd name="connsiteY11" fmla="*/ 469091 h 3117670"/>
              <a:gd name="connsiteX12" fmla="*/ 782552 w 1565103"/>
              <a:gd name="connsiteY12" fmla="*/ 0 h 311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5103" h="3117670">
                <a:moveTo>
                  <a:pt x="782552" y="0"/>
                </a:moveTo>
                <a:cubicBezTo>
                  <a:pt x="1187731" y="0"/>
                  <a:pt x="1520989" y="205610"/>
                  <a:pt x="1561063" y="469091"/>
                </a:cubicBezTo>
                <a:lnTo>
                  <a:pt x="1565103" y="522514"/>
                </a:lnTo>
                <a:lnTo>
                  <a:pt x="1565103" y="522514"/>
                </a:lnTo>
                <a:lnTo>
                  <a:pt x="1565103" y="522515"/>
                </a:lnTo>
                <a:lnTo>
                  <a:pt x="1565103" y="2595155"/>
                </a:lnTo>
                <a:cubicBezTo>
                  <a:pt x="1565103" y="2883732"/>
                  <a:pt x="1214743" y="3117670"/>
                  <a:pt x="782552" y="3117670"/>
                </a:cubicBezTo>
                <a:cubicBezTo>
                  <a:pt x="350361" y="3117670"/>
                  <a:pt x="1" y="2883732"/>
                  <a:pt x="1" y="2595155"/>
                </a:cubicBezTo>
                <a:lnTo>
                  <a:pt x="0" y="2595155"/>
                </a:lnTo>
                <a:lnTo>
                  <a:pt x="0" y="522514"/>
                </a:lnTo>
                <a:lnTo>
                  <a:pt x="1" y="522514"/>
                </a:lnTo>
                <a:lnTo>
                  <a:pt x="4042" y="469091"/>
                </a:lnTo>
                <a:cubicBezTo>
                  <a:pt x="44116" y="205610"/>
                  <a:pt x="377373" y="0"/>
                  <a:pt x="782552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46">
            <a:extLst>
              <a:ext uri="{FF2B5EF4-FFF2-40B4-BE49-F238E27FC236}">
                <a16:creationId xmlns:a16="http://schemas.microsoft.com/office/drawing/2014/main" id="{B9C7E12B-9300-4CAD-AB3F-C2B9BF50C143}"/>
              </a:ext>
            </a:extLst>
          </p:cNvPr>
          <p:cNvSpPr/>
          <p:nvPr/>
        </p:nvSpPr>
        <p:spPr>
          <a:xfrm>
            <a:off x="1991182" y="3217258"/>
            <a:ext cx="1362485" cy="344104"/>
          </a:xfrm>
          <a:custGeom>
            <a:avLst/>
            <a:gdLst>
              <a:gd name="connsiteX0" fmla="*/ 0 w 1200493"/>
              <a:gd name="connsiteY0" fmla="*/ 676102 h 929776"/>
              <a:gd name="connsiteX1" fmla="*/ 604838 w 1200493"/>
              <a:gd name="connsiteY1" fmla="*/ 923752 h 929776"/>
              <a:gd name="connsiteX2" fmla="*/ 1095375 w 1200493"/>
              <a:gd name="connsiteY2" fmla="*/ 452265 h 929776"/>
              <a:gd name="connsiteX3" fmla="*/ 1152525 w 1200493"/>
              <a:gd name="connsiteY3" fmla="*/ 28402 h 929776"/>
              <a:gd name="connsiteX4" fmla="*/ 523875 w 1200493"/>
              <a:gd name="connsiteY4" fmla="*/ 37927 h 929776"/>
              <a:gd name="connsiteX5" fmla="*/ 523875 w 1200493"/>
              <a:gd name="connsiteY5" fmla="*/ 37927 h 929776"/>
              <a:gd name="connsiteX6" fmla="*/ 733425 w 1200493"/>
              <a:gd name="connsiteY6" fmla="*/ 99840 h 929776"/>
              <a:gd name="connsiteX7" fmla="*/ 690563 w 1200493"/>
              <a:gd name="connsiteY7" fmla="*/ 204615 h 929776"/>
              <a:gd name="connsiteX0" fmla="*/ 128102 w 1365164"/>
              <a:gd name="connsiteY0" fmla="*/ 676102 h 721219"/>
              <a:gd name="connsiteX1" fmla="*/ 42377 w 1365164"/>
              <a:gd name="connsiteY1" fmla="*/ 544106 h 721219"/>
              <a:gd name="connsiteX2" fmla="*/ 1223477 w 1365164"/>
              <a:gd name="connsiteY2" fmla="*/ 452265 h 721219"/>
              <a:gd name="connsiteX3" fmla="*/ 1280627 w 1365164"/>
              <a:gd name="connsiteY3" fmla="*/ 28402 h 721219"/>
              <a:gd name="connsiteX4" fmla="*/ 651977 w 1365164"/>
              <a:gd name="connsiteY4" fmla="*/ 37927 h 721219"/>
              <a:gd name="connsiteX5" fmla="*/ 651977 w 1365164"/>
              <a:gd name="connsiteY5" fmla="*/ 37927 h 721219"/>
              <a:gd name="connsiteX6" fmla="*/ 861527 w 1365164"/>
              <a:gd name="connsiteY6" fmla="*/ 99840 h 721219"/>
              <a:gd name="connsiteX7" fmla="*/ 818665 w 1365164"/>
              <a:gd name="connsiteY7" fmla="*/ 204615 h 721219"/>
              <a:gd name="connsiteX0" fmla="*/ 101744 w 1337037"/>
              <a:gd name="connsiteY0" fmla="*/ 676102 h 714264"/>
              <a:gd name="connsiteX1" fmla="*/ 44594 w 1337037"/>
              <a:gd name="connsiteY1" fmla="*/ 481633 h 714264"/>
              <a:gd name="connsiteX2" fmla="*/ 1197119 w 1337037"/>
              <a:gd name="connsiteY2" fmla="*/ 452265 h 714264"/>
              <a:gd name="connsiteX3" fmla="*/ 1254269 w 1337037"/>
              <a:gd name="connsiteY3" fmla="*/ 28402 h 714264"/>
              <a:gd name="connsiteX4" fmla="*/ 625619 w 1337037"/>
              <a:gd name="connsiteY4" fmla="*/ 37927 h 714264"/>
              <a:gd name="connsiteX5" fmla="*/ 625619 w 1337037"/>
              <a:gd name="connsiteY5" fmla="*/ 37927 h 714264"/>
              <a:gd name="connsiteX6" fmla="*/ 835169 w 1337037"/>
              <a:gd name="connsiteY6" fmla="*/ 99840 h 714264"/>
              <a:gd name="connsiteX7" fmla="*/ 792307 w 1337037"/>
              <a:gd name="connsiteY7" fmla="*/ 204615 h 714264"/>
              <a:gd name="connsiteX0" fmla="*/ 130843 w 1366136"/>
              <a:gd name="connsiteY0" fmla="*/ 676102 h 679179"/>
              <a:gd name="connsiteX1" fmla="*/ 118042 w 1366136"/>
              <a:gd name="connsiteY1" fmla="*/ 654811 h 679179"/>
              <a:gd name="connsiteX2" fmla="*/ 73693 w 1366136"/>
              <a:gd name="connsiteY2" fmla="*/ 481633 h 679179"/>
              <a:gd name="connsiteX3" fmla="*/ 1226218 w 1366136"/>
              <a:gd name="connsiteY3" fmla="*/ 452265 h 679179"/>
              <a:gd name="connsiteX4" fmla="*/ 1283368 w 1366136"/>
              <a:gd name="connsiteY4" fmla="*/ 28402 h 679179"/>
              <a:gd name="connsiteX5" fmla="*/ 654718 w 1366136"/>
              <a:gd name="connsiteY5" fmla="*/ 37927 h 679179"/>
              <a:gd name="connsiteX6" fmla="*/ 654718 w 1366136"/>
              <a:gd name="connsiteY6" fmla="*/ 37927 h 679179"/>
              <a:gd name="connsiteX7" fmla="*/ 864268 w 1366136"/>
              <a:gd name="connsiteY7" fmla="*/ 99840 h 679179"/>
              <a:gd name="connsiteX8" fmla="*/ 821406 w 1366136"/>
              <a:gd name="connsiteY8" fmla="*/ 204615 h 679179"/>
              <a:gd name="connsiteX0" fmla="*/ 130843 w 1366136"/>
              <a:gd name="connsiteY0" fmla="*/ 676102 h 732367"/>
              <a:gd name="connsiteX1" fmla="*/ 118042 w 1366136"/>
              <a:gd name="connsiteY1" fmla="*/ 724494 h 732367"/>
              <a:gd name="connsiteX2" fmla="*/ 73693 w 1366136"/>
              <a:gd name="connsiteY2" fmla="*/ 481633 h 732367"/>
              <a:gd name="connsiteX3" fmla="*/ 1226218 w 1366136"/>
              <a:gd name="connsiteY3" fmla="*/ 452265 h 732367"/>
              <a:gd name="connsiteX4" fmla="*/ 1283368 w 1366136"/>
              <a:gd name="connsiteY4" fmla="*/ 28402 h 732367"/>
              <a:gd name="connsiteX5" fmla="*/ 654718 w 1366136"/>
              <a:gd name="connsiteY5" fmla="*/ 37927 h 732367"/>
              <a:gd name="connsiteX6" fmla="*/ 654718 w 1366136"/>
              <a:gd name="connsiteY6" fmla="*/ 37927 h 732367"/>
              <a:gd name="connsiteX7" fmla="*/ 864268 w 1366136"/>
              <a:gd name="connsiteY7" fmla="*/ 99840 h 732367"/>
              <a:gd name="connsiteX8" fmla="*/ 821406 w 1366136"/>
              <a:gd name="connsiteY8" fmla="*/ 204615 h 732367"/>
              <a:gd name="connsiteX0" fmla="*/ 318962 w 1366136"/>
              <a:gd name="connsiteY0" fmla="*/ 750590 h 752340"/>
              <a:gd name="connsiteX1" fmla="*/ 118042 w 1366136"/>
              <a:gd name="connsiteY1" fmla="*/ 724494 h 752340"/>
              <a:gd name="connsiteX2" fmla="*/ 73693 w 1366136"/>
              <a:gd name="connsiteY2" fmla="*/ 481633 h 752340"/>
              <a:gd name="connsiteX3" fmla="*/ 1226218 w 1366136"/>
              <a:gd name="connsiteY3" fmla="*/ 452265 h 752340"/>
              <a:gd name="connsiteX4" fmla="*/ 1283368 w 1366136"/>
              <a:gd name="connsiteY4" fmla="*/ 28402 h 752340"/>
              <a:gd name="connsiteX5" fmla="*/ 654718 w 1366136"/>
              <a:gd name="connsiteY5" fmla="*/ 37927 h 752340"/>
              <a:gd name="connsiteX6" fmla="*/ 654718 w 1366136"/>
              <a:gd name="connsiteY6" fmla="*/ 37927 h 752340"/>
              <a:gd name="connsiteX7" fmla="*/ 864268 w 1366136"/>
              <a:gd name="connsiteY7" fmla="*/ 99840 h 752340"/>
              <a:gd name="connsiteX8" fmla="*/ 821406 w 1366136"/>
              <a:gd name="connsiteY8" fmla="*/ 204615 h 752340"/>
              <a:gd name="connsiteX0" fmla="*/ 354753 w 1401927"/>
              <a:gd name="connsiteY0" fmla="*/ 750590 h 750639"/>
              <a:gd name="connsiteX1" fmla="*/ 53821 w 1401927"/>
              <a:gd name="connsiteY1" fmla="*/ 599547 h 750639"/>
              <a:gd name="connsiteX2" fmla="*/ 109484 w 1401927"/>
              <a:gd name="connsiteY2" fmla="*/ 481633 h 750639"/>
              <a:gd name="connsiteX3" fmla="*/ 1262009 w 1401927"/>
              <a:gd name="connsiteY3" fmla="*/ 452265 h 750639"/>
              <a:gd name="connsiteX4" fmla="*/ 1319159 w 1401927"/>
              <a:gd name="connsiteY4" fmla="*/ 28402 h 750639"/>
              <a:gd name="connsiteX5" fmla="*/ 690509 w 1401927"/>
              <a:gd name="connsiteY5" fmla="*/ 37927 h 750639"/>
              <a:gd name="connsiteX6" fmla="*/ 690509 w 1401927"/>
              <a:gd name="connsiteY6" fmla="*/ 37927 h 750639"/>
              <a:gd name="connsiteX7" fmla="*/ 900059 w 1401927"/>
              <a:gd name="connsiteY7" fmla="*/ 99840 h 750639"/>
              <a:gd name="connsiteX8" fmla="*/ 857197 w 1401927"/>
              <a:gd name="connsiteY8" fmla="*/ 204615 h 750639"/>
              <a:gd name="connsiteX0" fmla="*/ 164253 w 1401927"/>
              <a:gd name="connsiteY0" fmla="*/ 683310 h 683418"/>
              <a:gd name="connsiteX1" fmla="*/ 53821 w 1401927"/>
              <a:gd name="connsiteY1" fmla="*/ 599547 h 683418"/>
              <a:gd name="connsiteX2" fmla="*/ 109484 w 1401927"/>
              <a:gd name="connsiteY2" fmla="*/ 481633 h 683418"/>
              <a:gd name="connsiteX3" fmla="*/ 1262009 w 1401927"/>
              <a:gd name="connsiteY3" fmla="*/ 452265 h 683418"/>
              <a:gd name="connsiteX4" fmla="*/ 1319159 w 1401927"/>
              <a:gd name="connsiteY4" fmla="*/ 28402 h 683418"/>
              <a:gd name="connsiteX5" fmla="*/ 690509 w 1401927"/>
              <a:gd name="connsiteY5" fmla="*/ 37927 h 683418"/>
              <a:gd name="connsiteX6" fmla="*/ 690509 w 1401927"/>
              <a:gd name="connsiteY6" fmla="*/ 37927 h 683418"/>
              <a:gd name="connsiteX7" fmla="*/ 900059 w 1401927"/>
              <a:gd name="connsiteY7" fmla="*/ 99840 h 683418"/>
              <a:gd name="connsiteX8" fmla="*/ 857197 w 1401927"/>
              <a:gd name="connsiteY8" fmla="*/ 204615 h 683418"/>
              <a:gd name="connsiteX0" fmla="*/ 147978 w 1315128"/>
              <a:gd name="connsiteY0" fmla="*/ 679774 h 679882"/>
              <a:gd name="connsiteX1" fmla="*/ 37546 w 1315128"/>
              <a:gd name="connsiteY1" fmla="*/ 596011 h 679882"/>
              <a:gd name="connsiteX2" fmla="*/ 93209 w 1315128"/>
              <a:gd name="connsiteY2" fmla="*/ 478097 h 679882"/>
              <a:gd name="connsiteX3" fmla="*/ 1012372 w 1315128"/>
              <a:gd name="connsiteY3" fmla="*/ 400672 h 679882"/>
              <a:gd name="connsiteX4" fmla="*/ 1302884 w 1315128"/>
              <a:gd name="connsiteY4" fmla="*/ 24866 h 679882"/>
              <a:gd name="connsiteX5" fmla="*/ 674234 w 1315128"/>
              <a:gd name="connsiteY5" fmla="*/ 34391 h 679882"/>
              <a:gd name="connsiteX6" fmla="*/ 674234 w 1315128"/>
              <a:gd name="connsiteY6" fmla="*/ 34391 h 679882"/>
              <a:gd name="connsiteX7" fmla="*/ 883784 w 1315128"/>
              <a:gd name="connsiteY7" fmla="*/ 96304 h 679882"/>
              <a:gd name="connsiteX8" fmla="*/ 840922 w 1315128"/>
              <a:gd name="connsiteY8" fmla="*/ 201079 h 679882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883784 w 1740609"/>
              <a:gd name="connsiteY7" fmla="*/ 61913 h 645491"/>
              <a:gd name="connsiteX8" fmla="*/ 840922 w 1740609"/>
              <a:gd name="connsiteY8" fmla="*/ 166688 h 645491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624228 w 1740609"/>
              <a:gd name="connsiteY7" fmla="*/ 93149 h 645491"/>
              <a:gd name="connsiteX8" fmla="*/ 840922 w 1740609"/>
              <a:gd name="connsiteY8" fmla="*/ 166688 h 645491"/>
              <a:gd name="connsiteX0" fmla="*/ 147978 w 1836284"/>
              <a:gd name="connsiteY0" fmla="*/ 646785 h 646893"/>
              <a:gd name="connsiteX1" fmla="*/ 37546 w 1836284"/>
              <a:gd name="connsiteY1" fmla="*/ 563022 h 646893"/>
              <a:gd name="connsiteX2" fmla="*/ 93209 w 1836284"/>
              <a:gd name="connsiteY2" fmla="*/ 445108 h 646893"/>
              <a:gd name="connsiteX3" fmla="*/ 1012372 w 1836284"/>
              <a:gd name="connsiteY3" fmla="*/ 367683 h 646893"/>
              <a:gd name="connsiteX4" fmla="*/ 1736271 w 1836284"/>
              <a:gd name="connsiteY4" fmla="*/ 323466 h 646893"/>
              <a:gd name="connsiteX5" fmla="*/ 674234 w 1836284"/>
              <a:gd name="connsiteY5" fmla="*/ 1402 h 646893"/>
              <a:gd name="connsiteX6" fmla="*/ 1836284 w 1836284"/>
              <a:gd name="connsiteY6" fmla="*/ 215253 h 646893"/>
              <a:gd name="connsiteX7" fmla="*/ 624228 w 1836284"/>
              <a:gd name="connsiteY7" fmla="*/ 94551 h 646893"/>
              <a:gd name="connsiteX8" fmla="*/ 840922 w 1836284"/>
              <a:gd name="connsiteY8" fmla="*/ 168090 h 646893"/>
              <a:gd name="connsiteX0" fmla="*/ 147978 w 1917524"/>
              <a:gd name="connsiteY0" fmla="*/ 553175 h 553283"/>
              <a:gd name="connsiteX1" fmla="*/ 37546 w 1917524"/>
              <a:gd name="connsiteY1" fmla="*/ 469412 h 553283"/>
              <a:gd name="connsiteX2" fmla="*/ 93209 w 1917524"/>
              <a:gd name="connsiteY2" fmla="*/ 351498 h 553283"/>
              <a:gd name="connsiteX3" fmla="*/ 1012372 w 1917524"/>
              <a:gd name="connsiteY3" fmla="*/ 274073 h 553283"/>
              <a:gd name="connsiteX4" fmla="*/ 1736271 w 1917524"/>
              <a:gd name="connsiteY4" fmla="*/ 229856 h 553283"/>
              <a:gd name="connsiteX5" fmla="*/ 1798184 w 1917524"/>
              <a:gd name="connsiteY5" fmla="*/ 200937 h 553283"/>
              <a:gd name="connsiteX6" fmla="*/ 1836284 w 1917524"/>
              <a:gd name="connsiteY6" fmla="*/ 121643 h 553283"/>
              <a:gd name="connsiteX7" fmla="*/ 624228 w 1917524"/>
              <a:gd name="connsiteY7" fmla="*/ 941 h 553283"/>
              <a:gd name="connsiteX8" fmla="*/ 840922 w 1917524"/>
              <a:gd name="connsiteY8" fmla="*/ 74480 h 553283"/>
              <a:gd name="connsiteX0" fmla="*/ 147978 w 1883277"/>
              <a:gd name="connsiteY0" fmla="*/ 511408 h 511516"/>
              <a:gd name="connsiteX1" fmla="*/ 37546 w 1883277"/>
              <a:gd name="connsiteY1" fmla="*/ 427645 h 511516"/>
              <a:gd name="connsiteX2" fmla="*/ 93209 w 1883277"/>
              <a:gd name="connsiteY2" fmla="*/ 309731 h 511516"/>
              <a:gd name="connsiteX3" fmla="*/ 1012372 w 1883277"/>
              <a:gd name="connsiteY3" fmla="*/ 232306 h 511516"/>
              <a:gd name="connsiteX4" fmla="*/ 1736271 w 1883277"/>
              <a:gd name="connsiteY4" fmla="*/ 188089 h 511516"/>
              <a:gd name="connsiteX5" fmla="*/ 1798184 w 1883277"/>
              <a:gd name="connsiteY5" fmla="*/ 159170 h 511516"/>
              <a:gd name="connsiteX6" fmla="*/ 1836284 w 1883277"/>
              <a:gd name="connsiteY6" fmla="*/ 79876 h 511516"/>
              <a:gd name="connsiteX7" fmla="*/ 1798184 w 1883277"/>
              <a:gd name="connsiteY7" fmla="*/ 4828 h 511516"/>
              <a:gd name="connsiteX8" fmla="*/ 840922 w 1883277"/>
              <a:gd name="connsiteY8" fmla="*/ 32713 h 511516"/>
              <a:gd name="connsiteX0" fmla="*/ 147978 w 1836284"/>
              <a:gd name="connsiteY0" fmla="*/ 524153 h 524261"/>
              <a:gd name="connsiteX1" fmla="*/ 37546 w 1836284"/>
              <a:gd name="connsiteY1" fmla="*/ 440390 h 524261"/>
              <a:gd name="connsiteX2" fmla="*/ 93209 w 1836284"/>
              <a:gd name="connsiteY2" fmla="*/ 322476 h 524261"/>
              <a:gd name="connsiteX3" fmla="*/ 1012372 w 1836284"/>
              <a:gd name="connsiteY3" fmla="*/ 245051 h 524261"/>
              <a:gd name="connsiteX4" fmla="*/ 1736271 w 1836284"/>
              <a:gd name="connsiteY4" fmla="*/ 200834 h 524261"/>
              <a:gd name="connsiteX5" fmla="*/ 1798184 w 1836284"/>
              <a:gd name="connsiteY5" fmla="*/ 171915 h 524261"/>
              <a:gd name="connsiteX6" fmla="*/ 1836284 w 1836284"/>
              <a:gd name="connsiteY6" fmla="*/ 92621 h 524261"/>
              <a:gd name="connsiteX7" fmla="*/ 1798184 w 1836284"/>
              <a:gd name="connsiteY7" fmla="*/ 17573 h 524261"/>
              <a:gd name="connsiteX8" fmla="*/ 1721984 w 1836284"/>
              <a:gd name="connsiteY8" fmla="*/ 21430 h 524261"/>
              <a:gd name="connsiteX0" fmla="*/ 147978 w 1838422"/>
              <a:gd name="connsiteY0" fmla="*/ 524153 h 524261"/>
              <a:gd name="connsiteX1" fmla="*/ 37546 w 1838422"/>
              <a:gd name="connsiteY1" fmla="*/ 440390 h 524261"/>
              <a:gd name="connsiteX2" fmla="*/ 93209 w 1838422"/>
              <a:gd name="connsiteY2" fmla="*/ 322476 h 524261"/>
              <a:gd name="connsiteX3" fmla="*/ 1012372 w 1838422"/>
              <a:gd name="connsiteY3" fmla="*/ 245051 h 524261"/>
              <a:gd name="connsiteX4" fmla="*/ 1736271 w 1838422"/>
              <a:gd name="connsiteY4" fmla="*/ 200834 h 524261"/>
              <a:gd name="connsiteX5" fmla="*/ 1836284 w 1838422"/>
              <a:gd name="connsiteY5" fmla="*/ 92621 h 524261"/>
              <a:gd name="connsiteX6" fmla="*/ 1798184 w 1838422"/>
              <a:gd name="connsiteY6" fmla="*/ 17573 h 524261"/>
              <a:gd name="connsiteX7" fmla="*/ 1721984 w 1838422"/>
              <a:gd name="connsiteY7" fmla="*/ 21430 h 524261"/>
              <a:gd name="connsiteX0" fmla="*/ 134379 w 1824823"/>
              <a:gd name="connsiteY0" fmla="*/ 524153 h 524261"/>
              <a:gd name="connsiteX1" fmla="*/ 23947 w 1824823"/>
              <a:gd name="connsiteY1" fmla="*/ 440390 h 524261"/>
              <a:gd name="connsiteX2" fmla="*/ 79610 w 1824823"/>
              <a:gd name="connsiteY2" fmla="*/ 322476 h 524261"/>
              <a:gd name="connsiteX3" fmla="*/ 998773 w 1824823"/>
              <a:gd name="connsiteY3" fmla="*/ 245051 h 524261"/>
              <a:gd name="connsiteX4" fmla="*/ 1722672 w 1824823"/>
              <a:gd name="connsiteY4" fmla="*/ 200834 h 524261"/>
              <a:gd name="connsiteX5" fmla="*/ 1822685 w 1824823"/>
              <a:gd name="connsiteY5" fmla="*/ 92621 h 524261"/>
              <a:gd name="connsiteX6" fmla="*/ 1784585 w 1824823"/>
              <a:gd name="connsiteY6" fmla="*/ 17573 h 524261"/>
              <a:gd name="connsiteX7" fmla="*/ 1708385 w 1824823"/>
              <a:gd name="connsiteY7" fmla="*/ 21430 h 524261"/>
              <a:gd name="connsiteX0" fmla="*/ 134379 w 1824823"/>
              <a:gd name="connsiteY0" fmla="*/ 524153 h 524505"/>
              <a:gd name="connsiteX1" fmla="*/ 23947 w 1824823"/>
              <a:gd name="connsiteY1" fmla="*/ 440390 h 524505"/>
              <a:gd name="connsiteX2" fmla="*/ 79610 w 1824823"/>
              <a:gd name="connsiteY2" fmla="*/ 322476 h 524505"/>
              <a:gd name="connsiteX3" fmla="*/ 998773 w 1824823"/>
              <a:gd name="connsiteY3" fmla="*/ 245051 h 524505"/>
              <a:gd name="connsiteX4" fmla="*/ 1722672 w 1824823"/>
              <a:gd name="connsiteY4" fmla="*/ 200834 h 524505"/>
              <a:gd name="connsiteX5" fmla="*/ 1822685 w 1824823"/>
              <a:gd name="connsiteY5" fmla="*/ 92621 h 524505"/>
              <a:gd name="connsiteX6" fmla="*/ 1784585 w 1824823"/>
              <a:gd name="connsiteY6" fmla="*/ 17573 h 524505"/>
              <a:gd name="connsiteX7" fmla="*/ 1708385 w 1824823"/>
              <a:gd name="connsiteY7" fmla="*/ 21430 h 524505"/>
              <a:gd name="connsiteX0" fmla="*/ 108972 w 1799416"/>
              <a:gd name="connsiteY0" fmla="*/ 524153 h 524153"/>
              <a:gd name="connsiteX1" fmla="*/ 54203 w 1799416"/>
              <a:gd name="connsiteY1" fmla="*/ 322476 h 524153"/>
              <a:gd name="connsiteX2" fmla="*/ 973366 w 1799416"/>
              <a:gd name="connsiteY2" fmla="*/ 245051 h 524153"/>
              <a:gd name="connsiteX3" fmla="*/ 1697265 w 1799416"/>
              <a:gd name="connsiteY3" fmla="*/ 200834 h 524153"/>
              <a:gd name="connsiteX4" fmla="*/ 1797278 w 1799416"/>
              <a:gd name="connsiteY4" fmla="*/ 92621 h 524153"/>
              <a:gd name="connsiteX5" fmla="*/ 1759178 w 1799416"/>
              <a:gd name="connsiteY5" fmla="*/ 17573 h 524153"/>
              <a:gd name="connsiteX6" fmla="*/ 1682978 w 1799416"/>
              <a:gd name="connsiteY6" fmla="*/ 21430 h 524153"/>
              <a:gd name="connsiteX0" fmla="*/ 128281 w 1818725"/>
              <a:gd name="connsiteY0" fmla="*/ 524153 h 524153"/>
              <a:gd name="connsiteX1" fmla="*/ 73512 w 1818725"/>
              <a:gd name="connsiteY1" fmla="*/ 322476 h 524153"/>
              <a:gd name="connsiteX2" fmla="*/ 992675 w 1818725"/>
              <a:gd name="connsiteY2" fmla="*/ 245051 h 524153"/>
              <a:gd name="connsiteX3" fmla="*/ 1716574 w 1818725"/>
              <a:gd name="connsiteY3" fmla="*/ 200834 h 524153"/>
              <a:gd name="connsiteX4" fmla="*/ 1816587 w 1818725"/>
              <a:gd name="connsiteY4" fmla="*/ 92621 h 524153"/>
              <a:gd name="connsiteX5" fmla="*/ 1778487 w 1818725"/>
              <a:gd name="connsiteY5" fmla="*/ 17573 h 524153"/>
              <a:gd name="connsiteX6" fmla="*/ 1702287 w 1818725"/>
              <a:gd name="connsiteY6" fmla="*/ 21430 h 524153"/>
              <a:gd name="connsiteX0" fmla="*/ 106337 w 1796781"/>
              <a:gd name="connsiteY0" fmla="*/ 524153 h 524153"/>
              <a:gd name="connsiteX1" fmla="*/ 84906 w 1796781"/>
              <a:gd name="connsiteY1" fmla="*/ 308059 h 524153"/>
              <a:gd name="connsiteX2" fmla="*/ 970731 w 1796781"/>
              <a:gd name="connsiteY2" fmla="*/ 245051 h 524153"/>
              <a:gd name="connsiteX3" fmla="*/ 1694630 w 1796781"/>
              <a:gd name="connsiteY3" fmla="*/ 200834 h 524153"/>
              <a:gd name="connsiteX4" fmla="*/ 1794643 w 1796781"/>
              <a:gd name="connsiteY4" fmla="*/ 92621 h 524153"/>
              <a:gd name="connsiteX5" fmla="*/ 1756543 w 1796781"/>
              <a:gd name="connsiteY5" fmla="*/ 17573 h 524153"/>
              <a:gd name="connsiteX6" fmla="*/ 1680343 w 1796781"/>
              <a:gd name="connsiteY6" fmla="*/ 21430 h 524153"/>
              <a:gd name="connsiteX0" fmla="*/ 106337 w 1800322"/>
              <a:gd name="connsiteY0" fmla="*/ 502723 h 502723"/>
              <a:gd name="connsiteX1" fmla="*/ 84906 w 1800322"/>
              <a:gd name="connsiteY1" fmla="*/ 286629 h 502723"/>
              <a:gd name="connsiteX2" fmla="*/ 970731 w 1800322"/>
              <a:gd name="connsiteY2" fmla="*/ 223621 h 502723"/>
              <a:gd name="connsiteX3" fmla="*/ 1694630 w 1800322"/>
              <a:gd name="connsiteY3" fmla="*/ 179404 h 502723"/>
              <a:gd name="connsiteX4" fmla="*/ 1794643 w 1800322"/>
              <a:gd name="connsiteY4" fmla="*/ 71191 h 502723"/>
              <a:gd name="connsiteX5" fmla="*/ 1680343 w 1800322"/>
              <a:gd name="connsiteY5" fmla="*/ 0 h 502723"/>
              <a:gd name="connsiteX0" fmla="*/ 106337 w 1800348"/>
              <a:gd name="connsiteY0" fmla="*/ 502723 h 502723"/>
              <a:gd name="connsiteX1" fmla="*/ 84906 w 1800348"/>
              <a:gd name="connsiteY1" fmla="*/ 286629 h 502723"/>
              <a:gd name="connsiteX2" fmla="*/ 970731 w 1800348"/>
              <a:gd name="connsiteY2" fmla="*/ 223621 h 502723"/>
              <a:gd name="connsiteX3" fmla="*/ 1694630 w 1800348"/>
              <a:gd name="connsiteY3" fmla="*/ 179404 h 502723"/>
              <a:gd name="connsiteX4" fmla="*/ 1794643 w 1800348"/>
              <a:gd name="connsiteY4" fmla="*/ 71191 h 502723"/>
              <a:gd name="connsiteX5" fmla="*/ 1680343 w 1800348"/>
              <a:gd name="connsiteY5" fmla="*/ 0 h 502723"/>
              <a:gd name="connsiteX0" fmla="*/ 106337 w 1797181"/>
              <a:gd name="connsiteY0" fmla="*/ 502723 h 502723"/>
              <a:gd name="connsiteX1" fmla="*/ 84906 w 1797181"/>
              <a:gd name="connsiteY1" fmla="*/ 286629 h 502723"/>
              <a:gd name="connsiteX2" fmla="*/ 970731 w 1797181"/>
              <a:gd name="connsiteY2" fmla="*/ 223621 h 502723"/>
              <a:gd name="connsiteX3" fmla="*/ 1694630 w 1797181"/>
              <a:gd name="connsiteY3" fmla="*/ 179404 h 502723"/>
              <a:gd name="connsiteX4" fmla="*/ 1794643 w 1797181"/>
              <a:gd name="connsiteY4" fmla="*/ 71191 h 502723"/>
              <a:gd name="connsiteX5" fmla="*/ 1680343 w 1797181"/>
              <a:gd name="connsiteY5" fmla="*/ 0 h 502723"/>
              <a:gd name="connsiteX0" fmla="*/ 106337 w 1794763"/>
              <a:gd name="connsiteY0" fmla="*/ 502723 h 502723"/>
              <a:gd name="connsiteX1" fmla="*/ 84906 w 1794763"/>
              <a:gd name="connsiteY1" fmla="*/ 286629 h 502723"/>
              <a:gd name="connsiteX2" fmla="*/ 970731 w 1794763"/>
              <a:gd name="connsiteY2" fmla="*/ 223621 h 502723"/>
              <a:gd name="connsiteX3" fmla="*/ 1694630 w 1794763"/>
              <a:gd name="connsiteY3" fmla="*/ 179404 h 502723"/>
              <a:gd name="connsiteX4" fmla="*/ 1794643 w 1794763"/>
              <a:gd name="connsiteY4" fmla="*/ 71191 h 502723"/>
              <a:gd name="connsiteX5" fmla="*/ 1680343 w 1794763"/>
              <a:gd name="connsiteY5" fmla="*/ 0 h 502723"/>
              <a:gd name="connsiteX0" fmla="*/ 106337 w 1794656"/>
              <a:gd name="connsiteY0" fmla="*/ 502723 h 502723"/>
              <a:gd name="connsiteX1" fmla="*/ 84906 w 1794656"/>
              <a:gd name="connsiteY1" fmla="*/ 286629 h 502723"/>
              <a:gd name="connsiteX2" fmla="*/ 970731 w 1794656"/>
              <a:gd name="connsiteY2" fmla="*/ 223621 h 502723"/>
              <a:gd name="connsiteX3" fmla="*/ 1694630 w 1794656"/>
              <a:gd name="connsiteY3" fmla="*/ 179404 h 502723"/>
              <a:gd name="connsiteX4" fmla="*/ 1794643 w 1794656"/>
              <a:gd name="connsiteY4" fmla="*/ 71191 h 502723"/>
              <a:gd name="connsiteX5" fmla="*/ 1680343 w 1794656"/>
              <a:gd name="connsiteY5" fmla="*/ 0 h 502723"/>
              <a:gd name="connsiteX0" fmla="*/ 106337 w 1744322"/>
              <a:gd name="connsiteY0" fmla="*/ 502723 h 502723"/>
              <a:gd name="connsiteX1" fmla="*/ 84906 w 1744322"/>
              <a:gd name="connsiteY1" fmla="*/ 286629 h 502723"/>
              <a:gd name="connsiteX2" fmla="*/ 970731 w 1744322"/>
              <a:gd name="connsiteY2" fmla="*/ 223621 h 502723"/>
              <a:gd name="connsiteX3" fmla="*/ 1694630 w 1744322"/>
              <a:gd name="connsiteY3" fmla="*/ 179404 h 502723"/>
              <a:gd name="connsiteX4" fmla="*/ 1680343 w 1744322"/>
              <a:gd name="connsiteY4" fmla="*/ 0 h 502723"/>
              <a:gd name="connsiteX0" fmla="*/ 106337 w 1780398"/>
              <a:gd name="connsiteY0" fmla="*/ 502723 h 502723"/>
              <a:gd name="connsiteX1" fmla="*/ 84906 w 1780398"/>
              <a:gd name="connsiteY1" fmla="*/ 286629 h 502723"/>
              <a:gd name="connsiteX2" fmla="*/ 970731 w 1780398"/>
              <a:gd name="connsiteY2" fmla="*/ 223621 h 502723"/>
              <a:gd name="connsiteX3" fmla="*/ 1694630 w 1780398"/>
              <a:gd name="connsiteY3" fmla="*/ 179404 h 502723"/>
              <a:gd name="connsiteX4" fmla="*/ 1680343 w 1780398"/>
              <a:gd name="connsiteY4" fmla="*/ 0 h 502723"/>
              <a:gd name="connsiteX0" fmla="*/ 113015 w 1775169"/>
              <a:gd name="connsiteY0" fmla="*/ 509931 h 509931"/>
              <a:gd name="connsiteX1" fmla="*/ 79677 w 1775169"/>
              <a:gd name="connsiteY1" fmla="*/ 286629 h 509931"/>
              <a:gd name="connsiteX2" fmla="*/ 965502 w 1775169"/>
              <a:gd name="connsiteY2" fmla="*/ 223621 h 509931"/>
              <a:gd name="connsiteX3" fmla="*/ 1689401 w 1775169"/>
              <a:gd name="connsiteY3" fmla="*/ 179404 h 509931"/>
              <a:gd name="connsiteX4" fmla="*/ 1675114 w 1775169"/>
              <a:gd name="connsiteY4" fmla="*/ 0 h 509931"/>
              <a:gd name="connsiteX0" fmla="*/ 111652 w 1776188"/>
              <a:gd name="connsiteY0" fmla="*/ 476291 h 476291"/>
              <a:gd name="connsiteX1" fmla="*/ 80696 w 1776188"/>
              <a:gd name="connsiteY1" fmla="*/ 286629 h 476291"/>
              <a:gd name="connsiteX2" fmla="*/ 966521 w 1776188"/>
              <a:gd name="connsiteY2" fmla="*/ 223621 h 476291"/>
              <a:gd name="connsiteX3" fmla="*/ 1690420 w 1776188"/>
              <a:gd name="connsiteY3" fmla="*/ 179404 h 476291"/>
              <a:gd name="connsiteX4" fmla="*/ 1676133 w 1776188"/>
              <a:gd name="connsiteY4" fmla="*/ 0 h 476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6188" h="476291">
                <a:moveTo>
                  <a:pt x="111652" y="476291"/>
                </a:moveTo>
                <a:cubicBezTo>
                  <a:pt x="7373" y="470317"/>
                  <a:pt x="-61782" y="328741"/>
                  <a:pt x="80696" y="286629"/>
                </a:cubicBezTo>
                <a:cubicBezTo>
                  <a:pt x="223174" y="244517"/>
                  <a:pt x="698234" y="241492"/>
                  <a:pt x="966521" y="223621"/>
                </a:cubicBezTo>
                <a:cubicBezTo>
                  <a:pt x="1234808" y="205750"/>
                  <a:pt x="1572151" y="216674"/>
                  <a:pt x="1690420" y="179404"/>
                </a:cubicBezTo>
                <a:cubicBezTo>
                  <a:pt x="1808689" y="142134"/>
                  <a:pt x="1805315" y="39778"/>
                  <a:pt x="1676133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47">
            <a:extLst>
              <a:ext uri="{FF2B5EF4-FFF2-40B4-BE49-F238E27FC236}">
                <a16:creationId xmlns:a16="http://schemas.microsoft.com/office/drawing/2014/main" id="{7095A8A3-AE7C-42AC-885D-9BD3B201C3DD}"/>
              </a:ext>
            </a:extLst>
          </p:cNvPr>
          <p:cNvSpPr/>
          <p:nvPr/>
        </p:nvSpPr>
        <p:spPr>
          <a:xfrm>
            <a:off x="1997785" y="3561125"/>
            <a:ext cx="1362485" cy="344104"/>
          </a:xfrm>
          <a:custGeom>
            <a:avLst/>
            <a:gdLst>
              <a:gd name="connsiteX0" fmla="*/ 0 w 1200493"/>
              <a:gd name="connsiteY0" fmla="*/ 676102 h 929776"/>
              <a:gd name="connsiteX1" fmla="*/ 604838 w 1200493"/>
              <a:gd name="connsiteY1" fmla="*/ 923752 h 929776"/>
              <a:gd name="connsiteX2" fmla="*/ 1095375 w 1200493"/>
              <a:gd name="connsiteY2" fmla="*/ 452265 h 929776"/>
              <a:gd name="connsiteX3" fmla="*/ 1152525 w 1200493"/>
              <a:gd name="connsiteY3" fmla="*/ 28402 h 929776"/>
              <a:gd name="connsiteX4" fmla="*/ 523875 w 1200493"/>
              <a:gd name="connsiteY4" fmla="*/ 37927 h 929776"/>
              <a:gd name="connsiteX5" fmla="*/ 523875 w 1200493"/>
              <a:gd name="connsiteY5" fmla="*/ 37927 h 929776"/>
              <a:gd name="connsiteX6" fmla="*/ 733425 w 1200493"/>
              <a:gd name="connsiteY6" fmla="*/ 99840 h 929776"/>
              <a:gd name="connsiteX7" fmla="*/ 690563 w 1200493"/>
              <a:gd name="connsiteY7" fmla="*/ 204615 h 929776"/>
              <a:gd name="connsiteX0" fmla="*/ 128102 w 1365164"/>
              <a:gd name="connsiteY0" fmla="*/ 676102 h 721219"/>
              <a:gd name="connsiteX1" fmla="*/ 42377 w 1365164"/>
              <a:gd name="connsiteY1" fmla="*/ 544106 h 721219"/>
              <a:gd name="connsiteX2" fmla="*/ 1223477 w 1365164"/>
              <a:gd name="connsiteY2" fmla="*/ 452265 h 721219"/>
              <a:gd name="connsiteX3" fmla="*/ 1280627 w 1365164"/>
              <a:gd name="connsiteY3" fmla="*/ 28402 h 721219"/>
              <a:gd name="connsiteX4" fmla="*/ 651977 w 1365164"/>
              <a:gd name="connsiteY4" fmla="*/ 37927 h 721219"/>
              <a:gd name="connsiteX5" fmla="*/ 651977 w 1365164"/>
              <a:gd name="connsiteY5" fmla="*/ 37927 h 721219"/>
              <a:gd name="connsiteX6" fmla="*/ 861527 w 1365164"/>
              <a:gd name="connsiteY6" fmla="*/ 99840 h 721219"/>
              <a:gd name="connsiteX7" fmla="*/ 818665 w 1365164"/>
              <a:gd name="connsiteY7" fmla="*/ 204615 h 721219"/>
              <a:gd name="connsiteX0" fmla="*/ 101744 w 1337037"/>
              <a:gd name="connsiteY0" fmla="*/ 676102 h 714264"/>
              <a:gd name="connsiteX1" fmla="*/ 44594 w 1337037"/>
              <a:gd name="connsiteY1" fmla="*/ 481633 h 714264"/>
              <a:gd name="connsiteX2" fmla="*/ 1197119 w 1337037"/>
              <a:gd name="connsiteY2" fmla="*/ 452265 h 714264"/>
              <a:gd name="connsiteX3" fmla="*/ 1254269 w 1337037"/>
              <a:gd name="connsiteY3" fmla="*/ 28402 h 714264"/>
              <a:gd name="connsiteX4" fmla="*/ 625619 w 1337037"/>
              <a:gd name="connsiteY4" fmla="*/ 37927 h 714264"/>
              <a:gd name="connsiteX5" fmla="*/ 625619 w 1337037"/>
              <a:gd name="connsiteY5" fmla="*/ 37927 h 714264"/>
              <a:gd name="connsiteX6" fmla="*/ 835169 w 1337037"/>
              <a:gd name="connsiteY6" fmla="*/ 99840 h 714264"/>
              <a:gd name="connsiteX7" fmla="*/ 792307 w 1337037"/>
              <a:gd name="connsiteY7" fmla="*/ 204615 h 714264"/>
              <a:gd name="connsiteX0" fmla="*/ 130843 w 1366136"/>
              <a:gd name="connsiteY0" fmla="*/ 676102 h 679179"/>
              <a:gd name="connsiteX1" fmla="*/ 118042 w 1366136"/>
              <a:gd name="connsiteY1" fmla="*/ 654811 h 679179"/>
              <a:gd name="connsiteX2" fmla="*/ 73693 w 1366136"/>
              <a:gd name="connsiteY2" fmla="*/ 481633 h 679179"/>
              <a:gd name="connsiteX3" fmla="*/ 1226218 w 1366136"/>
              <a:gd name="connsiteY3" fmla="*/ 452265 h 679179"/>
              <a:gd name="connsiteX4" fmla="*/ 1283368 w 1366136"/>
              <a:gd name="connsiteY4" fmla="*/ 28402 h 679179"/>
              <a:gd name="connsiteX5" fmla="*/ 654718 w 1366136"/>
              <a:gd name="connsiteY5" fmla="*/ 37927 h 679179"/>
              <a:gd name="connsiteX6" fmla="*/ 654718 w 1366136"/>
              <a:gd name="connsiteY6" fmla="*/ 37927 h 679179"/>
              <a:gd name="connsiteX7" fmla="*/ 864268 w 1366136"/>
              <a:gd name="connsiteY7" fmla="*/ 99840 h 679179"/>
              <a:gd name="connsiteX8" fmla="*/ 821406 w 1366136"/>
              <a:gd name="connsiteY8" fmla="*/ 204615 h 679179"/>
              <a:gd name="connsiteX0" fmla="*/ 130843 w 1366136"/>
              <a:gd name="connsiteY0" fmla="*/ 676102 h 732367"/>
              <a:gd name="connsiteX1" fmla="*/ 118042 w 1366136"/>
              <a:gd name="connsiteY1" fmla="*/ 724494 h 732367"/>
              <a:gd name="connsiteX2" fmla="*/ 73693 w 1366136"/>
              <a:gd name="connsiteY2" fmla="*/ 481633 h 732367"/>
              <a:gd name="connsiteX3" fmla="*/ 1226218 w 1366136"/>
              <a:gd name="connsiteY3" fmla="*/ 452265 h 732367"/>
              <a:gd name="connsiteX4" fmla="*/ 1283368 w 1366136"/>
              <a:gd name="connsiteY4" fmla="*/ 28402 h 732367"/>
              <a:gd name="connsiteX5" fmla="*/ 654718 w 1366136"/>
              <a:gd name="connsiteY5" fmla="*/ 37927 h 732367"/>
              <a:gd name="connsiteX6" fmla="*/ 654718 w 1366136"/>
              <a:gd name="connsiteY6" fmla="*/ 37927 h 732367"/>
              <a:gd name="connsiteX7" fmla="*/ 864268 w 1366136"/>
              <a:gd name="connsiteY7" fmla="*/ 99840 h 732367"/>
              <a:gd name="connsiteX8" fmla="*/ 821406 w 1366136"/>
              <a:gd name="connsiteY8" fmla="*/ 204615 h 732367"/>
              <a:gd name="connsiteX0" fmla="*/ 318962 w 1366136"/>
              <a:gd name="connsiteY0" fmla="*/ 750590 h 752340"/>
              <a:gd name="connsiteX1" fmla="*/ 118042 w 1366136"/>
              <a:gd name="connsiteY1" fmla="*/ 724494 h 752340"/>
              <a:gd name="connsiteX2" fmla="*/ 73693 w 1366136"/>
              <a:gd name="connsiteY2" fmla="*/ 481633 h 752340"/>
              <a:gd name="connsiteX3" fmla="*/ 1226218 w 1366136"/>
              <a:gd name="connsiteY3" fmla="*/ 452265 h 752340"/>
              <a:gd name="connsiteX4" fmla="*/ 1283368 w 1366136"/>
              <a:gd name="connsiteY4" fmla="*/ 28402 h 752340"/>
              <a:gd name="connsiteX5" fmla="*/ 654718 w 1366136"/>
              <a:gd name="connsiteY5" fmla="*/ 37927 h 752340"/>
              <a:gd name="connsiteX6" fmla="*/ 654718 w 1366136"/>
              <a:gd name="connsiteY6" fmla="*/ 37927 h 752340"/>
              <a:gd name="connsiteX7" fmla="*/ 864268 w 1366136"/>
              <a:gd name="connsiteY7" fmla="*/ 99840 h 752340"/>
              <a:gd name="connsiteX8" fmla="*/ 821406 w 1366136"/>
              <a:gd name="connsiteY8" fmla="*/ 204615 h 752340"/>
              <a:gd name="connsiteX0" fmla="*/ 354753 w 1401927"/>
              <a:gd name="connsiteY0" fmla="*/ 750590 h 750639"/>
              <a:gd name="connsiteX1" fmla="*/ 53821 w 1401927"/>
              <a:gd name="connsiteY1" fmla="*/ 599547 h 750639"/>
              <a:gd name="connsiteX2" fmla="*/ 109484 w 1401927"/>
              <a:gd name="connsiteY2" fmla="*/ 481633 h 750639"/>
              <a:gd name="connsiteX3" fmla="*/ 1262009 w 1401927"/>
              <a:gd name="connsiteY3" fmla="*/ 452265 h 750639"/>
              <a:gd name="connsiteX4" fmla="*/ 1319159 w 1401927"/>
              <a:gd name="connsiteY4" fmla="*/ 28402 h 750639"/>
              <a:gd name="connsiteX5" fmla="*/ 690509 w 1401927"/>
              <a:gd name="connsiteY5" fmla="*/ 37927 h 750639"/>
              <a:gd name="connsiteX6" fmla="*/ 690509 w 1401927"/>
              <a:gd name="connsiteY6" fmla="*/ 37927 h 750639"/>
              <a:gd name="connsiteX7" fmla="*/ 900059 w 1401927"/>
              <a:gd name="connsiteY7" fmla="*/ 99840 h 750639"/>
              <a:gd name="connsiteX8" fmla="*/ 857197 w 1401927"/>
              <a:gd name="connsiteY8" fmla="*/ 204615 h 750639"/>
              <a:gd name="connsiteX0" fmla="*/ 164253 w 1401927"/>
              <a:gd name="connsiteY0" fmla="*/ 683310 h 683418"/>
              <a:gd name="connsiteX1" fmla="*/ 53821 w 1401927"/>
              <a:gd name="connsiteY1" fmla="*/ 599547 h 683418"/>
              <a:gd name="connsiteX2" fmla="*/ 109484 w 1401927"/>
              <a:gd name="connsiteY2" fmla="*/ 481633 h 683418"/>
              <a:gd name="connsiteX3" fmla="*/ 1262009 w 1401927"/>
              <a:gd name="connsiteY3" fmla="*/ 452265 h 683418"/>
              <a:gd name="connsiteX4" fmla="*/ 1319159 w 1401927"/>
              <a:gd name="connsiteY4" fmla="*/ 28402 h 683418"/>
              <a:gd name="connsiteX5" fmla="*/ 690509 w 1401927"/>
              <a:gd name="connsiteY5" fmla="*/ 37927 h 683418"/>
              <a:gd name="connsiteX6" fmla="*/ 690509 w 1401927"/>
              <a:gd name="connsiteY6" fmla="*/ 37927 h 683418"/>
              <a:gd name="connsiteX7" fmla="*/ 900059 w 1401927"/>
              <a:gd name="connsiteY7" fmla="*/ 99840 h 683418"/>
              <a:gd name="connsiteX8" fmla="*/ 857197 w 1401927"/>
              <a:gd name="connsiteY8" fmla="*/ 204615 h 683418"/>
              <a:gd name="connsiteX0" fmla="*/ 147978 w 1315128"/>
              <a:gd name="connsiteY0" fmla="*/ 679774 h 679882"/>
              <a:gd name="connsiteX1" fmla="*/ 37546 w 1315128"/>
              <a:gd name="connsiteY1" fmla="*/ 596011 h 679882"/>
              <a:gd name="connsiteX2" fmla="*/ 93209 w 1315128"/>
              <a:gd name="connsiteY2" fmla="*/ 478097 h 679882"/>
              <a:gd name="connsiteX3" fmla="*/ 1012372 w 1315128"/>
              <a:gd name="connsiteY3" fmla="*/ 400672 h 679882"/>
              <a:gd name="connsiteX4" fmla="*/ 1302884 w 1315128"/>
              <a:gd name="connsiteY4" fmla="*/ 24866 h 679882"/>
              <a:gd name="connsiteX5" fmla="*/ 674234 w 1315128"/>
              <a:gd name="connsiteY5" fmla="*/ 34391 h 679882"/>
              <a:gd name="connsiteX6" fmla="*/ 674234 w 1315128"/>
              <a:gd name="connsiteY6" fmla="*/ 34391 h 679882"/>
              <a:gd name="connsiteX7" fmla="*/ 883784 w 1315128"/>
              <a:gd name="connsiteY7" fmla="*/ 96304 h 679882"/>
              <a:gd name="connsiteX8" fmla="*/ 840922 w 1315128"/>
              <a:gd name="connsiteY8" fmla="*/ 201079 h 679882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883784 w 1740609"/>
              <a:gd name="connsiteY7" fmla="*/ 61913 h 645491"/>
              <a:gd name="connsiteX8" fmla="*/ 840922 w 1740609"/>
              <a:gd name="connsiteY8" fmla="*/ 166688 h 645491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624228 w 1740609"/>
              <a:gd name="connsiteY7" fmla="*/ 93149 h 645491"/>
              <a:gd name="connsiteX8" fmla="*/ 840922 w 1740609"/>
              <a:gd name="connsiteY8" fmla="*/ 166688 h 645491"/>
              <a:gd name="connsiteX0" fmla="*/ 147978 w 1836284"/>
              <a:gd name="connsiteY0" fmla="*/ 646785 h 646893"/>
              <a:gd name="connsiteX1" fmla="*/ 37546 w 1836284"/>
              <a:gd name="connsiteY1" fmla="*/ 563022 h 646893"/>
              <a:gd name="connsiteX2" fmla="*/ 93209 w 1836284"/>
              <a:gd name="connsiteY2" fmla="*/ 445108 h 646893"/>
              <a:gd name="connsiteX3" fmla="*/ 1012372 w 1836284"/>
              <a:gd name="connsiteY3" fmla="*/ 367683 h 646893"/>
              <a:gd name="connsiteX4" fmla="*/ 1736271 w 1836284"/>
              <a:gd name="connsiteY4" fmla="*/ 323466 h 646893"/>
              <a:gd name="connsiteX5" fmla="*/ 674234 w 1836284"/>
              <a:gd name="connsiteY5" fmla="*/ 1402 h 646893"/>
              <a:gd name="connsiteX6" fmla="*/ 1836284 w 1836284"/>
              <a:gd name="connsiteY6" fmla="*/ 215253 h 646893"/>
              <a:gd name="connsiteX7" fmla="*/ 624228 w 1836284"/>
              <a:gd name="connsiteY7" fmla="*/ 94551 h 646893"/>
              <a:gd name="connsiteX8" fmla="*/ 840922 w 1836284"/>
              <a:gd name="connsiteY8" fmla="*/ 168090 h 646893"/>
              <a:gd name="connsiteX0" fmla="*/ 147978 w 1917524"/>
              <a:gd name="connsiteY0" fmla="*/ 553175 h 553283"/>
              <a:gd name="connsiteX1" fmla="*/ 37546 w 1917524"/>
              <a:gd name="connsiteY1" fmla="*/ 469412 h 553283"/>
              <a:gd name="connsiteX2" fmla="*/ 93209 w 1917524"/>
              <a:gd name="connsiteY2" fmla="*/ 351498 h 553283"/>
              <a:gd name="connsiteX3" fmla="*/ 1012372 w 1917524"/>
              <a:gd name="connsiteY3" fmla="*/ 274073 h 553283"/>
              <a:gd name="connsiteX4" fmla="*/ 1736271 w 1917524"/>
              <a:gd name="connsiteY4" fmla="*/ 229856 h 553283"/>
              <a:gd name="connsiteX5" fmla="*/ 1798184 w 1917524"/>
              <a:gd name="connsiteY5" fmla="*/ 200937 h 553283"/>
              <a:gd name="connsiteX6" fmla="*/ 1836284 w 1917524"/>
              <a:gd name="connsiteY6" fmla="*/ 121643 h 553283"/>
              <a:gd name="connsiteX7" fmla="*/ 624228 w 1917524"/>
              <a:gd name="connsiteY7" fmla="*/ 941 h 553283"/>
              <a:gd name="connsiteX8" fmla="*/ 840922 w 1917524"/>
              <a:gd name="connsiteY8" fmla="*/ 74480 h 553283"/>
              <a:gd name="connsiteX0" fmla="*/ 147978 w 1883277"/>
              <a:gd name="connsiteY0" fmla="*/ 511408 h 511516"/>
              <a:gd name="connsiteX1" fmla="*/ 37546 w 1883277"/>
              <a:gd name="connsiteY1" fmla="*/ 427645 h 511516"/>
              <a:gd name="connsiteX2" fmla="*/ 93209 w 1883277"/>
              <a:gd name="connsiteY2" fmla="*/ 309731 h 511516"/>
              <a:gd name="connsiteX3" fmla="*/ 1012372 w 1883277"/>
              <a:gd name="connsiteY3" fmla="*/ 232306 h 511516"/>
              <a:gd name="connsiteX4" fmla="*/ 1736271 w 1883277"/>
              <a:gd name="connsiteY4" fmla="*/ 188089 h 511516"/>
              <a:gd name="connsiteX5" fmla="*/ 1798184 w 1883277"/>
              <a:gd name="connsiteY5" fmla="*/ 159170 h 511516"/>
              <a:gd name="connsiteX6" fmla="*/ 1836284 w 1883277"/>
              <a:gd name="connsiteY6" fmla="*/ 79876 h 511516"/>
              <a:gd name="connsiteX7" fmla="*/ 1798184 w 1883277"/>
              <a:gd name="connsiteY7" fmla="*/ 4828 h 511516"/>
              <a:gd name="connsiteX8" fmla="*/ 840922 w 1883277"/>
              <a:gd name="connsiteY8" fmla="*/ 32713 h 511516"/>
              <a:gd name="connsiteX0" fmla="*/ 147978 w 1836284"/>
              <a:gd name="connsiteY0" fmla="*/ 524153 h 524261"/>
              <a:gd name="connsiteX1" fmla="*/ 37546 w 1836284"/>
              <a:gd name="connsiteY1" fmla="*/ 440390 h 524261"/>
              <a:gd name="connsiteX2" fmla="*/ 93209 w 1836284"/>
              <a:gd name="connsiteY2" fmla="*/ 322476 h 524261"/>
              <a:gd name="connsiteX3" fmla="*/ 1012372 w 1836284"/>
              <a:gd name="connsiteY3" fmla="*/ 245051 h 524261"/>
              <a:gd name="connsiteX4" fmla="*/ 1736271 w 1836284"/>
              <a:gd name="connsiteY4" fmla="*/ 200834 h 524261"/>
              <a:gd name="connsiteX5" fmla="*/ 1798184 w 1836284"/>
              <a:gd name="connsiteY5" fmla="*/ 171915 h 524261"/>
              <a:gd name="connsiteX6" fmla="*/ 1836284 w 1836284"/>
              <a:gd name="connsiteY6" fmla="*/ 92621 h 524261"/>
              <a:gd name="connsiteX7" fmla="*/ 1798184 w 1836284"/>
              <a:gd name="connsiteY7" fmla="*/ 17573 h 524261"/>
              <a:gd name="connsiteX8" fmla="*/ 1721984 w 1836284"/>
              <a:gd name="connsiteY8" fmla="*/ 21430 h 524261"/>
              <a:gd name="connsiteX0" fmla="*/ 147978 w 1838422"/>
              <a:gd name="connsiteY0" fmla="*/ 524153 h 524261"/>
              <a:gd name="connsiteX1" fmla="*/ 37546 w 1838422"/>
              <a:gd name="connsiteY1" fmla="*/ 440390 h 524261"/>
              <a:gd name="connsiteX2" fmla="*/ 93209 w 1838422"/>
              <a:gd name="connsiteY2" fmla="*/ 322476 h 524261"/>
              <a:gd name="connsiteX3" fmla="*/ 1012372 w 1838422"/>
              <a:gd name="connsiteY3" fmla="*/ 245051 h 524261"/>
              <a:gd name="connsiteX4" fmla="*/ 1736271 w 1838422"/>
              <a:gd name="connsiteY4" fmla="*/ 200834 h 524261"/>
              <a:gd name="connsiteX5" fmla="*/ 1836284 w 1838422"/>
              <a:gd name="connsiteY5" fmla="*/ 92621 h 524261"/>
              <a:gd name="connsiteX6" fmla="*/ 1798184 w 1838422"/>
              <a:gd name="connsiteY6" fmla="*/ 17573 h 524261"/>
              <a:gd name="connsiteX7" fmla="*/ 1721984 w 1838422"/>
              <a:gd name="connsiteY7" fmla="*/ 21430 h 524261"/>
              <a:gd name="connsiteX0" fmla="*/ 134379 w 1824823"/>
              <a:gd name="connsiteY0" fmla="*/ 524153 h 524261"/>
              <a:gd name="connsiteX1" fmla="*/ 23947 w 1824823"/>
              <a:gd name="connsiteY1" fmla="*/ 440390 h 524261"/>
              <a:gd name="connsiteX2" fmla="*/ 79610 w 1824823"/>
              <a:gd name="connsiteY2" fmla="*/ 322476 h 524261"/>
              <a:gd name="connsiteX3" fmla="*/ 998773 w 1824823"/>
              <a:gd name="connsiteY3" fmla="*/ 245051 h 524261"/>
              <a:gd name="connsiteX4" fmla="*/ 1722672 w 1824823"/>
              <a:gd name="connsiteY4" fmla="*/ 200834 h 524261"/>
              <a:gd name="connsiteX5" fmla="*/ 1822685 w 1824823"/>
              <a:gd name="connsiteY5" fmla="*/ 92621 h 524261"/>
              <a:gd name="connsiteX6" fmla="*/ 1784585 w 1824823"/>
              <a:gd name="connsiteY6" fmla="*/ 17573 h 524261"/>
              <a:gd name="connsiteX7" fmla="*/ 1708385 w 1824823"/>
              <a:gd name="connsiteY7" fmla="*/ 21430 h 524261"/>
              <a:gd name="connsiteX0" fmla="*/ 134379 w 1824823"/>
              <a:gd name="connsiteY0" fmla="*/ 524153 h 524505"/>
              <a:gd name="connsiteX1" fmla="*/ 23947 w 1824823"/>
              <a:gd name="connsiteY1" fmla="*/ 440390 h 524505"/>
              <a:gd name="connsiteX2" fmla="*/ 79610 w 1824823"/>
              <a:gd name="connsiteY2" fmla="*/ 322476 h 524505"/>
              <a:gd name="connsiteX3" fmla="*/ 998773 w 1824823"/>
              <a:gd name="connsiteY3" fmla="*/ 245051 h 524505"/>
              <a:gd name="connsiteX4" fmla="*/ 1722672 w 1824823"/>
              <a:gd name="connsiteY4" fmla="*/ 200834 h 524505"/>
              <a:gd name="connsiteX5" fmla="*/ 1822685 w 1824823"/>
              <a:gd name="connsiteY5" fmla="*/ 92621 h 524505"/>
              <a:gd name="connsiteX6" fmla="*/ 1784585 w 1824823"/>
              <a:gd name="connsiteY6" fmla="*/ 17573 h 524505"/>
              <a:gd name="connsiteX7" fmla="*/ 1708385 w 1824823"/>
              <a:gd name="connsiteY7" fmla="*/ 21430 h 524505"/>
              <a:gd name="connsiteX0" fmla="*/ 108972 w 1799416"/>
              <a:gd name="connsiteY0" fmla="*/ 524153 h 524153"/>
              <a:gd name="connsiteX1" fmla="*/ 54203 w 1799416"/>
              <a:gd name="connsiteY1" fmla="*/ 322476 h 524153"/>
              <a:gd name="connsiteX2" fmla="*/ 973366 w 1799416"/>
              <a:gd name="connsiteY2" fmla="*/ 245051 h 524153"/>
              <a:gd name="connsiteX3" fmla="*/ 1697265 w 1799416"/>
              <a:gd name="connsiteY3" fmla="*/ 200834 h 524153"/>
              <a:gd name="connsiteX4" fmla="*/ 1797278 w 1799416"/>
              <a:gd name="connsiteY4" fmla="*/ 92621 h 524153"/>
              <a:gd name="connsiteX5" fmla="*/ 1759178 w 1799416"/>
              <a:gd name="connsiteY5" fmla="*/ 17573 h 524153"/>
              <a:gd name="connsiteX6" fmla="*/ 1682978 w 1799416"/>
              <a:gd name="connsiteY6" fmla="*/ 21430 h 524153"/>
              <a:gd name="connsiteX0" fmla="*/ 128281 w 1818725"/>
              <a:gd name="connsiteY0" fmla="*/ 524153 h 524153"/>
              <a:gd name="connsiteX1" fmla="*/ 73512 w 1818725"/>
              <a:gd name="connsiteY1" fmla="*/ 322476 h 524153"/>
              <a:gd name="connsiteX2" fmla="*/ 992675 w 1818725"/>
              <a:gd name="connsiteY2" fmla="*/ 245051 h 524153"/>
              <a:gd name="connsiteX3" fmla="*/ 1716574 w 1818725"/>
              <a:gd name="connsiteY3" fmla="*/ 200834 h 524153"/>
              <a:gd name="connsiteX4" fmla="*/ 1816587 w 1818725"/>
              <a:gd name="connsiteY4" fmla="*/ 92621 h 524153"/>
              <a:gd name="connsiteX5" fmla="*/ 1778487 w 1818725"/>
              <a:gd name="connsiteY5" fmla="*/ 17573 h 524153"/>
              <a:gd name="connsiteX6" fmla="*/ 1702287 w 1818725"/>
              <a:gd name="connsiteY6" fmla="*/ 21430 h 524153"/>
              <a:gd name="connsiteX0" fmla="*/ 106337 w 1796781"/>
              <a:gd name="connsiteY0" fmla="*/ 524153 h 524153"/>
              <a:gd name="connsiteX1" fmla="*/ 84906 w 1796781"/>
              <a:gd name="connsiteY1" fmla="*/ 308059 h 524153"/>
              <a:gd name="connsiteX2" fmla="*/ 970731 w 1796781"/>
              <a:gd name="connsiteY2" fmla="*/ 245051 h 524153"/>
              <a:gd name="connsiteX3" fmla="*/ 1694630 w 1796781"/>
              <a:gd name="connsiteY3" fmla="*/ 200834 h 524153"/>
              <a:gd name="connsiteX4" fmla="*/ 1794643 w 1796781"/>
              <a:gd name="connsiteY4" fmla="*/ 92621 h 524153"/>
              <a:gd name="connsiteX5" fmla="*/ 1756543 w 1796781"/>
              <a:gd name="connsiteY5" fmla="*/ 17573 h 524153"/>
              <a:gd name="connsiteX6" fmla="*/ 1680343 w 1796781"/>
              <a:gd name="connsiteY6" fmla="*/ 21430 h 524153"/>
              <a:gd name="connsiteX0" fmla="*/ 106337 w 1800322"/>
              <a:gd name="connsiteY0" fmla="*/ 502723 h 502723"/>
              <a:gd name="connsiteX1" fmla="*/ 84906 w 1800322"/>
              <a:gd name="connsiteY1" fmla="*/ 286629 h 502723"/>
              <a:gd name="connsiteX2" fmla="*/ 970731 w 1800322"/>
              <a:gd name="connsiteY2" fmla="*/ 223621 h 502723"/>
              <a:gd name="connsiteX3" fmla="*/ 1694630 w 1800322"/>
              <a:gd name="connsiteY3" fmla="*/ 179404 h 502723"/>
              <a:gd name="connsiteX4" fmla="*/ 1794643 w 1800322"/>
              <a:gd name="connsiteY4" fmla="*/ 71191 h 502723"/>
              <a:gd name="connsiteX5" fmla="*/ 1680343 w 1800322"/>
              <a:gd name="connsiteY5" fmla="*/ 0 h 502723"/>
              <a:gd name="connsiteX0" fmla="*/ 106337 w 1800348"/>
              <a:gd name="connsiteY0" fmla="*/ 502723 h 502723"/>
              <a:gd name="connsiteX1" fmla="*/ 84906 w 1800348"/>
              <a:gd name="connsiteY1" fmla="*/ 286629 h 502723"/>
              <a:gd name="connsiteX2" fmla="*/ 970731 w 1800348"/>
              <a:gd name="connsiteY2" fmla="*/ 223621 h 502723"/>
              <a:gd name="connsiteX3" fmla="*/ 1694630 w 1800348"/>
              <a:gd name="connsiteY3" fmla="*/ 179404 h 502723"/>
              <a:gd name="connsiteX4" fmla="*/ 1794643 w 1800348"/>
              <a:gd name="connsiteY4" fmla="*/ 71191 h 502723"/>
              <a:gd name="connsiteX5" fmla="*/ 1680343 w 1800348"/>
              <a:gd name="connsiteY5" fmla="*/ 0 h 502723"/>
              <a:gd name="connsiteX0" fmla="*/ 106337 w 1797181"/>
              <a:gd name="connsiteY0" fmla="*/ 502723 h 502723"/>
              <a:gd name="connsiteX1" fmla="*/ 84906 w 1797181"/>
              <a:gd name="connsiteY1" fmla="*/ 286629 h 502723"/>
              <a:gd name="connsiteX2" fmla="*/ 970731 w 1797181"/>
              <a:gd name="connsiteY2" fmla="*/ 223621 h 502723"/>
              <a:gd name="connsiteX3" fmla="*/ 1694630 w 1797181"/>
              <a:gd name="connsiteY3" fmla="*/ 179404 h 502723"/>
              <a:gd name="connsiteX4" fmla="*/ 1794643 w 1797181"/>
              <a:gd name="connsiteY4" fmla="*/ 71191 h 502723"/>
              <a:gd name="connsiteX5" fmla="*/ 1680343 w 1797181"/>
              <a:gd name="connsiteY5" fmla="*/ 0 h 502723"/>
              <a:gd name="connsiteX0" fmla="*/ 106337 w 1794763"/>
              <a:gd name="connsiteY0" fmla="*/ 502723 h 502723"/>
              <a:gd name="connsiteX1" fmla="*/ 84906 w 1794763"/>
              <a:gd name="connsiteY1" fmla="*/ 286629 h 502723"/>
              <a:gd name="connsiteX2" fmla="*/ 970731 w 1794763"/>
              <a:gd name="connsiteY2" fmla="*/ 223621 h 502723"/>
              <a:gd name="connsiteX3" fmla="*/ 1694630 w 1794763"/>
              <a:gd name="connsiteY3" fmla="*/ 179404 h 502723"/>
              <a:gd name="connsiteX4" fmla="*/ 1794643 w 1794763"/>
              <a:gd name="connsiteY4" fmla="*/ 71191 h 502723"/>
              <a:gd name="connsiteX5" fmla="*/ 1680343 w 1794763"/>
              <a:gd name="connsiteY5" fmla="*/ 0 h 502723"/>
              <a:gd name="connsiteX0" fmla="*/ 106337 w 1794656"/>
              <a:gd name="connsiteY0" fmla="*/ 502723 h 502723"/>
              <a:gd name="connsiteX1" fmla="*/ 84906 w 1794656"/>
              <a:gd name="connsiteY1" fmla="*/ 286629 h 502723"/>
              <a:gd name="connsiteX2" fmla="*/ 970731 w 1794656"/>
              <a:gd name="connsiteY2" fmla="*/ 223621 h 502723"/>
              <a:gd name="connsiteX3" fmla="*/ 1694630 w 1794656"/>
              <a:gd name="connsiteY3" fmla="*/ 179404 h 502723"/>
              <a:gd name="connsiteX4" fmla="*/ 1794643 w 1794656"/>
              <a:gd name="connsiteY4" fmla="*/ 71191 h 502723"/>
              <a:gd name="connsiteX5" fmla="*/ 1680343 w 1794656"/>
              <a:gd name="connsiteY5" fmla="*/ 0 h 502723"/>
              <a:gd name="connsiteX0" fmla="*/ 106337 w 1744322"/>
              <a:gd name="connsiteY0" fmla="*/ 502723 h 502723"/>
              <a:gd name="connsiteX1" fmla="*/ 84906 w 1744322"/>
              <a:gd name="connsiteY1" fmla="*/ 286629 h 502723"/>
              <a:gd name="connsiteX2" fmla="*/ 970731 w 1744322"/>
              <a:gd name="connsiteY2" fmla="*/ 223621 h 502723"/>
              <a:gd name="connsiteX3" fmla="*/ 1694630 w 1744322"/>
              <a:gd name="connsiteY3" fmla="*/ 179404 h 502723"/>
              <a:gd name="connsiteX4" fmla="*/ 1680343 w 1744322"/>
              <a:gd name="connsiteY4" fmla="*/ 0 h 502723"/>
              <a:gd name="connsiteX0" fmla="*/ 106337 w 1780398"/>
              <a:gd name="connsiteY0" fmla="*/ 502723 h 502723"/>
              <a:gd name="connsiteX1" fmla="*/ 84906 w 1780398"/>
              <a:gd name="connsiteY1" fmla="*/ 286629 h 502723"/>
              <a:gd name="connsiteX2" fmla="*/ 970731 w 1780398"/>
              <a:gd name="connsiteY2" fmla="*/ 223621 h 502723"/>
              <a:gd name="connsiteX3" fmla="*/ 1694630 w 1780398"/>
              <a:gd name="connsiteY3" fmla="*/ 179404 h 502723"/>
              <a:gd name="connsiteX4" fmla="*/ 1680343 w 1780398"/>
              <a:gd name="connsiteY4" fmla="*/ 0 h 502723"/>
              <a:gd name="connsiteX0" fmla="*/ 113015 w 1775169"/>
              <a:gd name="connsiteY0" fmla="*/ 509931 h 509931"/>
              <a:gd name="connsiteX1" fmla="*/ 79677 w 1775169"/>
              <a:gd name="connsiteY1" fmla="*/ 286629 h 509931"/>
              <a:gd name="connsiteX2" fmla="*/ 965502 w 1775169"/>
              <a:gd name="connsiteY2" fmla="*/ 223621 h 509931"/>
              <a:gd name="connsiteX3" fmla="*/ 1689401 w 1775169"/>
              <a:gd name="connsiteY3" fmla="*/ 179404 h 509931"/>
              <a:gd name="connsiteX4" fmla="*/ 1675114 w 1775169"/>
              <a:gd name="connsiteY4" fmla="*/ 0 h 509931"/>
              <a:gd name="connsiteX0" fmla="*/ 111652 w 1776188"/>
              <a:gd name="connsiteY0" fmla="*/ 476291 h 476291"/>
              <a:gd name="connsiteX1" fmla="*/ 80696 w 1776188"/>
              <a:gd name="connsiteY1" fmla="*/ 286629 h 476291"/>
              <a:gd name="connsiteX2" fmla="*/ 966521 w 1776188"/>
              <a:gd name="connsiteY2" fmla="*/ 223621 h 476291"/>
              <a:gd name="connsiteX3" fmla="*/ 1690420 w 1776188"/>
              <a:gd name="connsiteY3" fmla="*/ 179404 h 476291"/>
              <a:gd name="connsiteX4" fmla="*/ 1676133 w 1776188"/>
              <a:gd name="connsiteY4" fmla="*/ 0 h 476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6188" h="476291">
                <a:moveTo>
                  <a:pt x="111652" y="476291"/>
                </a:moveTo>
                <a:cubicBezTo>
                  <a:pt x="7373" y="470317"/>
                  <a:pt x="-61782" y="328741"/>
                  <a:pt x="80696" y="286629"/>
                </a:cubicBezTo>
                <a:cubicBezTo>
                  <a:pt x="223174" y="244517"/>
                  <a:pt x="698234" y="241492"/>
                  <a:pt x="966521" y="223621"/>
                </a:cubicBezTo>
                <a:cubicBezTo>
                  <a:pt x="1234808" y="205750"/>
                  <a:pt x="1572151" y="216674"/>
                  <a:pt x="1690420" y="179404"/>
                </a:cubicBezTo>
                <a:cubicBezTo>
                  <a:pt x="1808689" y="142134"/>
                  <a:pt x="1805315" y="39778"/>
                  <a:pt x="1676133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48">
            <a:extLst>
              <a:ext uri="{FF2B5EF4-FFF2-40B4-BE49-F238E27FC236}">
                <a16:creationId xmlns:a16="http://schemas.microsoft.com/office/drawing/2014/main" id="{16B3E0DE-4CBB-4556-B416-BA95184FB752}"/>
              </a:ext>
            </a:extLst>
          </p:cNvPr>
          <p:cNvSpPr/>
          <p:nvPr/>
        </p:nvSpPr>
        <p:spPr>
          <a:xfrm>
            <a:off x="2078671" y="3953309"/>
            <a:ext cx="1269546" cy="144585"/>
          </a:xfrm>
          <a:custGeom>
            <a:avLst/>
            <a:gdLst>
              <a:gd name="connsiteX0" fmla="*/ 0 w 1200493"/>
              <a:gd name="connsiteY0" fmla="*/ 676102 h 929776"/>
              <a:gd name="connsiteX1" fmla="*/ 604838 w 1200493"/>
              <a:gd name="connsiteY1" fmla="*/ 923752 h 929776"/>
              <a:gd name="connsiteX2" fmla="*/ 1095375 w 1200493"/>
              <a:gd name="connsiteY2" fmla="*/ 452265 h 929776"/>
              <a:gd name="connsiteX3" fmla="*/ 1152525 w 1200493"/>
              <a:gd name="connsiteY3" fmla="*/ 28402 h 929776"/>
              <a:gd name="connsiteX4" fmla="*/ 523875 w 1200493"/>
              <a:gd name="connsiteY4" fmla="*/ 37927 h 929776"/>
              <a:gd name="connsiteX5" fmla="*/ 523875 w 1200493"/>
              <a:gd name="connsiteY5" fmla="*/ 37927 h 929776"/>
              <a:gd name="connsiteX6" fmla="*/ 733425 w 1200493"/>
              <a:gd name="connsiteY6" fmla="*/ 99840 h 929776"/>
              <a:gd name="connsiteX7" fmla="*/ 690563 w 1200493"/>
              <a:gd name="connsiteY7" fmla="*/ 204615 h 929776"/>
              <a:gd name="connsiteX0" fmla="*/ 128102 w 1365164"/>
              <a:gd name="connsiteY0" fmla="*/ 676102 h 721219"/>
              <a:gd name="connsiteX1" fmla="*/ 42377 w 1365164"/>
              <a:gd name="connsiteY1" fmla="*/ 544106 h 721219"/>
              <a:gd name="connsiteX2" fmla="*/ 1223477 w 1365164"/>
              <a:gd name="connsiteY2" fmla="*/ 452265 h 721219"/>
              <a:gd name="connsiteX3" fmla="*/ 1280627 w 1365164"/>
              <a:gd name="connsiteY3" fmla="*/ 28402 h 721219"/>
              <a:gd name="connsiteX4" fmla="*/ 651977 w 1365164"/>
              <a:gd name="connsiteY4" fmla="*/ 37927 h 721219"/>
              <a:gd name="connsiteX5" fmla="*/ 651977 w 1365164"/>
              <a:gd name="connsiteY5" fmla="*/ 37927 h 721219"/>
              <a:gd name="connsiteX6" fmla="*/ 861527 w 1365164"/>
              <a:gd name="connsiteY6" fmla="*/ 99840 h 721219"/>
              <a:gd name="connsiteX7" fmla="*/ 818665 w 1365164"/>
              <a:gd name="connsiteY7" fmla="*/ 204615 h 721219"/>
              <a:gd name="connsiteX0" fmla="*/ 101744 w 1337037"/>
              <a:gd name="connsiteY0" fmla="*/ 676102 h 714264"/>
              <a:gd name="connsiteX1" fmla="*/ 44594 w 1337037"/>
              <a:gd name="connsiteY1" fmla="*/ 481633 h 714264"/>
              <a:gd name="connsiteX2" fmla="*/ 1197119 w 1337037"/>
              <a:gd name="connsiteY2" fmla="*/ 452265 h 714264"/>
              <a:gd name="connsiteX3" fmla="*/ 1254269 w 1337037"/>
              <a:gd name="connsiteY3" fmla="*/ 28402 h 714264"/>
              <a:gd name="connsiteX4" fmla="*/ 625619 w 1337037"/>
              <a:gd name="connsiteY4" fmla="*/ 37927 h 714264"/>
              <a:gd name="connsiteX5" fmla="*/ 625619 w 1337037"/>
              <a:gd name="connsiteY5" fmla="*/ 37927 h 714264"/>
              <a:gd name="connsiteX6" fmla="*/ 835169 w 1337037"/>
              <a:gd name="connsiteY6" fmla="*/ 99840 h 714264"/>
              <a:gd name="connsiteX7" fmla="*/ 792307 w 1337037"/>
              <a:gd name="connsiteY7" fmla="*/ 204615 h 714264"/>
              <a:gd name="connsiteX0" fmla="*/ 130843 w 1366136"/>
              <a:gd name="connsiteY0" fmla="*/ 676102 h 679179"/>
              <a:gd name="connsiteX1" fmla="*/ 118042 w 1366136"/>
              <a:gd name="connsiteY1" fmla="*/ 654811 h 679179"/>
              <a:gd name="connsiteX2" fmla="*/ 73693 w 1366136"/>
              <a:gd name="connsiteY2" fmla="*/ 481633 h 679179"/>
              <a:gd name="connsiteX3" fmla="*/ 1226218 w 1366136"/>
              <a:gd name="connsiteY3" fmla="*/ 452265 h 679179"/>
              <a:gd name="connsiteX4" fmla="*/ 1283368 w 1366136"/>
              <a:gd name="connsiteY4" fmla="*/ 28402 h 679179"/>
              <a:gd name="connsiteX5" fmla="*/ 654718 w 1366136"/>
              <a:gd name="connsiteY5" fmla="*/ 37927 h 679179"/>
              <a:gd name="connsiteX6" fmla="*/ 654718 w 1366136"/>
              <a:gd name="connsiteY6" fmla="*/ 37927 h 679179"/>
              <a:gd name="connsiteX7" fmla="*/ 864268 w 1366136"/>
              <a:gd name="connsiteY7" fmla="*/ 99840 h 679179"/>
              <a:gd name="connsiteX8" fmla="*/ 821406 w 1366136"/>
              <a:gd name="connsiteY8" fmla="*/ 204615 h 679179"/>
              <a:gd name="connsiteX0" fmla="*/ 130843 w 1366136"/>
              <a:gd name="connsiteY0" fmla="*/ 676102 h 732367"/>
              <a:gd name="connsiteX1" fmla="*/ 118042 w 1366136"/>
              <a:gd name="connsiteY1" fmla="*/ 724494 h 732367"/>
              <a:gd name="connsiteX2" fmla="*/ 73693 w 1366136"/>
              <a:gd name="connsiteY2" fmla="*/ 481633 h 732367"/>
              <a:gd name="connsiteX3" fmla="*/ 1226218 w 1366136"/>
              <a:gd name="connsiteY3" fmla="*/ 452265 h 732367"/>
              <a:gd name="connsiteX4" fmla="*/ 1283368 w 1366136"/>
              <a:gd name="connsiteY4" fmla="*/ 28402 h 732367"/>
              <a:gd name="connsiteX5" fmla="*/ 654718 w 1366136"/>
              <a:gd name="connsiteY5" fmla="*/ 37927 h 732367"/>
              <a:gd name="connsiteX6" fmla="*/ 654718 w 1366136"/>
              <a:gd name="connsiteY6" fmla="*/ 37927 h 732367"/>
              <a:gd name="connsiteX7" fmla="*/ 864268 w 1366136"/>
              <a:gd name="connsiteY7" fmla="*/ 99840 h 732367"/>
              <a:gd name="connsiteX8" fmla="*/ 821406 w 1366136"/>
              <a:gd name="connsiteY8" fmla="*/ 204615 h 732367"/>
              <a:gd name="connsiteX0" fmla="*/ 318962 w 1366136"/>
              <a:gd name="connsiteY0" fmla="*/ 750590 h 752340"/>
              <a:gd name="connsiteX1" fmla="*/ 118042 w 1366136"/>
              <a:gd name="connsiteY1" fmla="*/ 724494 h 752340"/>
              <a:gd name="connsiteX2" fmla="*/ 73693 w 1366136"/>
              <a:gd name="connsiteY2" fmla="*/ 481633 h 752340"/>
              <a:gd name="connsiteX3" fmla="*/ 1226218 w 1366136"/>
              <a:gd name="connsiteY3" fmla="*/ 452265 h 752340"/>
              <a:gd name="connsiteX4" fmla="*/ 1283368 w 1366136"/>
              <a:gd name="connsiteY4" fmla="*/ 28402 h 752340"/>
              <a:gd name="connsiteX5" fmla="*/ 654718 w 1366136"/>
              <a:gd name="connsiteY5" fmla="*/ 37927 h 752340"/>
              <a:gd name="connsiteX6" fmla="*/ 654718 w 1366136"/>
              <a:gd name="connsiteY6" fmla="*/ 37927 h 752340"/>
              <a:gd name="connsiteX7" fmla="*/ 864268 w 1366136"/>
              <a:gd name="connsiteY7" fmla="*/ 99840 h 752340"/>
              <a:gd name="connsiteX8" fmla="*/ 821406 w 1366136"/>
              <a:gd name="connsiteY8" fmla="*/ 204615 h 752340"/>
              <a:gd name="connsiteX0" fmla="*/ 354753 w 1401927"/>
              <a:gd name="connsiteY0" fmla="*/ 750590 h 750639"/>
              <a:gd name="connsiteX1" fmla="*/ 53821 w 1401927"/>
              <a:gd name="connsiteY1" fmla="*/ 599547 h 750639"/>
              <a:gd name="connsiteX2" fmla="*/ 109484 w 1401927"/>
              <a:gd name="connsiteY2" fmla="*/ 481633 h 750639"/>
              <a:gd name="connsiteX3" fmla="*/ 1262009 w 1401927"/>
              <a:gd name="connsiteY3" fmla="*/ 452265 h 750639"/>
              <a:gd name="connsiteX4" fmla="*/ 1319159 w 1401927"/>
              <a:gd name="connsiteY4" fmla="*/ 28402 h 750639"/>
              <a:gd name="connsiteX5" fmla="*/ 690509 w 1401927"/>
              <a:gd name="connsiteY5" fmla="*/ 37927 h 750639"/>
              <a:gd name="connsiteX6" fmla="*/ 690509 w 1401927"/>
              <a:gd name="connsiteY6" fmla="*/ 37927 h 750639"/>
              <a:gd name="connsiteX7" fmla="*/ 900059 w 1401927"/>
              <a:gd name="connsiteY7" fmla="*/ 99840 h 750639"/>
              <a:gd name="connsiteX8" fmla="*/ 857197 w 1401927"/>
              <a:gd name="connsiteY8" fmla="*/ 204615 h 750639"/>
              <a:gd name="connsiteX0" fmla="*/ 164253 w 1401927"/>
              <a:gd name="connsiteY0" fmla="*/ 683310 h 683418"/>
              <a:gd name="connsiteX1" fmla="*/ 53821 w 1401927"/>
              <a:gd name="connsiteY1" fmla="*/ 599547 h 683418"/>
              <a:gd name="connsiteX2" fmla="*/ 109484 w 1401927"/>
              <a:gd name="connsiteY2" fmla="*/ 481633 h 683418"/>
              <a:gd name="connsiteX3" fmla="*/ 1262009 w 1401927"/>
              <a:gd name="connsiteY3" fmla="*/ 452265 h 683418"/>
              <a:gd name="connsiteX4" fmla="*/ 1319159 w 1401927"/>
              <a:gd name="connsiteY4" fmla="*/ 28402 h 683418"/>
              <a:gd name="connsiteX5" fmla="*/ 690509 w 1401927"/>
              <a:gd name="connsiteY5" fmla="*/ 37927 h 683418"/>
              <a:gd name="connsiteX6" fmla="*/ 690509 w 1401927"/>
              <a:gd name="connsiteY6" fmla="*/ 37927 h 683418"/>
              <a:gd name="connsiteX7" fmla="*/ 900059 w 1401927"/>
              <a:gd name="connsiteY7" fmla="*/ 99840 h 683418"/>
              <a:gd name="connsiteX8" fmla="*/ 857197 w 1401927"/>
              <a:gd name="connsiteY8" fmla="*/ 204615 h 683418"/>
              <a:gd name="connsiteX0" fmla="*/ 147978 w 1315128"/>
              <a:gd name="connsiteY0" fmla="*/ 679774 h 679882"/>
              <a:gd name="connsiteX1" fmla="*/ 37546 w 1315128"/>
              <a:gd name="connsiteY1" fmla="*/ 596011 h 679882"/>
              <a:gd name="connsiteX2" fmla="*/ 93209 w 1315128"/>
              <a:gd name="connsiteY2" fmla="*/ 478097 h 679882"/>
              <a:gd name="connsiteX3" fmla="*/ 1012372 w 1315128"/>
              <a:gd name="connsiteY3" fmla="*/ 400672 h 679882"/>
              <a:gd name="connsiteX4" fmla="*/ 1302884 w 1315128"/>
              <a:gd name="connsiteY4" fmla="*/ 24866 h 679882"/>
              <a:gd name="connsiteX5" fmla="*/ 674234 w 1315128"/>
              <a:gd name="connsiteY5" fmla="*/ 34391 h 679882"/>
              <a:gd name="connsiteX6" fmla="*/ 674234 w 1315128"/>
              <a:gd name="connsiteY6" fmla="*/ 34391 h 679882"/>
              <a:gd name="connsiteX7" fmla="*/ 883784 w 1315128"/>
              <a:gd name="connsiteY7" fmla="*/ 96304 h 679882"/>
              <a:gd name="connsiteX8" fmla="*/ 840922 w 1315128"/>
              <a:gd name="connsiteY8" fmla="*/ 201079 h 679882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883784 w 1740609"/>
              <a:gd name="connsiteY7" fmla="*/ 61913 h 645491"/>
              <a:gd name="connsiteX8" fmla="*/ 840922 w 1740609"/>
              <a:gd name="connsiteY8" fmla="*/ 166688 h 645491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624228 w 1740609"/>
              <a:gd name="connsiteY7" fmla="*/ 93149 h 645491"/>
              <a:gd name="connsiteX8" fmla="*/ 840922 w 1740609"/>
              <a:gd name="connsiteY8" fmla="*/ 166688 h 645491"/>
              <a:gd name="connsiteX0" fmla="*/ 147978 w 1836284"/>
              <a:gd name="connsiteY0" fmla="*/ 646785 h 646893"/>
              <a:gd name="connsiteX1" fmla="*/ 37546 w 1836284"/>
              <a:gd name="connsiteY1" fmla="*/ 563022 h 646893"/>
              <a:gd name="connsiteX2" fmla="*/ 93209 w 1836284"/>
              <a:gd name="connsiteY2" fmla="*/ 445108 h 646893"/>
              <a:gd name="connsiteX3" fmla="*/ 1012372 w 1836284"/>
              <a:gd name="connsiteY3" fmla="*/ 367683 h 646893"/>
              <a:gd name="connsiteX4" fmla="*/ 1736271 w 1836284"/>
              <a:gd name="connsiteY4" fmla="*/ 323466 h 646893"/>
              <a:gd name="connsiteX5" fmla="*/ 674234 w 1836284"/>
              <a:gd name="connsiteY5" fmla="*/ 1402 h 646893"/>
              <a:gd name="connsiteX6" fmla="*/ 1836284 w 1836284"/>
              <a:gd name="connsiteY6" fmla="*/ 215253 h 646893"/>
              <a:gd name="connsiteX7" fmla="*/ 624228 w 1836284"/>
              <a:gd name="connsiteY7" fmla="*/ 94551 h 646893"/>
              <a:gd name="connsiteX8" fmla="*/ 840922 w 1836284"/>
              <a:gd name="connsiteY8" fmla="*/ 168090 h 646893"/>
              <a:gd name="connsiteX0" fmla="*/ 147978 w 1917524"/>
              <a:gd name="connsiteY0" fmla="*/ 553175 h 553283"/>
              <a:gd name="connsiteX1" fmla="*/ 37546 w 1917524"/>
              <a:gd name="connsiteY1" fmla="*/ 469412 h 553283"/>
              <a:gd name="connsiteX2" fmla="*/ 93209 w 1917524"/>
              <a:gd name="connsiteY2" fmla="*/ 351498 h 553283"/>
              <a:gd name="connsiteX3" fmla="*/ 1012372 w 1917524"/>
              <a:gd name="connsiteY3" fmla="*/ 274073 h 553283"/>
              <a:gd name="connsiteX4" fmla="*/ 1736271 w 1917524"/>
              <a:gd name="connsiteY4" fmla="*/ 229856 h 553283"/>
              <a:gd name="connsiteX5" fmla="*/ 1798184 w 1917524"/>
              <a:gd name="connsiteY5" fmla="*/ 200937 h 553283"/>
              <a:gd name="connsiteX6" fmla="*/ 1836284 w 1917524"/>
              <a:gd name="connsiteY6" fmla="*/ 121643 h 553283"/>
              <a:gd name="connsiteX7" fmla="*/ 624228 w 1917524"/>
              <a:gd name="connsiteY7" fmla="*/ 941 h 553283"/>
              <a:gd name="connsiteX8" fmla="*/ 840922 w 1917524"/>
              <a:gd name="connsiteY8" fmla="*/ 74480 h 553283"/>
              <a:gd name="connsiteX0" fmla="*/ 147978 w 1883277"/>
              <a:gd name="connsiteY0" fmla="*/ 511408 h 511516"/>
              <a:gd name="connsiteX1" fmla="*/ 37546 w 1883277"/>
              <a:gd name="connsiteY1" fmla="*/ 427645 h 511516"/>
              <a:gd name="connsiteX2" fmla="*/ 93209 w 1883277"/>
              <a:gd name="connsiteY2" fmla="*/ 309731 h 511516"/>
              <a:gd name="connsiteX3" fmla="*/ 1012372 w 1883277"/>
              <a:gd name="connsiteY3" fmla="*/ 232306 h 511516"/>
              <a:gd name="connsiteX4" fmla="*/ 1736271 w 1883277"/>
              <a:gd name="connsiteY4" fmla="*/ 188089 h 511516"/>
              <a:gd name="connsiteX5" fmla="*/ 1798184 w 1883277"/>
              <a:gd name="connsiteY5" fmla="*/ 159170 h 511516"/>
              <a:gd name="connsiteX6" fmla="*/ 1836284 w 1883277"/>
              <a:gd name="connsiteY6" fmla="*/ 79876 h 511516"/>
              <a:gd name="connsiteX7" fmla="*/ 1798184 w 1883277"/>
              <a:gd name="connsiteY7" fmla="*/ 4828 h 511516"/>
              <a:gd name="connsiteX8" fmla="*/ 840922 w 1883277"/>
              <a:gd name="connsiteY8" fmla="*/ 32713 h 511516"/>
              <a:gd name="connsiteX0" fmla="*/ 147978 w 1836284"/>
              <a:gd name="connsiteY0" fmla="*/ 524153 h 524261"/>
              <a:gd name="connsiteX1" fmla="*/ 37546 w 1836284"/>
              <a:gd name="connsiteY1" fmla="*/ 440390 h 524261"/>
              <a:gd name="connsiteX2" fmla="*/ 93209 w 1836284"/>
              <a:gd name="connsiteY2" fmla="*/ 322476 h 524261"/>
              <a:gd name="connsiteX3" fmla="*/ 1012372 w 1836284"/>
              <a:gd name="connsiteY3" fmla="*/ 245051 h 524261"/>
              <a:gd name="connsiteX4" fmla="*/ 1736271 w 1836284"/>
              <a:gd name="connsiteY4" fmla="*/ 200834 h 524261"/>
              <a:gd name="connsiteX5" fmla="*/ 1798184 w 1836284"/>
              <a:gd name="connsiteY5" fmla="*/ 171915 h 524261"/>
              <a:gd name="connsiteX6" fmla="*/ 1836284 w 1836284"/>
              <a:gd name="connsiteY6" fmla="*/ 92621 h 524261"/>
              <a:gd name="connsiteX7" fmla="*/ 1798184 w 1836284"/>
              <a:gd name="connsiteY7" fmla="*/ 17573 h 524261"/>
              <a:gd name="connsiteX8" fmla="*/ 1721984 w 1836284"/>
              <a:gd name="connsiteY8" fmla="*/ 21430 h 524261"/>
              <a:gd name="connsiteX0" fmla="*/ 147978 w 1838422"/>
              <a:gd name="connsiteY0" fmla="*/ 524153 h 524261"/>
              <a:gd name="connsiteX1" fmla="*/ 37546 w 1838422"/>
              <a:gd name="connsiteY1" fmla="*/ 440390 h 524261"/>
              <a:gd name="connsiteX2" fmla="*/ 93209 w 1838422"/>
              <a:gd name="connsiteY2" fmla="*/ 322476 h 524261"/>
              <a:gd name="connsiteX3" fmla="*/ 1012372 w 1838422"/>
              <a:gd name="connsiteY3" fmla="*/ 245051 h 524261"/>
              <a:gd name="connsiteX4" fmla="*/ 1736271 w 1838422"/>
              <a:gd name="connsiteY4" fmla="*/ 200834 h 524261"/>
              <a:gd name="connsiteX5" fmla="*/ 1836284 w 1838422"/>
              <a:gd name="connsiteY5" fmla="*/ 92621 h 524261"/>
              <a:gd name="connsiteX6" fmla="*/ 1798184 w 1838422"/>
              <a:gd name="connsiteY6" fmla="*/ 17573 h 524261"/>
              <a:gd name="connsiteX7" fmla="*/ 1721984 w 1838422"/>
              <a:gd name="connsiteY7" fmla="*/ 21430 h 524261"/>
              <a:gd name="connsiteX0" fmla="*/ 134379 w 1824823"/>
              <a:gd name="connsiteY0" fmla="*/ 524153 h 524261"/>
              <a:gd name="connsiteX1" fmla="*/ 23947 w 1824823"/>
              <a:gd name="connsiteY1" fmla="*/ 440390 h 524261"/>
              <a:gd name="connsiteX2" fmla="*/ 79610 w 1824823"/>
              <a:gd name="connsiteY2" fmla="*/ 322476 h 524261"/>
              <a:gd name="connsiteX3" fmla="*/ 998773 w 1824823"/>
              <a:gd name="connsiteY3" fmla="*/ 245051 h 524261"/>
              <a:gd name="connsiteX4" fmla="*/ 1722672 w 1824823"/>
              <a:gd name="connsiteY4" fmla="*/ 200834 h 524261"/>
              <a:gd name="connsiteX5" fmla="*/ 1822685 w 1824823"/>
              <a:gd name="connsiteY5" fmla="*/ 92621 h 524261"/>
              <a:gd name="connsiteX6" fmla="*/ 1784585 w 1824823"/>
              <a:gd name="connsiteY6" fmla="*/ 17573 h 524261"/>
              <a:gd name="connsiteX7" fmla="*/ 1708385 w 1824823"/>
              <a:gd name="connsiteY7" fmla="*/ 21430 h 524261"/>
              <a:gd name="connsiteX0" fmla="*/ 134379 w 1824823"/>
              <a:gd name="connsiteY0" fmla="*/ 524153 h 524505"/>
              <a:gd name="connsiteX1" fmla="*/ 23947 w 1824823"/>
              <a:gd name="connsiteY1" fmla="*/ 440390 h 524505"/>
              <a:gd name="connsiteX2" fmla="*/ 79610 w 1824823"/>
              <a:gd name="connsiteY2" fmla="*/ 322476 h 524505"/>
              <a:gd name="connsiteX3" fmla="*/ 998773 w 1824823"/>
              <a:gd name="connsiteY3" fmla="*/ 245051 h 524505"/>
              <a:gd name="connsiteX4" fmla="*/ 1722672 w 1824823"/>
              <a:gd name="connsiteY4" fmla="*/ 200834 h 524505"/>
              <a:gd name="connsiteX5" fmla="*/ 1822685 w 1824823"/>
              <a:gd name="connsiteY5" fmla="*/ 92621 h 524505"/>
              <a:gd name="connsiteX6" fmla="*/ 1784585 w 1824823"/>
              <a:gd name="connsiteY6" fmla="*/ 17573 h 524505"/>
              <a:gd name="connsiteX7" fmla="*/ 1708385 w 1824823"/>
              <a:gd name="connsiteY7" fmla="*/ 21430 h 524505"/>
              <a:gd name="connsiteX0" fmla="*/ 108972 w 1799416"/>
              <a:gd name="connsiteY0" fmla="*/ 524153 h 524153"/>
              <a:gd name="connsiteX1" fmla="*/ 54203 w 1799416"/>
              <a:gd name="connsiteY1" fmla="*/ 322476 h 524153"/>
              <a:gd name="connsiteX2" fmla="*/ 973366 w 1799416"/>
              <a:gd name="connsiteY2" fmla="*/ 245051 h 524153"/>
              <a:gd name="connsiteX3" fmla="*/ 1697265 w 1799416"/>
              <a:gd name="connsiteY3" fmla="*/ 200834 h 524153"/>
              <a:gd name="connsiteX4" fmla="*/ 1797278 w 1799416"/>
              <a:gd name="connsiteY4" fmla="*/ 92621 h 524153"/>
              <a:gd name="connsiteX5" fmla="*/ 1759178 w 1799416"/>
              <a:gd name="connsiteY5" fmla="*/ 17573 h 524153"/>
              <a:gd name="connsiteX6" fmla="*/ 1682978 w 1799416"/>
              <a:gd name="connsiteY6" fmla="*/ 21430 h 524153"/>
              <a:gd name="connsiteX0" fmla="*/ 128281 w 1818725"/>
              <a:gd name="connsiteY0" fmla="*/ 524153 h 524153"/>
              <a:gd name="connsiteX1" fmla="*/ 73512 w 1818725"/>
              <a:gd name="connsiteY1" fmla="*/ 322476 h 524153"/>
              <a:gd name="connsiteX2" fmla="*/ 992675 w 1818725"/>
              <a:gd name="connsiteY2" fmla="*/ 245051 h 524153"/>
              <a:gd name="connsiteX3" fmla="*/ 1716574 w 1818725"/>
              <a:gd name="connsiteY3" fmla="*/ 200834 h 524153"/>
              <a:gd name="connsiteX4" fmla="*/ 1816587 w 1818725"/>
              <a:gd name="connsiteY4" fmla="*/ 92621 h 524153"/>
              <a:gd name="connsiteX5" fmla="*/ 1778487 w 1818725"/>
              <a:gd name="connsiteY5" fmla="*/ 17573 h 524153"/>
              <a:gd name="connsiteX6" fmla="*/ 1702287 w 1818725"/>
              <a:gd name="connsiteY6" fmla="*/ 21430 h 524153"/>
              <a:gd name="connsiteX0" fmla="*/ 106337 w 1796781"/>
              <a:gd name="connsiteY0" fmla="*/ 524153 h 524153"/>
              <a:gd name="connsiteX1" fmla="*/ 84906 w 1796781"/>
              <a:gd name="connsiteY1" fmla="*/ 308059 h 524153"/>
              <a:gd name="connsiteX2" fmla="*/ 970731 w 1796781"/>
              <a:gd name="connsiteY2" fmla="*/ 245051 h 524153"/>
              <a:gd name="connsiteX3" fmla="*/ 1694630 w 1796781"/>
              <a:gd name="connsiteY3" fmla="*/ 200834 h 524153"/>
              <a:gd name="connsiteX4" fmla="*/ 1794643 w 1796781"/>
              <a:gd name="connsiteY4" fmla="*/ 92621 h 524153"/>
              <a:gd name="connsiteX5" fmla="*/ 1756543 w 1796781"/>
              <a:gd name="connsiteY5" fmla="*/ 17573 h 524153"/>
              <a:gd name="connsiteX6" fmla="*/ 1680343 w 1796781"/>
              <a:gd name="connsiteY6" fmla="*/ 21430 h 524153"/>
              <a:gd name="connsiteX0" fmla="*/ 106337 w 1800322"/>
              <a:gd name="connsiteY0" fmla="*/ 502723 h 502723"/>
              <a:gd name="connsiteX1" fmla="*/ 84906 w 1800322"/>
              <a:gd name="connsiteY1" fmla="*/ 286629 h 502723"/>
              <a:gd name="connsiteX2" fmla="*/ 970731 w 1800322"/>
              <a:gd name="connsiteY2" fmla="*/ 223621 h 502723"/>
              <a:gd name="connsiteX3" fmla="*/ 1694630 w 1800322"/>
              <a:gd name="connsiteY3" fmla="*/ 179404 h 502723"/>
              <a:gd name="connsiteX4" fmla="*/ 1794643 w 1800322"/>
              <a:gd name="connsiteY4" fmla="*/ 71191 h 502723"/>
              <a:gd name="connsiteX5" fmla="*/ 1680343 w 1800322"/>
              <a:gd name="connsiteY5" fmla="*/ 0 h 502723"/>
              <a:gd name="connsiteX0" fmla="*/ 106337 w 1800348"/>
              <a:gd name="connsiteY0" fmla="*/ 502723 h 502723"/>
              <a:gd name="connsiteX1" fmla="*/ 84906 w 1800348"/>
              <a:gd name="connsiteY1" fmla="*/ 286629 h 502723"/>
              <a:gd name="connsiteX2" fmla="*/ 970731 w 1800348"/>
              <a:gd name="connsiteY2" fmla="*/ 223621 h 502723"/>
              <a:gd name="connsiteX3" fmla="*/ 1694630 w 1800348"/>
              <a:gd name="connsiteY3" fmla="*/ 179404 h 502723"/>
              <a:gd name="connsiteX4" fmla="*/ 1794643 w 1800348"/>
              <a:gd name="connsiteY4" fmla="*/ 71191 h 502723"/>
              <a:gd name="connsiteX5" fmla="*/ 1680343 w 1800348"/>
              <a:gd name="connsiteY5" fmla="*/ 0 h 502723"/>
              <a:gd name="connsiteX0" fmla="*/ 106337 w 1797181"/>
              <a:gd name="connsiteY0" fmla="*/ 502723 h 502723"/>
              <a:gd name="connsiteX1" fmla="*/ 84906 w 1797181"/>
              <a:gd name="connsiteY1" fmla="*/ 286629 h 502723"/>
              <a:gd name="connsiteX2" fmla="*/ 970731 w 1797181"/>
              <a:gd name="connsiteY2" fmla="*/ 223621 h 502723"/>
              <a:gd name="connsiteX3" fmla="*/ 1694630 w 1797181"/>
              <a:gd name="connsiteY3" fmla="*/ 179404 h 502723"/>
              <a:gd name="connsiteX4" fmla="*/ 1794643 w 1797181"/>
              <a:gd name="connsiteY4" fmla="*/ 71191 h 502723"/>
              <a:gd name="connsiteX5" fmla="*/ 1680343 w 1797181"/>
              <a:gd name="connsiteY5" fmla="*/ 0 h 502723"/>
              <a:gd name="connsiteX0" fmla="*/ 106337 w 1794763"/>
              <a:gd name="connsiteY0" fmla="*/ 502723 h 502723"/>
              <a:gd name="connsiteX1" fmla="*/ 84906 w 1794763"/>
              <a:gd name="connsiteY1" fmla="*/ 286629 h 502723"/>
              <a:gd name="connsiteX2" fmla="*/ 970731 w 1794763"/>
              <a:gd name="connsiteY2" fmla="*/ 223621 h 502723"/>
              <a:gd name="connsiteX3" fmla="*/ 1694630 w 1794763"/>
              <a:gd name="connsiteY3" fmla="*/ 179404 h 502723"/>
              <a:gd name="connsiteX4" fmla="*/ 1794643 w 1794763"/>
              <a:gd name="connsiteY4" fmla="*/ 71191 h 502723"/>
              <a:gd name="connsiteX5" fmla="*/ 1680343 w 1794763"/>
              <a:gd name="connsiteY5" fmla="*/ 0 h 502723"/>
              <a:gd name="connsiteX0" fmla="*/ 106337 w 1794656"/>
              <a:gd name="connsiteY0" fmla="*/ 502723 h 502723"/>
              <a:gd name="connsiteX1" fmla="*/ 84906 w 1794656"/>
              <a:gd name="connsiteY1" fmla="*/ 286629 h 502723"/>
              <a:gd name="connsiteX2" fmla="*/ 970731 w 1794656"/>
              <a:gd name="connsiteY2" fmla="*/ 223621 h 502723"/>
              <a:gd name="connsiteX3" fmla="*/ 1694630 w 1794656"/>
              <a:gd name="connsiteY3" fmla="*/ 179404 h 502723"/>
              <a:gd name="connsiteX4" fmla="*/ 1794643 w 1794656"/>
              <a:gd name="connsiteY4" fmla="*/ 71191 h 502723"/>
              <a:gd name="connsiteX5" fmla="*/ 1680343 w 1794656"/>
              <a:gd name="connsiteY5" fmla="*/ 0 h 502723"/>
              <a:gd name="connsiteX0" fmla="*/ 106337 w 1744322"/>
              <a:gd name="connsiteY0" fmla="*/ 502723 h 502723"/>
              <a:gd name="connsiteX1" fmla="*/ 84906 w 1744322"/>
              <a:gd name="connsiteY1" fmla="*/ 286629 h 502723"/>
              <a:gd name="connsiteX2" fmla="*/ 970731 w 1744322"/>
              <a:gd name="connsiteY2" fmla="*/ 223621 h 502723"/>
              <a:gd name="connsiteX3" fmla="*/ 1694630 w 1744322"/>
              <a:gd name="connsiteY3" fmla="*/ 179404 h 502723"/>
              <a:gd name="connsiteX4" fmla="*/ 1680343 w 1744322"/>
              <a:gd name="connsiteY4" fmla="*/ 0 h 502723"/>
              <a:gd name="connsiteX0" fmla="*/ 106337 w 1780398"/>
              <a:gd name="connsiteY0" fmla="*/ 502723 h 502723"/>
              <a:gd name="connsiteX1" fmla="*/ 84906 w 1780398"/>
              <a:gd name="connsiteY1" fmla="*/ 286629 h 502723"/>
              <a:gd name="connsiteX2" fmla="*/ 970731 w 1780398"/>
              <a:gd name="connsiteY2" fmla="*/ 223621 h 502723"/>
              <a:gd name="connsiteX3" fmla="*/ 1694630 w 1780398"/>
              <a:gd name="connsiteY3" fmla="*/ 179404 h 502723"/>
              <a:gd name="connsiteX4" fmla="*/ 1680343 w 1780398"/>
              <a:gd name="connsiteY4" fmla="*/ 0 h 502723"/>
              <a:gd name="connsiteX0" fmla="*/ 113015 w 1775169"/>
              <a:gd name="connsiteY0" fmla="*/ 509931 h 509931"/>
              <a:gd name="connsiteX1" fmla="*/ 79677 w 1775169"/>
              <a:gd name="connsiteY1" fmla="*/ 286629 h 509931"/>
              <a:gd name="connsiteX2" fmla="*/ 965502 w 1775169"/>
              <a:gd name="connsiteY2" fmla="*/ 223621 h 509931"/>
              <a:gd name="connsiteX3" fmla="*/ 1689401 w 1775169"/>
              <a:gd name="connsiteY3" fmla="*/ 179404 h 509931"/>
              <a:gd name="connsiteX4" fmla="*/ 1675114 w 1775169"/>
              <a:gd name="connsiteY4" fmla="*/ 0 h 509931"/>
              <a:gd name="connsiteX0" fmla="*/ 111652 w 1776188"/>
              <a:gd name="connsiteY0" fmla="*/ 476291 h 476291"/>
              <a:gd name="connsiteX1" fmla="*/ 80696 w 1776188"/>
              <a:gd name="connsiteY1" fmla="*/ 286629 h 476291"/>
              <a:gd name="connsiteX2" fmla="*/ 966521 w 1776188"/>
              <a:gd name="connsiteY2" fmla="*/ 223621 h 476291"/>
              <a:gd name="connsiteX3" fmla="*/ 1690420 w 1776188"/>
              <a:gd name="connsiteY3" fmla="*/ 179404 h 476291"/>
              <a:gd name="connsiteX4" fmla="*/ 1676133 w 1776188"/>
              <a:gd name="connsiteY4" fmla="*/ 0 h 476291"/>
              <a:gd name="connsiteX0" fmla="*/ 0 w 1695492"/>
              <a:gd name="connsiteY0" fmla="*/ 286629 h 286629"/>
              <a:gd name="connsiteX1" fmla="*/ 885825 w 1695492"/>
              <a:gd name="connsiteY1" fmla="*/ 223621 h 286629"/>
              <a:gd name="connsiteX2" fmla="*/ 1609724 w 1695492"/>
              <a:gd name="connsiteY2" fmla="*/ 179404 h 286629"/>
              <a:gd name="connsiteX3" fmla="*/ 1595437 w 1695492"/>
              <a:gd name="connsiteY3" fmla="*/ 0 h 286629"/>
              <a:gd name="connsiteX0" fmla="*/ 0 w 1674061"/>
              <a:gd name="connsiteY0" fmla="*/ 279420 h 279420"/>
              <a:gd name="connsiteX1" fmla="*/ 864394 w 1674061"/>
              <a:gd name="connsiteY1" fmla="*/ 223621 h 279420"/>
              <a:gd name="connsiteX2" fmla="*/ 1588293 w 1674061"/>
              <a:gd name="connsiteY2" fmla="*/ 179404 h 279420"/>
              <a:gd name="connsiteX3" fmla="*/ 1574006 w 1674061"/>
              <a:gd name="connsiteY3" fmla="*/ 0 h 279420"/>
              <a:gd name="connsiteX0" fmla="*/ 0 w 1648609"/>
              <a:gd name="connsiteY0" fmla="*/ 279420 h 279420"/>
              <a:gd name="connsiteX1" fmla="*/ 1293019 w 1648609"/>
              <a:gd name="connsiteY1" fmla="*/ 246047 h 279420"/>
              <a:gd name="connsiteX2" fmla="*/ 1588293 w 1648609"/>
              <a:gd name="connsiteY2" fmla="*/ 179404 h 279420"/>
              <a:gd name="connsiteX3" fmla="*/ 1574006 w 1648609"/>
              <a:gd name="connsiteY3" fmla="*/ 0 h 279420"/>
              <a:gd name="connsiteX0" fmla="*/ 0 w 1671916"/>
              <a:gd name="connsiteY0" fmla="*/ 279420 h 280449"/>
              <a:gd name="connsiteX1" fmla="*/ 897732 w 1671916"/>
              <a:gd name="connsiteY1" fmla="*/ 277284 h 280449"/>
              <a:gd name="connsiteX2" fmla="*/ 1588293 w 1671916"/>
              <a:gd name="connsiteY2" fmla="*/ 179404 h 280449"/>
              <a:gd name="connsiteX3" fmla="*/ 1574006 w 1671916"/>
              <a:gd name="connsiteY3" fmla="*/ 0 h 280449"/>
              <a:gd name="connsiteX0" fmla="*/ 0 w 1671916"/>
              <a:gd name="connsiteY0" fmla="*/ 279420 h 279420"/>
              <a:gd name="connsiteX1" fmla="*/ 897732 w 1671916"/>
              <a:gd name="connsiteY1" fmla="*/ 277284 h 279420"/>
              <a:gd name="connsiteX2" fmla="*/ 1588293 w 1671916"/>
              <a:gd name="connsiteY2" fmla="*/ 179404 h 279420"/>
              <a:gd name="connsiteX3" fmla="*/ 1574006 w 1671916"/>
              <a:gd name="connsiteY3" fmla="*/ 0 h 279420"/>
              <a:gd name="connsiteX0" fmla="*/ 0 w 1671916"/>
              <a:gd name="connsiteY0" fmla="*/ 279420 h 279420"/>
              <a:gd name="connsiteX1" fmla="*/ 897732 w 1671916"/>
              <a:gd name="connsiteY1" fmla="*/ 277284 h 279420"/>
              <a:gd name="connsiteX2" fmla="*/ 1588293 w 1671916"/>
              <a:gd name="connsiteY2" fmla="*/ 179404 h 279420"/>
              <a:gd name="connsiteX3" fmla="*/ 1574006 w 1671916"/>
              <a:gd name="connsiteY3" fmla="*/ 0 h 279420"/>
              <a:gd name="connsiteX0" fmla="*/ 0 w 1671916"/>
              <a:gd name="connsiteY0" fmla="*/ 279420 h 279420"/>
              <a:gd name="connsiteX1" fmla="*/ 897732 w 1671916"/>
              <a:gd name="connsiteY1" fmla="*/ 277284 h 279420"/>
              <a:gd name="connsiteX2" fmla="*/ 1588293 w 1671916"/>
              <a:gd name="connsiteY2" fmla="*/ 179404 h 279420"/>
              <a:gd name="connsiteX3" fmla="*/ 1574006 w 1671916"/>
              <a:gd name="connsiteY3" fmla="*/ 0 h 279420"/>
              <a:gd name="connsiteX0" fmla="*/ 0 w 1659386"/>
              <a:gd name="connsiteY0" fmla="*/ 279420 h 279972"/>
              <a:gd name="connsiteX1" fmla="*/ 897732 w 1659386"/>
              <a:gd name="connsiteY1" fmla="*/ 277284 h 279972"/>
              <a:gd name="connsiteX2" fmla="*/ 1562099 w 1659386"/>
              <a:gd name="connsiteY2" fmla="*/ 251489 h 279972"/>
              <a:gd name="connsiteX3" fmla="*/ 1574006 w 1659386"/>
              <a:gd name="connsiteY3" fmla="*/ 0 h 279972"/>
              <a:gd name="connsiteX0" fmla="*/ 0 w 1670026"/>
              <a:gd name="connsiteY0" fmla="*/ 200127 h 200127"/>
              <a:gd name="connsiteX1" fmla="*/ 897732 w 1670026"/>
              <a:gd name="connsiteY1" fmla="*/ 197991 h 200127"/>
              <a:gd name="connsiteX2" fmla="*/ 1562099 w 1670026"/>
              <a:gd name="connsiteY2" fmla="*/ 172196 h 200127"/>
              <a:gd name="connsiteX3" fmla="*/ 1590675 w 1670026"/>
              <a:gd name="connsiteY3" fmla="*/ 0 h 200127"/>
              <a:gd name="connsiteX0" fmla="*/ 0 w 1662359"/>
              <a:gd name="connsiteY0" fmla="*/ 209738 h 209738"/>
              <a:gd name="connsiteX1" fmla="*/ 897732 w 1662359"/>
              <a:gd name="connsiteY1" fmla="*/ 207602 h 209738"/>
              <a:gd name="connsiteX2" fmla="*/ 1562099 w 1662359"/>
              <a:gd name="connsiteY2" fmla="*/ 181807 h 209738"/>
              <a:gd name="connsiteX3" fmla="*/ 1578768 w 1662359"/>
              <a:gd name="connsiteY3" fmla="*/ 0 h 209738"/>
              <a:gd name="connsiteX0" fmla="*/ 0 w 1668069"/>
              <a:gd name="connsiteY0" fmla="*/ 209738 h 209738"/>
              <a:gd name="connsiteX1" fmla="*/ 897732 w 1668069"/>
              <a:gd name="connsiteY1" fmla="*/ 207602 h 209738"/>
              <a:gd name="connsiteX2" fmla="*/ 1562099 w 1668069"/>
              <a:gd name="connsiteY2" fmla="*/ 181807 h 209738"/>
              <a:gd name="connsiteX3" fmla="*/ 1578768 w 1668069"/>
              <a:gd name="connsiteY3" fmla="*/ 0 h 209738"/>
              <a:gd name="connsiteX0" fmla="*/ 0 w 1655030"/>
              <a:gd name="connsiteY0" fmla="*/ 200127 h 200127"/>
              <a:gd name="connsiteX1" fmla="*/ 897732 w 1655030"/>
              <a:gd name="connsiteY1" fmla="*/ 197991 h 200127"/>
              <a:gd name="connsiteX2" fmla="*/ 1562099 w 1655030"/>
              <a:gd name="connsiteY2" fmla="*/ 172196 h 200127"/>
              <a:gd name="connsiteX3" fmla="*/ 1566862 w 1655030"/>
              <a:gd name="connsiteY3" fmla="*/ 0 h 20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5030" h="200127">
                <a:moveTo>
                  <a:pt x="0" y="200127"/>
                </a:moveTo>
                <a:lnTo>
                  <a:pt x="897732" y="197991"/>
                </a:lnTo>
                <a:cubicBezTo>
                  <a:pt x="1158082" y="193336"/>
                  <a:pt x="1450577" y="205194"/>
                  <a:pt x="1562099" y="172196"/>
                </a:cubicBezTo>
                <a:cubicBezTo>
                  <a:pt x="1673621" y="139198"/>
                  <a:pt x="1696044" y="39778"/>
                  <a:pt x="1566862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907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8EE490-B801-4920-B6F5-B9D17CB11606}"/>
              </a:ext>
            </a:extLst>
          </p:cNvPr>
          <p:cNvSpPr/>
          <p:nvPr/>
        </p:nvSpPr>
        <p:spPr>
          <a:xfrm>
            <a:off x="1095421" y="3219622"/>
            <a:ext cx="983324" cy="879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1F153F7-4EE0-48EB-9FFC-D0D4CC9DF77A}"/>
              </a:ext>
            </a:extLst>
          </p:cNvPr>
          <p:cNvSpPr/>
          <p:nvPr/>
        </p:nvSpPr>
        <p:spPr>
          <a:xfrm>
            <a:off x="2078745" y="2406199"/>
            <a:ext cx="1193168" cy="757147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0BDA324-9041-4F78-ACAA-FDB71E44BBD7}"/>
              </a:ext>
            </a:extLst>
          </p:cNvPr>
          <p:cNvSpPr/>
          <p:nvPr/>
        </p:nvSpPr>
        <p:spPr>
          <a:xfrm>
            <a:off x="914761" y="3531500"/>
            <a:ext cx="361322" cy="33830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28">
            <a:extLst>
              <a:ext uri="{FF2B5EF4-FFF2-40B4-BE49-F238E27FC236}">
                <a16:creationId xmlns:a16="http://schemas.microsoft.com/office/drawing/2014/main" id="{23A8DA59-4C87-4243-AB4C-1514DD7D1320}"/>
              </a:ext>
            </a:extLst>
          </p:cNvPr>
          <p:cNvSpPr/>
          <p:nvPr/>
        </p:nvSpPr>
        <p:spPr>
          <a:xfrm>
            <a:off x="980893" y="3652302"/>
            <a:ext cx="229057" cy="96341"/>
          </a:xfrm>
          <a:custGeom>
            <a:avLst/>
            <a:gdLst>
              <a:gd name="connsiteX0" fmla="*/ 0 w 330548"/>
              <a:gd name="connsiteY0" fmla="*/ 84051 h 107995"/>
              <a:gd name="connsiteX1" fmla="*/ 106680 w 330548"/>
              <a:gd name="connsiteY1" fmla="*/ 231 h 107995"/>
              <a:gd name="connsiteX2" fmla="*/ 213360 w 330548"/>
              <a:gd name="connsiteY2" fmla="*/ 106911 h 107995"/>
              <a:gd name="connsiteX3" fmla="*/ 327660 w 330548"/>
              <a:gd name="connsiteY3" fmla="*/ 53571 h 107995"/>
              <a:gd name="connsiteX4" fmla="*/ 312420 w 330548"/>
              <a:gd name="connsiteY4" fmla="*/ 23091 h 107995"/>
              <a:gd name="connsiteX0" fmla="*/ 0 w 400527"/>
              <a:gd name="connsiteY0" fmla="*/ 106204 h 130313"/>
              <a:gd name="connsiteX1" fmla="*/ 106680 w 400527"/>
              <a:gd name="connsiteY1" fmla="*/ 22384 h 130313"/>
              <a:gd name="connsiteX2" fmla="*/ 213360 w 400527"/>
              <a:gd name="connsiteY2" fmla="*/ 129064 h 130313"/>
              <a:gd name="connsiteX3" fmla="*/ 327660 w 400527"/>
              <a:gd name="connsiteY3" fmla="*/ 75724 h 130313"/>
              <a:gd name="connsiteX4" fmla="*/ 400527 w 400527"/>
              <a:gd name="connsiteY4" fmla="*/ 0 h 130313"/>
              <a:gd name="connsiteX0" fmla="*/ 0 w 332457"/>
              <a:gd name="connsiteY0" fmla="*/ 84052 h 107893"/>
              <a:gd name="connsiteX1" fmla="*/ 106680 w 332457"/>
              <a:gd name="connsiteY1" fmla="*/ 232 h 107893"/>
              <a:gd name="connsiteX2" fmla="*/ 213360 w 332457"/>
              <a:gd name="connsiteY2" fmla="*/ 106912 h 107893"/>
              <a:gd name="connsiteX3" fmla="*/ 327660 w 332457"/>
              <a:gd name="connsiteY3" fmla="*/ 53572 h 107893"/>
              <a:gd name="connsiteX4" fmla="*/ 329089 w 332457"/>
              <a:gd name="connsiteY4" fmla="*/ 58811 h 107893"/>
              <a:gd name="connsiteX0" fmla="*/ 0 w 379541"/>
              <a:gd name="connsiteY0" fmla="*/ 84052 h 107954"/>
              <a:gd name="connsiteX1" fmla="*/ 106680 w 379541"/>
              <a:gd name="connsiteY1" fmla="*/ 232 h 107954"/>
              <a:gd name="connsiteX2" fmla="*/ 213360 w 379541"/>
              <a:gd name="connsiteY2" fmla="*/ 106912 h 107954"/>
              <a:gd name="connsiteX3" fmla="*/ 327660 w 379541"/>
              <a:gd name="connsiteY3" fmla="*/ 53572 h 107954"/>
              <a:gd name="connsiteX4" fmla="*/ 379541 w 379541"/>
              <a:gd name="connsiteY4" fmla="*/ 36928 h 107954"/>
              <a:gd name="connsiteX0" fmla="*/ 0 w 327660"/>
              <a:gd name="connsiteY0" fmla="*/ 84052 h 107954"/>
              <a:gd name="connsiteX1" fmla="*/ 106680 w 327660"/>
              <a:gd name="connsiteY1" fmla="*/ 232 h 107954"/>
              <a:gd name="connsiteX2" fmla="*/ 213360 w 327660"/>
              <a:gd name="connsiteY2" fmla="*/ 106912 h 107954"/>
              <a:gd name="connsiteX3" fmla="*/ 327660 w 327660"/>
              <a:gd name="connsiteY3" fmla="*/ 53572 h 10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7660" h="107954">
                <a:moveTo>
                  <a:pt x="0" y="84052"/>
                </a:moveTo>
                <a:cubicBezTo>
                  <a:pt x="35560" y="40237"/>
                  <a:pt x="71120" y="-3578"/>
                  <a:pt x="106680" y="232"/>
                </a:cubicBezTo>
                <a:cubicBezTo>
                  <a:pt x="142240" y="4042"/>
                  <a:pt x="176530" y="98022"/>
                  <a:pt x="213360" y="106912"/>
                </a:cubicBezTo>
                <a:cubicBezTo>
                  <a:pt x="250190" y="115802"/>
                  <a:pt x="299963" y="65236"/>
                  <a:pt x="327660" y="53572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3">
            <a:extLst>
              <a:ext uri="{FF2B5EF4-FFF2-40B4-BE49-F238E27FC236}">
                <a16:creationId xmlns:a16="http://schemas.microsoft.com/office/drawing/2014/main" id="{7621F461-7789-4523-B2B6-79F44F4B41C4}"/>
              </a:ext>
            </a:extLst>
          </p:cNvPr>
          <p:cNvSpPr/>
          <p:nvPr/>
        </p:nvSpPr>
        <p:spPr>
          <a:xfrm>
            <a:off x="2078745" y="2406199"/>
            <a:ext cx="1200565" cy="2272822"/>
          </a:xfrm>
          <a:custGeom>
            <a:avLst/>
            <a:gdLst>
              <a:gd name="connsiteX0" fmla="*/ 782552 w 1565103"/>
              <a:gd name="connsiteY0" fmla="*/ 0 h 3117670"/>
              <a:gd name="connsiteX1" fmla="*/ 1561063 w 1565103"/>
              <a:gd name="connsiteY1" fmla="*/ 469091 h 3117670"/>
              <a:gd name="connsiteX2" fmla="*/ 1565103 w 1565103"/>
              <a:gd name="connsiteY2" fmla="*/ 522514 h 3117670"/>
              <a:gd name="connsiteX3" fmla="*/ 1565103 w 1565103"/>
              <a:gd name="connsiteY3" fmla="*/ 522514 h 3117670"/>
              <a:gd name="connsiteX4" fmla="*/ 1565103 w 1565103"/>
              <a:gd name="connsiteY4" fmla="*/ 522515 h 3117670"/>
              <a:gd name="connsiteX5" fmla="*/ 1565103 w 1565103"/>
              <a:gd name="connsiteY5" fmla="*/ 2595155 h 3117670"/>
              <a:gd name="connsiteX6" fmla="*/ 782552 w 1565103"/>
              <a:gd name="connsiteY6" fmla="*/ 3117670 h 3117670"/>
              <a:gd name="connsiteX7" fmla="*/ 1 w 1565103"/>
              <a:gd name="connsiteY7" fmla="*/ 2595155 h 3117670"/>
              <a:gd name="connsiteX8" fmla="*/ 0 w 1565103"/>
              <a:gd name="connsiteY8" fmla="*/ 2595155 h 3117670"/>
              <a:gd name="connsiteX9" fmla="*/ 0 w 1565103"/>
              <a:gd name="connsiteY9" fmla="*/ 522514 h 3117670"/>
              <a:gd name="connsiteX10" fmla="*/ 1 w 1565103"/>
              <a:gd name="connsiteY10" fmla="*/ 522514 h 3117670"/>
              <a:gd name="connsiteX11" fmla="*/ 4042 w 1565103"/>
              <a:gd name="connsiteY11" fmla="*/ 469091 h 3117670"/>
              <a:gd name="connsiteX12" fmla="*/ 782552 w 1565103"/>
              <a:gd name="connsiteY12" fmla="*/ 0 h 311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5103" h="3117670">
                <a:moveTo>
                  <a:pt x="782552" y="0"/>
                </a:moveTo>
                <a:cubicBezTo>
                  <a:pt x="1187731" y="0"/>
                  <a:pt x="1520989" y="205610"/>
                  <a:pt x="1561063" y="469091"/>
                </a:cubicBezTo>
                <a:lnTo>
                  <a:pt x="1565103" y="522514"/>
                </a:lnTo>
                <a:lnTo>
                  <a:pt x="1565103" y="522514"/>
                </a:lnTo>
                <a:lnTo>
                  <a:pt x="1565103" y="522515"/>
                </a:lnTo>
                <a:lnTo>
                  <a:pt x="1565103" y="2595155"/>
                </a:lnTo>
                <a:cubicBezTo>
                  <a:pt x="1565103" y="2883732"/>
                  <a:pt x="1214743" y="3117670"/>
                  <a:pt x="782552" y="3117670"/>
                </a:cubicBezTo>
                <a:cubicBezTo>
                  <a:pt x="350361" y="3117670"/>
                  <a:pt x="1" y="2883732"/>
                  <a:pt x="1" y="2595155"/>
                </a:cubicBezTo>
                <a:lnTo>
                  <a:pt x="0" y="2595155"/>
                </a:lnTo>
                <a:lnTo>
                  <a:pt x="0" y="522514"/>
                </a:lnTo>
                <a:lnTo>
                  <a:pt x="1" y="522514"/>
                </a:lnTo>
                <a:lnTo>
                  <a:pt x="4042" y="469091"/>
                </a:lnTo>
                <a:cubicBezTo>
                  <a:pt x="44116" y="205610"/>
                  <a:pt x="377373" y="0"/>
                  <a:pt x="782552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46">
            <a:extLst>
              <a:ext uri="{FF2B5EF4-FFF2-40B4-BE49-F238E27FC236}">
                <a16:creationId xmlns:a16="http://schemas.microsoft.com/office/drawing/2014/main" id="{B9C7E12B-9300-4CAD-AB3F-C2B9BF50C143}"/>
              </a:ext>
            </a:extLst>
          </p:cNvPr>
          <p:cNvSpPr/>
          <p:nvPr/>
        </p:nvSpPr>
        <p:spPr>
          <a:xfrm>
            <a:off x="1991182" y="3217258"/>
            <a:ext cx="1362485" cy="344104"/>
          </a:xfrm>
          <a:custGeom>
            <a:avLst/>
            <a:gdLst>
              <a:gd name="connsiteX0" fmla="*/ 0 w 1200493"/>
              <a:gd name="connsiteY0" fmla="*/ 676102 h 929776"/>
              <a:gd name="connsiteX1" fmla="*/ 604838 w 1200493"/>
              <a:gd name="connsiteY1" fmla="*/ 923752 h 929776"/>
              <a:gd name="connsiteX2" fmla="*/ 1095375 w 1200493"/>
              <a:gd name="connsiteY2" fmla="*/ 452265 h 929776"/>
              <a:gd name="connsiteX3" fmla="*/ 1152525 w 1200493"/>
              <a:gd name="connsiteY3" fmla="*/ 28402 h 929776"/>
              <a:gd name="connsiteX4" fmla="*/ 523875 w 1200493"/>
              <a:gd name="connsiteY4" fmla="*/ 37927 h 929776"/>
              <a:gd name="connsiteX5" fmla="*/ 523875 w 1200493"/>
              <a:gd name="connsiteY5" fmla="*/ 37927 h 929776"/>
              <a:gd name="connsiteX6" fmla="*/ 733425 w 1200493"/>
              <a:gd name="connsiteY6" fmla="*/ 99840 h 929776"/>
              <a:gd name="connsiteX7" fmla="*/ 690563 w 1200493"/>
              <a:gd name="connsiteY7" fmla="*/ 204615 h 929776"/>
              <a:gd name="connsiteX0" fmla="*/ 128102 w 1365164"/>
              <a:gd name="connsiteY0" fmla="*/ 676102 h 721219"/>
              <a:gd name="connsiteX1" fmla="*/ 42377 w 1365164"/>
              <a:gd name="connsiteY1" fmla="*/ 544106 h 721219"/>
              <a:gd name="connsiteX2" fmla="*/ 1223477 w 1365164"/>
              <a:gd name="connsiteY2" fmla="*/ 452265 h 721219"/>
              <a:gd name="connsiteX3" fmla="*/ 1280627 w 1365164"/>
              <a:gd name="connsiteY3" fmla="*/ 28402 h 721219"/>
              <a:gd name="connsiteX4" fmla="*/ 651977 w 1365164"/>
              <a:gd name="connsiteY4" fmla="*/ 37927 h 721219"/>
              <a:gd name="connsiteX5" fmla="*/ 651977 w 1365164"/>
              <a:gd name="connsiteY5" fmla="*/ 37927 h 721219"/>
              <a:gd name="connsiteX6" fmla="*/ 861527 w 1365164"/>
              <a:gd name="connsiteY6" fmla="*/ 99840 h 721219"/>
              <a:gd name="connsiteX7" fmla="*/ 818665 w 1365164"/>
              <a:gd name="connsiteY7" fmla="*/ 204615 h 721219"/>
              <a:gd name="connsiteX0" fmla="*/ 101744 w 1337037"/>
              <a:gd name="connsiteY0" fmla="*/ 676102 h 714264"/>
              <a:gd name="connsiteX1" fmla="*/ 44594 w 1337037"/>
              <a:gd name="connsiteY1" fmla="*/ 481633 h 714264"/>
              <a:gd name="connsiteX2" fmla="*/ 1197119 w 1337037"/>
              <a:gd name="connsiteY2" fmla="*/ 452265 h 714264"/>
              <a:gd name="connsiteX3" fmla="*/ 1254269 w 1337037"/>
              <a:gd name="connsiteY3" fmla="*/ 28402 h 714264"/>
              <a:gd name="connsiteX4" fmla="*/ 625619 w 1337037"/>
              <a:gd name="connsiteY4" fmla="*/ 37927 h 714264"/>
              <a:gd name="connsiteX5" fmla="*/ 625619 w 1337037"/>
              <a:gd name="connsiteY5" fmla="*/ 37927 h 714264"/>
              <a:gd name="connsiteX6" fmla="*/ 835169 w 1337037"/>
              <a:gd name="connsiteY6" fmla="*/ 99840 h 714264"/>
              <a:gd name="connsiteX7" fmla="*/ 792307 w 1337037"/>
              <a:gd name="connsiteY7" fmla="*/ 204615 h 714264"/>
              <a:gd name="connsiteX0" fmla="*/ 130843 w 1366136"/>
              <a:gd name="connsiteY0" fmla="*/ 676102 h 679179"/>
              <a:gd name="connsiteX1" fmla="*/ 118042 w 1366136"/>
              <a:gd name="connsiteY1" fmla="*/ 654811 h 679179"/>
              <a:gd name="connsiteX2" fmla="*/ 73693 w 1366136"/>
              <a:gd name="connsiteY2" fmla="*/ 481633 h 679179"/>
              <a:gd name="connsiteX3" fmla="*/ 1226218 w 1366136"/>
              <a:gd name="connsiteY3" fmla="*/ 452265 h 679179"/>
              <a:gd name="connsiteX4" fmla="*/ 1283368 w 1366136"/>
              <a:gd name="connsiteY4" fmla="*/ 28402 h 679179"/>
              <a:gd name="connsiteX5" fmla="*/ 654718 w 1366136"/>
              <a:gd name="connsiteY5" fmla="*/ 37927 h 679179"/>
              <a:gd name="connsiteX6" fmla="*/ 654718 w 1366136"/>
              <a:gd name="connsiteY6" fmla="*/ 37927 h 679179"/>
              <a:gd name="connsiteX7" fmla="*/ 864268 w 1366136"/>
              <a:gd name="connsiteY7" fmla="*/ 99840 h 679179"/>
              <a:gd name="connsiteX8" fmla="*/ 821406 w 1366136"/>
              <a:gd name="connsiteY8" fmla="*/ 204615 h 679179"/>
              <a:gd name="connsiteX0" fmla="*/ 130843 w 1366136"/>
              <a:gd name="connsiteY0" fmla="*/ 676102 h 732367"/>
              <a:gd name="connsiteX1" fmla="*/ 118042 w 1366136"/>
              <a:gd name="connsiteY1" fmla="*/ 724494 h 732367"/>
              <a:gd name="connsiteX2" fmla="*/ 73693 w 1366136"/>
              <a:gd name="connsiteY2" fmla="*/ 481633 h 732367"/>
              <a:gd name="connsiteX3" fmla="*/ 1226218 w 1366136"/>
              <a:gd name="connsiteY3" fmla="*/ 452265 h 732367"/>
              <a:gd name="connsiteX4" fmla="*/ 1283368 w 1366136"/>
              <a:gd name="connsiteY4" fmla="*/ 28402 h 732367"/>
              <a:gd name="connsiteX5" fmla="*/ 654718 w 1366136"/>
              <a:gd name="connsiteY5" fmla="*/ 37927 h 732367"/>
              <a:gd name="connsiteX6" fmla="*/ 654718 w 1366136"/>
              <a:gd name="connsiteY6" fmla="*/ 37927 h 732367"/>
              <a:gd name="connsiteX7" fmla="*/ 864268 w 1366136"/>
              <a:gd name="connsiteY7" fmla="*/ 99840 h 732367"/>
              <a:gd name="connsiteX8" fmla="*/ 821406 w 1366136"/>
              <a:gd name="connsiteY8" fmla="*/ 204615 h 732367"/>
              <a:gd name="connsiteX0" fmla="*/ 318962 w 1366136"/>
              <a:gd name="connsiteY0" fmla="*/ 750590 h 752340"/>
              <a:gd name="connsiteX1" fmla="*/ 118042 w 1366136"/>
              <a:gd name="connsiteY1" fmla="*/ 724494 h 752340"/>
              <a:gd name="connsiteX2" fmla="*/ 73693 w 1366136"/>
              <a:gd name="connsiteY2" fmla="*/ 481633 h 752340"/>
              <a:gd name="connsiteX3" fmla="*/ 1226218 w 1366136"/>
              <a:gd name="connsiteY3" fmla="*/ 452265 h 752340"/>
              <a:gd name="connsiteX4" fmla="*/ 1283368 w 1366136"/>
              <a:gd name="connsiteY4" fmla="*/ 28402 h 752340"/>
              <a:gd name="connsiteX5" fmla="*/ 654718 w 1366136"/>
              <a:gd name="connsiteY5" fmla="*/ 37927 h 752340"/>
              <a:gd name="connsiteX6" fmla="*/ 654718 w 1366136"/>
              <a:gd name="connsiteY6" fmla="*/ 37927 h 752340"/>
              <a:gd name="connsiteX7" fmla="*/ 864268 w 1366136"/>
              <a:gd name="connsiteY7" fmla="*/ 99840 h 752340"/>
              <a:gd name="connsiteX8" fmla="*/ 821406 w 1366136"/>
              <a:gd name="connsiteY8" fmla="*/ 204615 h 752340"/>
              <a:gd name="connsiteX0" fmla="*/ 354753 w 1401927"/>
              <a:gd name="connsiteY0" fmla="*/ 750590 h 750639"/>
              <a:gd name="connsiteX1" fmla="*/ 53821 w 1401927"/>
              <a:gd name="connsiteY1" fmla="*/ 599547 h 750639"/>
              <a:gd name="connsiteX2" fmla="*/ 109484 w 1401927"/>
              <a:gd name="connsiteY2" fmla="*/ 481633 h 750639"/>
              <a:gd name="connsiteX3" fmla="*/ 1262009 w 1401927"/>
              <a:gd name="connsiteY3" fmla="*/ 452265 h 750639"/>
              <a:gd name="connsiteX4" fmla="*/ 1319159 w 1401927"/>
              <a:gd name="connsiteY4" fmla="*/ 28402 h 750639"/>
              <a:gd name="connsiteX5" fmla="*/ 690509 w 1401927"/>
              <a:gd name="connsiteY5" fmla="*/ 37927 h 750639"/>
              <a:gd name="connsiteX6" fmla="*/ 690509 w 1401927"/>
              <a:gd name="connsiteY6" fmla="*/ 37927 h 750639"/>
              <a:gd name="connsiteX7" fmla="*/ 900059 w 1401927"/>
              <a:gd name="connsiteY7" fmla="*/ 99840 h 750639"/>
              <a:gd name="connsiteX8" fmla="*/ 857197 w 1401927"/>
              <a:gd name="connsiteY8" fmla="*/ 204615 h 750639"/>
              <a:gd name="connsiteX0" fmla="*/ 164253 w 1401927"/>
              <a:gd name="connsiteY0" fmla="*/ 683310 h 683418"/>
              <a:gd name="connsiteX1" fmla="*/ 53821 w 1401927"/>
              <a:gd name="connsiteY1" fmla="*/ 599547 h 683418"/>
              <a:gd name="connsiteX2" fmla="*/ 109484 w 1401927"/>
              <a:gd name="connsiteY2" fmla="*/ 481633 h 683418"/>
              <a:gd name="connsiteX3" fmla="*/ 1262009 w 1401927"/>
              <a:gd name="connsiteY3" fmla="*/ 452265 h 683418"/>
              <a:gd name="connsiteX4" fmla="*/ 1319159 w 1401927"/>
              <a:gd name="connsiteY4" fmla="*/ 28402 h 683418"/>
              <a:gd name="connsiteX5" fmla="*/ 690509 w 1401927"/>
              <a:gd name="connsiteY5" fmla="*/ 37927 h 683418"/>
              <a:gd name="connsiteX6" fmla="*/ 690509 w 1401927"/>
              <a:gd name="connsiteY6" fmla="*/ 37927 h 683418"/>
              <a:gd name="connsiteX7" fmla="*/ 900059 w 1401927"/>
              <a:gd name="connsiteY7" fmla="*/ 99840 h 683418"/>
              <a:gd name="connsiteX8" fmla="*/ 857197 w 1401927"/>
              <a:gd name="connsiteY8" fmla="*/ 204615 h 683418"/>
              <a:gd name="connsiteX0" fmla="*/ 147978 w 1315128"/>
              <a:gd name="connsiteY0" fmla="*/ 679774 h 679882"/>
              <a:gd name="connsiteX1" fmla="*/ 37546 w 1315128"/>
              <a:gd name="connsiteY1" fmla="*/ 596011 h 679882"/>
              <a:gd name="connsiteX2" fmla="*/ 93209 w 1315128"/>
              <a:gd name="connsiteY2" fmla="*/ 478097 h 679882"/>
              <a:gd name="connsiteX3" fmla="*/ 1012372 w 1315128"/>
              <a:gd name="connsiteY3" fmla="*/ 400672 h 679882"/>
              <a:gd name="connsiteX4" fmla="*/ 1302884 w 1315128"/>
              <a:gd name="connsiteY4" fmla="*/ 24866 h 679882"/>
              <a:gd name="connsiteX5" fmla="*/ 674234 w 1315128"/>
              <a:gd name="connsiteY5" fmla="*/ 34391 h 679882"/>
              <a:gd name="connsiteX6" fmla="*/ 674234 w 1315128"/>
              <a:gd name="connsiteY6" fmla="*/ 34391 h 679882"/>
              <a:gd name="connsiteX7" fmla="*/ 883784 w 1315128"/>
              <a:gd name="connsiteY7" fmla="*/ 96304 h 679882"/>
              <a:gd name="connsiteX8" fmla="*/ 840922 w 1315128"/>
              <a:gd name="connsiteY8" fmla="*/ 201079 h 679882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883784 w 1740609"/>
              <a:gd name="connsiteY7" fmla="*/ 61913 h 645491"/>
              <a:gd name="connsiteX8" fmla="*/ 840922 w 1740609"/>
              <a:gd name="connsiteY8" fmla="*/ 166688 h 645491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624228 w 1740609"/>
              <a:gd name="connsiteY7" fmla="*/ 93149 h 645491"/>
              <a:gd name="connsiteX8" fmla="*/ 840922 w 1740609"/>
              <a:gd name="connsiteY8" fmla="*/ 166688 h 645491"/>
              <a:gd name="connsiteX0" fmla="*/ 147978 w 1836284"/>
              <a:gd name="connsiteY0" fmla="*/ 646785 h 646893"/>
              <a:gd name="connsiteX1" fmla="*/ 37546 w 1836284"/>
              <a:gd name="connsiteY1" fmla="*/ 563022 h 646893"/>
              <a:gd name="connsiteX2" fmla="*/ 93209 w 1836284"/>
              <a:gd name="connsiteY2" fmla="*/ 445108 h 646893"/>
              <a:gd name="connsiteX3" fmla="*/ 1012372 w 1836284"/>
              <a:gd name="connsiteY3" fmla="*/ 367683 h 646893"/>
              <a:gd name="connsiteX4" fmla="*/ 1736271 w 1836284"/>
              <a:gd name="connsiteY4" fmla="*/ 323466 h 646893"/>
              <a:gd name="connsiteX5" fmla="*/ 674234 w 1836284"/>
              <a:gd name="connsiteY5" fmla="*/ 1402 h 646893"/>
              <a:gd name="connsiteX6" fmla="*/ 1836284 w 1836284"/>
              <a:gd name="connsiteY6" fmla="*/ 215253 h 646893"/>
              <a:gd name="connsiteX7" fmla="*/ 624228 w 1836284"/>
              <a:gd name="connsiteY7" fmla="*/ 94551 h 646893"/>
              <a:gd name="connsiteX8" fmla="*/ 840922 w 1836284"/>
              <a:gd name="connsiteY8" fmla="*/ 168090 h 646893"/>
              <a:gd name="connsiteX0" fmla="*/ 147978 w 1917524"/>
              <a:gd name="connsiteY0" fmla="*/ 553175 h 553283"/>
              <a:gd name="connsiteX1" fmla="*/ 37546 w 1917524"/>
              <a:gd name="connsiteY1" fmla="*/ 469412 h 553283"/>
              <a:gd name="connsiteX2" fmla="*/ 93209 w 1917524"/>
              <a:gd name="connsiteY2" fmla="*/ 351498 h 553283"/>
              <a:gd name="connsiteX3" fmla="*/ 1012372 w 1917524"/>
              <a:gd name="connsiteY3" fmla="*/ 274073 h 553283"/>
              <a:gd name="connsiteX4" fmla="*/ 1736271 w 1917524"/>
              <a:gd name="connsiteY4" fmla="*/ 229856 h 553283"/>
              <a:gd name="connsiteX5" fmla="*/ 1798184 w 1917524"/>
              <a:gd name="connsiteY5" fmla="*/ 200937 h 553283"/>
              <a:gd name="connsiteX6" fmla="*/ 1836284 w 1917524"/>
              <a:gd name="connsiteY6" fmla="*/ 121643 h 553283"/>
              <a:gd name="connsiteX7" fmla="*/ 624228 w 1917524"/>
              <a:gd name="connsiteY7" fmla="*/ 941 h 553283"/>
              <a:gd name="connsiteX8" fmla="*/ 840922 w 1917524"/>
              <a:gd name="connsiteY8" fmla="*/ 74480 h 553283"/>
              <a:gd name="connsiteX0" fmla="*/ 147978 w 1883277"/>
              <a:gd name="connsiteY0" fmla="*/ 511408 h 511516"/>
              <a:gd name="connsiteX1" fmla="*/ 37546 w 1883277"/>
              <a:gd name="connsiteY1" fmla="*/ 427645 h 511516"/>
              <a:gd name="connsiteX2" fmla="*/ 93209 w 1883277"/>
              <a:gd name="connsiteY2" fmla="*/ 309731 h 511516"/>
              <a:gd name="connsiteX3" fmla="*/ 1012372 w 1883277"/>
              <a:gd name="connsiteY3" fmla="*/ 232306 h 511516"/>
              <a:gd name="connsiteX4" fmla="*/ 1736271 w 1883277"/>
              <a:gd name="connsiteY4" fmla="*/ 188089 h 511516"/>
              <a:gd name="connsiteX5" fmla="*/ 1798184 w 1883277"/>
              <a:gd name="connsiteY5" fmla="*/ 159170 h 511516"/>
              <a:gd name="connsiteX6" fmla="*/ 1836284 w 1883277"/>
              <a:gd name="connsiteY6" fmla="*/ 79876 h 511516"/>
              <a:gd name="connsiteX7" fmla="*/ 1798184 w 1883277"/>
              <a:gd name="connsiteY7" fmla="*/ 4828 h 511516"/>
              <a:gd name="connsiteX8" fmla="*/ 840922 w 1883277"/>
              <a:gd name="connsiteY8" fmla="*/ 32713 h 511516"/>
              <a:gd name="connsiteX0" fmla="*/ 147978 w 1836284"/>
              <a:gd name="connsiteY0" fmla="*/ 524153 h 524261"/>
              <a:gd name="connsiteX1" fmla="*/ 37546 w 1836284"/>
              <a:gd name="connsiteY1" fmla="*/ 440390 h 524261"/>
              <a:gd name="connsiteX2" fmla="*/ 93209 w 1836284"/>
              <a:gd name="connsiteY2" fmla="*/ 322476 h 524261"/>
              <a:gd name="connsiteX3" fmla="*/ 1012372 w 1836284"/>
              <a:gd name="connsiteY3" fmla="*/ 245051 h 524261"/>
              <a:gd name="connsiteX4" fmla="*/ 1736271 w 1836284"/>
              <a:gd name="connsiteY4" fmla="*/ 200834 h 524261"/>
              <a:gd name="connsiteX5" fmla="*/ 1798184 w 1836284"/>
              <a:gd name="connsiteY5" fmla="*/ 171915 h 524261"/>
              <a:gd name="connsiteX6" fmla="*/ 1836284 w 1836284"/>
              <a:gd name="connsiteY6" fmla="*/ 92621 h 524261"/>
              <a:gd name="connsiteX7" fmla="*/ 1798184 w 1836284"/>
              <a:gd name="connsiteY7" fmla="*/ 17573 h 524261"/>
              <a:gd name="connsiteX8" fmla="*/ 1721984 w 1836284"/>
              <a:gd name="connsiteY8" fmla="*/ 21430 h 524261"/>
              <a:gd name="connsiteX0" fmla="*/ 147978 w 1838422"/>
              <a:gd name="connsiteY0" fmla="*/ 524153 h 524261"/>
              <a:gd name="connsiteX1" fmla="*/ 37546 w 1838422"/>
              <a:gd name="connsiteY1" fmla="*/ 440390 h 524261"/>
              <a:gd name="connsiteX2" fmla="*/ 93209 w 1838422"/>
              <a:gd name="connsiteY2" fmla="*/ 322476 h 524261"/>
              <a:gd name="connsiteX3" fmla="*/ 1012372 w 1838422"/>
              <a:gd name="connsiteY3" fmla="*/ 245051 h 524261"/>
              <a:gd name="connsiteX4" fmla="*/ 1736271 w 1838422"/>
              <a:gd name="connsiteY4" fmla="*/ 200834 h 524261"/>
              <a:gd name="connsiteX5" fmla="*/ 1836284 w 1838422"/>
              <a:gd name="connsiteY5" fmla="*/ 92621 h 524261"/>
              <a:gd name="connsiteX6" fmla="*/ 1798184 w 1838422"/>
              <a:gd name="connsiteY6" fmla="*/ 17573 h 524261"/>
              <a:gd name="connsiteX7" fmla="*/ 1721984 w 1838422"/>
              <a:gd name="connsiteY7" fmla="*/ 21430 h 524261"/>
              <a:gd name="connsiteX0" fmla="*/ 134379 w 1824823"/>
              <a:gd name="connsiteY0" fmla="*/ 524153 h 524261"/>
              <a:gd name="connsiteX1" fmla="*/ 23947 w 1824823"/>
              <a:gd name="connsiteY1" fmla="*/ 440390 h 524261"/>
              <a:gd name="connsiteX2" fmla="*/ 79610 w 1824823"/>
              <a:gd name="connsiteY2" fmla="*/ 322476 h 524261"/>
              <a:gd name="connsiteX3" fmla="*/ 998773 w 1824823"/>
              <a:gd name="connsiteY3" fmla="*/ 245051 h 524261"/>
              <a:gd name="connsiteX4" fmla="*/ 1722672 w 1824823"/>
              <a:gd name="connsiteY4" fmla="*/ 200834 h 524261"/>
              <a:gd name="connsiteX5" fmla="*/ 1822685 w 1824823"/>
              <a:gd name="connsiteY5" fmla="*/ 92621 h 524261"/>
              <a:gd name="connsiteX6" fmla="*/ 1784585 w 1824823"/>
              <a:gd name="connsiteY6" fmla="*/ 17573 h 524261"/>
              <a:gd name="connsiteX7" fmla="*/ 1708385 w 1824823"/>
              <a:gd name="connsiteY7" fmla="*/ 21430 h 524261"/>
              <a:gd name="connsiteX0" fmla="*/ 134379 w 1824823"/>
              <a:gd name="connsiteY0" fmla="*/ 524153 h 524505"/>
              <a:gd name="connsiteX1" fmla="*/ 23947 w 1824823"/>
              <a:gd name="connsiteY1" fmla="*/ 440390 h 524505"/>
              <a:gd name="connsiteX2" fmla="*/ 79610 w 1824823"/>
              <a:gd name="connsiteY2" fmla="*/ 322476 h 524505"/>
              <a:gd name="connsiteX3" fmla="*/ 998773 w 1824823"/>
              <a:gd name="connsiteY3" fmla="*/ 245051 h 524505"/>
              <a:gd name="connsiteX4" fmla="*/ 1722672 w 1824823"/>
              <a:gd name="connsiteY4" fmla="*/ 200834 h 524505"/>
              <a:gd name="connsiteX5" fmla="*/ 1822685 w 1824823"/>
              <a:gd name="connsiteY5" fmla="*/ 92621 h 524505"/>
              <a:gd name="connsiteX6" fmla="*/ 1784585 w 1824823"/>
              <a:gd name="connsiteY6" fmla="*/ 17573 h 524505"/>
              <a:gd name="connsiteX7" fmla="*/ 1708385 w 1824823"/>
              <a:gd name="connsiteY7" fmla="*/ 21430 h 524505"/>
              <a:gd name="connsiteX0" fmla="*/ 108972 w 1799416"/>
              <a:gd name="connsiteY0" fmla="*/ 524153 h 524153"/>
              <a:gd name="connsiteX1" fmla="*/ 54203 w 1799416"/>
              <a:gd name="connsiteY1" fmla="*/ 322476 h 524153"/>
              <a:gd name="connsiteX2" fmla="*/ 973366 w 1799416"/>
              <a:gd name="connsiteY2" fmla="*/ 245051 h 524153"/>
              <a:gd name="connsiteX3" fmla="*/ 1697265 w 1799416"/>
              <a:gd name="connsiteY3" fmla="*/ 200834 h 524153"/>
              <a:gd name="connsiteX4" fmla="*/ 1797278 w 1799416"/>
              <a:gd name="connsiteY4" fmla="*/ 92621 h 524153"/>
              <a:gd name="connsiteX5" fmla="*/ 1759178 w 1799416"/>
              <a:gd name="connsiteY5" fmla="*/ 17573 h 524153"/>
              <a:gd name="connsiteX6" fmla="*/ 1682978 w 1799416"/>
              <a:gd name="connsiteY6" fmla="*/ 21430 h 524153"/>
              <a:gd name="connsiteX0" fmla="*/ 128281 w 1818725"/>
              <a:gd name="connsiteY0" fmla="*/ 524153 h 524153"/>
              <a:gd name="connsiteX1" fmla="*/ 73512 w 1818725"/>
              <a:gd name="connsiteY1" fmla="*/ 322476 h 524153"/>
              <a:gd name="connsiteX2" fmla="*/ 992675 w 1818725"/>
              <a:gd name="connsiteY2" fmla="*/ 245051 h 524153"/>
              <a:gd name="connsiteX3" fmla="*/ 1716574 w 1818725"/>
              <a:gd name="connsiteY3" fmla="*/ 200834 h 524153"/>
              <a:gd name="connsiteX4" fmla="*/ 1816587 w 1818725"/>
              <a:gd name="connsiteY4" fmla="*/ 92621 h 524153"/>
              <a:gd name="connsiteX5" fmla="*/ 1778487 w 1818725"/>
              <a:gd name="connsiteY5" fmla="*/ 17573 h 524153"/>
              <a:gd name="connsiteX6" fmla="*/ 1702287 w 1818725"/>
              <a:gd name="connsiteY6" fmla="*/ 21430 h 524153"/>
              <a:gd name="connsiteX0" fmla="*/ 106337 w 1796781"/>
              <a:gd name="connsiteY0" fmla="*/ 524153 h 524153"/>
              <a:gd name="connsiteX1" fmla="*/ 84906 w 1796781"/>
              <a:gd name="connsiteY1" fmla="*/ 308059 h 524153"/>
              <a:gd name="connsiteX2" fmla="*/ 970731 w 1796781"/>
              <a:gd name="connsiteY2" fmla="*/ 245051 h 524153"/>
              <a:gd name="connsiteX3" fmla="*/ 1694630 w 1796781"/>
              <a:gd name="connsiteY3" fmla="*/ 200834 h 524153"/>
              <a:gd name="connsiteX4" fmla="*/ 1794643 w 1796781"/>
              <a:gd name="connsiteY4" fmla="*/ 92621 h 524153"/>
              <a:gd name="connsiteX5" fmla="*/ 1756543 w 1796781"/>
              <a:gd name="connsiteY5" fmla="*/ 17573 h 524153"/>
              <a:gd name="connsiteX6" fmla="*/ 1680343 w 1796781"/>
              <a:gd name="connsiteY6" fmla="*/ 21430 h 524153"/>
              <a:gd name="connsiteX0" fmla="*/ 106337 w 1800322"/>
              <a:gd name="connsiteY0" fmla="*/ 502723 h 502723"/>
              <a:gd name="connsiteX1" fmla="*/ 84906 w 1800322"/>
              <a:gd name="connsiteY1" fmla="*/ 286629 h 502723"/>
              <a:gd name="connsiteX2" fmla="*/ 970731 w 1800322"/>
              <a:gd name="connsiteY2" fmla="*/ 223621 h 502723"/>
              <a:gd name="connsiteX3" fmla="*/ 1694630 w 1800322"/>
              <a:gd name="connsiteY3" fmla="*/ 179404 h 502723"/>
              <a:gd name="connsiteX4" fmla="*/ 1794643 w 1800322"/>
              <a:gd name="connsiteY4" fmla="*/ 71191 h 502723"/>
              <a:gd name="connsiteX5" fmla="*/ 1680343 w 1800322"/>
              <a:gd name="connsiteY5" fmla="*/ 0 h 502723"/>
              <a:gd name="connsiteX0" fmla="*/ 106337 w 1800348"/>
              <a:gd name="connsiteY0" fmla="*/ 502723 h 502723"/>
              <a:gd name="connsiteX1" fmla="*/ 84906 w 1800348"/>
              <a:gd name="connsiteY1" fmla="*/ 286629 h 502723"/>
              <a:gd name="connsiteX2" fmla="*/ 970731 w 1800348"/>
              <a:gd name="connsiteY2" fmla="*/ 223621 h 502723"/>
              <a:gd name="connsiteX3" fmla="*/ 1694630 w 1800348"/>
              <a:gd name="connsiteY3" fmla="*/ 179404 h 502723"/>
              <a:gd name="connsiteX4" fmla="*/ 1794643 w 1800348"/>
              <a:gd name="connsiteY4" fmla="*/ 71191 h 502723"/>
              <a:gd name="connsiteX5" fmla="*/ 1680343 w 1800348"/>
              <a:gd name="connsiteY5" fmla="*/ 0 h 502723"/>
              <a:gd name="connsiteX0" fmla="*/ 106337 w 1797181"/>
              <a:gd name="connsiteY0" fmla="*/ 502723 h 502723"/>
              <a:gd name="connsiteX1" fmla="*/ 84906 w 1797181"/>
              <a:gd name="connsiteY1" fmla="*/ 286629 h 502723"/>
              <a:gd name="connsiteX2" fmla="*/ 970731 w 1797181"/>
              <a:gd name="connsiteY2" fmla="*/ 223621 h 502723"/>
              <a:gd name="connsiteX3" fmla="*/ 1694630 w 1797181"/>
              <a:gd name="connsiteY3" fmla="*/ 179404 h 502723"/>
              <a:gd name="connsiteX4" fmla="*/ 1794643 w 1797181"/>
              <a:gd name="connsiteY4" fmla="*/ 71191 h 502723"/>
              <a:gd name="connsiteX5" fmla="*/ 1680343 w 1797181"/>
              <a:gd name="connsiteY5" fmla="*/ 0 h 502723"/>
              <a:gd name="connsiteX0" fmla="*/ 106337 w 1794763"/>
              <a:gd name="connsiteY0" fmla="*/ 502723 h 502723"/>
              <a:gd name="connsiteX1" fmla="*/ 84906 w 1794763"/>
              <a:gd name="connsiteY1" fmla="*/ 286629 h 502723"/>
              <a:gd name="connsiteX2" fmla="*/ 970731 w 1794763"/>
              <a:gd name="connsiteY2" fmla="*/ 223621 h 502723"/>
              <a:gd name="connsiteX3" fmla="*/ 1694630 w 1794763"/>
              <a:gd name="connsiteY3" fmla="*/ 179404 h 502723"/>
              <a:gd name="connsiteX4" fmla="*/ 1794643 w 1794763"/>
              <a:gd name="connsiteY4" fmla="*/ 71191 h 502723"/>
              <a:gd name="connsiteX5" fmla="*/ 1680343 w 1794763"/>
              <a:gd name="connsiteY5" fmla="*/ 0 h 502723"/>
              <a:gd name="connsiteX0" fmla="*/ 106337 w 1794656"/>
              <a:gd name="connsiteY0" fmla="*/ 502723 h 502723"/>
              <a:gd name="connsiteX1" fmla="*/ 84906 w 1794656"/>
              <a:gd name="connsiteY1" fmla="*/ 286629 h 502723"/>
              <a:gd name="connsiteX2" fmla="*/ 970731 w 1794656"/>
              <a:gd name="connsiteY2" fmla="*/ 223621 h 502723"/>
              <a:gd name="connsiteX3" fmla="*/ 1694630 w 1794656"/>
              <a:gd name="connsiteY3" fmla="*/ 179404 h 502723"/>
              <a:gd name="connsiteX4" fmla="*/ 1794643 w 1794656"/>
              <a:gd name="connsiteY4" fmla="*/ 71191 h 502723"/>
              <a:gd name="connsiteX5" fmla="*/ 1680343 w 1794656"/>
              <a:gd name="connsiteY5" fmla="*/ 0 h 502723"/>
              <a:gd name="connsiteX0" fmla="*/ 106337 w 1744322"/>
              <a:gd name="connsiteY0" fmla="*/ 502723 h 502723"/>
              <a:gd name="connsiteX1" fmla="*/ 84906 w 1744322"/>
              <a:gd name="connsiteY1" fmla="*/ 286629 h 502723"/>
              <a:gd name="connsiteX2" fmla="*/ 970731 w 1744322"/>
              <a:gd name="connsiteY2" fmla="*/ 223621 h 502723"/>
              <a:gd name="connsiteX3" fmla="*/ 1694630 w 1744322"/>
              <a:gd name="connsiteY3" fmla="*/ 179404 h 502723"/>
              <a:gd name="connsiteX4" fmla="*/ 1680343 w 1744322"/>
              <a:gd name="connsiteY4" fmla="*/ 0 h 502723"/>
              <a:gd name="connsiteX0" fmla="*/ 106337 w 1780398"/>
              <a:gd name="connsiteY0" fmla="*/ 502723 h 502723"/>
              <a:gd name="connsiteX1" fmla="*/ 84906 w 1780398"/>
              <a:gd name="connsiteY1" fmla="*/ 286629 h 502723"/>
              <a:gd name="connsiteX2" fmla="*/ 970731 w 1780398"/>
              <a:gd name="connsiteY2" fmla="*/ 223621 h 502723"/>
              <a:gd name="connsiteX3" fmla="*/ 1694630 w 1780398"/>
              <a:gd name="connsiteY3" fmla="*/ 179404 h 502723"/>
              <a:gd name="connsiteX4" fmla="*/ 1680343 w 1780398"/>
              <a:gd name="connsiteY4" fmla="*/ 0 h 502723"/>
              <a:gd name="connsiteX0" fmla="*/ 113015 w 1775169"/>
              <a:gd name="connsiteY0" fmla="*/ 509931 h 509931"/>
              <a:gd name="connsiteX1" fmla="*/ 79677 w 1775169"/>
              <a:gd name="connsiteY1" fmla="*/ 286629 h 509931"/>
              <a:gd name="connsiteX2" fmla="*/ 965502 w 1775169"/>
              <a:gd name="connsiteY2" fmla="*/ 223621 h 509931"/>
              <a:gd name="connsiteX3" fmla="*/ 1689401 w 1775169"/>
              <a:gd name="connsiteY3" fmla="*/ 179404 h 509931"/>
              <a:gd name="connsiteX4" fmla="*/ 1675114 w 1775169"/>
              <a:gd name="connsiteY4" fmla="*/ 0 h 509931"/>
              <a:gd name="connsiteX0" fmla="*/ 111652 w 1776188"/>
              <a:gd name="connsiteY0" fmla="*/ 476291 h 476291"/>
              <a:gd name="connsiteX1" fmla="*/ 80696 w 1776188"/>
              <a:gd name="connsiteY1" fmla="*/ 286629 h 476291"/>
              <a:gd name="connsiteX2" fmla="*/ 966521 w 1776188"/>
              <a:gd name="connsiteY2" fmla="*/ 223621 h 476291"/>
              <a:gd name="connsiteX3" fmla="*/ 1690420 w 1776188"/>
              <a:gd name="connsiteY3" fmla="*/ 179404 h 476291"/>
              <a:gd name="connsiteX4" fmla="*/ 1676133 w 1776188"/>
              <a:gd name="connsiteY4" fmla="*/ 0 h 476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6188" h="476291">
                <a:moveTo>
                  <a:pt x="111652" y="476291"/>
                </a:moveTo>
                <a:cubicBezTo>
                  <a:pt x="7373" y="470317"/>
                  <a:pt x="-61782" y="328741"/>
                  <a:pt x="80696" y="286629"/>
                </a:cubicBezTo>
                <a:cubicBezTo>
                  <a:pt x="223174" y="244517"/>
                  <a:pt x="698234" y="241492"/>
                  <a:pt x="966521" y="223621"/>
                </a:cubicBezTo>
                <a:cubicBezTo>
                  <a:pt x="1234808" y="205750"/>
                  <a:pt x="1572151" y="216674"/>
                  <a:pt x="1690420" y="179404"/>
                </a:cubicBezTo>
                <a:cubicBezTo>
                  <a:pt x="1808689" y="142134"/>
                  <a:pt x="1805315" y="39778"/>
                  <a:pt x="1676133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47">
            <a:extLst>
              <a:ext uri="{FF2B5EF4-FFF2-40B4-BE49-F238E27FC236}">
                <a16:creationId xmlns:a16="http://schemas.microsoft.com/office/drawing/2014/main" id="{7095A8A3-AE7C-42AC-885D-9BD3B201C3DD}"/>
              </a:ext>
            </a:extLst>
          </p:cNvPr>
          <p:cNvSpPr/>
          <p:nvPr/>
        </p:nvSpPr>
        <p:spPr>
          <a:xfrm>
            <a:off x="1997785" y="3561126"/>
            <a:ext cx="1362485" cy="344104"/>
          </a:xfrm>
          <a:custGeom>
            <a:avLst/>
            <a:gdLst>
              <a:gd name="connsiteX0" fmla="*/ 0 w 1200493"/>
              <a:gd name="connsiteY0" fmla="*/ 676102 h 929776"/>
              <a:gd name="connsiteX1" fmla="*/ 604838 w 1200493"/>
              <a:gd name="connsiteY1" fmla="*/ 923752 h 929776"/>
              <a:gd name="connsiteX2" fmla="*/ 1095375 w 1200493"/>
              <a:gd name="connsiteY2" fmla="*/ 452265 h 929776"/>
              <a:gd name="connsiteX3" fmla="*/ 1152525 w 1200493"/>
              <a:gd name="connsiteY3" fmla="*/ 28402 h 929776"/>
              <a:gd name="connsiteX4" fmla="*/ 523875 w 1200493"/>
              <a:gd name="connsiteY4" fmla="*/ 37927 h 929776"/>
              <a:gd name="connsiteX5" fmla="*/ 523875 w 1200493"/>
              <a:gd name="connsiteY5" fmla="*/ 37927 h 929776"/>
              <a:gd name="connsiteX6" fmla="*/ 733425 w 1200493"/>
              <a:gd name="connsiteY6" fmla="*/ 99840 h 929776"/>
              <a:gd name="connsiteX7" fmla="*/ 690563 w 1200493"/>
              <a:gd name="connsiteY7" fmla="*/ 204615 h 929776"/>
              <a:gd name="connsiteX0" fmla="*/ 128102 w 1365164"/>
              <a:gd name="connsiteY0" fmla="*/ 676102 h 721219"/>
              <a:gd name="connsiteX1" fmla="*/ 42377 w 1365164"/>
              <a:gd name="connsiteY1" fmla="*/ 544106 h 721219"/>
              <a:gd name="connsiteX2" fmla="*/ 1223477 w 1365164"/>
              <a:gd name="connsiteY2" fmla="*/ 452265 h 721219"/>
              <a:gd name="connsiteX3" fmla="*/ 1280627 w 1365164"/>
              <a:gd name="connsiteY3" fmla="*/ 28402 h 721219"/>
              <a:gd name="connsiteX4" fmla="*/ 651977 w 1365164"/>
              <a:gd name="connsiteY4" fmla="*/ 37927 h 721219"/>
              <a:gd name="connsiteX5" fmla="*/ 651977 w 1365164"/>
              <a:gd name="connsiteY5" fmla="*/ 37927 h 721219"/>
              <a:gd name="connsiteX6" fmla="*/ 861527 w 1365164"/>
              <a:gd name="connsiteY6" fmla="*/ 99840 h 721219"/>
              <a:gd name="connsiteX7" fmla="*/ 818665 w 1365164"/>
              <a:gd name="connsiteY7" fmla="*/ 204615 h 721219"/>
              <a:gd name="connsiteX0" fmla="*/ 101744 w 1337037"/>
              <a:gd name="connsiteY0" fmla="*/ 676102 h 714264"/>
              <a:gd name="connsiteX1" fmla="*/ 44594 w 1337037"/>
              <a:gd name="connsiteY1" fmla="*/ 481633 h 714264"/>
              <a:gd name="connsiteX2" fmla="*/ 1197119 w 1337037"/>
              <a:gd name="connsiteY2" fmla="*/ 452265 h 714264"/>
              <a:gd name="connsiteX3" fmla="*/ 1254269 w 1337037"/>
              <a:gd name="connsiteY3" fmla="*/ 28402 h 714264"/>
              <a:gd name="connsiteX4" fmla="*/ 625619 w 1337037"/>
              <a:gd name="connsiteY4" fmla="*/ 37927 h 714264"/>
              <a:gd name="connsiteX5" fmla="*/ 625619 w 1337037"/>
              <a:gd name="connsiteY5" fmla="*/ 37927 h 714264"/>
              <a:gd name="connsiteX6" fmla="*/ 835169 w 1337037"/>
              <a:gd name="connsiteY6" fmla="*/ 99840 h 714264"/>
              <a:gd name="connsiteX7" fmla="*/ 792307 w 1337037"/>
              <a:gd name="connsiteY7" fmla="*/ 204615 h 714264"/>
              <a:gd name="connsiteX0" fmla="*/ 130843 w 1366136"/>
              <a:gd name="connsiteY0" fmla="*/ 676102 h 679179"/>
              <a:gd name="connsiteX1" fmla="*/ 118042 w 1366136"/>
              <a:gd name="connsiteY1" fmla="*/ 654811 h 679179"/>
              <a:gd name="connsiteX2" fmla="*/ 73693 w 1366136"/>
              <a:gd name="connsiteY2" fmla="*/ 481633 h 679179"/>
              <a:gd name="connsiteX3" fmla="*/ 1226218 w 1366136"/>
              <a:gd name="connsiteY3" fmla="*/ 452265 h 679179"/>
              <a:gd name="connsiteX4" fmla="*/ 1283368 w 1366136"/>
              <a:gd name="connsiteY4" fmla="*/ 28402 h 679179"/>
              <a:gd name="connsiteX5" fmla="*/ 654718 w 1366136"/>
              <a:gd name="connsiteY5" fmla="*/ 37927 h 679179"/>
              <a:gd name="connsiteX6" fmla="*/ 654718 w 1366136"/>
              <a:gd name="connsiteY6" fmla="*/ 37927 h 679179"/>
              <a:gd name="connsiteX7" fmla="*/ 864268 w 1366136"/>
              <a:gd name="connsiteY7" fmla="*/ 99840 h 679179"/>
              <a:gd name="connsiteX8" fmla="*/ 821406 w 1366136"/>
              <a:gd name="connsiteY8" fmla="*/ 204615 h 679179"/>
              <a:gd name="connsiteX0" fmla="*/ 130843 w 1366136"/>
              <a:gd name="connsiteY0" fmla="*/ 676102 h 732367"/>
              <a:gd name="connsiteX1" fmla="*/ 118042 w 1366136"/>
              <a:gd name="connsiteY1" fmla="*/ 724494 h 732367"/>
              <a:gd name="connsiteX2" fmla="*/ 73693 w 1366136"/>
              <a:gd name="connsiteY2" fmla="*/ 481633 h 732367"/>
              <a:gd name="connsiteX3" fmla="*/ 1226218 w 1366136"/>
              <a:gd name="connsiteY3" fmla="*/ 452265 h 732367"/>
              <a:gd name="connsiteX4" fmla="*/ 1283368 w 1366136"/>
              <a:gd name="connsiteY4" fmla="*/ 28402 h 732367"/>
              <a:gd name="connsiteX5" fmla="*/ 654718 w 1366136"/>
              <a:gd name="connsiteY5" fmla="*/ 37927 h 732367"/>
              <a:gd name="connsiteX6" fmla="*/ 654718 w 1366136"/>
              <a:gd name="connsiteY6" fmla="*/ 37927 h 732367"/>
              <a:gd name="connsiteX7" fmla="*/ 864268 w 1366136"/>
              <a:gd name="connsiteY7" fmla="*/ 99840 h 732367"/>
              <a:gd name="connsiteX8" fmla="*/ 821406 w 1366136"/>
              <a:gd name="connsiteY8" fmla="*/ 204615 h 732367"/>
              <a:gd name="connsiteX0" fmla="*/ 318962 w 1366136"/>
              <a:gd name="connsiteY0" fmla="*/ 750590 h 752340"/>
              <a:gd name="connsiteX1" fmla="*/ 118042 w 1366136"/>
              <a:gd name="connsiteY1" fmla="*/ 724494 h 752340"/>
              <a:gd name="connsiteX2" fmla="*/ 73693 w 1366136"/>
              <a:gd name="connsiteY2" fmla="*/ 481633 h 752340"/>
              <a:gd name="connsiteX3" fmla="*/ 1226218 w 1366136"/>
              <a:gd name="connsiteY3" fmla="*/ 452265 h 752340"/>
              <a:gd name="connsiteX4" fmla="*/ 1283368 w 1366136"/>
              <a:gd name="connsiteY4" fmla="*/ 28402 h 752340"/>
              <a:gd name="connsiteX5" fmla="*/ 654718 w 1366136"/>
              <a:gd name="connsiteY5" fmla="*/ 37927 h 752340"/>
              <a:gd name="connsiteX6" fmla="*/ 654718 w 1366136"/>
              <a:gd name="connsiteY6" fmla="*/ 37927 h 752340"/>
              <a:gd name="connsiteX7" fmla="*/ 864268 w 1366136"/>
              <a:gd name="connsiteY7" fmla="*/ 99840 h 752340"/>
              <a:gd name="connsiteX8" fmla="*/ 821406 w 1366136"/>
              <a:gd name="connsiteY8" fmla="*/ 204615 h 752340"/>
              <a:gd name="connsiteX0" fmla="*/ 354753 w 1401927"/>
              <a:gd name="connsiteY0" fmla="*/ 750590 h 750639"/>
              <a:gd name="connsiteX1" fmla="*/ 53821 w 1401927"/>
              <a:gd name="connsiteY1" fmla="*/ 599547 h 750639"/>
              <a:gd name="connsiteX2" fmla="*/ 109484 w 1401927"/>
              <a:gd name="connsiteY2" fmla="*/ 481633 h 750639"/>
              <a:gd name="connsiteX3" fmla="*/ 1262009 w 1401927"/>
              <a:gd name="connsiteY3" fmla="*/ 452265 h 750639"/>
              <a:gd name="connsiteX4" fmla="*/ 1319159 w 1401927"/>
              <a:gd name="connsiteY4" fmla="*/ 28402 h 750639"/>
              <a:gd name="connsiteX5" fmla="*/ 690509 w 1401927"/>
              <a:gd name="connsiteY5" fmla="*/ 37927 h 750639"/>
              <a:gd name="connsiteX6" fmla="*/ 690509 w 1401927"/>
              <a:gd name="connsiteY6" fmla="*/ 37927 h 750639"/>
              <a:gd name="connsiteX7" fmla="*/ 900059 w 1401927"/>
              <a:gd name="connsiteY7" fmla="*/ 99840 h 750639"/>
              <a:gd name="connsiteX8" fmla="*/ 857197 w 1401927"/>
              <a:gd name="connsiteY8" fmla="*/ 204615 h 750639"/>
              <a:gd name="connsiteX0" fmla="*/ 164253 w 1401927"/>
              <a:gd name="connsiteY0" fmla="*/ 683310 h 683418"/>
              <a:gd name="connsiteX1" fmla="*/ 53821 w 1401927"/>
              <a:gd name="connsiteY1" fmla="*/ 599547 h 683418"/>
              <a:gd name="connsiteX2" fmla="*/ 109484 w 1401927"/>
              <a:gd name="connsiteY2" fmla="*/ 481633 h 683418"/>
              <a:gd name="connsiteX3" fmla="*/ 1262009 w 1401927"/>
              <a:gd name="connsiteY3" fmla="*/ 452265 h 683418"/>
              <a:gd name="connsiteX4" fmla="*/ 1319159 w 1401927"/>
              <a:gd name="connsiteY4" fmla="*/ 28402 h 683418"/>
              <a:gd name="connsiteX5" fmla="*/ 690509 w 1401927"/>
              <a:gd name="connsiteY5" fmla="*/ 37927 h 683418"/>
              <a:gd name="connsiteX6" fmla="*/ 690509 w 1401927"/>
              <a:gd name="connsiteY6" fmla="*/ 37927 h 683418"/>
              <a:gd name="connsiteX7" fmla="*/ 900059 w 1401927"/>
              <a:gd name="connsiteY7" fmla="*/ 99840 h 683418"/>
              <a:gd name="connsiteX8" fmla="*/ 857197 w 1401927"/>
              <a:gd name="connsiteY8" fmla="*/ 204615 h 683418"/>
              <a:gd name="connsiteX0" fmla="*/ 147978 w 1315128"/>
              <a:gd name="connsiteY0" fmla="*/ 679774 h 679882"/>
              <a:gd name="connsiteX1" fmla="*/ 37546 w 1315128"/>
              <a:gd name="connsiteY1" fmla="*/ 596011 h 679882"/>
              <a:gd name="connsiteX2" fmla="*/ 93209 w 1315128"/>
              <a:gd name="connsiteY2" fmla="*/ 478097 h 679882"/>
              <a:gd name="connsiteX3" fmla="*/ 1012372 w 1315128"/>
              <a:gd name="connsiteY3" fmla="*/ 400672 h 679882"/>
              <a:gd name="connsiteX4" fmla="*/ 1302884 w 1315128"/>
              <a:gd name="connsiteY4" fmla="*/ 24866 h 679882"/>
              <a:gd name="connsiteX5" fmla="*/ 674234 w 1315128"/>
              <a:gd name="connsiteY5" fmla="*/ 34391 h 679882"/>
              <a:gd name="connsiteX6" fmla="*/ 674234 w 1315128"/>
              <a:gd name="connsiteY6" fmla="*/ 34391 h 679882"/>
              <a:gd name="connsiteX7" fmla="*/ 883784 w 1315128"/>
              <a:gd name="connsiteY7" fmla="*/ 96304 h 679882"/>
              <a:gd name="connsiteX8" fmla="*/ 840922 w 1315128"/>
              <a:gd name="connsiteY8" fmla="*/ 201079 h 679882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883784 w 1740609"/>
              <a:gd name="connsiteY7" fmla="*/ 61913 h 645491"/>
              <a:gd name="connsiteX8" fmla="*/ 840922 w 1740609"/>
              <a:gd name="connsiteY8" fmla="*/ 166688 h 645491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624228 w 1740609"/>
              <a:gd name="connsiteY7" fmla="*/ 93149 h 645491"/>
              <a:gd name="connsiteX8" fmla="*/ 840922 w 1740609"/>
              <a:gd name="connsiteY8" fmla="*/ 166688 h 645491"/>
              <a:gd name="connsiteX0" fmla="*/ 147978 w 1836284"/>
              <a:gd name="connsiteY0" fmla="*/ 646785 h 646893"/>
              <a:gd name="connsiteX1" fmla="*/ 37546 w 1836284"/>
              <a:gd name="connsiteY1" fmla="*/ 563022 h 646893"/>
              <a:gd name="connsiteX2" fmla="*/ 93209 w 1836284"/>
              <a:gd name="connsiteY2" fmla="*/ 445108 h 646893"/>
              <a:gd name="connsiteX3" fmla="*/ 1012372 w 1836284"/>
              <a:gd name="connsiteY3" fmla="*/ 367683 h 646893"/>
              <a:gd name="connsiteX4" fmla="*/ 1736271 w 1836284"/>
              <a:gd name="connsiteY4" fmla="*/ 323466 h 646893"/>
              <a:gd name="connsiteX5" fmla="*/ 674234 w 1836284"/>
              <a:gd name="connsiteY5" fmla="*/ 1402 h 646893"/>
              <a:gd name="connsiteX6" fmla="*/ 1836284 w 1836284"/>
              <a:gd name="connsiteY6" fmla="*/ 215253 h 646893"/>
              <a:gd name="connsiteX7" fmla="*/ 624228 w 1836284"/>
              <a:gd name="connsiteY7" fmla="*/ 94551 h 646893"/>
              <a:gd name="connsiteX8" fmla="*/ 840922 w 1836284"/>
              <a:gd name="connsiteY8" fmla="*/ 168090 h 646893"/>
              <a:gd name="connsiteX0" fmla="*/ 147978 w 1917524"/>
              <a:gd name="connsiteY0" fmla="*/ 553175 h 553283"/>
              <a:gd name="connsiteX1" fmla="*/ 37546 w 1917524"/>
              <a:gd name="connsiteY1" fmla="*/ 469412 h 553283"/>
              <a:gd name="connsiteX2" fmla="*/ 93209 w 1917524"/>
              <a:gd name="connsiteY2" fmla="*/ 351498 h 553283"/>
              <a:gd name="connsiteX3" fmla="*/ 1012372 w 1917524"/>
              <a:gd name="connsiteY3" fmla="*/ 274073 h 553283"/>
              <a:gd name="connsiteX4" fmla="*/ 1736271 w 1917524"/>
              <a:gd name="connsiteY4" fmla="*/ 229856 h 553283"/>
              <a:gd name="connsiteX5" fmla="*/ 1798184 w 1917524"/>
              <a:gd name="connsiteY5" fmla="*/ 200937 h 553283"/>
              <a:gd name="connsiteX6" fmla="*/ 1836284 w 1917524"/>
              <a:gd name="connsiteY6" fmla="*/ 121643 h 553283"/>
              <a:gd name="connsiteX7" fmla="*/ 624228 w 1917524"/>
              <a:gd name="connsiteY7" fmla="*/ 941 h 553283"/>
              <a:gd name="connsiteX8" fmla="*/ 840922 w 1917524"/>
              <a:gd name="connsiteY8" fmla="*/ 74480 h 553283"/>
              <a:gd name="connsiteX0" fmla="*/ 147978 w 1883277"/>
              <a:gd name="connsiteY0" fmla="*/ 511408 h 511516"/>
              <a:gd name="connsiteX1" fmla="*/ 37546 w 1883277"/>
              <a:gd name="connsiteY1" fmla="*/ 427645 h 511516"/>
              <a:gd name="connsiteX2" fmla="*/ 93209 w 1883277"/>
              <a:gd name="connsiteY2" fmla="*/ 309731 h 511516"/>
              <a:gd name="connsiteX3" fmla="*/ 1012372 w 1883277"/>
              <a:gd name="connsiteY3" fmla="*/ 232306 h 511516"/>
              <a:gd name="connsiteX4" fmla="*/ 1736271 w 1883277"/>
              <a:gd name="connsiteY4" fmla="*/ 188089 h 511516"/>
              <a:gd name="connsiteX5" fmla="*/ 1798184 w 1883277"/>
              <a:gd name="connsiteY5" fmla="*/ 159170 h 511516"/>
              <a:gd name="connsiteX6" fmla="*/ 1836284 w 1883277"/>
              <a:gd name="connsiteY6" fmla="*/ 79876 h 511516"/>
              <a:gd name="connsiteX7" fmla="*/ 1798184 w 1883277"/>
              <a:gd name="connsiteY7" fmla="*/ 4828 h 511516"/>
              <a:gd name="connsiteX8" fmla="*/ 840922 w 1883277"/>
              <a:gd name="connsiteY8" fmla="*/ 32713 h 511516"/>
              <a:gd name="connsiteX0" fmla="*/ 147978 w 1836284"/>
              <a:gd name="connsiteY0" fmla="*/ 524153 h 524261"/>
              <a:gd name="connsiteX1" fmla="*/ 37546 w 1836284"/>
              <a:gd name="connsiteY1" fmla="*/ 440390 h 524261"/>
              <a:gd name="connsiteX2" fmla="*/ 93209 w 1836284"/>
              <a:gd name="connsiteY2" fmla="*/ 322476 h 524261"/>
              <a:gd name="connsiteX3" fmla="*/ 1012372 w 1836284"/>
              <a:gd name="connsiteY3" fmla="*/ 245051 h 524261"/>
              <a:gd name="connsiteX4" fmla="*/ 1736271 w 1836284"/>
              <a:gd name="connsiteY4" fmla="*/ 200834 h 524261"/>
              <a:gd name="connsiteX5" fmla="*/ 1798184 w 1836284"/>
              <a:gd name="connsiteY5" fmla="*/ 171915 h 524261"/>
              <a:gd name="connsiteX6" fmla="*/ 1836284 w 1836284"/>
              <a:gd name="connsiteY6" fmla="*/ 92621 h 524261"/>
              <a:gd name="connsiteX7" fmla="*/ 1798184 w 1836284"/>
              <a:gd name="connsiteY7" fmla="*/ 17573 h 524261"/>
              <a:gd name="connsiteX8" fmla="*/ 1721984 w 1836284"/>
              <a:gd name="connsiteY8" fmla="*/ 21430 h 524261"/>
              <a:gd name="connsiteX0" fmla="*/ 147978 w 1838422"/>
              <a:gd name="connsiteY0" fmla="*/ 524153 h 524261"/>
              <a:gd name="connsiteX1" fmla="*/ 37546 w 1838422"/>
              <a:gd name="connsiteY1" fmla="*/ 440390 h 524261"/>
              <a:gd name="connsiteX2" fmla="*/ 93209 w 1838422"/>
              <a:gd name="connsiteY2" fmla="*/ 322476 h 524261"/>
              <a:gd name="connsiteX3" fmla="*/ 1012372 w 1838422"/>
              <a:gd name="connsiteY3" fmla="*/ 245051 h 524261"/>
              <a:gd name="connsiteX4" fmla="*/ 1736271 w 1838422"/>
              <a:gd name="connsiteY4" fmla="*/ 200834 h 524261"/>
              <a:gd name="connsiteX5" fmla="*/ 1836284 w 1838422"/>
              <a:gd name="connsiteY5" fmla="*/ 92621 h 524261"/>
              <a:gd name="connsiteX6" fmla="*/ 1798184 w 1838422"/>
              <a:gd name="connsiteY6" fmla="*/ 17573 h 524261"/>
              <a:gd name="connsiteX7" fmla="*/ 1721984 w 1838422"/>
              <a:gd name="connsiteY7" fmla="*/ 21430 h 524261"/>
              <a:gd name="connsiteX0" fmla="*/ 134379 w 1824823"/>
              <a:gd name="connsiteY0" fmla="*/ 524153 h 524261"/>
              <a:gd name="connsiteX1" fmla="*/ 23947 w 1824823"/>
              <a:gd name="connsiteY1" fmla="*/ 440390 h 524261"/>
              <a:gd name="connsiteX2" fmla="*/ 79610 w 1824823"/>
              <a:gd name="connsiteY2" fmla="*/ 322476 h 524261"/>
              <a:gd name="connsiteX3" fmla="*/ 998773 w 1824823"/>
              <a:gd name="connsiteY3" fmla="*/ 245051 h 524261"/>
              <a:gd name="connsiteX4" fmla="*/ 1722672 w 1824823"/>
              <a:gd name="connsiteY4" fmla="*/ 200834 h 524261"/>
              <a:gd name="connsiteX5" fmla="*/ 1822685 w 1824823"/>
              <a:gd name="connsiteY5" fmla="*/ 92621 h 524261"/>
              <a:gd name="connsiteX6" fmla="*/ 1784585 w 1824823"/>
              <a:gd name="connsiteY6" fmla="*/ 17573 h 524261"/>
              <a:gd name="connsiteX7" fmla="*/ 1708385 w 1824823"/>
              <a:gd name="connsiteY7" fmla="*/ 21430 h 524261"/>
              <a:gd name="connsiteX0" fmla="*/ 134379 w 1824823"/>
              <a:gd name="connsiteY0" fmla="*/ 524153 h 524505"/>
              <a:gd name="connsiteX1" fmla="*/ 23947 w 1824823"/>
              <a:gd name="connsiteY1" fmla="*/ 440390 h 524505"/>
              <a:gd name="connsiteX2" fmla="*/ 79610 w 1824823"/>
              <a:gd name="connsiteY2" fmla="*/ 322476 h 524505"/>
              <a:gd name="connsiteX3" fmla="*/ 998773 w 1824823"/>
              <a:gd name="connsiteY3" fmla="*/ 245051 h 524505"/>
              <a:gd name="connsiteX4" fmla="*/ 1722672 w 1824823"/>
              <a:gd name="connsiteY4" fmla="*/ 200834 h 524505"/>
              <a:gd name="connsiteX5" fmla="*/ 1822685 w 1824823"/>
              <a:gd name="connsiteY5" fmla="*/ 92621 h 524505"/>
              <a:gd name="connsiteX6" fmla="*/ 1784585 w 1824823"/>
              <a:gd name="connsiteY6" fmla="*/ 17573 h 524505"/>
              <a:gd name="connsiteX7" fmla="*/ 1708385 w 1824823"/>
              <a:gd name="connsiteY7" fmla="*/ 21430 h 524505"/>
              <a:gd name="connsiteX0" fmla="*/ 108972 w 1799416"/>
              <a:gd name="connsiteY0" fmla="*/ 524153 h 524153"/>
              <a:gd name="connsiteX1" fmla="*/ 54203 w 1799416"/>
              <a:gd name="connsiteY1" fmla="*/ 322476 h 524153"/>
              <a:gd name="connsiteX2" fmla="*/ 973366 w 1799416"/>
              <a:gd name="connsiteY2" fmla="*/ 245051 h 524153"/>
              <a:gd name="connsiteX3" fmla="*/ 1697265 w 1799416"/>
              <a:gd name="connsiteY3" fmla="*/ 200834 h 524153"/>
              <a:gd name="connsiteX4" fmla="*/ 1797278 w 1799416"/>
              <a:gd name="connsiteY4" fmla="*/ 92621 h 524153"/>
              <a:gd name="connsiteX5" fmla="*/ 1759178 w 1799416"/>
              <a:gd name="connsiteY5" fmla="*/ 17573 h 524153"/>
              <a:gd name="connsiteX6" fmla="*/ 1682978 w 1799416"/>
              <a:gd name="connsiteY6" fmla="*/ 21430 h 524153"/>
              <a:gd name="connsiteX0" fmla="*/ 128281 w 1818725"/>
              <a:gd name="connsiteY0" fmla="*/ 524153 h 524153"/>
              <a:gd name="connsiteX1" fmla="*/ 73512 w 1818725"/>
              <a:gd name="connsiteY1" fmla="*/ 322476 h 524153"/>
              <a:gd name="connsiteX2" fmla="*/ 992675 w 1818725"/>
              <a:gd name="connsiteY2" fmla="*/ 245051 h 524153"/>
              <a:gd name="connsiteX3" fmla="*/ 1716574 w 1818725"/>
              <a:gd name="connsiteY3" fmla="*/ 200834 h 524153"/>
              <a:gd name="connsiteX4" fmla="*/ 1816587 w 1818725"/>
              <a:gd name="connsiteY4" fmla="*/ 92621 h 524153"/>
              <a:gd name="connsiteX5" fmla="*/ 1778487 w 1818725"/>
              <a:gd name="connsiteY5" fmla="*/ 17573 h 524153"/>
              <a:gd name="connsiteX6" fmla="*/ 1702287 w 1818725"/>
              <a:gd name="connsiteY6" fmla="*/ 21430 h 524153"/>
              <a:gd name="connsiteX0" fmla="*/ 106337 w 1796781"/>
              <a:gd name="connsiteY0" fmla="*/ 524153 h 524153"/>
              <a:gd name="connsiteX1" fmla="*/ 84906 w 1796781"/>
              <a:gd name="connsiteY1" fmla="*/ 308059 h 524153"/>
              <a:gd name="connsiteX2" fmla="*/ 970731 w 1796781"/>
              <a:gd name="connsiteY2" fmla="*/ 245051 h 524153"/>
              <a:gd name="connsiteX3" fmla="*/ 1694630 w 1796781"/>
              <a:gd name="connsiteY3" fmla="*/ 200834 h 524153"/>
              <a:gd name="connsiteX4" fmla="*/ 1794643 w 1796781"/>
              <a:gd name="connsiteY4" fmla="*/ 92621 h 524153"/>
              <a:gd name="connsiteX5" fmla="*/ 1756543 w 1796781"/>
              <a:gd name="connsiteY5" fmla="*/ 17573 h 524153"/>
              <a:gd name="connsiteX6" fmla="*/ 1680343 w 1796781"/>
              <a:gd name="connsiteY6" fmla="*/ 21430 h 524153"/>
              <a:gd name="connsiteX0" fmla="*/ 106337 w 1800322"/>
              <a:gd name="connsiteY0" fmla="*/ 502723 h 502723"/>
              <a:gd name="connsiteX1" fmla="*/ 84906 w 1800322"/>
              <a:gd name="connsiteY1" fmla="*/ 286629 h 502723"/>
              <a:gd name="connsiteX2" fmla="*/ 970731 w 1800322"/>
              <a:gd name="connsiteY2" fmla="*/ 223621 h 502723"/>
              <a:gd name="connsiteX3" fmla="*/ 1694630 w 1800322"/>
              <a:gd name="connsiteY3" fmla="*/ 179404 h 502723"/>
              <a:gd name="connsiteX4" fmla="*/ 1794643 w 1800322"/>
              <a:gd name="connsiteY4" fmla="*/ 71191 h 502723"/>
              <a:gd name="connsiteX5" fmla="*/ 1680343 w 1800322"/>
              <a:gd name="connsiteY5" fmla="*/ 0 h 502723"/>
              <a:gd name="connsiteX0" fmla="*/ 106337 w 1800348"/>
              <a:gd name="connsiteY0" fmla="*/ 502723 h 502723"/>
              <a:gd name="connsiteX1" fmla="*/ 84906 w 1800348"/>
              <a:gd name="connsiteY1" fmla="*/ 286629 h 502723"/>
              <a:gd name="connsiteX2" fmla="*/ 970731 w 1800348"/>
              <a:gd name="connsiteY2" fmla="*/ 223621 h 502723"/>
              <a:gd name="connsiteX3" fmla="*/ 1694630 w 1800348"/>
              <a:gd name="connsiteY3" fmla="*/ 179404 h 502723"/>
              <a:gd name="connsiteX4" fmla="*/ 1794643 w 1800348"/>
              <a:gd name="connsiteY4" fmla="*/ 71191 h 502723"/>
              <a:gd name="connsiteX5" fmla="*/ 1680343 w 1800348"/>
              <a:gd name="connsiteY5" fmla="*/ 0 h 502723"/>
              <a:gd name="connsiteX0" fmla="*/ 106337 w 1797181"/>
              <a:gd name="connsiteY0" fmla="*/ 502723 h 502723"/>
              <a:gd name="connsiteX1" fmla="*/ 84906 w 1797181"/>
              <a:gd name="connsiteY1" fmla="*/ 286629 h 502723"/>
              <a:gd name="connsiteX2" fmla="*/ 970731 w 1797181"/>
              <a:gd name="connsiteY2" fmla="*/ 223621 h 502723"/>
              <a:gd name="connsiteX3" fmla="*/ 1694630 w 1797181"/>
              <a:gd name="connsiteY3" fmla="*/ 179404 h 502723"/>
              <a:gd name="connsiteX4" fmla="*/ 1794643 w 1797181"/>
              <a:gd name="connsiteY4" fmla="*/ 71191 h 502723"/>
              <a:gd name="connsiteX5" fmla="*/ 1680343 w 1797181"/>
              <a:gd name="connsiteY5" fmla="*/ 0 h 502723"/>
              <a:gd name="connsiteX0" fmla="*/ 106337 w 1794763"/>
              <a:gd name="connsiteY0" fmla="*/ 502723 h 502723"/>
              <a:gd name="connsiteX1" fmla="*/ 84906 w 1794763"/>
              <a:gd name="connsiteY1" fmla="*/ 286629 h 502723"/>
              <a:gd name="connsiteX2" fmla="*/ 970731 w 1794763"/>
              <a:gd name="connsiteY2" fmla="*/ 223621 h 502723"/>
              <a:gd name="connsiteX3" fmla="*/ 1694630 w 1794763"/>
              <a:gd name="connsiteY3" fmla="*/ 179404 h 502723"/>
              <a:gd name="connsiteX4" fmla="*/ 1794643 w 1794763"/>
              <a:gd name="connsiteY4" fmla="*/ 71191 h 502723"/>
              <a:gd name="connsiteX5" fmla="*/ 1680343 w 1794763"/>
              <a:gd name="connsiteY5" fmla="*/ 0 h 502723"/>
              <a:gd name="connsiteX0" fmla="*/ 106337 w 1794656"/>
              <a:gd name="connsiteY0" fmla="*/ 502723 h 502723"/>
              <a:gd name="connsiteX1" fmla="*/ 84906 w 1794656"/>
              <a:gd name="connsiteY1" fmla="*/ 286629 h 502723"/>
              <a:gd name="connsiteX2" fmla="*/ 970731 w 1794656"/>
              <a:gd name="connsiteY2" fmla="*/ 223621 h 502723"/>
              <a:gd name="connsiteX3" fmla="*/ 1694630 w 1794656"/>
              <a:gd name="connsiteY3" fmla="*/ 179404 h 502723"/>
              <a:gd name="connsiteX4" fmla="*/ 1794643 w 1794656"/>
              <a:gd name="connsiteY4" fmla="*/ 71191 h 502723"/>
              <a:gd name="connsiteX5" fmla="*/ 1680343 w 1794656"/>
              <a:gd name="connsiteY5" fmla="*/ 0 h 502723"/>
              <a:gd name="connsiteX0" fmla="*/ 106337 w 1744322"/>
              <a:gd name="connsiteY0" fmla="*/ 502723 h 502723"/>
              <a:gd name="connsiteX1" fmla="*/ 84906 w 1744322"/>
              <a:gd name="connsiteY1" fmla="*/ 286629 h 502723"/>
              <a:gd name="connsiteX2" fmla="*/ 970731 w 1744322"/>
              <a:gd name="connsiteY2" fmla="*/ 223621 h 502723"/>
              <a:gd name="connsiteX3" fmla="*/ 1694630 w 1744322"/>
              <a:gd name="connsiteY3" fmla="*/ 179404 h 502723"/>
              <a:gd name="connsiteX4" fmla="*/ 1680343 w 1744322"/>
              <a:gd name="connsiteY4" fmla="*/ 0 h 502723"/>
              <a:gd name="connsiteX0" fmla="*/ 106337 w 1780398"/>
              <a:gd name="connsiteY0" fmla="*/ 502723 h 502723"/>
              <a:gd name="connsiteX1" fmla="*/ 84906 w 1780398"/>
              <a:gd name="connsiteY1" fmla="*/ 286629 h 502723"/>
              <a:gd name="connsiteX2" fmla="*/ 970731 w 1780398"/>
              <a:gd name="connsiteY2" fmla="*/ 223621 h 502723"/>
              <a:gd name="connsiteX3" fmla="*/ 1694630 w 1780398"/>
              <a:gd name="connsiteY3" fmla="*/ 179404 h 502723"/>
              <a:gd name="connsiteX4" fmla="*/ 1680343 w 1780398"/>
              <a:gd name="connsiteY4" fmla="*/ 0 h 502723"/>
              <a:gd name="connsiteX0" fmla="*/ 113015 w 1775169"/>
              <a:gd name="connsiteY0" fmla="*/ 509931 h 509931"/>
              <a:gd name="connsiteX1" fmla="*/ 79677 w 1775169"/>
              <a:gd name="connsiteY1" fmla="*/ 286629 h 509931"/>
              <a:gd name="connsiteX2" fmla="*/ 965502 w 1775169"/>
              <a:gd name="connsiteY2" fmla="*/ 223621 h 509931"/>
              <a:gd name="connsiteX3" fmla="*/ 1689401 w 1775169"/>
              <a:gd name="connsiteY3" fmla="*/ 179404 h 509931"/>
              <a:gd name="connsiteX4" fmla="*/ 1675114 w 1775169"/>
              <a:gd name="connsiteY4" fmla="*/ 0 h 509931"/>
              <a:gd name="connsiteX0" fmla="*/ 111652 w 1776188"/>
              <a:gd name="connsiteY0" fmla="*/ 476291 h 476291"/>
              <a:gd name="connsiteX1" fmla="*/ 80696 w 1776188"/>
              <a:gd name="connsiteY1" fmla="*/ 286629 h 476291"/>
              <a:gd name="connsiteX2" fmla="*/ 966521 w 1776188"/>
              <a:gd name="connsiteY2" fmla="*/ 223621 h 476291"/>
              <a:gd name="connsiteX3" fmla="*/ 1690420 w 1776188"/>
              <a:gd name="connsiteY3" fmla="*/ 179404 h 476291"/>
              <a:gd name="connsiteX4" fmla="*/ 1676133 w 1776188"/>
              <a:gd name="connsiteY4" fmla="*/ 0 h 476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6188" h="476291">
                <a:moveTo>
                  <a:pt x="111652" y="476291"/>
                </a:moveTo>
                <a:cubicBezTo>
                  <a:pt x="7373" y="470317"/>
                  <a:pt x="-61782" y="328741"/>
                  <a:pt x="80696" y="286629"/>
                </a:cubicBezTo>
                <a:cubicBezTo>
                  <a:pt x="223174" y="244517"/>
                  <a:pt x="698234" y="241492"/>
                  <a:pt x="966521" y="223621"/>
                </a:cubicBezTo>
                <a:cubicBezTo>
                  <a:pt x="1234808" y="205750"/>
                  <a:pt x="1572151" y="216674"/>
                  <a:pt x="1690420" y="179404"/>
                </a:cubicBezTo>
                <a:cubicBezTo>
                  <a:pt x="1808689" y="142134"/>
                  <a:pt x="1805315" y="39778"/>
                  <a:pt x="1676133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48">
            <a:extLst>
              <a:ext uri="{FF2B5EF4-FFF2-40B4-BE49-F238E27FC236}">
                <a16:creationId xmlns:a16="http://schemas.microsoft.com/office/drawing/2014/main" id="{16B3E0DE-4CBB-4556-B416-BA95184FB752}"/>
              </a:ext>
            </a:extLst>
          </p:cNvPr>
          <p:cNvSpPr/>
          <p:nvPr/>
        </p:nvSpPr>
        <p:spPr>
          <a:xfrm>
            <a:off x="2078671" y="3953309"/>
            <a:ext cx="1269546" cy="144585"/>
          </a:xfrm>
          <a:custGeom>
            <a:avLst/>
            <a:gdLst>
              <a:gd name="connsiteX0" fmla="*/ 0 w 1200493"/>
              <a:gd name="connsiteY0" fmla="*/ 676102 h 929776"/>
              <a:gd name="connsiteX1" fmla="*/ 604838 w 1200493"/>
              <a:gd name="connsiteY1" fmla="*/ 923752 h 929776"/>
              <a:gd name="connsiteX2" fmla="*/ 1095375 w 1200493"/>
              <a:gd name="connsiteY2" fmla="*/ 452265 h 929776"/>
              <a:gd name="connsiteX3" fmla="*/ 1152525 w 1200493"/>
              <a:gd name="connsiteY3" fmla="*/ 28402 h 929776"/>
              <a:gd name="connsiteX4" fmla="*/ 523875 w 1200493"/>
              <a:gd name="connsiteY4" fmla="*/ 37927 h 929776"/>
              <a:gd name="connsiteX5" fmla="*/ 523875 w 1200493"/>
              <a:gd name="connsiteY5" fmla="*/ 37927 h 929776"/>
              <a:gd name="connsiteX6" fmla="*/ 733425 w 1200493"/>
              <a:gd name="connsiteY6" fmla="*/ 99840 h 929776"/>
              <a:gd name="connsiteX7" fmla="*/ 690563 w 1200493"/>
              <a:gd name="connsiteY7" fmla="*/ 204615 h 929776"/>
              <a:gd name="connsiteX0" fmla="*/ 128102 w 1365164"/>
              <a:gd name="connsiteY0" fmla="*/ 676102 h 721219"/>
              <a:gd name="connsiteX1" fmla="*/ 42377 w 1365164"/>
              <a:gd name="connsiteY1" fmla="*/ 544106 h 721219"/>
              <a:gd name="connsiteX2" fmla="*/ 1223477 w 1365164"/>
              <a:gd name="connsiteY2" fmla="*/ 452265 h 721219"/>
              <a:gd name="connsiteX3" fmla="*/ 1280627 w 1365164"/>
              <a:gd name="connsiteY3" fmla="*/ 28402 h 721219"/>
              <a:gd name="connsiteX4" fmla="*/ 651977 w 1365164"/>
              <a:gd name="connsiteY4" fmla="*/ 37927 h 721219"/>
              <a:gd name="connsiteX5" fmla="*/ 651977 w 1365164"/>
              <a:gd name="connsiteY5" fmla="*/ 37927 h 721219"/>
              <a:gd name="connsiteX6" fmla="*/ 861527 w 1365164"/>
              <a:gd name="connsiteY6" fmla="*/ 99840 h 721219"/>
              <a:gd name="connsiteX7" fmla="*/ 818665 w 1365164"/>
              <a:gd name="connsiteY7" fmla="*/ 204615 h 721219"/>
              <a:gd name="connsiteX0" fmla="*/ 101744 w 1337037"/>
              <a:gd name="connsiteY0" fmla="*/ 676102 h 714264"/>
              <a:gd name="connsiteX1" fmla="*/ 44594 w 1337037"/>
              <a:gd name="connsiteY1" fmla="*/ 481633 h 714264"/>
              <a:gd name="connsiteX2" fmla="*/ 1197119 w 1337037"/>
              <a:gd name="connsiteY2" fmla="*/ 452265 h 714264"/>
              <a:gd name="connsiteX3" fmla="*/ 1254269 w 1337037"/>
              <a:gd name="connsiteY3" fmla="*/ 28402 h 714264"/>
              <a:gd name="connsiteX4" fmla="*/ 625619 w 1337037"/>
              <a:gd name="connsiteY4" fmla="*/ 37927 h 714264"/>
              <a:gd name="connsiteX5" fmla="*/ 625619 w 1337037"/>
              <a:gd name="connsiteY5" fmla="*/ 37927 h 714264"/>
              <a:gd name="connsiteX6" fmla="*/ 835169 w 1337037"/>
              <a:gd name="connsiteY6" fmla="*/ 99840 h 714264"/>
              <a:gd name="connsiteX7" fmla="*/ 792307 w 1337037"/>
              <a:gd name="connsiteY7" fmla="*/ 204615 h 714264"/>
              <a:gd name="connsiteX0" fmla="*/ 130843 w 1366136"/>
              <a:gd name="connsiteY0" fmla="*/ 676102 h 679179"/>
              <a:gd name="connsiteX1" fmla="*/ 118042 w 1366136"/>
              <a:gd name="connsiteY1" fmla="*/ 654811 h 679179"/>
              <a:gd name="connsiteX2" fmla="*/ 73693 w 1366136"/>
              <a:gd name="connsiteY2" fmla="*/ 481633 h 679179"/>
              <a:gd name="connsiteX3" fmla="*/ 1226218 w 1366136"/>
              <a:gd name="connsiteY3" fmla="*/ 452265 h 679179"/>
              <a:gd name="connsiteX4" fmla="*/ 1283368 w 1366136"/>
              <a:gd name="connsiteY4" fmla="*/ 28402 h 679179"/>
              <a:gd name="connsiteX5" fmla="*/ 654718 w 1366136"/>
              <a:gd name="connsiteY5" fmla="*/ 37927 h 679179"/>
              <a:gd name="connsiteX6" fmla="*/ 654718 w 1366136"/>
              <a:gd name="connsiteY6" fmla="*/ 37927 h 679179"/>
              <a:gd name="connsiteX7" fmla="*/ 864268 w 1366136"/>
              <a:gd name="connsiteY7" fmla="*/ 99840 h 679179"/>
              <a:gd name="connsiteX8" fmla="*/ 821406 w 1366136"/>
              <a:gd name="connsiteY8" fmla="*/ 204615 h 679179"/>
              <a:gd name="connsiteX0" fmla="*/ 130843 w 1366136"/>
              <a:gd name="connsiteY0" fmla="*/ 676102 h 732367"/>
              <a:gd name="connsiteX1" fmla="*/ 118042 w 1366136"/>
              <a:gd name="connsiteY1" fmla="*/ 724494 h 732367"/>
              <a:gd name="connsiteX2" fmla="*/ 73693 w 1366136"/>
              <a:gd name="connsiteY2" fmla="*/ 481633 h 732367"/>
              <a:gd name="connsiteX3" fmla="*/ 1226218 w 1366136"/>
              <a:gd name="connsiteY3" fmla="*/ 452265 h 732367"/>
              <a:gd name="connsiteX4" fmla="*/ 1283368 w 1366136"/>
              <a:gd name="connsiteY4" fmla="*/ 28402 h 732367"/>
              <a:gd name="connsiteX5" fmla="*/ 654718 w 1366136"/>
              <a:gd name="connsiteY5" fmla="*/ 37927 h 732367"/>
              <a:gd name="connsiteX6" fmla="*/ 654718 w 1366136"/>
              <a:gd name="connsiteY6" fmla="*/ 37927 h 732367"/>
              <a:gd name="connsiteX7" fmla="*/ 864268 w 1366136"/>
              <a:gd name="connsiteY7" fmla="*/ 99840 h 732367"/>
              <a:gd name="connsiteX8" fmla="*/ 821406 w 1366136"/>
              <a:gd name="connsiteY8" fmla="*/ 204615 h 732367"/>
              <a:gd name="connsiteX0" fmla="*/ 318962 w 1366136"/>
              <a:gd name="connsiteY0" fmla="*/ 750590 h 752340"/>
              <a:gd name="connsiteX1" fmla="*/ 118042 w 1366136"/>
              <a:gd name="connsiteY1" fmla="*/ 724494 h 752340"/>
              <a:gd name="connsiteX2" fmla="*/ 73693 w 1366136"/>
              <a:gd name="connsiteY2" fmla="*/ 481633 h 752340"/>
              <a:gd name="connsiteX3" fmla="*/ 1226218 w 1366136"/>
              <a:gd name="connsiteY3" fmla="*/ 452265 h 752340"/>
              <a:gd name="connsiteX4" fmla="*/ 1283368 w 1366136"/>
              <a:gd name="connsiteY4" fmla="*/ 28402 h 752340"/>
              <a:gd name="connsiteX5" fmla="*/ 654718 w 1366136"/>
              <a:gd name="connsiteY5" fmla="*/ 37927 h 752340"/>
              <a:gd name="connsiteX6" fmla="*/ 654718 w 1366136"/>
              <a:gd name="connsiteY6" fmla="*/ 37927 h 752340"/>
              <a:gd name="connsiteX7" fmla="*/ 864268 w 1366136"/>
              <a:gd name="connsiteY7" fmla="*/ 99840 h 752340"/>
              <a:gd name="connsiteX8" fmla="*/ 821406 w 1366136"/>
              <a:gd name="connsiteY8" fmla="*/ 204615 h 752340"/>
              <a:gd name="connsiteX0" fmla="*/ 354753 w 1401927"/>
              <a:gd name="connsiteY0" fmla="*/ 750590 h 750639"/>
              <a:gd name="connsiteX1" fmla="*/ 53821 w 1401927"/>
              <a:gd name="connsiteY1" fmla="*/ 599547 h 750639"/>
              <a:gd name="connsiteX2" fmla="*/ 109484 w 1401927"/>
              <a:gd name="connsiteY2" fmla="*/ 481633 h 750639"/>
              <a:gd name="connsiteX3" fmla="*/ 1262009 w 1401927"/>
              <a:gd name="connsiteY3" fmla="*/ 452265 h 750639"/>
              <a:gd name="connsiteX4" fmla="*/ 1319159 w 1401927"/>
              <a:gd name="connsiteY4" fmla="*/ 28402 h 750639"/>
              <a:gd name="connsiteX5" fmla="*/ 690509 w 1401927"/>
              <a:gd name="connsiteY5" fmla="*/ 37927 h 750639"/>
              <a:gd name="connsiteX6" fmla="*/ 690509 w 1401927"/>
              <a:gd name="connsiteY6" fmla="*/ 37927 h 750639"/>
              <a:gd name="connsiteX7" fmla="*/ 900059 w 1401927"/>
              <a:gd name="connsiteY7" fmla="*/ 99840 h 750639"/>
              <a:gd name="connsiteX8" fmla="*/ 857197 w 1401927"/>
              <a:gd name="connsiteY8" fmla="*/ 204615 h 750639"/>
              <a:gd name="connsiteX0" fmla="*/ 164253 w 1401927"/>
              <a:gd name="connsiteY0" fmla="*/ 683310 h 683418"/>
              <a:gd name="connsiteX1" fmla="*/ 53821 w 1401927"/>
              <a:gd name="connsiteY1" fmla="*/ 599547 h 683418"/>
              <a:gd name="connsiteX2" fmla="*/ 109484 w 1401927"/>
              <a:gd name="connsiteY2" fmla="*/ 481633 h 683418"/>
              <a:gd name="connsiteX3" fmla="*/ 1262009 w 1401927"/>
              <a:gd name="connsiteY3" fmla="*/ 452265 h 683418"/>
              <a:gd name="connsiteX4" fmla="*/ 1319159 w 1401927"/>
              <a:gd name="connsiteY4" fmla="*/ 28402 h 683418"/>
              <a:gd name="connsiteX5" fmla="*/ 690509 w 1401927"/>
              <a:gd name="connsiteY5" fmla="*/ 37927 h 683418"/>
              <a:gd name="connsiteX6" fmla="*/ 690509 w 1401927"/>
              <a:gd name="connsiteY6" fmla="*/ 37927 h 683418"/>
              <a:gd name="connsiteX7" fmla="*/ 900059 w 1401927"/>
              <a:gd name="connsiteY7" fmla="*/ 99840 h 683418"/>
              <a:gd name="connsiteX8" fmla="*/ 857197 w 1401927"/>
              <a:gd name="connsiteY8" fmla="*/ 204615 h 683418"/>
              <a:gd name="connsiteX0" fmla="*/ 147978 w 1315128"/>
              <a:gd name="connsiteY0" fmla="*/ 679774 h 679882"/>
              <a:gd name="connsiteX1" fmla="*/ 37546 w 1315128"/>
              <a:gd name="connsiteY1" fmla="*/ 596011 h 679882"/>
              <a:gd name="connsiteX2" fmla="*/ 93209 w 1315128"/>
              <a:gd name="connsiteY2" fmla="*/ 478097 h 679882"/>
              <a:gd name="connsiteX3" fmla="*/ 1012372 w 1315128"/>
              <a:gd name="connsiteY3" fmla="*/ 400672 h 679882"/>
              <a:gd name="connsiteX4" fmla="*/ 1302884 w 1315128"/>
              <a:gd name="connsiteY4" fmla="*/ 24866 h 679882"/>
              <a:gd name="connsiteX5" fmla="*/ 674234 w 1315128"/>
              <a:gd name="connsiteY5" fmla="*/ 34391 h 679882"/>
              <a:gd name="connsiteX6" fmla="*/ 674234 w 1315128"/>
              <a:gd name="connsiteY6" fmla="*/ 34391 h 679882"/>
              <a:gd name="connsiteX7" fmla="*/ 883784 w 1315128"/>
              <a:gd name="connsiteY7" fmla="*/ 96304 h 679882"/>
              <a:gd name="connsiteX8" fmla="*/ 840922 w 1315128"/>
              <a:gd name="connsiteY8" fmla="*/ 201079 h 679882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883784 w 1740609"/>
              <a:gd name="connsiteY7" fmla="*/ 61913 h 645491"/>
              <a:gd name="connsiteX8" fmla="*/ 840922 w 1740609"/>
              <a:gd name="connsiteY8" fmla="*/ 166688 h 645491"/>
              <a:gd name="connsiteX0" fmla="*/ 147978 w 1740609"/>
              <a:gd name="connsiteY0" fmla="*/ 645383 h 645491"/>
              <a:gd name="connsiteX1" fmla="*/ 37546 w 1740609"/>
              <a:gd name="connsiteY1" fmla="*/ 561620 h 645491"/>
              <a:gd name="connsiteX2" fmla="*/ 93209 w 1740609"/>
              <a:gd name="connsiteY2" fmla="*/ 443706 h 645491"/>
              <a:gd name="connsiteX3" fmla="*/ 1012372 w 1740609"/>
              <a:gd name="connsiteY3" fmla="*/ 366281 h 645491"/>
              <a:gd name="connsiteX4" fmla="*/ 1736271 w 1740609"/>
              <a:gd name="connsiteY4" fmla="*/ 322064 h 645491"/>
              <a:gd name="connsiteX5" fmla="*/ 674234 w 1740609"/>
              <a:gd name="connsiteY5" fmla="*/ 0 h 645491"/>
              <a:gd name="connsiteX6" fmla="*/ 674234 w 1740609"/>
              <a:gd name="connsiteY6" fmla="*/ 0 h 645491"/>
              <a:gd name="connsiteX7" fmla="*/ 624228 w 1740609"/>
              <a:gd name="connsiteY7" fmla="*/ 93149 h 645491"/>
              <a:gd name="connsiteX8" fmla="*/ 840922 w 1740609"/>
              <a:gd name="connsiteY8" fmla="*/ 166688 h 645491"/>
              <a:gd name="connsiteX0" fmla="*/ 147978 w 1836284"/>
              <a:gd name="connsiteY0" fmla="*/ 646785 h 646893"/>
              <a:gd name="connsiteX1" fmla="*/ 37546 w 1836284"/>
              <a:gd name="connsiteY1" fmla="*/ 563022 h 646893"/>
              <a:gd name="connsiteX2" fmla="*/ 93209 w 1836284"/>
              <a:gd name="connsiteY2" fmla="*/ 445108 h 646893"/>
              <a:gd name="connsiteX3" fmla="*/ 1012372 w 1836284"/>
              <a:gd name="connsiteY3" fmla="*/ 367683 h 646893"/>
              <a:gd name="connsiteX4" fmla="*/ 1736271 w 1836284"/>
              <a:gd name="connsiteY4" fmla="*/ 323466 h 646893"/>
              <a:gd name="connsiteX5" fmla="*/ 674234 w 1836284"/>
              <a:gd name="connsiteY5" fmla="*/ 1402 h 646893"/>
              <a:gd name="connsiteX6" fmla="*/ 1836284 w 1836284"/>
              <a:gd name="connsiteY6" fmla="*/ 215253 h 646893"/>
              <a:gd name="connsiteX7" fmla="*/ 624228 w 1836284"/>
              <a:gd name="connsiteY7" fmla="*/ 94551 h 646893"/>
              <a:gd name="connsiteX8" fmla="*/ 840922 w 1836284"/>
              <a:gd name="connsiteY8" fmla="*/ 168090 h 646893"/>
              <a:gd name="connsiteX0" fmla="*/ 147978 w 1917524"/>
              <a:gd name="connsiteY0" fmla="*/ 553175 h 553283"/>
              <a:gd name="connsiteX1" fmla="*/ 37546 w 1917524"/>
              <a:gd name="connsiteY1" fmla="*/ 469412 h 553283"/>
              <a:gd name="connsiteX2" fmla="*/ 93209 w 1917524"/>
              <a:gd name="connsiteY2" fmla="*/ 351498 h 553283"/>
              <a:gd name="connsiteX3" fmla="*/ 1012372 w 1917524"/>
              <a:gd name="connsiteY3" fmla="*/ 274073 h 553283"/>
              <a:gd name="connsiteX4" fmla="*/ 1736271 w 1917524"/>
              <a:gd name="connsiteY4" fmla="*/ 229856 h 553283"/>
              <a:gd name="connsiteX5" fmla="*/ 1798184 w 1917524"/>
              <a:gd name="connsiteY5" fmla="*/ 200937 h 553283"/>
              <a:gd name="connsiteX6" fmla="*/ 1836284 w 1917524"/>
              <a:gd name="connsiteY6" fmla="*/ 121643 h 553283"/>
              <a:gd name="connsiteX7" fmla="*/ 624228 w 1917524"/>
              <a:gd name="connsiteY7" fmla="*/ 941 h 553283"/>
              <a:gd name="connsiteX8" fmla="*/ 840922 w 1917524"/>
              <a:gd name="connsiteY8" fmla="*/ 74480 h 553283"/>
              <a:gd name="connsiteX0" fmla="*/ 147978 w 1883277"/>
              <a:gd name="connsiteY0" fmla="*/ 511408 h 511516"/>
              <a:gd name="connsiteX1" fmla="*/ 37546 w 1883277"/>
              <a:gd name="connsiteY1" fmla="*/ 427645 h 511516"/>
              <a:gd name="connsiteX2" fmla="*/ 93209 w 1883277"/>
              <a:gd name="connsiteY2" fmla="*/ 309731 h 511516"/>
              <a:gd name="connsiteX3" fmla="*/ 1012372 w 1883277"/>
              <a:gd name="connsiteY3" fmla="*/ 232306 h 511516"/>
              <a:gd name="connsiteX4" fmla="*/ 1736271 w 1883277"/>
              <a:gd name="connsiteY4" fmla="*/ 188089 h 511516"/>
              <a:gd name="connsiteX5" fmla="*/ 1798184 w 1883277"/>
              <a:gd name="connsiteY5" fmla="*/ 159170 h 511516"/>
              <a:gd name="connsiteX6" fmla="*/ 1836284 w 1883277"/>
              <a:gd name="connsiteY6" fmla="*/ 79876 h 511516"/>
              <a:gd name="connsiteX7" fmla="*/ 1798184 w 1883277"/>
              <a:gd name="connsiteY7" fmla="*/ 4828 h 511516"/>
              <a:gd name="connsiteX8" fmla="*/ 840922 w 1883277"/>
              <a:gd name="connsiteY8" fmla="*/ 32713 h 511516"/>
              <a:gd name="connsiteX0" fmla="*/ 147978 w 1836284"/>
              <a:gd name="connsiteY0" fmla="*/ 524153 h 524261"/>
              <a:gd name="connsiteX1" fmla="*/ 37546 w 1836284"/>
              <a:gd name="connsiteY1" fmla="*/ 440390 h 524261"/>
              <a:gd name="connsiteX2" fmla="*/ 93209 w 1836284"/>
              <a:gd name="connsiteY2" fmla="*/ 322476 h 524261"/>
              <a:gd name="connsiteX3" fmla="*/ 1012372 w 1836284"/>
              <a:gd name="connsiteY3" fmla="*/ 245051 h 524261"/>
              <a:gd name="connsiteX4" fmla="*/ 1736271 w 1836284"/>
              <a:gd name="connsiteY4" fmla="*/ 200834 h 524261"/>
              <a:gd name="connsiteX5" fmla="*/ 1798184 w 1836284"/>
              <a:gd name="connsiteY5" fmla="*/ 171915 h 524261"/>
              <a:gd name="connsiteX6" fmla="*/ 1836284 w 1836284"/>
              <a:gd name="connsiteY6" fmla="*/ 92621 h 524261"/>
              <a:gd name="connsiteX7" fmla="*/ 1798184 w 1836284"/>
              <a:gd name="connsiteY7" fmla="*/ 17573 h 524261"/>
              <a:gd name="connsiteX8" fmla="*/ 1721984 w 1836284"/>
              <a:gd name="connsiteY8" fmla="*/ 21430 h 524261"/>
              <a:gd name="connsiteX0" fmla="*/ 147978 w 1838422"/>
              <a:gd name="connsiteY0" fmla="*/ 524153 h 524261"/>
              <a:gd name="connsiteX1" fmla="*/ 37546 w 1838422"/>
              <a:gd name="connsiteY1" fmla="*/ 440390 h 524261"/>
              <a:gd name="connsiteX2" fmla="*/ 93209 w 1838422"/>
              <a:gd name="connsiteY2" fmla="*/ 322476 h 524261"/>
              <a:gd name="connsiteX3" fmla="*/ 1012372 w 1838422"/>
              <a:gd name="connsiteY3" fmla="*/ 245051 h 524261"/>
              <a:gd name="connsiteX4" fmla="*/ 1736271 w 1838422"/>
              <a:gd name="connsiteY4" fmla="*/ 200834 h 524261"/>
              <a:gd name="connsiteX5" fmla="*/ 1836284 w 1838422"/>
              <a:gd name="connsiteY5" fmla="*/ 92621 h 524261"/>
              <a:gd name="connsiteX6" fmla="*/ 1798184 w 1838422"/>
              <a:gd name="connsiteY6" fmla="*/ 17573 h 524261"/>
              <a:gd name="connsiteX7" fmla="*/ 1721984 w 1838422"/>
              <a:gd name="connsiteY7" fmla="*/ 21430 h 524261"/>
              <a:gd name="connsiteX0" fmla="*/ 134379 w 1824823"/>
              <a:gd name="connsiteY0" fmla="*/ 524153 h 524261"/>
              <a:gd name="connsiteX1" fmla="*/ 23947 w 1824823"/>
              <a:gd name="connsiteY1" fmla="*/ 440390 h 524261"/>
              <a:gd name="connsiteX2" fmla="*/ 79610 w 1824823"/>
              <a:gd name="connsiteY2" fmla="*/ 322476 h 524261"/>
              <a:gd name="connsiteX3" fmla="*/ 998773 w 1824823"/>
              <a:gd name="connsiteY3" fmla="*/ 245051 h 524261"/>
              <a:gd name="connsiteX4" fmla="*/ 1722672 w 1824823"/>
              <a:gd name="connsiteY4" fmla="*/ 200834 h 524261"/>
              <a:gd name="connsiteX5" fmla="*/ 1822685 w 1824823"/>
              <a:gd name="connsiteY5" fmla="*/ 92621 h 524261"/>
              <a:gd name="connsiteX6" fmla="*/ 1784585 w 1824823"/>
              <a:gd name="connsiteY6" fmla="*/ 17573 h 524261"/>
              <a:gd name="connsiteX7" fmla="*/ 1708385 w 1824823"/>
              <a:gd name="connsiteY7" fmla="*/ 21430 h 524261"/>
              <a:gd name="connsiteX0" fmla="*/ 134379 w 1824823"/>
              <a:gd name="connsiteY0" fmla="*/ 524153 h 524505"/>
              <a:gd name="connsiteX1" fmla="*/ 23947 w 1824823"/>
              <a:gd name="connsiteY1" fmla="*/ 440390 h 524505"/>
              <a:gd name="connsiteX2" fmla="*/ 79610 w 1824823"/>
              <a:gd name="connsiteY2" fmla="*/ 322476 h 524505"/>
              <a:gd name="connsiteX3" fmla="*/ 998773 w 1824823"/>
              <a:gd name="connsiteY3" fmla="*/ 245051 h 524505"/>
              <a:gd name="connsiteX4" fmla="*/ 1722672 w 1824823"/>
              <a:gd name="connsiteY4" fmla="*/ 200834 h 524505"/>
              <a:gd name="connsiteX5" fmla="*/ 1822685 w 1824823"/>
              <a:gd name="connsiteY5" fmla="*/ 92621 h 524505"/>
              <a:gd name="connsiteX6" fmla="*/ 1784585 w 1824823"/>
              <a:gd name="connsiteY6" fmla="*/ 17573 h 524505"/>
              <a:gd name="connsiteX7" fmla="*/ 1708385 w 1824823"/>
              <a:gd name="connsiteY7" fmla="*/ 21430 h 524505"/>
              <a:gd name="connsiteX0" fmla="*/ 108972 w 1799416"/>
              <a:gd name="connsiteY0" fmla="*/ 524153 h 524153"/>
              <a:gd name="connsiteX1" fmla="*/ 54203 w 1799416"/>
              <a:gd name="connsiteY1" fmla="*/ 322476 h 524153"/>
              <a:gd name="connsiteX2" fmla="*/ 973366 w 1799416"/>
              <a:gd name="connsiteY2" fmla="*/ 245051 h 524153"/>
              <a:gd name="connsiteX3" fmla="*/ 1697265 w 1799416"/>
              <a:gd name="connsiteY3" fmla="*/ 200834 h 524153"/>
              <a:gd name="connsiteX4" fmla="*/ 1797278 w 1799416"/>
              <a:gd name="connsiteY4" fmla="*/ 92621 h 524153"/>
              <a:gd name="connsiteX5" fmla="*/ 1759178 w 1799416"/>
              <a:gd name="connsiteY5" fmla="*/ 17573 h 524153"/>
              <a:gd name="connsiteX6" fmla="*/ 1682978 w 1799416"/>
              <a:gd name="connsiteY6" fmla="*/ 21430 h 524153"/>
              <a:gd name="connsiteX0" fmla="*/ 128281 w 1818725"/>
              <a:gd name="connsiteY0" fmla="*/ 524153 h 524153"/>
              <a:gd name="connsiteX1" fmla="*/ 73512 w 1818725"/>
              <a:gd name="connsiteY1" fmla="*/ 322476 h 524153"/>
              <a:gd name="connsiteX2" fmla="*/ 992675 w 1818725"/>
              <a:gd name="connsiteY2" fmla="*/ 245051 h 524153"/>
              <a:gd name="connsiteX3" fmla="*/ 1716574 w 1818725"/>
              <a:gd name="connsiteY3" fmla="*/ 200834 h 524153"/>
              <a:gd name="connsiteX4" fmla="*/ 1816587 w 1818725"/>
              <a:gd name="connsiteY4" fmla="*/ 92621 h 524153"/>
              <a:gd name="connsiteX5" fmla="*/ 1778487 w 1818725"/>
              <a:gd name="connsiteY5" fmla="*/ 17573 h 524153"/>
              <a:gd name="connsiteX6" fmla="*/ 1702287 w 1818725"/>
              <a:gd name="connsiteY6" fmla="*/ 21430 h 524153"/>
              <a:gd name="connsiteX0" fmla="*/ 106337 w 1796781"/>
              <a:gd name="connsiteY0" fmla="*/ 524153 h 524153"/>
              <a:gd name="connsiteX1" fmla="*/ 84906 w 1796781"/>
              <a:gd name="connsiteY1" fmla="*/ 308059 h 524153"/>
              <a:gd name="connsiteX2" fmla="*/ 970731 w 1796781"/>
              <a:gd name="connsiteY2" fmla="*/ 245051 h 524153"/>
              <a:gd name="connsiteX3" fmla="*/ 1694630 w 1796781"/>
              <a:gd name="connsiteY3" fmla="*/ 200834 h 524153"/>
              <a:gd name="connsiteX4" fmla="*/ 1794643 w 1796781"/>
              <a:gd name="connsiteY4" fmla="*/ 92621 h 524153"/>
              <a:gd name="connsiteX5" fmla="*/ 1756543 w 1796781"/>
              <a:gd name="connsiteY5" fmla="*/ 17573 h 524153"/>
              <a:gd name="connsiteX6" fmla="*/ 1680343 w 1796781"/>
              <a:gd name="connsiteY6" fmla="*/ 21430 h 524153"/>
              <a:gd name="connsiteX0" fmla="*/ 106337 w 1800322"/>
              <a:gd name="connsiteY0" fmla="*/ 502723 h 502723"/>
              <a:gd name="connsiteX1" fmla="*/ 84906 w 1800322"/>
              <a:gd name="connsiteY1" fmla="*/ 286629 h 502723"/>
              <a:gd name="connsiteX2" fmla="*/ 970731 w 1800322"/>
              <a:gd name="connsiteY2" fmla="*/ 223621 h 502723"/>
              <a:gd name="connsiteX3" fmla="*/ 1694630 w 1800322"/>
              <a:gd name="connsiteY3" fmla="*/ 179404 h 502723"/>
              <a:gd name="connsiteX4" fmla="*/ 1794643 w 1800322"/>
              <a:gd name="connsiteY4" fmla="*/ 71191 h 502723"/>
              <a:gd name="connsiteX5" fmla="*/ 1680343 w 1800322"/>
              <a:gd name="connsiteY5" fmla="*/ 0 h 502723"/>
              <a:gd name="connsiteX0" fmla="*/ 106337 w 1800348"/>
              <a:gd name="connsiteY0" fmla="*/ 502723 h 502723"/>
              <a:gd name="connsiteX1" fmla="*/ 84906 w 1800348"/>
              <a:gd name="connsiteY1" fmla="*/ 286629 h 502723"/>
              <a:gd name="connsiteX2" fmla="*/ 970731 w 1800348"/>
              <a:gd name="connsiteY2" fmla="*/ 223621 h 502723"/>
              <a:gd name="connsiteX3" fmla="*/ 1694630 w 1800348"/>
              <a:gd name="connsiteY3" fmla="*/ 179404 h 502723"/>
              <a:gd name="connsiteX4" fmla="*/ 1794643 w 1800348"/>
              <a:gd name="connsiteY4" fmla="*/ 71191 h 502723"/>
              <a:gd name="connsiteX5" fmla="*/ 1680343 w 1800348"/>
              <a:gd name="connsiteY5" fmla="*/ 0 h 502723"/>
              <a:gd name="connsiteX0" fmla="*/ 106337 w 1797181"/>
              <a:gd name="connsiteY0" fmla="*/ 502723 h 502723"/>
              <a:gd name="connsiteX1" fmla="*/ 84906 w 1797181"/>
              <a:gd name="connsiteY1" fmla="*/ 286629 h 502723"/>
              <a:gd name="connsiteX2" fmla="*/ 970731 w 1797181"/>
              <a:gd name="connsiteY2" fmla="*/ 223621 h 502723"/>
              <a:gd name="connsiteX3" fmla="*/ 1694630 w 1797181"/>
              <a:gd name="connsiteY3" fmla="*/ 179404 h 502723"/>
              <a:gd name="connsiteX4" fmla="*/ 1794643 w 1797181"/>
              <a:gd name="connsiteY4" fmla="*/ 71191 h 502723"/>
              <a:gd name="connsiteX5" fmla="*/ 1680343 w 1797181"/>
              <a:gd name="connsiteY5" fmla="*/ 0 h 502723"/>
              <a:gd name="connsiteX0" fmla="*/ 106337 w 1794763"/>
              <a:gd name="connsiteY0" fmla="*/ 502723 h 502723"/>
              <a:gd name="connsiteX1" fmla="*/ 84906 w 1794763"/>
              <a:gd name="connsiteY1" fmla="*/ 286629 h 502723"/>
              <a:gd name="connsiteX2" fmla="*/ 970731 w 1794763"/>
              <a:gd name="connsiteY2" fmla="*/ 223621 h 502723"/>
              <a:gd name="connsiteX3" fmla="*/ 1694630 w 1794763"/>
              <a:gd name="connsiteY3" fmla="*/ 179404 h 502723"/>
              <a:gd name="connsiteX4" fmla="*/ 1794643 w 1794763"/>
              <a:gd name="connsiteY4" fmla="*/ 71191 h 502723"/>
              <a:gd name="connsiteX5" fmla="*/ 1680343 w 1794763"/>
              <a:gd name="connsiteY5" fmla="*/ 0 h 502723"/>
              <a:gd name="connsiteX0" fmla="*/ 106337 w 1794656"/>
              <a:gd name="connsiteY0" fmla="*/ 502723 h 502723"/>
              <a:gd name="connsiteX1" fmla="*/ 84906 w 1794656"/>
              <a:gd name="connsiteY1" fmla="*/ 286629 h 502723"/>
              <a:gd name="connsiteX2" fmla="*/ 970731 w 1794656"/>
              <a:gd name="connsiteY2" fmla="*/ 223621 h 502723"/>
              <a:gd name="connsiteX3" fmla="*/ 1694630 w 1794656"/>
              <a:gd name="connsiteY3" fmla="*/ 179404 h 502723"/>
              <a:gd name="connsiteX4" fmla="*/ 1794643 w 1794656"/>
              <a:gd name="connsiteY4" fmla="*/ 71191 h 502723"/>
              <a:gd name="connsiteX5" fmla="*/ 1680343 w 1794656"/>
              <a:gd name="connsiteY5" fmla="*/ 0 h 502723"/>
              <a:gd name="connsiteX0" fmla="*/ 106337 w 1744322"/>
              <a:gd name="connsiteY0" fmla="*/ 502723 h 502723"/>
              <a:gd name="connsiteX1" fmla="*/ 84906 w 1744322"/>
              <a:gd name="connsiteY1" fmla="*/ 286629 h 502723"/>
              <a:gd name="connsiteX2" fmla="*/ 970731 w 1744322"/>
              <a:gd name="connsiteY2" fmla="*/ 223621 h 502723"/>
              <a:gd name="connsiteX3" fmla="*/ 1694630 w 1744322"/>
              <a:gd name="connsiteY3" fmla="*/ 179404 h 502723"/>
              <a:gd name="connsiteX4" fmla="*/ 1680343 w 1744322"/>
              <a:gd name="connsiteY4" fmla="*/ 0 h 502723"/>
              <a:gd name="connsiteX0" fmla="*/ 106337 w 1780398"/>
              <a:gd name="connsiteY0" fmla="*/ 502723 h 502723"/>
              <a:gd name="connsiteX1" fmla="*/ 84906 w 1780398"/>
              <a:gd name="connsiteY1" fmla="*/ 286629 h 502723"/>
              <a:gd name="connsiteX2" fmla="*/ 970731 w 1780398"/>
              <a:gd name="connsiteY2" fmla="*/ 223621 h 502723"/>
              <a:gd name="connsiteX3" fmla="*/ 1694630 w 1780398"/>
              <a:gd name="connsiteY3" fmla="*/ 179404 h 502723"/>
              <a:gd name="connsiteX4" fmla="*/ 1680343 w 1780398"/>
              <a:gd name="connsiteY4" fmla="*/ 0 h 502723"/>
              <a:gd name="connsiteX0" fmla="*/ 113015 w 1775169"/>
              <a:gd name="connsiteY0" fmla="*/ 509931 h 509931"/>
              <a:gd name="connsiteX1" fmla="*/ 79677 w 1775169"/>
              <a:gd name="connsiteY1" fmla="*/ 286629 h 509931"/>
              <a:gd name="connsiteX2" fmla="*/ 965502 w 1775169"/>
              <a:gd name="connsiteY2" fmla="*/ 223621 h 509931"/>
              <a:gd name="connsiteX3" fmla="*/ 1689401 w 1775169"/>
              <a:gd name="connsiteY3" fmla="*/ 179404 h 509931"/>
              <a:gd name="connsiteX4" fmla="*/ 1675114 w 1775169"/>
              <a:gd name="connsiteY4" fmla="*/ 0 h 509931"/>
              <a:gd name="connsiteX0" fmla="*/ 111652 w 1776188"/>
              <a:gd name="connsiteY0" fmla="*/ 476291 h 476291"/>
              <a:gd name="connsiteX1" fmla="*/ 80696 w 1776188"/>
              <a:gd name="connsiteY1" fmla="*/ 286629 h 476291"/>
              <a:gd name="connsiteX2" fmla="*/ 966521 w 1776188"/>
              <a:gd name="connsiteY2" fmla="*/ 223621 h 476291"/>
              <a:gd name="connsiteX3" fmla="*/ 1690420 w 1776188"/>
              <a:gd name="connsiteY3" fmla="*/ 179404 h 476291"/>
              <a:gd name="connsiteX4" fmla="*/ 1676133 w 1776188"/>
              <a:gd name="connsiteY4" fmla="*/ 0 h 476291"/>
              <a:gd name="connsiteX0" fmla="*/ 0 w 1695492"/>
              <a:gd name="connsiteY0" fmla="*/ 286629 h 286629"/>
              <a:gd name="connsiteX1" fmla="*/ 885825 w 1695492"/>
              <a:gd name="connsiteY1" fmla="*/ 223621 h 286629"/>
              <a:gd name="connsiteX2" fmla="*/ 1609724 w 1695492"/>
              <a:gd name="connsiteY2" fmla="*/ 179404 h 286629"/>
              <a:gd name="connsiteX3" fmla="*/ 1595437 w 1695492"/>
              <a:gd name="connsiteY3" fmla="*/ 0 h 286629"/>
              <a:gd name="connsiteX0" fmla="*/ 0 w 1674061"/>
              <a:gd name="connsiteY0" fmla="*/ 279420 h 279420"/>
              <a:gd name="connsiteX1" fmla="*/ 864394 w 1674061"/>
              <a:gd name="connsiteY1" fmla="*/ 223621 h 279420"/>
              <a:gd name="connsiteX2" fmla="*/ 1588293 w 1674061"/>
              <a:gd name="connsiteY2" fmla="*/ 179404 h 279420"/>
              <a:gd name="connsiteX3" fmla="*/ 1574006 w 1674061"/>
              <a:gd name="connsiteY3" fmla="*/ 0 h 279420"/>
              <a:gd name="connsiteX0" fmla="*/ 0 w 1648609"/>
              <a:gd name="connsiteY0" fmla="*/ 279420 h 279420"/>
              <a:gd name="connsiteX1" fmla="*/ 1293019 w 1648609"/>
              <a:gd name="connsiteY1" fmla="*/ 246047 h 279420"/>
              <a:gd name="connsiteX2" fmla="*/ 1588293 w 1648609"/>
              <a:gd name="connsiteY2" fmla="*/ 179404 h 279420"/>
              <a:gd name="connsiteX3" fmla="*/ 1574006 w 1648609"/>
              <a:gd name="connsiteY3" fmla="*/ 0 h 279420"/>
              <a:gd name="connsiteX0" fmla="*/ 0 w 1671916"/>
              <a:gd name="connsiteY0" fmla="*/ 279420 h 280449"/>
              <a:gd name="connsiteX1" fmla="*/ 897732 w 1671916"/>
              <a:gd name="connsiteY1" fmla="*/ 277284 h 280449"/>
              <a:gd name="connsiteX2" fmla="*/ 1588293 w 1671916"/>
              <a:gd name="connsiteY2" fmla="*/ 179404 h 280449"/>
              <a:gd name="connsiteX3" fmla="*/ 1574006 w 1671916"/>
              <a:gd name="connsiteY3" fmla="*/ 0 h 280449"/>
              <a:gd name="connsiteX0" fmla="*/ 0 w 1671916"/>
              <a:gd name="connsiteY0" fmla="*/ 279420 h 279420"/>
              <a:gd name="connsiteX1" fmla="*/ 897732 w 1671916"/>
              <a:gd name="connsiteY1" fmla="*/ 277284 h 279420"/>
              <a:gd name="connsiteX2" fmla="*/ 1588293 w 1671916"/>
              <a:gd name="connsiteY2" fmla="*/ 179404 h 279420"/>
              <a:gd name="connsiteX3" fmla="*/ 1574006 w 1671916"/>
              <a:gd name="connsiteY3" fmla="*/ 0 h 279420"/>
              <a:gd name="connsiteX0" fmla="*/ 0 w 1671916"/>
              <a:gd name="connsiteY0" fmla="*/ 279420 h 279420"/>
              <a:gd name="connsiteX1" fmla="*/ 897732 w 1671916"/>
              <a:gd name="connsiteY1" fmla="*/ 277284 h 279420"/>
              <a:gd name="connsiteX2" fmla="*/ 1588293 w 1671916"/>
              <a:gd name="connsiteY2" fmla="*/ 179404 h 279420"/>
              <a:gd name="connsiteX3" fmla="*/ 1574006 w 1671916"/>
              <a:gd name="connsiteY3" fmla="*/ 0 h 279420"/>
              <a:gd name="connsiteX0" fmla="*/ 0 w 1671916"/>
              <a:gd name="connsiteY0" fmla="*/ 279420 h 279420"/>
              <a:gd name="connsiteX1" fmla="*/ 897732 w 1671916"/>
              <a:gd name="connsiteY1" fmla="*/ 277284 h 279420"/>
              <a:gd name="connsiteX2" fmla="*/ 1588293 w 1671916"/>
              <a:gd name="connsiteY2" fmla="*/ 179404 h 279420"/>
              <a:gd name="connsiteX3" fmla="*/ 1574006 w 1671916"/>
              <a:gd name="connsiteY3" fmla="*/ 0 h 279420"/>
              <a:gd name="connsiteX0" fmla="*/ 0 w 1659386"/>
              <a:gd name="connsiteY0" fmla="*/ 279420 h 279972"/>
              <a:gd name="connsiteX1" fmla="*/ 897732 w 1659386"/>
              <a:gd name="connsiteY1" fmla="*/ 277284 h 279972"/>
              <a:gd name="connsiteX2" fmla="*/ 1562099 w 1659386"/>
              <a:gd name="connsiteY2" fmla="*/ 251489 h 279972"/>
              <a:gd name="connsiteX3" fmla="*/ 1574006 w 1659386"/>
              <a:gd name="connsiteY3" fmla="*/ 0 h 279972"/>
              <a:gd name="connsiteX0" fmla="*/ 0 w 1670026"/>
              <a:gd name="connsiteY0" fmla="*/ 200127 h 200127"/>
              <a:gd name="connsiteX1" fmla="*/ 897732 w 1670026"/>
              <a:gd name="connsiteY1" fmla="*/ 197991 h 200127"/>
              <a:gd name="connsiteX2" fmla="*/ 1562099 w 1670026"/>
              <a:gd name="connsiteY2" fmla="*/ 172196 h 200127"/>
              <a:gd name="connsiteX3" fmla="*/ 1590675 w 1670026"/>
              <a:gd name="connsiteY3" fmla="*/ 0 h 200127"/>
              <a:gd name="connsiteX0" fmla="*/ 0 w 1662359"/>
              <a:gd name="connsiteY0" fmla="*/ 209738 h 209738"/>
              <a:gd name="connsiteX1" fmla="*/ 897732 w 1662359"/>
              <a:gd name="connsiteY1" fmla="*/ 207602 h 209738"/>
              <a:gd name="connsiteX2" fmla="*/ 1562099 w 1662359"/>
              <a:gd name="connsiteY2" fmla="*/ 181807 h 209738"/>
              <a:gd name="connsiteX3" fmla="*/ 1578768 w 1662359"/>
              <a:gd name="connsiteY3" fmla="*/ 0 h 209738"/>
              <a:gd name="connsiteX0" fmla="*/ 0 w 1668069"/>
              <a:gd name="connsiteY0" fmla="*/ 209738 h 209738"/>
              <a:gd name="connsiteX1" fmla="*/ 897732 w 1668069"/>
              <a:gd name="connsiteY1" fmla="*/ 207602 h 209738"/>
              <a:gd name="connsiteX2" fmla="*/ 1562099 w 1668069"/>
              <a:gd name="connsiteY2" fmla="*/ 181807 h 209738"/>
              <a:gd name="connsiteX3" fmla="*/ 1578768 w 1668069"/>
              <a:gd name="connsiteY3" fmla="*/ 0 h 209738"/>
              <a:gd name="connsiteX0" fmla="*/ 0 w 1655030"/>
              <a:gd name="connsiteY0" fmla="*/ 200127 h 200127"/>
              <a:gd name="connsiteX1" fmla="*/ 897732 w 1655030"/>
              <a:gd name="connsiteY1" fmla="*/ 197991 h 200127"/>
              <a:gd name="connsiteX2" fmla="*/ 1562099 w 1655030"/>
              <a:gd name="connsiteY2" fmla="*/ 172196 h 200127"/>
              <a:gd name="connsiteX3" fmla="*/ 1566862 w 1655030"/>
              <a:gd name="connsiteY3" fmla="*/ 0 h 20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5030" h="200127">
                <a:moveTo>
                  <a:pt x="0" y="200127"/>
                </a:moveTo>
                <a:lnTo>
                  <a:pt x="897732" y="197991"/>
                </a:lnTo>
                <a:cubicBezTo>
                  <a:pt x="1158082" y="193336"/>
                  <a:pt x="1450577" y="205194"/>
                  <a:pt x="1562099" y="172196"/>
                </a:cubicBezTo>
                <a:cubicBezTo>
                  <a:pt x="1673621" y="139198"/>
                  <a:pt x="1696044" y="39778"/>
                  <a:pt x="1566862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E49CC98-E7FD-4656-A510-6353747DAA94}"/>
              </a:ext>
            </a:extLst>
          </p:cNvPr>
          <p:cNvCxnSpPr/>
          <p:nvPr/>
        </p:nvCxnSpPr>
        <p:spPr>
          <a:xfrm>
            <a:off x="1535216" y="3217258"/>
            <a:ext cx="5186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9341341-5540-4FBB-9206-A5FE16EA1A49}"/>
              </a:ext>
            </a:extLst>
          </p:cNvPr>
          <p:cNvCxnSpPr/>
          <p:nvPr/>
        </p:nvCxnSpPr>
        <p:spPr>
          <a:xfrm flipH="1" flipV="1">
            <a:off x="2668066" y="3379333"/>
            <a:ext cx="54077" cy="15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8155866-FBE1-4FB9-B40B-533A07F698DE}"/>
              </a:ext>
            </a:extLst>
          </p:cNvPr>
          <p:cNvCxnSpPr/>
          <p:nvPr/>
        </p:nvCxnSpPr>
        <p:spPr>
          <a:xfrm flipH="1" flipV="1">
            <a:off x="2679027" y="4096276"/>
            <a:ext cx="54077" cy="15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4FA8005-0F88-4AFF-A592-F0A43FE36B8A}"/>
              </a:ext>
            </a:extLst>
          </p:cNvPr>
          <p:cNvCxnSpPr/>
          <p:nvPr/>
        </p:nvCxnSpPr>
        <p:spPr>
          <a:xfrm flipH="1" flipV="1">
            <a:off x="2675775" y="3720620"/>
            <a:ext cx="54077" cy="15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CD6C489-F636-4FF5-A173-4BD1D7752B1A}"/>
              </a:ext>
            </a:extLst>
          </p:cNvPr>
          <p:cNvSpPr txBox="1"/>
          <p:nvPr/>
        </p:nvSpPr>
        <p:spPr>
          <a:xfrm>
            <a:off x="1126558" y="2637376"/>
            <a:ext cx="333752" cy="671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solidFill>
                  <a:schemeClr val="bg1"/>
                </a:solidFill>
                <a:latin typeface="+mn-ea"/>
              </a:rPr>
              <a:t>i</a:t>
            </a:r>
            <a:endParaRPr lang="zh-CN" altLang="en-US" sz="3200" i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9750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990560"/>
            <a:ext cx="2445509" cy="2888641"/>
            <a:chOff x="1983055" y="1673599"/>
            <a:chExt cx="3188061" cy="39624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969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699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  <p:sp>
        <p:nvSpPr>
          <p:cNvPr id="44" name="箭头: 右 43">
            <a:extLst>
              <a:ext uri="{FF2B5EF4-FFF2-40B4-BE49-F238E27FC236}">
                <a16:creationId xmlns:a16="http://schemas.microsoft.com/office/drawing/2014/main" id="{EAC8D7FA-E056-4C18-8C33-7B0BAA80F435}"/>
              </a:ext>
            </a:extLst>
          </p:cNvPr>
          <p:cNvSpPr/>
          <p:nvPr/>
        </p:nvSpPr>
        <p:spPr>
          <a:xfrm>
            <a:off x="3757767" y="3290637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53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/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7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𝐿𝑖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箭头: 右 43">
            <a:extLst>
              <a:ext uri="{FF2B5EF4-FFF2-40B4-BE49-F238E27FC236}">
                <a16:creationId xmlns:a16="http://schemas.microsoft.com/office/drawing/2014/main" id="{EAC8D7FA-E056-4C18-8C33-7B0BAA80F435}"/>
              </a:ext>
            </a:extLst>
          </p:cNvPr>
          <p:cNvSpPr/>
          <p:nvPr/>
        </p:nvSpPr>
        <p:spPr>
          <a:xfrm>
            <a:off x="3757767" y="3290637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966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/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7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𝐿𝑖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/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：磁通量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L:   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自感系数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箭头: 右 43">
            <a:extLst>
              <a:ext uri="{FF2B5EF4-FFF2-40B4-BE49-F238E27FC236}">
                <a16:creationId xmlns:a16="http://schemas.microsoft.com/office/drawing/2014/main" id="{EAC8D7FA-E056-4C18-8C33-7B0BAA80F435}"/>
              </a:ext>
            </a:extLst>
          </p:cNvPr>
          <p:cNvSpPr/>
          <p:nvPr/>
        </p:nvSpPr>
        <p:spPr>
          <a:xfrm>
            <a:off x="3757767" y="3290637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00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/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7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𝐿𝑖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/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：磁通量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L:   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自感系数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箭头: 右 43">
            <a:extLst>
              <a:ext uri="{FF2B5EF4-FFF2-40B4-BE49-F238E27FC236}">
                <a16:creationId xmlns:a16="http://schemas.microsoft.com/office/drawing/2014/main" id="{EAC8D7FA-E056-4C18-8C33-7B0BAA80F435}"/>
              </a:ext>
            </a:extLst>
          </p:cNvPr>
          <p:cNvSpPr/>
          <p:nvPr/>
        </p:nvSpPr>
        <p:spPr>
          <a:xfrm>
            <a:off x="3757767" y="3290637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101BAEAD-F504-4264-972B-571BC9BE2DCC}"/>
              </a:ext>
            </a:extLst>
          </p:cNvPr>
          <p:cNvSpPr/>
          <p:nvPr/>
        </p:nvSpPr>
        <p:spPr>
          <a:xfrm>
            <a:off x="7397591" y="3379333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97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/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7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𝐿𝑖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/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：磁通量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L:   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自感系数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箭头: 右 43">
            <a:extLst>
              <a:ext uri="{FF2B5EF4-FFF2-40B4-BE49-F238E27FC236}">
                <a16:creationId xmlns:a16="http://schemas.microsoft.com/office/drawing/2014/main" id="{EAC8D7FA-E056-4C18-8C33-7B0BAA80F435}"/>
              </a:ext>
            </a:extLst>
          </p:cNvPr>
          <p:cNvSpPr/>
          <p:nvPr/>
        </p:nvSpPr>
        <p:spPr>
          <a:xfrm>
            <a:off x="3757767" y="3290637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101BAEAD-F504-4264-972B-571BC9BE2DCC}"/>
              </a:ext>
            </a:extLst>
          </p:cNvPr>
          <p:cNvSpPr/>
          <p:nvPr/>
        </p:nvSpPr>
        <p:spPr>
          <a:xfrm>
            <a:off x="7397591" y="3379333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25A7E84-6E5B-4213-A2CA-818F35F078ED}"/>
                  </a:ext>
                </a:extLst>
              </p:cNvPr>
              <p:cNvSpPr txBox="1"/>
              <p:nvPr/>
            </p:nvSpPr>
            <p:spPr>
              <a:xfrm>
                <a:off x="8354028" y="2002103"/>
                <a:ext cx="3061992" cy="13432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6000" i="1" dirty="0">
                    <a:solidFill>
                      <a:srgbClr val="FFFF00"/>
                    </a:solidFill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sz="60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6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6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6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altLang="zh-CN" sz="6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altLang="zh-CN" sz="6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zh-CN" altLang="en-US" sz="6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25A7E84-6E5B-4213-A2CA-818F35F07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028" y="2002103"/>
                <a:ext cx="3061992" cy="1343253"/>
              </a:xfrm>
              <a:prstGeom prst="rect">
                <a:avLst/>
              </a:prstGeom>
              <a:blipFill>
                <a:blip r:embed="rId4"/>
                <a:stretch>
                  <a:fillRect l="-14911" b="-19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83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/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7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𝐿𝑖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/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：磁通量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L:   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自感系数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箭头: 右 43">
            <a:extLst>
              <a:ext uri="{FF2B5EF4-FFF2-40B4-BE49-F238E27FC236}">
                <a16:creationId xmlns:a16="http://schemas.microsoft.com/office/drawing/2014/main" id="{EAC8D7FA-E056-4C18-8C33-7B0BAA80F435}"/>
              </a:ext>
            </a:extLst>
          </p:cNvPr>
          <p:cNvSpPr/>
          <p:nvPr/>
        </p:nvSpPr>
        <p:spPr>
          <a:xfrm>
            <a:off x="3757767" y="3290637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101BAEAD-F504-4264-972B-571BC9BE2DCC}"/>
              </a:ext>
            </a:extLst>
          </p:cNvPr>
          <p:cNvSpPr/>
          <p:nvPr/>
        </p:nvSpPr>
        <p:spPr>
          <a:xfrm>
            <a:off x="7397591" y="3379333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25A7E84-6E5B-4213-A2CA-818F35F078ED}"/>
                  </a:ext>
                </a:extLst>
              </p:cNvPr>
              <p:cNvSpPr txBox="1"/>
              <p:nvPr/>
            </p:nvSpPr>
            <p:spPr>
              <a:xfrm>
                <a:off x="8354028" y="2002103"/>
                <a:ext cx="3061992" cy="13432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6000" i="1" dirty="0">
                    <a:solidFill>
                      <a:srgbClr val="FFFF00"/>
                    </a:solidFill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sz="60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6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6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6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altLang="zh-CN" sz="6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altLang="zh-CN" sz="6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zh-CN" altLang="en-US" sz="6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25A7E84-6E5B-4213-A2CA-818F35F07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028" y="2002103"/>
                <a:ext cx="3061992" cy="1343253"/>
              </a:xfrm>
              <a:prstGeom prst="rect">
                <a:avLst/>
              </a:prstGeom>
              <a:blipFill>
                <a:blip r:embed="rId4"/>
                <a:stretch>
                  <a:fillRect l="-14911" b="-19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D978E68-66CA-4D0C-BD93-85BA0C9064CB}"/>
                  </a:ext>
                </a:extLst>
              </p:cNvPr>
              <p:cNvSpPr txBox="1"/>
              <p:nvPr/>
            </p:nvSpPr>
            <p:spPr>
              <a:xfrm>
                <a:off x="8354028" y="3434881"/>
                <a:ext cx="2864179" cy="583493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：感应电动势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D978E68-66CA-4D0C-BD93-85BA0C906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028" y="3434881"/>
                <a:ext cx="2864179" cy="5834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349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25D8D15-8982-4F60-B8D8-E91121416A3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电感是什么？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C31832C-D283-437F-A0FA-08E01456CC62}"/>
              </a:ext>
            </a:extLst>
          </p:cNvPr>
          <p:cNvGrpSpPr/>
          <p:nvPr/>
        </p:nvGrpSpPr>
        <p:grpSpPr>
          <a:xfrm>
            <a:off x="914761" y="1857773"/>
            <a:ext cx="2445509" cy="3021429"/>
            <a:chOff x="1983055" y="1491452"/>
            <a:chExt cx="3188061" cy="41445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8EE490-B801-4920-B6F5-B9D17CB11606}"/>
                </a:ext>
              </a:extLst>
            </p:cNvPr>
            <p:cNvSpPr/>
            <p:nvPr/>
          </p:nvSpPr>
          <p:spPr>
            <a:xfrm>
              <a:off x="2218571" y="3359524"/>
              <a:ext cx="1281899" cy="120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F153F7-4EE0-48EB-9FFC-D0D4CC9DF77A}"/>
                </a:ext>
              </a:extLst>
            </p:cNvPr>
            <p:cNvSpPr/>
            <p:nvPr/>
          </p:nvSpPr>
          <p:spPr>
            <a:xfrm>
              <a:off x="3500470" y="2243737"/>
              <a:ext cx="1555461" cy="103859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BDA324-9041-4F78-ACAA-FDB71E44BBD7}"/>
                </a:ext>
              </a:extLst>
            </p:cNvPr>
            <p:cNvSpPr/>
            <p:nvPr/>
          </p:nvSpPr>
          <p:spPr>
            <a:xfrm>
              <a:off x="1983055" y="3787332"/>
              <a:ext cx="471033" cy="4640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28">
              <a:extLst>
                <a:ext uri="{FF2B5EF4-FFF2-40B4-BE49-F238E27FC236}">
                  <a16:creationId xmlns:a16="http://schemas.microsoft.com/office/drawing/2014/main" id="{23A8DA59-4C87-4243-AB4C-1514DD7D1320}"/>
                </a:ext>
              </a:extLst>
            </p:cNvPr>
            <p:cNvSpPr/>
            <p:nvPr/>
          </p:nvSpPr>
          <p:spPr>
            <a:xfrm>
              <a:off x="2069267" y="3953039"/>
              <a:ext cx="298608" cy="132153"/>
            </a:xfrm>
            <a:custGeom>
              <a:avLst/>
              <a:gdLst>
                <a:gd name="connsiteX0" fmla="*/ 0 w 330548"/>
                <a:gd name="connsiteY0" fmla="*/ 84051 h 107995"/>
                <a:gd name="connsiteX1" fmla="*/ 106680 w 330548"/>
                <a:gd name="connsiteY1" fmla="*/ 231 h 107995"/>
                <a:gd name="connsiteX2" fmla="*/ 213360 w 330548"/>
                <a:gd name="connsiteY2" fmla="*/ 106911 h 107995"/>
                <a:gd name="connsiteX3" fmla="*/ 327660 w 330548"/>
                <a:gd name="connsiteY3" fmla="*/ 53571 h 107995"/>
                <a:gd name="connsiteX4" fmla="*/ 312420 w 330548"/>
                <a:gd name="connsiteY4" fmla="*/ 23091 h 107995"/>
                <a:gd name="connsiteX0" fmla="*/ 0 w 400527"/>
                <a:gd name="connsiteY0" fmla="*/ 106204 h 130313"/>
                <a:gd name="connsiteX1" fmla="*/ 106680 w 400527"/>
                <a:gd name="connsiteY1" fmla="*/ 22384 h 130313"/>
                <a:gd name="connsiteX2" fmla="*/ 213360 w 400527"/>
                <a:gd name="connsiteY2" fmla="*/ 129064 h 130313"/>
                <a:gd name="connsiteX3" fmla="*/ 327660 w 400527"/>
                <a:gd name="connsiteY3" fmla="*/ 75724 h 130313"/>
                <a:gd name="connsiteX4" fmla="*/ 400527 w 400527"/>
                <a:gd name="connsiteY4" fmla="*/ 0 h 130313"/>
                <a:gd name="connsiteX0" fmla="*/ 0 w 332457"/>
                <a:gd name="connsiteY0" fmla="*/ 84052 h 107893"/>
                <a:gd name="connsiteX1" fmla="*/ 106680 w 332457"/>
                <a:gd name="connsiteY1" fmla="*/ 232 h 107893"/>
                <a:gd name="connsiteX2" fmla="*/ 213360 w 332457"/>
                <a:gd name="connsiteY2" fmla="*/ 106912 h 107893"/>
                <a:gd name="connsiteX3" fmla="*/ 327660 w 332457"/>
                <a:gd name="connsiteY3" fmla="*/ 53572 h 107893"/>
                <a:gd name="connsiteX4" fmla="*/ 329089 w 332457"/>
                <a:gd name="connsiteY4" fmla="*/ 58811 h 107893"/>
                <a:gd name="connsiteX0" fmla="*/ 0 w 379541"/>
                <a:gd name="connsiteY0" fmla="*/ 84052 h 107954"/>
                <a:gd name="connsiteX1" fmla="*/ 106680 w 379541"/>
                <a:gd name="connsiteY1" fmla="*/ 232 h 107954"/>
                <a:gd name="connsiteX2" fmla="*/ 213360 w 379541"/>
                <a:gd name="connsiteY2" fmla="*/ 106912 h 107954"/>
                <a:gd name="connsiteX3" fmla="*/ 327660 w 379541"/>
                <a:gd name="connsiteY3" fmla="*/ 53572 h 107954"/>
                <a:gd name="connsiteX4" fmla="*/ 379541 w 379541"/>
                <a:gd name="connsiteY4" fmla="*/ 36928 h 107954"/>
                <a:gd name="connsiteX0" fmla="*/ 0 w 327660"/>
                <a:gd name="connsiteY0" fmla="*/ 84052 h 107954"/>
                <a:gd name="connsiteX1" fmla="*/ 106680 w 327660"/>
                <a:gd name="connsiteY1" fmla="*/ 232 h 107954"/>
                <a:gd name="connsiteX2" fmla="*/ 213360 w 327660"/>
                <a:gd name="connsiteY2" fmla="*/ 106912 h 107954"/>
                <a:gd name="connsiteX3" fmla="*/ 327660 w 327660"/>
                <a:gd name="connsiteY3" fmla="*/ 53572 h 10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60" h="107954">
                  <a:moveTo>
                    <a:pt x="0" y="84052"/>
                  </a:moveTo>
                  <a:cubicBezTo>
                    <a:pt x="35560" y="40237"/>
                    <a:pt x="71120" y="-3578"/>
                    <a:pt x="106680" y="232"/>
                  </a:cubicBezTo>
                  <a:cubicBezTo>
                    <a:pt x="142240" y="4042"/>
                    <a:pt x="176530" y="98022"/>
                    <a:pt x="213360" y="106912"/>
                  </a:cubicBezTo>
                  <a:cubicBezTo>
                    <a:pt x="250190" y="115802"/>
                    <a:pt x="299963" y="65236"/>
                    <a:pt x="327660" y="53572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3">
              <a:extLst>
                <a:ext uri="{FF2B5EF4-FFF2-40B4-BE49-F238E27FC236}">
                  <a16:creationId xmlns:a16="http://schemas.microsoft.com/office/drawing/2014/main" id="{7621F461-7789-4523-B2B6-79F44F4B41C4}"/>
                </a:ext>
              </a:extLst>
            </p:cNvPr>
            <p:cNvSpPr/>
            <p:nvPr/>
          </p:nvSpPr>
          <p:spPr>
            <a:xfrm>
              <a:off x="3500470" y="2243737"/>
              <a:ext cx="1565103" cy="3117670"/>
            </a:xfrm>
            <a:custGeom>
              <a:avLst/>
              <a:gdLst>
                <a:gd name="connsiteX0" fmla="*/ 782552 w 1565103"/>
                <a:gd name="connsiteY0" fmla="*/ 0 h 3117670"/>
                <a:gd name="connsiteX1" fmla="*/ 1561063 w 1565103"/>
                <a:gd name="connsiteY1" fmla="*/ 469091 h 3117670"/>
                <a:gd name="connsiteX2" fmla="*/ 1565103 w 1565103"/>
                <a:gd name="connsiteY2" fmla="*/ 522514 h 3117670"/>
                <a:gd name="connsiteX3" fmla="*/ 1565103 w 1565103"/>
                <a:gd name="connsiteY3" fmla="*/ 522514 h 3117670"/>
                <a:gd name="connsiteX4" fmla="*/ 1565103 w 1565103"/>
                <a:gd name="connsiteY4" fmla="*/ 522515 h 3117670"/>
                <a:gd name="connsiteX5" fmla="*/ 1565103 w 1565103"/>
                <a:gd name="connsiteY5" fmla="*/ 2595155 h 3117670"/>
                <a:gd name="connsiteX6" fmla="*/ 782552 w 1565103"/>
                <a:gd name="connsiteY6" fmla="*/ 3117670 h 3117670"/>
                <a:gd name="connsiteX7" fmla="*/ 1 w 1565103"/>
                <a:gd name="connsiteY7" fmla="*/ 2595155 h 3117670"/>
                <a:gd name="connsiteX8" fmla="*/ 0 w 1565103"/>
                <a:gd name="connsiteY8" fmla="*/ 2595155 h 3117670"/>
                <a:gd name="connsiteX9" fmla="*/ 0 w 1565103"/>
                <a:gd name="connsiteY9" fmla="*/ 522514 h 3117670"/>
                <a:gd name="connsiteX10" fmla="*/ 1 w 1565103"/>
                <a:gd name="connsiteY10" fmla="*/ 522514 h 3117670"/>
                <a:gd name="connsiteX11" fmla="*/ 4042 w 1565103"/>
                <a:gd name="connsiteY11" fmla="*/ 469091 h 3117670"/>
                <a:gd name="connsiteX12" fmla="*/ 782552 w 1565103"/>
                <a:gd name="connsiteY12" fmla="*/ 0 h 311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103" h="3117670">
                  <a:moveTo>
                    <a:pt x="782552" y="0"/>
                  </a:moveTo>
                  <a:cubicBezTo>
                    <a:pt x="1187731" y="0"/>
                    <a:pt x="1520989" y="205610"/>
                    <a:pt x="1561063" y="469091"/>
                  </a:cubicBezTo>
                  <a:lnTo>
                    <a:pt x="1565103" y="522514"/>
                  </a:lnTo>
                  <a:lnTo>
                    <a:pt x="1565103" y="522514"/>
                  </a:lnTo>
                  <a:lnTo>
                    <a:pt x="1565103" y="522515"/>
                  </a:lnTo>
                  <a:lnTo>
                    <a:pt x="1565103" y="2595155"/>
                  </a:lnTo>
                  <a:cubicBezTo>
                    <a:pt x="1565103" y="2883732"/>
                    <a:pt x="1214743" y="3117670"/>
                    <a:pt x="782552" y="3117670"/>
                  </a:cubicBezTo>
                  <a:cubicBezTo>
                    <a:pt x="350361" y="3117670"/>
                    <a:pt x="1" y="2883732"/>
                    <a:pt x="1" y="2595155"/>
                  </a:cubicBezTo>
                  <a:lnTo>
                    <a:pt x="0" y="2595155"/>
                  </a:lnTo>
                  <a:lnTo>
                    <a:pt x="0" y="522514"/>
                  </a:lnTo>
                  <a:lnTo>
                    <a:pt x="1" y="522514"/>
                  </a:lnTo>
                  <a:lnTo>
                    <a:pt x="4042" y="469091"/>
                  </a:lnTo>
                  <a:cubicBezTo>
                    <a:pt x="44116" y="205610"/>
                    <a:pt x="377373" y="0"/>
                    <a:pt x="782552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46">
              <a:extLst>
                <a:ext uri="{FF2B5EF4-FFF2-40B4-BE49-F238E27FC236}">
                  <a16:creationId xmlns:a16="http://schemas.microsoft.com/office/drawing/2014/main" id="{B9C7E12B-9300-4CAD-AB3F-C2B9BF50C143}"/>
                </a:ext>
              </a:extLst>
            </p:cNvPr>
            <p:cNvSpPr/>
            <p:nvPr/>
          </p:nvSpPr>
          <p:spPr>
            <a:xfrm>
              <a:off x="3386320" y="3356282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47">
              <a:extLst>
                <a:ext uri="{FF2B5EF4-FFF2-40B4-BE49-F238E27FC236}">
                  <a16:creationId xmlns:a16="http://schemas.microsoft.com/office/drawing/2014/main" id="{7095A8A3-AE7C-42AC-885D-9BD3B201C3DD}"/>
                </a:ext>
              </a:extLst>
            </p:cNvPr>
            <p:cNvSpPr/>
            <p:nvPr/>
          </p:nvSpPr>
          <p:spPr>
            <a:xfrm>
              <a:off x="3394928" y="3827971"/>
              <a:ext cx="1776188" cy="472014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188" h="476291">
                  <a:moveTo>
                    <a:pt x="111652" y="476291"/>
                  </a:moveTo>
                  <a:cubicBezTo>
                    <a:pt x="7373" y="470317"/>
                    <a:pt x="-61782" y="328741"/>
                    <a:pt x="80696" y="286629"/>
                  </a:cubicBezTo>
                  <a:cubicBezTo>
                    <a:pt x="223174" y="244517"/>
                    <a:pt x="698234" y="241492"/>
                    <a:pt x="966521" y="223621"/>
                  </a:cubicBezTo>
                  <a:cubicBezTo>
                    <a:pt x="1234808" y="205750"/>
                    <a:pt x="1572151" y="216674"/>
                    <a:pt x="1690420" y="179404"/>
                  </a:cubicBezTo>
                  <a:cubicBezTo>
                    <a:pt x="1808689" y="142134"/>
                    <a:pt x="1805315" y="39778"/>
                    <a:pt x="1676133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48">
              <a:extLst>
                <a:ext uri="{FF2B5EF4-FFF2-40B4-BE49-F238E27FC236}">
                  <a16:creationId xmlns:a16="http://schemas.microsoft.com/office/drawing/2014/main" id="{16B3E0DE-4CBB-4556-B416-BA95184FB752}"/>
                </a:ext>
              </a:extLst>
            </p:cNvPr>
            <p:cNvSpPr/>
            <p:nvPr/>
          </p:nvSpPr>
          <p:spPr>
            <a:xfrm>
              <a:off x="3500374" y="4365936"/>
              <a:ext cx="1655030" cy="198330"/>
            </a:xfrm>
            <a:custGeom>
              <a:avLst/>
              <a:gdLst>
                <a:gd name="connsiteX0" fmla="*/ 0 w 1200493"/>
                <a:gd name="connsiteY0" fmla="*/ 676102 h 929776"/>
                <a:gd name="connsiteX1" fmla="*/ 604838 w 1200493"/>
                <a:gd name="connsiteY1" fmla="*/ 923752 h 929776"/>
                <a:gd name="connsiteX2" fmla="*/ 1095375 w 1200493"/>
                <a:gd name="connsiteY2" fmla="*/ 452265 h 929776"/>
                <a:gd name="connsiteX3" fmla="*/ 1152525 w 1200493"/>
                <a:gd name="connsiteY3" fmla="*/ 28402 h 929776"/>
                <a:gd name="connsiteX4" fmla="*/ 523875 w 1200493"/>
                <a:gd name="connsiteY4" fmla="*/ 37927 h 929776"/>
                <a:gd name="connsiteX5" fmla="*/ 523875 w 1200493"/>
                <a:gd name="connsiteY5" fmla="*/ 37927 h 929776"/>
                <a:gd name="connsiteX6" fmla="*/ 733425 w 1200493"/>
                <a:gd name="connsiteY6" fmla="*/ 99840 h 929776"/>
                <a:gd name="connsiteX7" fmla="*/ 690563 w 1200493"/>
                <a:gd name="connsiteY7" fmla="*/ 204615 h 929776"/>
                <a:gd name="connsiteX0" fmla="*/ 128102 w 1365164"/>
                <a:gd name="connsiteY0" fmla="*/ 676102 h 721219"/>
                <a:gd name="connsiteX1" fmla="*/ 42377 w 1365164"/>
                <a:gd name="connsiteY1" fmla="*/ 544106 h 721219"/>
                <a:gd name="connsiteX2" fmla="*/ 1223477 w 1365164"/>
                <a:gd name="connsiteY2" fmla="*/ 452265 h 721219"/>
                <a:gd name="connsiteX3" fmla="*/ 1280627 w 1365164"/>
                <a:gd name="connsiteY3" fmla="*/ 28402 h 721219"/>
                <a:gd name="connsiteX4" fmla="*/ 651977 w 1365164"/>
                <a:gd name="connsiteY4" fmla="*/ 37927 h 721219"/>
                <a:gd name="connsiteX5" fmla="*/ 651977 w 1365164"/>
                <a:gd name="connsiteY5" fmla="*/ 37927 h 721219"/>
                <a:gd name="connsiteX6" fmla="*/ 861527 w 1365164"/>
                <a:gd name="connsiteY6" fmla="*/ 99840 h 721219"/>
                <a:gd name="connsiteX7" fmla="*/ 818665 w 1365164"/>
                <a:gd name="connsiteY7" fmla="*/ 204615 h 721219"/>
                <a:gd name="connsiteX0" fmla="*/ 101744 w 1337037"/>
                <a:gd name="connsiteY0" fmla="*/ 676102 h 714264"/>
                <a:gd name="connsiteX1" fmla="*/ 44594 w 1337037"/>
                <a:gd name="connsiteY1" fmla="*/ 481633 h 714264"/>
                <a:gd name="connsiteX2" fmla="*/ 1197119 w 1337037"/>
                <a:gd name="connsiteY2" fmla="*/ 452265 h 714264"/>
                <a:gd name="connsiteX3" fmla="*/ 1254269 w 1337037"/>
                <a:gd name="connsiteY3" fmla="*/ 28402 h 714264"/>
                <a:gd name="connsiteX4" fmla="*/ 625619 w 1337037"/>
                <a:gd name="connsiteY4" fmla="*/ 37927 h 714264"/>
                <a:gd name="connsiteX5" fmla="*/ 625619 w 1337037"/>
                <a:gd name="connsiteY5" fmla="*/ 37927 h 714264"/>
                <a:gd name="connsiteX6" fmla="*/ 835169 w 1337037"/>
                <a:gd name="connsiteY6" fmla="*/ 99840 h 714264"/>
                <a:gd name="connsiteX7" fmla="*/ 792307 w 1337037"/>
                <a:gd name="connsiteY7" fmla="*/ 204615 h 714264"/>
                <a:gd name="connsiteX0" fmla="*/ 130843 w 1366136"/>
                <a:gd name="connsiteY0" fmla="*/ 676102 h 679179"/>
                <a:gd name="connsiteX1" fmla="*/ 118042 w 1366136"/>
                <a:gd name="connsiteY1" fmla="*/ 654811 h 679179"/>
                <a:gd name="connsiteX2" fmla="*/ 73693 w 1366136"/>
                <a:gd name="connsiteY2" fmla="*/ 481633 h 679179"/>
                <a:gd name="connsiteX3" fmla="*/ 1226218 w 1366136"/>
                <a:gd name="connsiteY3" fmla="*/ 452265 h 679179"/>
                <a:gd name="connsiteX4" fmla="*/ 1283368 w 1366136"/>
                <a:gd name="connsiteY4" fmla="*/ 28402 h 679179"/>
                <a:gd name="connsiteX5" fmla="*/ 654718 w 1366136"/>
                <a:gd name="connsiteY5" fmla="*/ 37927 h 679179"/>
                <a:gd name="connsiteX6" fmla="*/ 654718 w 1366136"/>
                <a:gd name="connsiteY6" fmla="*/ 37927 h 679179"/>
                <a:gd name="connsiteX7" fmla="*/ 864268 w 1366136"/>
                <a:gd name="connsiteY7" fmla="*/ 99840 h 679179"/>
                <a:gd name="connsiteX8" fmla="*/ 821406 w 1366136"/>
                <a:gd name="connsiteY8" fmla="*/ 204615 h 679179"/>
                <a:gd name="connsiteX0" fmla="*/ 130843 w 1366136"/>
                <a:gd name="connsiteY0" fmla="*/ 676102 h 732367"/>
                <a:gd name="connsiteX1" fmla="*/ 118042 w 1366136"/>
                <a:gd name="connsiteY1" fmla="*/ 724494 h 732367"/>
                <a:gd name="connsiteX2" fmla="*/ 73693 w 1366136"/>
                <a:gd name="connsiteY2" fmla="*/ 481633 h 732367"/>
                <a:gd name="connsiteX3" fmla="*/ 1226218 w 1366136"/>
                <a:gd name="connsiteY3" fmla="*/ 452265 h 732367"/>
                <a:gd name="connsiteX4" fmla="*/ 1283368 w 1366136"/>
                <a:gd name="connsiteY4" fmla="*/ 28402 h 732367"/>
                <a:gd name="connsiteX5" fmla="*/ 654718 w 1366136"/>
                <a:gd name="connsiteY5" fmla="*/ 37927 h 732367"/>
                <a:gd name="connsiteX6" fmla="*/ 654718 w 1366136"/>
                <a:gd name="connsiteY6" fmla="*/ 37927 h 732367"/>
                <a:gd name="connsiteX7" fmla="*/ 864268 w 1366136"/>
                <a:gd name="connsiteY7" fmla="*/ 99840 h 732367"/>
                <a:gd name="connsiteX8" fmla="*/ 821406 w 1366136"/>
                <a:gd name="connsiteY8" fmla="*/ 204615 h 732367"/>
                <a:gd name="connsiteX0" fmla="*/ 318962 w 1366136"/>
                <a:gd name="connsiteY0" fmla="*/ 750590 h 752340"/>
                <a:gd name="connsiteX1" fmla="*/ 118042 w 1366136"/>
                <a:gd name="connsiteY1" fmla="*/ 724494 h 752340"/>
                <a:gd name="connsiteX2" fmla="*/ 73693 w 1366136"/>
                <a:gd name="connsiteY2" fmla="*/ 481633 h 752340"/>
                <a:gd name="connsiteX3" fmla="*/ 1226218 w 1366136"/>
                <a:gd name="connsiteY3" fmla="*/ 452265 h 752340"/>
                <a:gd name="connsiteX4" fmla="*/ 1283368 w 1366136"/>
                <a:gd name="connsiteY4" fmla="*/ 28402 h 752340"/>
                <a:gd name="connsiteX5" fmla="*/ 654718 w 1366136"/>
                <a:gd name="connsiteY5" fmla="*/ 37927 h 752340"/>
                <a:gd name="connsiteX6" fmla="*/ 654718 w 1366136"/>
                <a:gd name="connsiteY6" fmla="*/ 37927 h 752340"/>
                <a:gd name="connsiteX7" fmla="*/ 864268 w 1366136"/>
                <a:gd name="connsiteY7" fmla="*/ 99840 h 752340"/>
                <a:gd name="connsiteX8" fmla="*/ 821406 w 1366136"/>
                <a:gd name="connsiteY8" fmla="*/ 204615 h 752340"/>
                <a:gd name="connsiteX0" fmla="*/ 354753 w 1401927"/>
                <a:gd name="connsiteY0" fmla="*/ 750590 h 750639"/>
                <a:gd name="connsiteX1" fmla="*/ 53821 w 1401927"/>
                <a:gd name="connsiteY1" fmla="*/ 599547 h 750639"/>
                <a:gd name="connsiteX2" fmla="*/ 109484 w 1401927"/>
                <a:gd name="connsiteY2" fmla="*/ 481633 h 750639"/>
                <a:gd name="connsiteX3" fmla="*/ 1262009 w 1401927"/>
                <a:gd name="connsiteY3" fmla="*/ 452265 h 750639"/>
                <a:gd name="connsiteX4" fmla="*/ 1319159 w 1401927"/>
                <a:gd name="connsiteY4" fmla="*/ 28402 h 750639"/>
                <a:gd name="connsiteX5" fmla="*/ 690509 w 1401927"/>
                <a:gd name="connsiteY5" fmla="*/ 37927 h 750639"/>
                <a:gd name="connsiteX6" fmla="*/ 690509 w 1401927"/>
                <a:gd name="connsiteY6" fmla="*/ 37927 h 750639"/>
                <a:gd name="connsiteX7" fmla="*/ 900059 w 1401927"/>
                <a:gd name="connsiteY7" fmla="*/ 99840 h 750639"/>
                <a:gd name="connsiteX8" fmla="*/ 857197 w 1401927"/>
                <a:gd name="connsiteY8" fmla="*/ 204615 h 750639"/>
                <a:gd name="connsiteX0" fmla="*/ 164253 w 1401927"/>
                <a:gd name="connsiteY0" fmla="*/ 683310 h 683418"/>
                <a:gd name="connsiteX1" fmla="*/ 53821 w 1401927"/>
                <a:gd name="connsiteY1" fmla="*/ 599547 h 683418"/>
                <a:gd name="connsiteX2" fmla="*/ 109484 w 1401927"/>
                <a:gd name="connsiteY2" fmla="*/ 481633 h 683418"/>
                <a:gd name="connsiteX3" fmla="*/ 1262009 w 1401927"/>
                <a:gd name="connsiteY3" fmla="*/ 452265 h 683418"/>
                <a:gd name="connsiteX4" fmla="*/ 1319159 w 1401927"/>
                <a:gd name="connsiteY4" fmla="*/ 28402 h 683418"/>
                <a:gd name="connsiteX5" fmla="*/ 690509 w 1401927"/>
                <a:gd name="connsiteY5" fmla="*/ 37927 h 683418"/>
                <a:gd name="connsiteX6" fmla="*/ 690509 w 1401927"/>
                <a:gd name="connsiteY6" fmla="*/ 37927 h 683418"/>
                <a:gd name="connsiteX7" fmla="*/ 900059 w 1401927"/>
                <a:gd name="connsiteY7" fmla="*/ 99840 h 683418"/>
                <a:gd name="connsiteX8" fmla="*/ 857197 w 1401927"/>
                <a:gd name="connsiteY8" fmla="*/ 204615 h 683418"/>
                <a:gd name="connsiteX0" fmla="*/ 147978 w 1315128"/>
                <a:gd name="connsiteY0" fmla="*/ 679774 h 679882"/>
                <a:gd name="connsiteX1" fmla="*/ 37546 w 1315128"/>
                <a:gd name="connsiteY1" fmla="*/ 596011 h 679882"/>
                <a:gd name="connsiteX2" fmla="*/ 93209 w 1315128"/>
                <a:gd name="connsiteY2" fmla="*/ 478097 h 679882"/>
                <a:gd name="connsiteX3" fmla="*/ 1012372 w 1315128"/>
                <a:gd name="connsiteY3" fmla="*/ 400672 h 679882"/>
                <a:gd name="connsiteX4" fmla="*/ 1302884 w 1315128"/>
                <a:gd name="connsiteY4" fmla="*/ 24866 h 679882"/>
                <a:gd name="connsiteX5" fmla="*/ 674234 w 1315128"/>
                <a:gd name="connsiteY5" fmla="*/ 34391 h 679882"/>
                <a:gd name="connsiteX6" fmla="*/ 674234 w 1315128"/>
                <a:gd name="connsiteY6" fmla="*/ 34391 h 679882"/>
                <a:gd name="connsiteX7" fmla="*/ 883784 w 1315128"/>
                <a:gd name="connsiteY7" fmla="*/ 96304 h 679882"/>
                <a:gd name="connsiteX8" fmla="*/ 840922 w 1315128"/>
                <a:gd name="connsiteY8" fmla="*/ 201079 h 679882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883784 w 1740609"/>
                <a:gd name="connsiteY7" fmla="*/ 61913 h 645491"/>
                <a:gd name="connsiteX8" fmla="*/ 840922 w 1740609"/>
                <a:gd name="connsiteY8" fmla="*/ 166688 h 645491"/>
                <a:gd name="connsiteX0" fmla="*/ 147978 w 1740609"/>
                <a:gd name="connsiteY0" fmla="*/ 645383 h 645491"/>
                <a:gd name="connsiteX1" fmla="*/ 37546 w 1740609"/>
                <a:gd name="connsiteY1" fmla="*/ 561620 h 645491"/>
                <a:gd name="connsiteX2" fmla="*/ 93209 w 1740609"/>
                <a:gd name="connsiteY2" fmla="*/ 443706 h 645491"/>
                <a:gd name="connsiteX3" fmla="*/ 1012372 w 1740609"/>
                <a:gd name="connsiteY3" fmla="*/ 366281 h 645491"/>
                <a:gd name="connsiteX4" fmla="*/ 1736271 w 1740609"/>
                <a:gd name="connsiteY4" fmla="*/ 322064 h 645491"/>
                <a:gd name="connsiteX5" fmla="*/ 674234 w 1740609"/>
                <a:gd name="connsiteY5" fmla="*/ 0 h 645491"/>
                <a:gd name="connsiteX6" fmla="*/ 674234 w 1740609"/>
                <a:gd name="connsiteY6" fmla="*/ 0 h 645491"/>
                <a:gd name="connsiteX7" fmla="*/ 624228 w 1740609"/>
                <a:gd name="connsiteY7" fmla="*/ 93149 h 645491"/>
                <a:gd name="connsiteX8" fmla="*/ 840922 w 1740609"/>
                <a:gd name="connsiteY8" fmla="*/ 166688 h 645491"/>
                <a:gd name="connsiteX0" fmla="*/ 147978 w 1836284"/>
                <a:gd name="connsiteY0" fmla="*/ 646785 h 646893"/>
                <a:gd name="connsiteX1" fmla="*/ 37546 w 1836284"/>
                <a:gd name="connsiteY1" fmla="*/ 563022 h 646893"/>
                <a:gd name="connsiteX2" fmla="*/ 93209 w 1836284"/>
                <a:gd name="connsiteY2" fmla="*/ 445108 h 646893"/>
                <a:gd name="connsiteX3" fmla="*/ 1012372 w 1836284"/>
                <a:gd name="connsiteY3" fmla="*/ 367683 h 646893"/>
                <a:gd name="connsiteX4" fmla="*/ 1736271 w 1836284"/>
                <a:gd name="connsiteY4" fmla="*/ 323466 h 646893"/>
                <a:gd name="connsiteX5" fmla="*/ 674234 w 1836284"/>
                <a:gd name="connsiteY5" fmla="*/ 1402 h 646893"/>
                <a:gd name="connsiteX6" fmla="*/ 1836284 w 1836284"/>
                <a:gd name="connsiteY6" fmla="*/ 215253 h 646893"/>
                <a:gd name="connsiteX7" fmla="*/ 624228 w 1836284"/>
                <a:gd name="connsiteY7" fmla="*/ 94551 h 646893"/>
                <a:gd name="connsiteX8" fmla="*/ 840922 w 1836284"/>
                <a:gd name="connsiteY8" fmla="*/ 168090 h 646893"/>
                <a:gd name="connsiteX0" fmla="*/ 147978 w 1917524"/>
                <a:gd name="connsiteY0" fmla="*/ 553175 h 553283"/>
                <a:gd name="connsiteX1" fmla="*/ 37546 w 1917524"/>
                <a:gd name="connsiteY1" fmla="*/ 469412 h 553283"/>
                <a:gd name="connsiteX2" fmla="*/ 93209 w 1917524"/>
                <a:gd name="connsiteY2" fmla="*/ 351498 h 553283"/>
                <a:gd name="connsiteX3" fmla="*/ 1012372 w 1917524"/>
                <a:gd name="connsiteY3" fmla="*/ 274073 h 553283"/>
                <a:gd name="connsiteX4" fmla="*/ 1736271 w 1917524"/>
                <a:gd name="connsiteY4" fmla="*/ 229856 h 553283"/>
                <a:gd name="connsiteX5" fmla="*/ 1798184 w 1917524"/>
                <a:gd name="connsiteY5" fmla="*/ 200937 h 553283"/>
                <a:gd name="connsiteX6" fmla="*/ 1836284 w 1917524"/>
                <a:gd name="connsiteY6" fmla="*/ 121643 h 553283"/>
                <a:gd name="connsiteX7" fmla="*/ 624228 w 1917524"/>
                <a:gd name="connsiteY7" fmla="*/ 941 h 553283"/>
                <a:gd name="connsiteX8" fmla="*/ 840922 w 1917524"/>
                <a:gd name="connsiteY8" fmla="*/ 74480 h 553283"/>
                <a:gd name="connsiteX0" fmla="*/ 147978 w 1883277"/>
                <a:gd name="connsiteY0" fmla="*/ 511408 h 511516"/>
                <a:gd name="connsiteX1" fmla="*/ 37546 w 1883277"/>
                <a:gd name="connsiteY1" fmla="*/ 427645 h 511516"/>
                <a:gd name="connsiteX2" fmla="*/ 93209 w 1883277"/>
                <a:gd name="connsiteY2" fmla="*/ 309731 h 511516"/>
                <a:gd name="connsiteX3" fmla="*/ 1012372 w 1883277"/>
                <a:gd name="connsiteY3" fmla="*/ 232306 h 511516"/>
                <a:gd name="connsiteX4" fmla="*/ 1736271 w 1883277"/>
                <a:gd name="connsiteY4" fmla="*/ 188089 h 511516"/>
                <a:gd name="connsiteX5" fmla="*/ 1798184 w 1883277"/>
                <a:gd name="connsiteY5" fmla="*/ 159170 h 511516"/>
                <a:gd name="connsiteX6" fmla="*/ 1836284 w 1883277"/>
                <a:gd name="connsiteY6" fmla="*/ 79876 h 511516"/>
                <a:gd name="connsiteX7" fmla="*/ 1798184 w 1883277"/>
                <a:gd name="connsiteY7" fmla="*/ 4828 h 511516"/>
                <a:gd name="connsiteX8" fmla="*/ 840922 w 1883277"/>
                <a:gd name="connsiteY8" fmla="*/ 32713 h 511516"/>
                <a:gd name="connsiteX0" fmla="*/ 147978 w 1836284"/>
                <a:gd name="connsiteY0" fmla="*/ 524153 h 524261"/>
                <a:gd name="connsiteX1" fmla="*/ 37546 w 1836284"/>
                <a:gd name="connsiteY1" fmla="*/ 440390 h 524261"/>
                <a:gd name="connsiteX2" fmla="*/ 93209 w 1836284"/>
                <a:gd name="connsiteY2" fmla="*/ 322476 h 524261"/>
                <a:gd name="connsiteX3" fmla="*/ 1012372 w 1836284"/>
                <a:gd name="connsiteY3" fmla="*/ 245051 h 524261"/>
                <a:gd name="connsiteX4" fmla="*/ 1736271 w 1836284"/>
                <a:gd name="connsiteY4" fmla="*/ 200834 h 524261"/>
                <a:gd name="connsiteX5" fmla="*/ 1798184 w 1836284"/>
                <a:gd name="connsiteY5" fmla="*/ 171915 h 524261"/>
                <a:gd name="connsiteX6" fmla="*/ 1836284 w 1836284"/>
                <a:gd name="connsiteY6" fmla="*/ 92621 h 524261"/>
                <a:gd name="connsiteX7" fmla="*/ 1798184 w 1836284"/>
                <a:gd name="connsiteY7" fmla="*/ 17573 h 524261"/>
                <a:gd name="connsiteX8" fmla="*/ 1721984 w 1836284"/>
                <a:gd name="connsiteY8" fmla="*/ 21430 h 524261"/>
                <a:gd name="connsiteX0" fmla="*/ 147978 w 1838422"/>
                <a:gd name="connsiteY0" fmla="*/ 524153 h 524261"/>
                <a:gd name="connsiteX1" fmla="*/ 37546 w 1838422"/>
                <a:gd name="connsiteY1" fmla="*/ 440390 h 524261"/>
                <a:gd name="connsiteX2" fmla="*/ 93209 w 1838422"/>
                <a:gd name="connsiteY2" fmla="*/ 322476 h 524261"/>
                <a:gd name="connsiteX3" fmla="*/ 1012372 w 1838422"/>
                <a:gd name="connsiteY3" fmla="*/ 245051 h 524261"/>
                <a:gd name="connsiteX4" fmla="*/ 1736271 w 1838422"/>
                <a:gd name="connsiteY4" fmla="*/ 200834 h 524261"/>
                <a:gd name="connsiteX5" fmla="*/ 1836284 w 1838422"/>
                <a:gd name="connsiteY5" fmla="*/ 92621 h 524261"/>
                <a:gd name="connsiteX6" fmla="*/ 1798184 w 1838422"/>
                <a:gd name="connsiteY6" fmla="*/ 17573 h 524261"/>
                <a:gd name="connsiteX7" fmla="*/ 1721984 w 1838422"/>
                <a:gd name="connsiteY7" fmla="*/ 21430 h 524261"/>
                <a:gd name="connsiteX0" fmla="*/ 134379 w 1824823"/>
                <a:gd name="connsiteY0" fmla="*/ 524153 h 524261"/>
                <a:gd name="connsiteX1" fmla="*/ 23947 w 1824823"/>
                <a:gd name="connsiteY1" fmla="*/ 440390 h 524261"/>
                <a:gd name="connsiteX2" fmla="*/ 79610 w 1824823"/>
                <a:gd name="connsiteY2" fmla="*/ 322476 h 524261"/>
                <a:gd name="connsiteX3" fmla="*/ 998773 w 1824823"/>
                <a:gd name="connsiteY3" fmla="*/ 245051 h 524261"/>
                <a:gd name="connsiteX4" fmla="*/ 1722672 w 1824823"/>
                <a:gd name="connsiteY4" fmla="*/ 200834 h 524261"/>
                <a:gd name="connsiteX5" fmla="*/ 1822685 w 1824823"/>
                <a:gd name="connsiteY5" fmla="*/ 92621 h 524261"/>
                <a:gd name="connsiteX6" fmla="*/ 1784585 w 1824823"/>
                <a:gd name="connsiteY6" fmla="*/ 17573 h 524261"/>
                <a:gd name="connsiteX7" fmla="*/ 1708385 w 1824823"/>
                <a:gd name="connsiteY7" fmla="*/ 21430 h 524261"/>
                <a:gd name="connsiteX0" fmla="*/ 134379 w 1824823"/>
                <a:gd name="connsiteY0" fmla="*/ 524153 h 524505"/>
                <a:gd name="connsiteX1" fmla="*/ 23947 w 1824823"/>
                <a:gd name="connsiteY1" fmla="*/ 440390 h 524505"/>
                <a:gd name="connsiteX2" fmla="*/ 79610 w 1824823"/>
                <a:gd name="connsiteY2" fmla="*/ 322476 h 524505"/>
                <a:gd name="connsiteX3" fmla="*/ 998773 w 1824823"/>
                <a:gd name="connsiteY3" fmla="*/ 245051 h 524505"/>
                <a:gd name="connsiteX4" fmla="*/ 1722672 w 1824823"/>
                <a:gd name="connsiteY4" fmla="*/ 200834 h 524505"/>
                <a:gd name="connsiteX5" fmla="*/ 1822685 w 1824823"/>
                <a:gd name="connsiteY5" fmla="*/ 92621 h 524505"/>
                <a:gd name="connsiteX6" fmla="*/ 1784585 w 1824823"/>
                <a:gd name="connsiteY6" fmla="*/ 17573 h 524505"/>
                <a:gd name="connsiteX7" fmla="*/ 1708385 w 1824823"/>
                <a:gd name="connsiteY7" fmla="*/ 21430 h 524505"/>
                <a:gd name="connsiteX0" fmla="*/ 108972 w 1799416"/>
                <a:gd name="connsiteY0" fmla="*/ 524153 h 524153"/>
                <a:gd name="connsiteX1" fmla="*/ 54203 w 1799416"/>
                <a:gd name="connsiteY1" fmla="*/ 322476 h 524153"/>
                <a:gd name="connsiteX2" fmla="*/ 973366 w 1799416"/>
                <a:gd name="connsiteY2" fmla="*/ 245051 h 524153"/>
                <a:gd name="connsiteX3" fmla="*/ 1697265 w 1799416"/>
                <a:gd name="connsiteY3" fmla="*/ 200834 h 524153"/>
                <a:gd name="connsiteX4" fmla="*/ 1797278 w 1799416"/>
                <a:gd name="connsiteY4" fmla="*/ 92621 h 524153"/>
                <a:gd name="connsiteX5" fmla="*/ 1759178 w 1799416"/>
                <a:gd name="connsiteY5" fmla="*/ 17573 h 524153"/>
                <a:gd name="connsiteX6" fmla="*/ 1682978 w 1799416"/>
                <a:gd name="connsiteY6" fmla="*/ 21430 h 524153"/>
                <a:gd name="connsiteX0" fmla="*/ 128281 w 1818725"/>
                <a:gd name="connsiteY0" fmla="*/ 524153 h 524153"/>
                <a:gd name="connsiteX1" fmla="*/ 73512 w 1818725"/>
                <a:gd name="connsiteY1" fmla="*/ 322476 h 524153"/>
                <a:gd name="connsiteX2" fmla="*/ 992675 w 1818725"/>
                <a:gd name="connsiteY2" fmla="*/ 245051 h 524153"/>
                <a:gd name="connsiteX3" fmla="*/ 1716574 w 1818725"/>
                <a:gd name="connsiteY3" fmla="*/ 200834 h 524153"/>
                <a:gd name="connsiteX4" fmla="*/ 1816587 w 1818725"/>
                <a:gd name="connsiteY4" fmla="*/ 92621 h 524153"/>
                <a:gd name="connsiteX5" fmla="*/ 1778487 w 1818725"/>
                <a:gd name="connsiteY5" fmla="*/ 17573 h 524153"/>
                <a:gd name="connsiteX6" fmla="*/ 1702287 w 1818725"/>
                <a:gd name="connsiteY6" fmla="*/ 21430 h 524153"/>
                <a:gd name="connsiteX0" fmla="*/ 106337 w 1796781"/>
                <a:gd name="connsiteY0" fmla="*/ 524153 h 524153"/>
                <a:gd name="connsiteX1" fmla="*/ 84906 w 1796781"/>
                <a:gd name="connsiteY1" fmla="*/ 308059 h 524153"/>
                <a:gd name="connsiteX2" fmla="*/ 970731 w 1796781"/>
                <a:gd name="connsiteY2" fmla="*/ 245051 h 524153"/>
                <a:gd name="connsiteX3" fmla="*/ 1694630 w 1796781"/>
                <a:gd name="connsiteY3" fmla="*/ 200834 h 524153"/>
                <a:gd name="connsiteX4" fmla="*/ 1794643 w 1796781"/>
                <a:gd name="connsiteY4" fmla="*/ 92621 h 524153"/>
                <a:gd name="connsiteX5" fmla="*/ 1756543 w 1796781"/>
                <a:gd name="connsiteY5" fmla="*/ 17573 h 524153"/>
                <a:gd name="connsiteX6" fmla="*/ 1680343 w 1796781"/>
                <a:gd name="connsiteY6" fmla="*/ 21430 h 524153"/>
                <a:gd name="connsiteX0" fmla="*/ 106337 w 1800322"/>
                <a:gd name="connsiteY0" fmla="*/ 502723 h 502723"/>
                <a:gd name="connsiteX1" fmla="*/ 84906 w 1800322"/>
                <a:gd name="connsiteY1" fmla="*/ 286629 h 502723"/>
                <a:gd name="connsiteX2" fmla="*/ 970731 w 1800322"/>
                <a:gd name="connsiteY2" fmla="*/ 223621 h 502723"/>
                <a:gd name="connsiteX3" fmla="*/ 1694630 w 1800322"/>
                <a:gd name="connsiteY3" fmla="*/ 179404 h 502723"/>
                <a:gd name="connsiteX4" fmla="*/ 1794643 w 1800322"/>
                <a:gd name="connsiteY4" fmla="*/ 71191 h 502723"/>
                <a:gd name="connsiteX5" fmla="*/ 1680343 w 1800322"/>
                <a:gd name="connsiteY5" fmla="*/ 0 h 502723"/>
                <a:gd name="connsiteX0" fmla="*/ 106337 w 1800348"/>
                <a:gd name="connsiteY0" fmla="*/ 502723 h 502723"/>
                <a:gd name="connsiteX1" fmla="*/ 84906 w 1800348"/>
                <a:gd name="connsiteY1" fmla="*/ 286629 h 502723"/>
                <a:gd name="connsiteX2" fmla="*/ 970731 w 1800348"/>
                <a:gd name="connsiteY2" fmla="*/ 223621 h 502723"/>
                <a:gd name="connsiteX3" fmla="*/ 1694630 w 1800348"/>
                <a:gd name="connsiteY3" fmla="*/ 179404 h 502723"/>
                <a:gd name="connsiteX4" fmla="*/ 1794643 w 1800348"/>
                <a:gd name="connsiteY4" fmla="*/ 71191 h 502723"/>
                <a:gd name="connsiteX5" fmla="*/ 1680343 w 1800348"/>
                <a:gd name="connsiteY5" fmla="*/ 0 h 502723"/>
                <a:gd name="connsiteX0" fmla="*/ 106337 w 1797181"/>
                <a:gd name="connsiteY0" fmla="*/ 502723 h 502723"/>
                <a:gd name="connsiteX1" fmla="*/ 84906 w 1797181"/>
                <a:gd name="connsiteY1" fmla="*/ 286629 h 502723"/>
                <a:gd name="connsiteX2" fmla="*/ 970731 w 1797181"/>
                <a:gd name="connsiteY2" fmla="*/ 223621 h 502723"/>
                <a:gd name="connsiteX3" fmla="*/ 1694630 w 1797181"/>
                <a:gd name="connsiteY3" fmla="*/ 179404 h 502723"/>
                <a:gd name="connsiteX4" fmla="*/ 1794643 w 1797181"/>
                <a:gd name="connsiteY4" fmla="*/ 71191 h 502723"/>
                <a:gd name="connsiteX5" fmla="*/ 1680343 w 1797181"/>
                <a:gd name="connsiteY5" fmla="*/ 0 h 502723"/>
                <a:gd name="connsiteX0" fmla="*/ 106337 w 1794763"/>
                <a:gd name="connsiteY0" fmla="*/ 502723 h 502723"/>
                <a:gd name="connsiteX1" fmla="*/ 84906 w 1794763"/>
                <a:gd name="connsiteY1" fmla="*/ 286629 h 502723"/>
                <a:gd name="connsiteX2" fmla="*/ 970731 w 1794763"/>
                <a:gd name="connsiteY2" fmla="*/ 223621 h 502723"/>
                <a:gd name="connsiteX3" fmla="*/ 1694630 w 1794763"/>
                <a:gd name="connsiteY3" fmla="*/ 179404 h 502723"/>
                <a:gd name="connsiteX4" fmla="*/ 1794643 w 1794763"/>
                <a:gd name="connsiteY4" fmla="*/ 71191 h 502723"/>
                <a:gd name="connsiteX5" fmla="*/ 1680343 w 1794763"/>
                <a:gd name="connsiteY5" fmla="*/ 0 h 502723"/>
                <a:gd name="connsiteX0" fmla="*/ 106337 w 1794656"/>
                <a:gd name="connsiteY0" fmla="*/ 502723 h 502723"/>
                <a:gd name="connsiteX1" fmla="*/ 84906 w 1794656"/>
                <a:gd name="connsiteY1" fmla="*/ 286629 h 502723"/>
                <a:gd name="connsiteX2" fmla="*/ 970731 w 1794656"/>
                <a:gd name="connsiteY2" fmla="*/ 223621 h 502723"/>
                <a:gd name="connsiteX3" fmla="*/ 1694630 w 1794656"/>
                <a:gd name="connsiteY3" fmla="*/ 179404 h 502723"/>
                <a:gd name="connsiteX4" fmla="*/ 1794643 w 1794656"/>
                <a:gd name="connsiteY4" fmla="*/ 71191 h 502723"/>
                <a:gd name="connsiteX5" fmla="*/ 1680343 w 1794656"/>
                <a:gd name="connsiteY5" fmla="*/ 0 h 502723"/>
                <a:gd name="connsiteX0" fmla="*/ 106337 w 1744322"/>
                <a:gd name="connsiteY0" fmla="*/ 502723 h 502723"/>
                <a:gd name="connsiteX1" fmla="*/ 84906 w 1744322"/>
                <a:gd name="connsiteY1" fmla="*/ 286629 h 502723"/>
                <a:gd name="connsiteX2" fmla="*/ 970731 w 1744322"/>
                <a:gd name="connsiteY2" fmla="*/ 223621 h 502723"/>
                <a:gd name="connsiteX3" fmla="*/ 1694630 w 1744322"/>
                <a:gd name="connsiteY3" fmla="*/ 179404 h 502723"/>
                <a:gd name="connsiteX4" fmla="*/ 1680343 w 1744322"/>
                <a:gd name="connsiteY4" fmla="*/ 0 h 502723"/>
                <a:gd name="connsiteX0" fmla="*/ 106337 w 1780398"/>
                <a:gd name="connsiteY0" fmla="*/ 502723 h 502723"/>
                <a:gd name="connsiteX1" fmla="*/ 84906 w 1780398"/>
                <a:gd name="connsiteY1" fmla="*/ 286629 h 502723"/>
                <a:gd name="connsiteX2" fmla="*/ 970731 w 1780398"/>
                <a:gd name="connsiteY2" fmla="*/ 223621 h 502723"/>
                <a:gd name="connsiteX3" fmla="*/ 1694630 w 1780398"/>
                <a:gd name="connsiteY3" fmla="*/ 179404 h 502723"/>
                <a:gd name="connsiteX4" fmla="*/ 1680343 w 1780398"/>
                <a:gd name="connsiteY4" fmla="*/ 0 h 502723"/>
                <a:gd name="connsiteX0" fmla="*/ 113015 w 1775169"/>
                <a:gd name="connsiteY0" fmla="*/ 509931 h 509931"/>
                <a:gd name="connsiteX1" fmla="*/ 79677 w 1775169"/>
                <a:gd name="connsiteY1" fmla="*/ 286629 h 509931"/>
                <a:gd name="connsiteX2" fmla="*/ 965502 w 1775169"/>
                <a:gd name="connsiteY2" fmla="*/ 223621 h 509931"/>
                <a:gd name="connsiteX3" fmla="*/ 1689401 w 1775169"/>
                <a:gd name="connsiteY3" fmla="*/ 179404 h 509931"/>
                <a:gd name="connsiteX4" fmla="*/ 1675114 w 1775169"/>
                <a:gd name="connsiteY4" fmla="*/ 0 h 509931"/>
                <a:gd name="connsiteX0" fmla="*/ 111652 w 1776188"/>
                <a:gd name="connsiteY0" fmla="*/ 476291 h 476291"/>
                <a:gd name="connsiteX1" fmla="*/ 80696 w 1776188"/>
                <a:gd name="connsiteY1" fmla="*/ 286629 h 476291"/>
                <a:gd name="connsiteX2" fmla="*/ 966521 w 1776188"/>
                <a:gd name="connsiteY2" fmla="*/ 223621 h 476291"/>
                <a:gd name="connsiteX3" fmla="*/ 1690420 w 1776188"/>
                <a:gd name="connsiteY3" fmla="*/ 179404 h 476291"/>
                <a:gd name="connsiteX4" fmla="*/ 1676133 w 1776188"/>
                <a:gd name="connsiteY4" fmla="*/ 0 h 476291"/>
                <a:gd name="connsiteX0" fmla="*/ 0 w 1695492"/>
                <a:gd name="connsiteY0" fmla="*/ 286629 h 286629"/>
                <a:gd name="connsiteX1" fmla="*/ 885825 w 1695492"/>
                <a:gd name="connsiteY1" fmla="*/ 223621 h 286629"/>
                <a:gd name="connsiteX2" fmla="*/ 1609724 w 1695492"/>
                <a:gd name="connsiteY2" fmla="*/ 179404 h 286629"/>
                <a:gd name="connsiteX3" fmla="*/ 1595437 w 1695492"/>
                <a:gd name="connsiteY3" fmla="*/ 0 h 286629"/>
                <a:gd name="connsiteX0" fmla="*/ 0 w 1674061"/>
                <a:gd name="connsiteY0" fmla="*/ 279420 h 279420"/>
                <a:gd name="connsiteX1" fmla="*/ 864394 w 1674061"/>
                <a:gd name="connsiteY1" fmla="*/ 223621 h 279420"/>
                <a:gd name="connsiteX2" fmla="*/ 1588293 w 1674061"/>
                <a:gd name="connsiteY2" fmla="*/ 179404 h 279420"/>
                <a:gd name="connsiteX3" fmla="*/ 1574006 w 1674061"/>
                <a:gd name="connsiteY3" fmla="*/ 0 h 279420"/>
                <a:gd name="connsiteX0" fmla="*/ 0 w 1648609"/>
                <a:gd name="connsiteY0" fmla="*/ 279420 h 279420"/>
                <a:gd name="connsiteX1" fmla="*/ 1293019 w 1648609"/>
                <a:gd name="connsiteY1" fmla="*/ 246047 h 279420"/>
                <a:gd name="connsiteX2" fmla="*/ 1588293 w 1648609"/>
                <a:gd name="connsiteY2" fmla="*/ 179404 h 279420"/>
                <a:gd name="connsiteX3" fmla="*/ 1574006 w 1648609"/>
                <a:gd name="connsiteY3" fmla="*/ 0 h 279420"/>
                <a:gd name="connsiteX0" fmla="*/ 0 w 1671916"/>
                <a:gd name="connsiteY0" fmla="*/ 279420 h 280449"/>
                <a:gd name="connsiteX1" fmla="*/ 897732 w 1671916"/>
                <a:gd name="connsiteY1" fmla="*/ 277284 h 280449"/>
                <a:gd name="connsiteX2" fmla="*/ 1588293 w 1671916"/>
                <a:gd name="connsiteY2" fmla="*/ 179404 h 280449"/>
                <a:gd name="connsiteX3" fmla="*/ 1574006 w 1671916"/>
                <a:gd name="connsiteY3" fmla="*/ 0 h 280449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71916"/>
                <a:gd name="connsiteY0" fmla="*/ 279420 h 279420"/>
                <a:gd name="connsiteX1" fmla="*/ 897732 w 1671916"/>
                <a:gd name="connsiteY1" fmla="*/ 277284 h 279420"/>
                <a:gd name="connsiteX2" fmla="*/ 1588293 w 1671916"/>
                <a:gd name="connsiteY2" fmla="*/ 179404 h 279420"/>
                <a:gd name="connsiteX3" fmla="*/ 1574006 w 1671916"/>
                <a:gd name="connsiteY3" fmla="*/ 0 h 279420"/>
                <a:gd name="connsiteX0" fmla="*/ 0 w 1659386"/>
                <a:gd name="connsiteY0" fmla="*/ 279420 h 279972"/>
                <a:gd name="connsiteX1" fmla="*/ 897732 w 1659386"/>
                <a:gd name="connsiteY1" fmla="*/ 277284 h 279972"/>
                <a:gd name="connsiteX2" fmla="*/ 1562099 w 1659386"/>
                <a:gd name="connsiteY2" fmla="*/ 251489 h 279972"/>
                <a:gd name="connsiteX3" fmla="*/ 1574006 w 1659386"/>
                <a:gd name="connsiteY3" fmla="*/ 0 h 279972"/>
                <a:gd name="connsiteX0" fmla="*/ 0 w 1670026"/>
                <a:gd name="connsiteY0" fmla="*/ 200127 h 200127"/>
                <a:gd name="connsiteX1" fmla="*/ 897732 w 1670026"/>
                <a:gd name="connsiteY1" fmla="*/ 197991 h 200127"/>
                <a:gd name="connsiteX2" fmla="*/ 1562099 w 1670026"/>
                <a:gd name="connsiteY2" fmla="*/ 172196 h 200127"/>
                <a:gd name="connsiteX3" fmla="*/ 1590675 w 1670026"/>
                <a:gd name="connsiteY3" fmla="*/ 0 h 200127"/>
                <a:gd name="connsiteX0" fmla="*/ 0 w 1662359"/>
                <a:gd name="connsiteY0" fmla="*/ 209738 h 209738"/>
                <a:gd name="connsiteX1" fmla="*/ 897732 w 1662359"/>
                <a:gd name="connsiteY1" fmla="*/ 207602 h 209738"/>
                <a:gd name="connsiteX2" fmla="*/ 1562099 w 1662359"/>
                <a:gd name="connsiteY2" fmla="*/ 181807 h 209738"/>
                <a:gd name="connsiteX3" fmla="*/ 1578768 w 1662359"/>
                <a:gd name="connsiteY3" fmla="*/ 0 h 209738"/>
                <a:gd name="connsiteX0" fmla="*/ 0 w 1668069"/>
                <a:gd name="connsiteY0" fmla="*/ 209738 h 209738"/>
                <a:gd name="connsiteX1" fmla="*/ 897732 w 1668069"/>
                <a:gd name="connsiteY1" fmla="*/ 207602 h 209738"/>
                <a:gd name="connsiteX2" fmla="*/ 1562099 w 1668069"/>
                <a:gd name="connsiteY2" fmla="*/ 181807 h 209738"/>
                <a:gd name="connsiteX3" fmla="*/ 1578768 w 1668069"/>
                <a:gd name="connsiteY3" fmla="*/ 0 h 209738"/>
                <a:gd name="connsiteX0" fmla="*/ 0 w 1655030"/>
                <a:gd name="connsiteY0" fmla="*/ 200127 h 200127"/>
                <a:gd name="connsiteX1" fmla="*/ 897732 w 1655030"/>
                <a:gd name="connsiteY1" fmla="*/ 197991 h 200127"/>
                <a:gd name="connsiteX2" fmla="*/ 1562099 w 1655030"/>
                <a:gd name="connsiteY2" fmla="*/ 172196 h 200127"/>
                <a:gd name="connsiteX3" fmla="*/ 1566862 w 1655030"/>
                <a:gd name="connsiteY3" fmla="*/ 0 h 20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5030" h="200127">
                  <a:moveTo>
                    <a:pt x="0" y="200127"/>
                  </a:moveTo>
                  <a:lnTo>
                    <a:pt x="897732" y="197991"/>
                  </a:lnTo>
                  <a:cubicBezTo>
                    <a:pt x="1158082" y="193336"/>
                    <a:pt x="1450577" y="205194"/>
                    <a:pt x="1562099" y="172196"/>
                  </a:cubicBezTo>
                  <a:cubicBezTo>
                    <a:pt x="1673621" y="139198"/>
                    <a:pt x="1696044" y="39778"/>
                    <a:pt x="1566862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49CC98-E7FD-4656-A510-6353747DAA94}"/>
                </a:ext>
              </a:extLst>
            </p:cNvPr>
            <p:cNvCxnSpPr/>
            <p:nvPr/>
          </p:nvCxnSpPr>
          <p:spPr>
            <a:xfrm>
              <a:off x="2791905" y="3356282"/>
              <a:ext cx="676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79341341-5540-4FBB-9206-A5FE16EA1A49}"/>
                </a:ext>
              </a:extLst>
            </p:cNvPr>
            <p:cNvCxnSpPr/>
            <p:nvPr/>
          </p:nvCxnSpPr>
          <p:spPr>
            <a:xfrm flipH="1" flipV="1">
              <a:off x="4268732" y="357860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8155866-FBE1-4FB9-B40B-533A07F698DE}"/>
                </a:ext>
              </a:extLst>
            </p:cNvPr>
            <p:cNvCxnSpPr/>
            <p:nvPr/>
          </p:nvCxnSpPr>
          <p:spPr>
            <a:xfrm flipH="1" flipV="1">
              <a:off x="4283021" y="4562046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54FA8005-0F88-4AFF-A592-F0A43FE36B8A}"/>
                </a:ext>
              </a:extLst>
            </p:cNvPr>
            <p:cNvCxnSpPr/>
            <p:nvPr/>
          </p:nvCxnSpPr>
          <p:spPr>
            <a:xfrm flipH="1" flipV="1">
              <a:off x="4278782" y="4046752"/>
              <a:ext cx="70497" cy="206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CD6C489-F636-4FF5-A173-4BD1D7752B1A}"/>
                </a:ext>
              </a:extLst>
            </p:cNvPr>
            <p:cNvSpPr txBox="1"/>
            <p:nvPr/>
          </p:nvSpPr>
          <p:spPr>
            <a:xfrm>
              <a:off x="2259162" y="2560847"/>
              <a:ext cx="435092" cy="92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chemeClr val="bg1"/>
                  </a:solidFill>
                  <a:latin typeface="+mn-ea"/>
                </a:rPr>
                <a:t>i</a:t>
              </a:r>
              <a:endParaRPr lang="zh-CN" altLang="en-US" sz="3200" i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886F33B-FCC7-4EA0-9FE4-797047050DE3}"/>
                </a:ext>
              </a:extLst>
            </p:cNvPr>
            <p:cNvCxnSpPr/>
            <p:nvPr/>
          </p:nvCxnSpPr>
          <p:spPr>
            <a:xfrm>
              <a:off x="4268732" y="1673599"/>
              <a:ext cx="0" cy="3962400"/>
            </a:xfrm>
            <a:prstGeom prst="line">
              <a:avLst/>
            </a:prstGeom>
            <a:ln w="22225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 66">
              <a:extLst>
                <a:ext uri="{FF2B5EF4-FFF2-40B4-BE49-F238E27FC236}">
                  <a16:creationId xmlns:a16="http://schemas.microsoft.com/office/drawing/2014/main" id="{501479C5-A223-4CB8-BACA-DDFDC153098A}"/>
                </a:ext>
              </a:extLst>
            </p:cNvPr>
            <p:cNvSpPr/>
            <p:nvPr/>
          </p:nvSpPr>
          <p:spPr>
            <a:xfrm>
              <a:off x="3652199" y="1752973"/>
              <a:ext cx="451299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67">
              <a:extLst>
                <a:ext uri="{FF2B5EF4-FFF2-40B4-BE49-F238E27FC236}">
                  <a16:creationId xmlns:a16="http://schemas.microsoft.com/office/drawing/2014/main" id="{5C741F21-0753-4048-B5E7-B27FBE3EE4A5}"/>
                </a:ext>
              </a:extLst>
            </p:cNvPr>
            <p:cNvSpPr/>
            <p:nvPr/>
          </p:nvSpPr>
          <p:spPr>
            <a:xfrm flipH="1">
              <a:off x="4461772" y="1752972"/>
              <a:ext cx="370293" cy="3883025"/>
            </a:xfrm>
            <a:custGeom>
              <a:avLst/>
              <a:gdLst>
                <a:gd name="connsiteX0" fmla="*/ 0 w 257333"/>
                <a:gd name="connsiteY0" fmla="*/ 0 h 3992782"/>
                <a:gd name="connsiteX1" fmla="*/ 254000 w 257333"/>
                <a:gd name="connsiteY1" fmla="*/ 2095500 h 3992782"/>
                <a:gd name="connsiteX2" fmla="*/ 146050 w 257333"/>
                <a:gd name="connsiteY2" fmla="*/ 3835400 h 3992782"/>
                <a:gd name="connsiteX3" fmla="*/ 158750 w 257333"/>
                <a:gd name="connsiteY3" fmla="*/ 3803650 h 3992782"/>
                <a:gd name="connsiteX0" fmla="*/ 0 w 284956"/>
                <a:gd name="connsiteY0" fmla="*/ 0 h 4035341"/>
                <a:gd name="connsiteX1" fmla="*/ 254000 w 284956"/>
                <a:gd name="connsiteY1" fmla="*/ 2095500 h 4035341"/>
                <a:gd name="connsiteX2" fmla="*/ 146050 w 284956"/>
                <a:gd name="connsiteY2" fmla="*/ 3835400 h 4035341"/>
                <a:gd name="connsiteX3" fmla="*/ 284956 w 284956"/>
                <a:gd name="connsiteY3" fmla="*/ 3891756 h 4035341"/>
                <a:gd name="connsiteX0" fmla="*/ 0 w 256892"/>
                <a:gd name="connsiteY0" fmla="*/ 0 h 3835400"/>
                <a:gd name="connsiteX1" fmla="*/ 254000 w 256892"/>
                <a:gd name="connsiteY1" fmla="*/ 2095500 h 3835400"/>
                <a:gd name="connsiteX2" fmla="*/ 146050 w 256892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64600"/>
                <a:gd name="connsiteY0" fmla="*/ 0 h 3835400"/>
                <a:gd name="connsiteX1" fmla="*/ 254000 w 264600"/>
                <a:gd name="connsiteY1" fmla="*/ 2095500 h 3835400"/>
                <a:gd name="connsiteX2" fmla="*/ 146050 w 264600"/>
                <a:gd name="connsiteY2" fmla="*/ 3835400 h 3835400"/>
                <a:gd name="connsiteX0" fmla="*/ 0 w 255540"/>
                <a:gd name="connsiteY0" fmla="*/ 0 h 3835400"/>
                <a:gd name="connsiteX1" fmla="*/ 254000 w 255540"/>
                <a:gd name="connsiteY1" fmla="*/ 2095500 h 3835400"/>
                <a:gd name="connsiteX2" fmla="*/ 146050 w 255540"/>
                <a:gd name="connsiteY2" fmla="*/ 3835400 h 383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5540" h="3835400">
                  <a:moveTo>
                    <a:pt x="0" y="0"/>
                  </a:moveTo>
                  <a:cubicBezTo>
                    <a:pt x="279929" y="709083"/>
                    <a:pt x="251231" y="1992533"/>
                    <a:pt x="254000" y="2095500"/>
                  </a:cubicBezTo>
                  <a:cubicBezTo>
                    <a:pt x="256769" y="2198467"/>
                    <a:pt x="267891" y="3491574"/>
                    <a:pt x="146050" y="3835400"/>
                  </a:cubicBezTo>
                </a:path>
              </a:pathLst>
            </a:custGeom>
            <a:noFill/>
            <a:ln w="2222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F5FC5AA-1474-4F79-A668-E8BE1B7B5230}"/>
                </a:ext>
              </a:extLst>
            </p:cNvPr>
            <p:cNvSpPr txBox="1"/>
            <p:nvPr/>
          </p:nvSpPr>
          <p:spPr>
            <a:xfrm>
              <a:off x="4765554" y="1491452"/>
              <a:ext cx="389850" cy="584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i="1" dirty="0">
                  <a:solidFill>
                    <a:srgbClr val="92D050"/>
                  </a:solidFill>
                  <a:latin typeface="+mn-ea"/>
                </a:rPr>
                <a:t>B</a:t>
              </a:r>
              <a:endParaRPr lang="zh-CN" altLang="en-US" sz="3200" i="1" dirty="0">
                <a:solidFill>
                  <a:srgbClr val="92D050"/>
                </a:solidFill>
                <a:latin typeface="+mn-ea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/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7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𝐿𝑖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7B2EDD-9B5F-4B77-818B-CDF22D8A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909" y="2109262"/>
                <a:ext cx="2913682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/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：磁通量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L:   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自感系数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07D3210-0A42-47A4-975A-DEA43AD13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22" y="3227678"/>
                <a:ext cx="2864179" cy="1137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箭头: 右 43">
            <a:extLst>
              <a:ext uri="{FF2B5EF4-FFF2-40B4-BE49-F238E27FC236}">
                <a16:creationId xmlns:a16="http://schemas.microsoft.com/office/drawing/2014/main" id="{EAC8D7FA-E056-4C18-8C33-7B0BAA80F435}"/>
              </a:ext>
            </a:extLst>
          </p:cNvPr>
          <p:cNvSpPr/>
          <p:nvPr/>
        </p:nvSpPr>
        <p:spPr>
          <a:xfrm>
            <a:off x="3757767" y="3290637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101BAEAD-F504-4264-972B-571BC9BE2DCC}"/>
              </a:ext>
            </a:extLst>
          </p:cNvPr>
          <p:cNvSpPr/>
          <p:nvPr/>
        </p:nvSpPr>
        <p:spPr>
          <a:xfrm>
            <a:off x="7397591" y="3379333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25A7E84-6E5B-4213-A2CA-818F35F078ED}"/>
                  </a:ext>
                </a:extLst>
              </p:cNvPr>
              <p:cNvSpPr txBox="1"/>
              <p:nvPr/>
            </p:nvSpPr>
            <p:spPr>
              <a:xfrm>
                <a:off x="8354028" y="2002103"/>
                <a:ext cx="3061992" cy="13432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6000" i="1" dirty="0">
                    <a:solidFill>
                      <a:srgbClr val="FFFF00"/>
                    </a:solidFill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sz="60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60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6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60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altLang="zh-CN" sz="6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a:rPr lang="en-US" altLang="zh-CN" sz="60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altLang="zh-CN" sz="6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zh-CN" altLang="en-US" sz="6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25A7E84-6E5B-4213-A2CA-818F35F07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028" y="2002103"/>
                <a:ext cx="3061992" cy="1343253"/>
              </a:xfrm>
              <a:prstGeom prst="rect">
                <a:avLst/>
              </a:prstGeom>
              <a:blipFill>
                <a:blip r:embed="rId4"/>
                <a:stretch>
                  <a:fillRect l="-14911" b="-19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D978E68-66CA-4D0C-BD93-85BA0C9064CB}"/>
                  </a:ext>
                </a:extLst>
              </p:cNvPr>
              <p:cNvSpPr txBox="1"/>
              <p:nvPr/>
            </p:nvSpPr>
            <p:spPr>
              <a:xfrm>
                <a:off x="8354028" y="3434881"/>
                <a:ext cx="2864179" cy="583493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：感应电动势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D978E68-66CA-4D0C-BD93-85BA0C906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028" y="3434881"/>
                <a:ext cx="2864179" cy="5834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>
            <a:extLst>
              <a:ext uri="{FF2B5EF4-FFF2-40B4-BE49-F238E27FC236}">
                <a16:creationId xmlns:a16="http://schemas.microsoft.com/office/drawing/2014/main" id="{DF38FF52-9C7C-4B28-899B-18C9E2532F81}"/>
              </a:ext>
            </a:extLst>
          </p:cNvPr>
          <p:cNvSpPr txBox="1"/>
          <p:nvPr/>
        </p:nvSpPr>
        <p:spPr>
          <a:xfrm>
            <a:off x="1520665" y="5196608"/>
            <a:ext cx="9150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电感阻碍电流的变化，电流变化率越大，产生阻碍也越大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433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68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7AF527-3590-4D25-873B-D6CFA001087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局限性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6901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7AF527-3590-4D25-873B-D6CFA001087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局限性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/>
              <p:nvPr/>
            </p:nvSpPr>
            <p:spPr>
              <a:xfrm>
                <a:off x="2700561" y="1703678"/>
                <a:ext cx="6790878" cy="583493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、芯片引脚电感？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561" y="1703678"/>
                <a:ext cx="6790878" cy="583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158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7AF527-3590-4D25-873B-D6CFA001087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局限性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/>
              <p:nvPr/>
            </p:nvSpPr>
            <p:spPr>
              <a:xfrm>
                <a:off x="2700561" y="1703678"/>
                <a:ext cx="6790878" cy="1137491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、芯片引脚电感？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、过孔电感？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561" y="1703678"/>
                <a:ext cx="6790878" cy="11374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631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7AF527-3590-4D25-873B-D6CFA001087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局限性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/>
              <p:nvPr/>
            </p:nvSpPr>
            <p:spPr>
              <a:xfrm>
                <a:off x="2700561" y="1703678"/>
                <a:ext cx="6790878" cy="1691489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、芯片引脚电感？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、过孔电感？</a:t>
                </a:r>
                <a:endParaRPr lang="en-US" altLang="zh-CN" sz="2400" dirty="0">
                  <a:solidFill>
                    <a:srgbClr val="FFFF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、导线电感？     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561" y="1703678"/>
                <a:ext cx="6790878" cy="1691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732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7AF527-3590-4D25-873B-D6CFA001087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局限性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/>
              <p:nvPr/>
            </p:nvSpPr>
            <p:spPr>
              <a:xfrm>
                <a:off x="2700561" y="1703678"/>
                <a:ext cx="6790878" cy="1691489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、芯片引脚电感？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、过孔电感？          </a:t>
                </a:r>
                <a:r>
                  <a:rPr lang="zh-CN" altLang="en-US" sz="24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非线圈，不好理解</a:t>
                </a:r>
                <a:endParaRPr lang="en-US" altLang="zh-CN" sz="2400" dirty="0">
                  <a:solidFill>
                    <a:srgbClr val="FFFF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、导线电感？     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561" y="1703678"/>
                <a:ext cx="6790878" cy="1691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813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7AF527-3590-4D25-873B-D6CFA0010870}"/>
              </a:ext>
            </a:extLst>
          </p:cNvPr>
          <p:cNvSpPr txBox="1"/>
          <p:nvPr/>
        </p:nvSpPr>
        <p:spPr>
          <a:xfrm>
            <a:off x="4663911" y="497440"/>
            <a:ext cx="286417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局限性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/>
              <p:nvPr/>
            </p:nvSpPr>
            <p:spPr>
              <a:xfrm>
                <a:off x="2700561" y="1703678"/>
                <a:ext cx="6790878" cy="1691489"/>
              </a:xfrm>
              <a:prstGeom prst="rect">
                <a:avLst/>
              </a:prstGeom>
              <a:noFill/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、芯片引脚电感？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、过孔电感？          </a:t>
                </a:r>
                <a:r>
                  <a:rPr lang="zh-CN" altLang="en-US" sz="24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非线圈，不好理解</a:t>
                </a:r>
                <a:endParaRPr lang="en-US" altLang="zh-CN" sz="2400" dirty="0">
                  <a:solidFill>
                    <a:srgbClr val="FFFF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、导线电感？     </a:t>
                </a:r>
                <a:endParaRPr lang="en-US" altLang="zh-CN" sz="2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F73E14-3A63-4B31-8759-8151B86B5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561" y="1703678"/>
                <a:ext cx="6790878" cy="1691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glow rad="1905000">
                  <a:schemeClr val="accent1">
                    <a:alpha val="38000"/>
                  </a:schemeClr>
                </a:glo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CD8E659B-074E-4584-ACA9-A6436B5CCA43}"/>
              </a:ext>
            </a:extLst>
          </p:cNvPr>
          <p:cNvSpPr txBox="1"/>
          <p:nvPr/>
        </p:nvSpPr>
        <p:spPr>
          <a:xfrm>
            <a:off x="2700560" y="3987284"/>
            <a:ext cx="66974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微分：通电导线都可以看成由无数微小得通电指导线构成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7679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132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F8A061-460E-44C1-BAF1-1658108F0DBF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麦克斯韦磁生电公式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1513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2FE7C59-9617-41D6-B535-C778C7C298E9}"/>
                  </a:ext>
                </a:extLst>
              </p:cNvPr>
              <p:cNvSpPr txBox="1"/>
              <p:nvPr/>
            </p:nvSpPr>
            <p:spPr>
              <a:xfrm>
                <a:off x="3556000" y="1886911"/>
                <a:ext cx="5080000" cy="1109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zh-CN" alt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</m:e>
                          </m:acc>
                        </m:e>
                      </m:nary>
                      <m:r>
                        <a:rPr lang="zh-CN" altLang="en-US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zh-CN" alt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zh-CN" altLang="en-US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nary>
                      <m:r>
                        <a:rPr lang="zh-CN" altLang="en-US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zh-CN" alt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</m:oMath>
                  </m:oMathPara>
                </a14:m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2FE7C59-9617-41D6-B535-C778C7C29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1886911"/>
                <a:ext cx="5080000" cy="11099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9F8A061-460E-44C1-BAF1-1658108F0DBF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麦克斯韦磁生电公式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8998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2FE7C59-9617-41D6-B535-C778C7C298E9}"/>
                  </a:ext>
                </a:extLst>
              </p:cNvPr>
              <p:cNvSpPr txBox="1"/>
              <p:nvPr/>
            </p:nvSpPr>
            <p:spPr>
              <a:xfrm>
                <a:off x="3556000" y="1886911"/>
                <a:ext cx="5080000" cy="1109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zh-CN" alt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</m:e>
                          </m:acc>
                        </m:e>
                      </m:nary>
                      <m:r>
                        <a:rPr lang="zh-CN" altLang="en-US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zh-CN" alt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zh-CN" altLang="en-US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nary>
                      <m:r>
                        <a:rPr lang="zh-CN" altLang="en-US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zh-CN" alt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</m:oMath>
                  </m:oMathPara>
                </a14:m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2FE7C59-9617-41D6-B535-C778C7C29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1886911"/>
                <a:ext cx="5080000" cy="11099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9F8A061-460E-44C1-BAF1-1658108F0DBF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麦克斯韦磁生电公式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3360A2-A6D2-4642-83E8-C33F4A4DC86E}"/>
              </a:ext>
            </a:extLst>
          </p:cNvPr>
          <p:cNvSpPr txBox="1"/>
          <p:nvPr/>
        </p:nvSpPr>
        <p:spPr>
          <a:xfrm>
            <a:off x="958850" y="3557293"/>
            <a:ext cx="10274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任意</a:t>
            </a:r>
            <a:r>
              <a:rPr lang="zh-CN" altLang="zh-CN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取一个曲面，如果里面通过的磁通量发生变化，那么会在这个曲面感生出闭合的电场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515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486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0681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297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1831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77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0343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4655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C36DF-DDE6-4B61-81B4-64531A1CC4F3}"/>
              </a:ext>
            </a:extLst>
          </p:cNvPr>
          <p:cNvSpPr txBox="1"/>
          <p:nvPr/>
        </p:nvSpPr>
        <p:spPr>
          <a:xfrm>
            <a:off x="2527880" y="2945039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e1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9F884-8607-48B0-98C2-62A8789E7E79}"/>
              </a:ext>
            </a:extLst>
          </p:cNvPr>
          <p:cNvSpPr txBox="1"/>
          <p:nvPr/>
        </p:nvSpPr>
        <p:spPr>
          <a:xfrm>
            <a:off x="2527880" y="3320195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e2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6616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C36DF-DDE6-4B61-81B4-64531A1CC4F3}"/>
              </a:ext>
            </a:extLst>
          </p:cNvPr>
          <p:cNvSpPr txBox="1"/>
          <p:nvPr/>
        </p:nvSpPr>
        <p:spPr>
          <a:xfrm>
            <a:off x="2527880" y="2945039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e1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9F884-8607-48B0-98C2-62A8789E7E79}"/>
              </a:ext>
            </a:extLst>
          </p:cNvPr>
          <p:cNvSpPr txBox="1"/>
          <p:nvPr/>
        </p:nvSpPr>
        <p:spPr>
          <a:xfrm>
            <a:off x="2527880" y="3320195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e2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F68BE9-4695-4ECC-B487-185AC5A8B085}"/>
              </a:ext>
            </a:extLst>
          </p:cNvPr>
          <p:cNvCxnSpPr/>
          <p:nvPr/>
        </p:nvCxnSpPr>
        <p:spPr>
          <a:xfrm>
            <a:off x="1569241" y="3294363"/>
            <a:ext cx="0" cy="201266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40C16AE-5BC7-46BB-BEB4-917074F97DC1}"/>
              </a:ext>
            </a:extLst>
          </p:cNvPr>
          <p:cNvCxnSpPr/>
          <p:nvPr/>
        </p:nvCxnSpPr>
        <p:spPr>
          <a:xfrm>
            <a:off x="4029160" y="3310243"/>
            <a:ext cx="0" cy="1996779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5179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C36DF-DDE6-4B61-81B4-64531A1CC4F3}"/>
              </a:ext>
            </a:extLst>
          </p:cNvPr>
          <p:cNvSpPr txBox="1"/>
          <p:nvPr/>
        </p:nvSpPr>
        <p:spPr>
          <a:xfrm>
            <a:off x="2527880" y="2945039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e1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9F884-8607-48B0-98C2-62A8789E7E79}"/>
              </a:ext>
            </a:extLst>
          </p:cNvPr>
          <p:cNvSpPr txBox="1"/>
          <p:nvPr/>
        </p:nvSpPr>
        <p:spPr>
          <a:xfrm>
            <a:off x="2527880" y="3320195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e2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F68BE9-4695-4ECC-B487-185AC5A8B085}"/>
              </a:ext>
            </a:extLst>
          </p:cNvPr>
          <p:cNvCxnSpPr/>
          <p:nvPr/>
        </p:nvCxnSpPr>
        <p:spPr>
          <a:xfrm>
            <a:off x="1569241" y="3294363"/>
            <a:ext cx="0" cy="201266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40C16AE-5BC7-46BB-BEB4-917074F97DC1}"/>
              </a:ext>
            </a:extLst>
          </p:cNvPr>
          <p:cNvCxnSpPr/>
          <p:nvPr/>
        </p:nvCxnSpPr>
        <p:spPr>
          <a:xfrm>
            <a:off x="4029160" y="3310243"/>
            <a:ext cx="0" cy="1996779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2FCF8B6-CA14-48F6-AE48-F36A8AA9834A}"/>
              </a:ext>
            </a:extLst>
          </p:cNvPr>
          <p:cNvCxnSpPr/>
          <p:nvPr/>
        </p:nvCxnSpPr>
        <p:spPr>
          <a:xfrm flipH="1">
            <a:off x="1569241" y="5205544"/>
            <a:ext cx="95863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16FDCA0-A58F-4177-9B49-0E80FB2D4BE8}"/>
              </a:ext>
            </a:extLst>
          </p:cNvPr>
          <p:cNvCxnSpPr/>
          <p:nvPr/>
        </p:nvCxnSpPr>
        <p:spPr>
          <a:xfrm>
            <a:off x="3085855" y="5223489"/>
            <a:ext cx="92731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824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C36DF-DDE6-4B61-81B4-64531A1CC4F3}"/>
              </a:ext>
            </a:extLst>
          </p:cNvPr>
          <p:cNvSpPr txBox="1"/>
          <p:nvPr/>
        </p:nvSpPr>
        <p:spPr>
          <a:xfrm>
            <a:off x="2527880" y="2945039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e1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9F884-8607-48B0-98C2-62A8789E7E79}"/>
              </a:ext>
            </a:extLst>
          </p:cNvPr>
          <p:cNvSpPr txBox="1"/>
          <p:nvPr/>
        </p:nvSpPr>
        <p:spPr>
          <a:xfrm>
            <a:off x="2527880" y="3320195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e2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F68BE9-4695-4ECC-B487-185AC5A8B085}"/>
              </a:ext>
            </a:extLst>
          </p:cNvPr>
          <p:cNvCxnSpPr/>
          <p:nvPr/>
        </p:nvCxnSpPr>
        <p:spPr>
          <a:xfrm>
            <a:off x="1569241" y="3294363"/>
            <a:ext cx="0" cy="201266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40C16AE-5BC7-46BB-BEB4-917074F97DC1}"/>
              </a:ext>
            </a:extLst>
          </p:cNvPr>
          <p:cNvCxnSpPr/>
          <p:nvPr/>
        </p:nvCxnSpPr>
        <p:spPr>
          <a:xfrm>
            <a:off x="4029160" y="3310243"/>
            <a:ext cx="0" cy="1996779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2FCF8B6-CA14-48F6-AE48-F36A8AA9834A}"/>
              </a:ext>
            </a:extLst>
          </p:cNvPr>
          <p:cNvCxnSpPr/>
          <p:nvPr/>
        </p:nvCxnSpPr>
        <p:spPr>
          <a:xfrm flipH="1">
            <a:off x="1569241" y="5205544"/>
            <a:ext cx="95863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297C753-6292-41C7-A0A2-25C8404CABED}"/>
              </a:ext>
            </a:extLst>
          </p:cNvPr>
          <p:cNvSpPr txBox="1"/>
          <p:nvPr/>
        </p:nvSpPr>
        <p:spPr>
          <a:xfrm>
            <a:off x="2645257" y="5045432"/>
            <a:ext cx="678340" cy="40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V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16FDCA0-A58F-4177-9B49-0E80FB2D4BE8}"/>
              </a:ext>
            </a:extLst>
          </p:cNvPr>
          <p:cNvCxnSpPr/>
          <p:nvPr/>
        </p:nvCxnSpPr>
        <p:spPr>
          <a:xfrm>
            <a:off x="3085855" y="5223489"/>
            <a:ext cx="92731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6208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C36DF-DDE6-4B61-81B4-64531A1CC4F3}"/>
              </a:ext>
            </a:extLst>
          </p:cNvPr>
          <p:cNvSpPr txBox="1"/>
          <p:nvPr/>
        </p:nvSpPr>
        <p:spPr>
          <a:xfrm>
            <a:off x="2527880" y="2945039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e1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9F884-8607-48B0-98C2-62A8789E7E79}"/>
              </a:ext>
            </a:extLst>
          </p:cNvPr>
          <p:cNvSpPr txBox="1"/>
          <p:nvPr/>
        </p:nvSpPr>
        <p:spPr>
          <a:xfrm>
            <a:off x="2527880" y="3320195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e2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F68BE9-4695-4ECC-B487-185AC5A8B085}"/>
              </a:ext>
            </a:extLst>
          </p:cNvPr>
          <p:cNvCxnSpPr/>
          <p:nvPr/>
        </p:nvCxnSpPr>
        <p:spPr>
          <a:xfrm>
            <a:off x="1569241" y="3294363"/>
            <a:ext cx="0" cy="201266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40C16AE-5BC7-46BB-BEB4-917074F97DC1}"/>
              </a:ext>
            </a:extLst>
          </p:cNvPr>
          <p:cNvCxnSpPr/>
          <p:nvPr/>
        </p:nvCxnSpPr>
        <p:spPr>
          <a:xfrm>
            <a:off x="4029160" y="3310243"/>
            <a:ext cx="0" cy="1996779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2FCF8B6-CA14-48F6-AE48-F36A8AA9834A}"/>
              </a:ext>
            </a:extLst>
          </p:cNvPr>
          <p:cNvCxnSpPr/>
          <p:nvPr/>
        </p:nvCxnSpPr>
        <p:spPr>
          <a:xfrm flipH="1">
            <a:off x="1569241" y="5205544"/>
            <a:ext cx="95863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297C753-6292-41C7-A0A2-25C8404CABED}"/>
              </a:ext>
            </a:extLst>
          </p:cNvPr>
          <p:cNvSpPr txBox="1"/>
          <p:nvPr/>
        </p:nvSpPr>
        <p:spPr>
          <a:xfrm>
            <a:off x="2645257" y="5045432"/>
            <a:ext cx="678340" cy="40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V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16FDCA0-A58F-4177-9B49-0E80FB2D4BE8}"/>
              </a:ext>
            </a:extLst>
          </p:cNvPr>
          <p:cNvCxnSpPr/>
          <p:nvPr/>
        </p:nvCxnSpPr>
        <p:spPr>
          <a:xfrm>
            <a:off x="3085855" y="5223489"/>
            <a:ext cx="92731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DD4FD5E8-DF4B-46D7-8AF4-4A3D6C15020D}"/>
              </a:ext>
            </a:extLst>
          </p:cNvPr>
          <p:cNvSpPr/>
          <p:nvPr/>
        </p:nvSpPr>
        <p:spPr>
          <a:xfrm>
            <a:off x="5027812" y="3148262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696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C36DF-DDE6-4B61-81B4-64531A1CC4F3}"/>
              </a:ext>
            </a:extLst>
          </p:cNvPr>
          <p:cNvSpPr txBox="1"/>
          <p:nvPr/>
        </p:nvSpPr>
        <p:spPr>
          <a:xfrm>
            <a:off x="2527880" y="2945039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e1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9F884-8607-48B0-98C2-62A8789E7E79}"/>
              </a:ext>
            </a:extLst>
          </p:cNvPr>
          <p:cNvSpPr txBox="1"/>
          <p:nvPr/>
        </p:nvSpPr>
        <p:spPr>
          <a:xfrm>
            <a:off x="2527880" y="3320195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e2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F68BE9-4695-4ECC-B487-185AC5A8B085}"/>
              </a:ext>
            </a:extLst>
          </p:cNvPr>
          <p:cNvCxnSpPr/>
          <p:nvPr/>
        </p:nvCxnSpPr>
        <p:spPr>
          <a:xfrm>
            <a:off x="1569241" y="3294363"/>
            <a:ext cx="0" cy="201266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40C16AE-5BC7-46BB-BEB4-917074F97DC1}"/>
              </a:ext>
            </a:extLst>
          </p:cNvPr>
          <p:cNvCxnSpPr/>
          <p:nvPr/>
        </p:nvCxnSpPr>
        <p:spPr>
          <a:xfrm>
            <a:off x="4029160" y="3310243"/>
            <a:ext cx="0" cy="1996779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2FCF8B6-CA14-48F6-AE48-F36A8AA9834A}"/>
              </a:ext>
            </a:extLst>
          </p:cNvPr>
          <p:cNvCxnSpPr/>
          <p:nvPr/>
        </p:nvCxnSpPr>
        <p:spPr>
          <a:xfrm flipH="1">
            <a:off x="1569241" y="5205544"/>
            <a:ext cx="95863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297C753-6292-41C7-A0A2-25C8404CABED}"/>
              </a:ext>
            </a:extLst>
          </p:cNvPr>
          <p:cNvSpPr txBox="1"/>
          <p:nvPr/>
        </p:nvSpPr>
        <p:spPr>
          <a:xfrm>
            <a:off x="2645257" y="5045432"/>
            <a:ext cx="678340" cy="40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V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16FDCA0-A58F-4177-9B49-0E80FB2D4BE8}"/>
              </a:ext>
            </a:extLst>
          </p:cNvPr>
          <p:cNvCxnSpPr/>
          <p:nvPr/>
        </p:nvCxnSpPr>
        <p:spPr>
          <a:xfrm>
            <a:off x="3085855" y="5223489"/>
            <a:ext cx="92731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DD4FD5E8-DF4B-46D7-8AF4-4A3D6C15020D}"/>
              </a:ext>
            </a:extLst>
          </p:cNvPr>
          <p:cNvSpPr/>
          <p:nvPr/>
        </p:nvSpPr>
        <p:spPr>
          <a:xfrm>
            <a:off x="5027812" y="3148262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2104FA2-6058-45E9-B1DF-AF51078B18D4}"/>
              </a:ext>
            </a:extLst>
          </p:cNvPr>
          <p:cNvSpPr txBox="1"/>
          <p:nvPr/>
        </p:nvSpPr>
        <p:spPr>
          <a:xfrm>
            <a:off x="5541084" y="2797411"/>
            <a:ext cx="3936668" cy="747256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微小通电直导线存在</a:t>
            </a:r>
            <a:r>
              <a:rPr lang="zh-CN" altLang="en-US" sz="32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</a:t>
            </a:r>
            <a:endParaRPr lang="en-US" altLang="zh-CN" sz="24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349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C398569-31C0-4102-AAC1-9918BA503329}"/>
              </a:ext>
            </a:extLst>
          </p:cNvPr>
          <p:cNvCxnSpPr/>
          <p:nvPr/>
        </p:nvCxnSpPr>
        <p:spPr>
          <a:xfrm>
            <a:off x="1037008" y="3294363"/>
            <a:ext cx="357309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D4D393E9-4350-46BC-AECE-1B8B269DBD51}"/>
              </a:ext>
            </a:extLst>
          </p:cNvPr>
          <p:cNvSpPr/>
          <p:nvPr/>
        </p:nvSpPr>
        <p:spPr>
          <a:xfrm>
            <a:off x="2423505" y="2805361"/>
            <a:ext cx="512856" cy="97800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37583B-DEB6-4DED-8D4D-F5A81BF8AE12}"/>
              </a:ext>
            </a:extLst>
          </p:cNvPr>
          <p:cNvSpPr/>
          <p:nvPr/>
        </p:nvSpPr>
        <p:spPr>
          <a:xfrm>
            <a:off x="2196893" y="2377009"/>
            <a:ext cx="962103" cy="183470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2DF79D-7890-4067-A081-D594C5EA1C3D}"/>
              </a:ext>
            </a:extLst>
          </p:cNvPr>
          <p:cNvSpPr/>
          <p:nvPr/>
        </p:nvSpPr>
        <p:spPr>
          <a:xfrm>
            <a:off x="1770509" y="1472278"/>
            <a:ext cx="1802944" cy="1802944"/>
          </a:xfrm>
          <a:prstGeom prst="ellipse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B757D0-DBCC-4907-AEDB-1D685AA5B707}"/>
              </a:ext>
            </a:extLst>
          </p:cNvPr>
          <p:cNvSpPr/>
          <p:nvPr/>
        </p:nvSpPr>
        <p:spPr>
          <a:xfrm>
            <a:off x="1770507" y="3310243"/>
            <a:ext cx="1802944" cy="1802944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 w="9525"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515C4-F6DB-461F-80DF-AC51DE56989B}"/>
              </a:ext>
            </a:extLst>
          </p:cNvPr>
          <p:cNvSpPr txBox="1"/>
          <p:nvPr/>
        </p:nvSpPr>
        <p:spPr>
          <a:xfrm>
            <a:off x="3274887" y="2765793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1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2BFAE6-C7B2-4716-A9ED-C41260603A3D}"/>
              </a:ext>
            </a:extLst>
          </p:cNvPr>
          <p:cNvSpPr txBox="1"/>
          <p:nvPr/>
        </p:nvSpPr>
        <p:spPr>
          <a:xfrm>
            <a:off x="3285773" y="3367220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曲面</a:t>
            </a: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2</a:t>
            </a:r>
            <a:endParaRPr lang="zh-CN" altLang="en-US" sz="1100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D175DE-C3A8-4829-8A33-FBFD62A03236}"/>
              </a:ext>
            </a:extLst>
          </p:cNvPr>
          <p:cNvSpPr/>
          <p:nvPr/>
        </p:nvSpPr>
        <p:spPr>
          <a:xfrm>
            <a:off x="1815509" y="1518851"/>
            <a:ext cx="1713392" cy="171339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6F9B1F-B791-49E9-8101-FBB3E0EFD81C}"/>
              </a:ext>
            </a:extLst>
          </p:cNvPr>
          <p:cNvSpPr/>
          <p:nvPr/>
        </p:nvSpPr>
        <p:spPr>
          <a:xfrm>
            <a:off x="1825448" y="3358569"/>
            <a:ext cx="1703453" cy="170345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0C9C2B9-458F-4F5E-A6BD-56B7B7086652}"/>
              </a:ext>
            </a:extLst>
          </p:cNvPr>
          <p:cNvCxnSpPr>
            <a:cxnSpLocks/>
          </p:cNvCxnSpPr>
          <p:nvPr/>
        </p:nvCxnSpPr>
        <p:spPr>
          <a:xfrm>
            <a:off x="2669501" y="3222916"/>
            <a:ext cx="81995" cy="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28674CF-3355-4E41-98C2-95E57B08C495}"/>
              </a:ext>
            </a:extLst>
          </p:cNvPr>
          <p:cNvCxnSpPr>
            <a:cxnSpLocks/>
          </p:cNvCxnSpPr>
          <p:nvPr/>
        </p:nvCxnSpPr>
        <p:spPr>
          <a:xfrm>
            <a:off x="2647143" y="3361933"/>
            <a:ext cx="108184" cy="1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EFA081C-8225-4A05-B10D-D5C7856C0075}"/>
              </a:ext>
            </a:extLst>
          </p:cNvPr>
          <p:cNvSpPr/>
          <p:nvPr/>
        </p:nvSpPr>
        <p:spPr>
          <a:xfrm>
            <a:off x="1964734" y="1935880"/>
            <a:ext cx="1403566" cy="2676567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10DFE2F-B5AC-4101-B30F-CC335C38874E}"/>
              </a:ext>
            </a:extLst>
          </p:cNvPr>
          <p:cNvCxnSpPr/>
          <p:nvPr/>
        </p:nvCxnSpPr>
        <p:spPr>
          <a:xfrm flipH="1" flipV="1">
            <a:off x="2980094" y="209173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CE7E86-8FE0-4A61-AD71-AA32D977AA15}"/>
              </a:ext>
            </a:extLst>
          </p:cNvPr>
          <p:cNvCxnSpPr/>
          <p:nvPr/>
        </p:nvCxnSpPr>
        <p:spPr>
          <a:xfrm flipH="1" flipV="1">
            <a:off x="2788795" y="2402347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FC145CF-812A-4A6E-8422-B519BE30D758}"/>
              </a:ext>
            </a:extLst>
          </p:cNvPr>
          <p:cNvCxnSpPr/>
          <p:nvPr/>
        </p:nvCxnSpPr>
        <p:spPr>
          <a:xfrm flipH="1" flipV="1">
            <a:off x="2714248" y="2797411"/>
            <a:ext cx="29817" cy="19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75BEA4-CAA3-4869-AD5A-5E884D311881}"/>
              </a:ext>
            </a:extLst>
          </p:cNvPr>
          <p:cNvCxnSpPr>
            <a:cxnSpLocks/>
          </p:cNvCxnSpPr>
          <p:nvPr/>
        </p:nvCxnSpPr>
        <p:spPr>
          <a:xfrm>
            <a:off x="2214329" y="4295741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A6344F-D334-4616-91BB-040F2B2F755B}"/>
              </a:ext>
            </a:extLst>
          </p:cNvPr>
          <p:cNvCxnSpPr>
            <a:cxnSpLocks/>
          </p:cNvCxnSpPr>
          <p:nvPr/>
        </p:nvCxnSpPr>
        <p:spPr>
          <a:xfrm>
            <a:off x="2370880" y="3990120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71D78E-204B-435B-AB65-BEAD46419545}"/>
              </a:ext>
            </a:extLst>
          </p:cNvPr>
          <p:cNvCxnSpPr>
            <a:cxnSpLocks/>
          </p:cNvCxnSpPr>
          <p:nvPr/>
        </p:nvCxnSpPr>
        <p:spPr>
          <a:xfrm>
            <a:off x="2519977" y="3662119"/>
            <a:ext cx="68847" cy="108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8EC36DF-DDE6-4B61-81B4-64531A1CC4F3}"/>
              </a:ext>
            </a:extLst>
          </p:cNvPr>
          <p:cNvSpPr txBox="1"/>
          <p:nvPr/>
        </p:nvSpPr>
        <p:spPr>
          <a:xfrm>
            <a:off x="2527880" y="2945039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e1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9F884-8607-48B0-98C2-62A8789E7E79}"/>
              </a:ext>
            </a:extLst>
          </p:cNvPr>
          <p:cNvSpPr txBox="1"/>
          <p:nvPr/>
        </p:nvSpPr>
        <p:spPr>
          <a:xfrm>
            <a:off x="2527880" y="3320195"/>
            <a:ext cx="678340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e2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AF68BE9-4695-4ECC-B487-185AC5A8B085}"/>
              </a:ext>
            </a:extLst>
          </p:cNvPr>
          <p:cNvCxnSpPr/>
          <p:nvPr/>
        </p:nvCxnSpPr>
        <p:spPr>
          <a:xfrm>
            <a:off x="1569241" y="3294363"/>
            <a:ext cx="0" cy="201266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40C16AE-5BC7-46BB-BEB4-917074F97DC1}"/>
              </a:ext>
            </a:extLst>
          </p:cNvPr>
          <p:cNvCxnSpPr/>
          <p:nvPr/>
        </p:nvCxnSpPr>
        <p:spPr>
          <a:xfrm>
            <a:off x="4029160" y="3310243"/>
            <a:ext cx="0" cy="1996779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2FCF8B6-CA14-48F6-AE48-F36A8AA9834A}"/>
              </a:ext>
            </a:extLst>
          </p:cNvPr>
          <p:cNvCxnSpPr/>
          <p:nvPr/>
        </p:nvCxnSpPr>
        <p:spPr>
          <a:xfrm flipH="1">
            <a:off x="1569241" y="5205544"/>
            <a:ext cx="95863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297C753-6292-41C7-A0A2-25C8404CABED}"/>
              </a:ext>
            </a:extLst>
          </p:cNvPr>
          <p:cNvSpPr txBox="1"/>
          <p:nvPr/>
        </p:nvSpPr>
        <p:spPr>
          <a:xfrm>
            <a:off x="2645257" y="5045432"/>
            <a:ext cx="678340" cy="40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V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16FDCA0-A58F-4177-9B49-0E80FB2D4BE8}"/>
              </a:ext>
            </a:extLst>
          </p:cNvPr>
          <p:cNvCxnSpPr/>
          <p:nvPr/>
        </p:nvCxnSpPr>
        <p:spPr>
          <a:xfrm>
            <a:off x="3085855" y="5223489"/>
            <a:ext cx="92731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0A5DB2-E8A6-45A5-81A2-076C9B2F5E5B}"/>
              </a:ext>
            </a:extLst>
          </p:cNvPr>
          <p:cNvSpPr txBox="1"/>
          <p:nvPr/>
        </p:nvSpPr>
        <p:spPr>
          <a:xfrm>
            <a:off x="921591" y="3006135"/>
            <a:ext cx="895201" cy="43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电流</a:t>
            </a:r>
            <a:r>
              <a:rPr lang="en-US" altLang="zh-CN" sz="1200" dirty="0">
                <a:solidFill>
                  <a:schemeClr val="bg1"/>
                </a:solidFill>
              </a:rPr>
              <a:t>i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DD4FD5E8-DF4B-46D7-8AF4-4A3D6C15020D}"/>
              </a:ext>
            </a:extLst>
          </p:cNvPr>
          <p:cNvSpPr/>
          <p:nvPr/>
        </p:nvSpPr>
        <p:spPr>
          <a:xfrm>
            <a:off x="5027812" y="3148262"/>
            <a:ext cx="459875" cy="251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2104FA2-6058-45E9-B1DF-AF51078B18D4}"/>
              </a:ext>
            </a:extLst>
          </p:cNvPr>
          <p:cNvSpPr txBox="1"/>
          <p:nvPr/>
        </p:nvSpPr>
        <p:spPr>
          <a:xfrm>
            <a:off x="5541084" y="2797411"/>
            <a:ext cx="3936668" cy="747256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微小通电直导线存在</a:t>
            </a:r>
            <a:r>
              <a:rPr lang="zh-CN" altLang="en-US" sz="32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</a:t>
            </a:r>
            <a:endParaRPr lang="en-US" altLang="zh-CN" sz="24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FD4347E-F7DE-4D6D-81D2-4695198DAA71}"/>
              </a:ext>
            </a:extLst>
          </p:cNvPr>
          <p:cNvSpPr txBox="1"/>
          <p:nvPr/>
        </p:nvSpPr>
        <p:spPr>
          <a:xfrm>
            <a:off x="4920224" y="3990120"/>
            <a:ext cx="6881250" cy="50161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实际电感为</a:t>
            </a:r>
            <a:r>
              <a:rPr lang="zh-CN" altLang="en-US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所有微小导线的电感累加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（需考虑相互间的影响）</a:t>
            </a:r>
            <a:endParaRPr lang="en-US" altLang="zh-CN" sz="20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96DD3D-7909-4442-800D-A19666E4609B}"/>
              </a:ext>
            </a:extLst>
          </p:cNvPr>
          <p:cNvSpPr/>
          <p:nvPr/>
        </p:nvSpPr>
        <p:spPr>
          <a:xfrm>
            <a:off x="837764" y="3065790"/>
            <a:ext cx="180080" cy="22857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9739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269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03997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4D9BDA-5584-4974-A755-ED9E328F7889}"/>
              </a:ext>
            </a:extLst>
          </p:cNvPr>
          <p:cNvSpPr txBox="1"/>
          <p:nvPr/>
        </p:nvSpPr>
        <p:spPr>
          <a:xfrm>
            <a:off x="1790700" y="2123986"/>
            <a:ext cx="8610600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电感的本质特性就是，电感会通过产生感应电动势的方式来阻碍电流的变化，电流变化率越大，产生的感应电动势越大。</a:t>
            </a:r>
            <a:endParaRPr lang="en-US" altLang="zh-C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33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926296-A0AE-4F3F-BC9E-FA7FA83141A5}"/>
              </a:ext>
            </a:extLst>
          </p:cNvPr>
          <p:cNvSpPr txBox="1"/>
          <p:nvPr/>
        </p:nvSpPr>
        <p:spPr>
          <a:xfrm>
            <a:off x="3900406" y="497440"/>
            <a:ext cx="4391189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4D9BDA-5584-4974-A755-ED9E328F7889}"/>
              </a:ext>
            </a:extLst>
          </p:cNvPr>
          <p:cNvSpPr txBox="1"/>
          <p:nvPr/>
        </p:nvSpPr>
        <p:spPr>
          <a:xfrm>
            <a:off x="1790700" y="2123986"/>
            <a:ext cx="8610600" cy="2245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电感的本质特性就是，电感会通过产生感应电动势的方式来阻碍电流的变化，电流变化率越大，产生的感应电动势越大。</a:t>
            </a:r>
            <a:endParaRPr lang="en-US" altLang="zh-C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二、</a:t>
            </a:r>
            <a:r>
              <a:rPr lang="zh-CN" altLang="zh-CN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一段导线也是有电感存在的</a:t>
            </a:r>
            <a:r>
              <a:rPr lang="zh-CN" alt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3393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7088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565</Words>
  <Application>Microsoft Office PowerPoint</Application>
  <PresentationFormat>宽屏</PresentationFormat>
  <Paragraphs>152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等线</vt:lpstr>
      <vt:lpstr>等线 Light</vt:lpstr>
      <vt:lpstr>微软雅黑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239</cp:revision>
  <dcterms:created xsi:type="dcterms:W3CDTF">2020-06-10T12:57:46Z</dcterms:created>
  <dcterms:modified xsi:type="dcterms:W3CDTF">2020-08-31T15:22:04Z</dcterms:modified>
</cp:coreProperties>
</file>