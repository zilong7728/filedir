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78" r:id="rId3"/>
    <p:sldId id="279" r:id="rId4"/>
    <p:sldId id="283" r:id="rId5"/>
    <p:sldId id="284" r:id="rId6"/>
    <p:sldId id="289" r:id="rId7"/>
    <p:sldId id="290" r:id="rId8"/>
    <p:sldId id="285" r:id="rId9"/>
    <p:sldId id="29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F3F3F3"/>
    <a:srgbClr val="FFFFFF"/>
    <a:srgbClr val="B4B4B4"/>
    <a:srgbClr val="C4C4C4"/>
    <a:srgbClr val="8C8C8C"/>
    <a:srgbClr val="666666"/>
    <a:srgbClr val="B2B2B2"/>
    <a:srgbClr val="A3A3A3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69" autoAdjust="0"/>
    <p:restoredTop sz="91935" autoAdjust="0"/>
  </p:normalViewPr>
  <p:slideViewPr>
    <p:cSldViewPr snapToGrid="0">
      <p:cViewPr varScale="1">
        <p:scale>
          <a:sx n="105" d="100"/>
          <a:sy n="105" d="100"/>
        </p:scale>
        <p:origin x="474" y="102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组合 587"/>
          <p:cNvGrpSpPr/>
          <p:nvPr/>
        </p:nvGrpSpPr>
        <p:grpSpPr>
          <a:xfrm>
            <a:off x="5446955" y="2740179"/>
            <a:ext cx="1298090" cy="1377642"/>
            <a:chOff x="4915663" y="3316114"/>
            <a:chExt cx="1341521" cy="1415487"/>
          </a:xfrm>
        </p:grpSpPr>
        <p:sp>
          <p:nvSpPr>
            <p:cNvPr id="589" name="任意多边形 588"/>
            <p:cNvSpPr/>
            <p:nvPr/>
          </p:nvSpPr>
          <p:spPr>
            <a:xfrm>
              <a:off x="4916499" y="3316114"/>
              <a:ext cx="1340685" cy="1415487"/>
            </a:xfrm>
            <a:custGeom>
              <a:avLst/>
              <a:gdLst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399 w 1340685"/>
                <a:gd name="connsiteY16" fmla="*/ 707311 h 1415487"/>
                <a:gd name="connsiteX17" fmla="*/ 41 w 1340685"/>
                <a:gd name="connsiteY17" fmla="*/ 696349 h 1415487"/>
                <a:gd name="connsiteX18" fmla="*/ 159586 w 1340685"/>
                <a:gd name="connsiteY18" fmla="*/ 415363 h 1415487"/>
                <a:gd name="connsiteX19" fmla="*/ 357230 w 1340685"/>
                <a:gd name="connsiteY19" fmla="*/ 141518 h 1415487"/>
                <a:gd name="connsiteX20" fmla="*/ 533001 w 1340685"/>
                <a:gd name="connsiteY20" fmla="*/ 29 h 1415487"/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1 w 1340685"/>
                <a:gd name="connsiteY16" fmla="*/ 696349 h 1415487"/>
                <a:gd name="connsiteX17" fmla="*/ 159586 w 1340685"/>
                <a:gd name="connsiteY17" fmla="*/ 415363 h 1415487"/>
                <a:gd name="connsiteX18" fmla="*/ 357230 w 1340685"/>
                <a:gd name="connsiteY18" fmla="*/ 141518 h 1415487"/>
                <a:gd name="connsiteX19" fmla="*/ 533001 w 1340685"/>
                <a:gd name="connsiteY19" fmla="*/ 29 h 141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40685" h="1415487">
                  <a:moveTo>
                    <a:pt x="533001" y="29"/>
                  </a:moveTo>
                  <a:cubicBezTo>
                    <a:pt x="543606" y="-197"/>
                    <a:pt x="554824" y="876"/>
                    <a:pt x="566780" y="3406"/>
                  </a:cubicBezTo>
                  <a:cubicBezTo>
                    <a:pt x="662427" y="23647"/>
                    <a:pt x="821574" y="91116"/>
                    <a:pt x="931111" y="134375"/>
                  </a:cubicBezTo>
                  <a:cubicBezTo>
                    <a:pt x="1040648" y="177634"/>
                    <a:pt x="1154552" y="213749"/>
                    <a:pt x="1219242" y="255818"/>
                  </a:cubicBezTo>
                  <a:cubicBezTo>
                    <a:pt x="1267760" y="287370"/>
                    <a:pt x="1301543" y="309098"/>
                    <a:pt x="1314064" y="345115"/>
                  </a:cubicBezTo>
                  <a:lnTo>
                    <a:pt x="1317304" y="371127"/>
                  </a:lnTo>
                  <a:lnTo>
                    <a:pt x="1321635" y="396312"/>
                  </a:lnTo>
                  <a:cubicBezTo>
                    <a:pt x="1324016" y="437189"/>
                    <a:pt x="1337907" y="705081"/>
                    <a:pt x="1340685" y="782074"/>
                  </a:cubicBezTo>
                  <a:cubicBezTo>
                    <a:pt x="1307745" y="837637"/>
                    <a:pt x="1286313" y="876928"/>
                    <a:pt x="1271629" y="891612"/>
                  </a:cubicBezTo>
                  <a:cubicBezTo>
                    <a:pt x="1256945" y="906297"/>
                    <a:pt x="1269644" y="843591"/>
                    <a:pt x="1252579" y="870181"/>
                  </a:cubicBezTo>
                  <a:cubicBezTo>
                    <a:pt x="1235514" y="896771"/>
                    <a:pt x="1103353" y="1124972"/>
                    <a:pt x="1083510" y="1151168"/>
                  </a:cubicBezTo>
                  <a:cubicBezTo>
                    <a:pt x="1063667" y="1177364"/>
                    <a:pt x="1095813" y="1173791"/>
                    <a:pt x="1090654" y="1184506"/>
                  </a:cubicBezTo>
                  <a:cubicBezTo>
                    <a:pt x="1042632" y="1235703"/>
                    <a:pt x="1014055" y="1407152"/>
                    <a:pt x="838240" y="1415487"/>
                  </a:cubicBezTo>
                  <a:cubicBezTo>
                    <a:pt x="707670" y="1371434"/>
                    <a:pt x="348498" y="1201570"/>
                    <a:pt x="164347" y="1105924"/>
                  </a:cubicBezTo>
                  <a:cubicBezTo>
                    <a:pt x="134977" y="1074572"/>
                    <a:pt x="117913" y="1002737"/>
                    <a:pt x="90529" y="936856"/>
                  </a:cubicBezTo>
                  <a:cubicBezTo>
                    <a:pt x="63145" y="870975"/>
                    <a:pt x="51635" y="833271"/>
                    <a:pt x="41" y="710637"/>
                  </a:cubicBezTo>
                  <a:lnTo>
                    <a:pt x="41" y="696349"/>
                  </a:lnTo>
                  <a:cubicBezTo>
                    <a:pt x="-2340" y="619355"/>
                    <a:pt x="100055" y="505454"/>
                    <a:pt x="159586" y="415363"/>
                  </a:cubicBezTo>
                  <a:cubicBezTo>
                    <a:pt x="219118" y="325272"/>
                    <a:pt x="291747" y="226846"/>
                    <a:pt x="357230" y="141518"/>
                  </a:cubicBezTo>
                  <a:cubicBezTo>
                    <a:pt x="414528" y="66856"/>
                    <a:pt x="458761" y="1613"/>
                    <a:pt x="533001" y="29"/>
                  </a:cubicBezTo>
                  <a:close/>
                </a:path>
              </a:pathLst>
            </a:custGeom>
            <a:solidFill>
              <a:srgbClr val="97998A"/>
            </a:solidFill>
            <a:ln w="0">
              <a:solidFill>
                <a:srgbClr val="5659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0" name="任意多边形 589"/>
            <p:cNvSpPr/>
            <p:nvPr/>
          </p:nvSpPr>
          <p:spPr>
            <a:xfrm rot="21357019">
              <a:off x="5007636" y="3360956"/>
              <a:ext cx="1140731" cy="978624"/>
            </a:xfrm>
            <a:custGeom>
              <a:avLst/>
              <a:gdLst>
                <a:gd name="connsiteX0" fmla="*/ 484775 w 1140731"/>
                <a:gd name="connsiteY0" fmla="*/ 0 h 978624"/>
                <a:gd name="connsiteX1" fmla="*/ 591932 w 1140731"/>
                <a:gd name="connsiteY1" fmla="*/ 87513 h 978624"/>
                <a:gd name="connsiteX2" fmla="*/ 590111 w 1140731"/>
                <a:gd name="connsiteY2" fmla="*/ 94883 h 978624"/>
                <a:gd name="connsiteX3" fmla="*/ 609746 w 1140731"/>
                <a:gd name="connsiteY3" fmla="*/ 93570 h 978624"/>
                <a:gd name="connsiteX4" fmla="*/ 990231 w 1140731"/>
                <a:gd name="connsiteY4" fmla="*/ 271603 h 978624"/>
                <a:gd name="connsiteX5" fmla="*/ 998062 w 1140731"/>
                <a:gd name="connsiteY5" fmla="*/ 285456 h 978624"/>
                <a:gd name="connsiteX6" fmla="*/ 1005946 w 1140731"/>
                <a:gd name="connsiteY6" fmla="*/ 284250 h 978624"/>
                <a:gd name="connsiteX7" fmla="*/ 1140731 w 1140731"/>
                <a:gd name="connsiteY7" fmla="*/ 386355 h 978624"/>
                <a:gd name="connsiteX8" fmla="*/ 1058411 w 1140731"/>
                <a:gd name="connsiteY8" fmla="*/ 480436 h 978624"/>
                <a:gd name="connsiteX9" fmla="*/ 1052166 w 1140731"/>
                <a:gd name="connsiteY9" fmla="*/ 481391 h 978624"/>
                <a:gd name="connsiteX10" fmla="*/ 1052549 w 1140731"/>
                <a:gd name="connsiteY10" fmla="*/ 497250 h 978624"/>
                <a:gd name="connsiteX11" fmla="*/ 810379 w 1140731"/>
                <a:gd name="connsiteY11" fmla="*/ 819672 h 978624"/>
                <a:gd name="connsiteX12" fmla="*/ 775726 w 1140731"/>
                <a:gd name="connsiteY12" fmla="*/ 834083 h 978624"/>
                <a:gd name="connsiteX13" fmla="*/ 778122 w 1140731"/>
                <a:gd name="connsiteY13" fmla="*/ 836775 h 978624"/>
                <a:gd name="connsiteX14" fmla="*/ 788714 w 1140731"/>
                <a:gd name="connsiteY14" fmla="*/ 876519 h 978624"/>
                <a:gd name="connsiteX15" fmla="*/ 653929 w 1140731"/>
                <a:gd name="connsiteY15" fmla="*/ 978624 h 978624"/>
                <a:gd name="connsiteX16" fmla="*/ 529736 w 1140731"/>
                <a:gd name="connsiteY16" fmla="*/ 916262 h 978624"/>
                <a:gd name="connsiteX17" fmla="*/ 521111 w 1140731"/>
                <a:gd name="connsiteY17" fmla="*/ 883899 h 978624"/>
                <a:gd name="connsiteX18" fmla="*/ 435981 w 1140731"/>
                <a:gd name="connsiteY18" fmla="*/ 875539 h 978624"/>
                <a:gd name="connsiteX19" fmla="*/ 149153 w 1140731"/>
                <a:gd name="connsiteY19" fmla="*/ 706702 h 978624"/>
                <a:gd name="connsiteX20" fmla="*/ 123138 w 1140731"/>
                <a:gd name="connsiteY20" fmla="*/ 660685 h 978624"/>
                <a:gd name="connsiteX21" fmla="*/ 115082 w 1140731"/>
                <a:gd name="connsiteY21" fmla="*/ 664812 h 978624"/>
                <a:gd name="connsiteX22" fmla="*/ 14513 w 1140731"/>
                <a:gd name="connsiteY22" fmla="*/ 638903 h 978624"/>
                <a:gd name="connsiteX23" fmla="*/ 48622 w 1140731"/>
                <a:gd name="connsiteY23" fmla="*/ 504822 h 978624"/>
                <a:gd name="connsiteX24" fmla="*/ 86246 w 1140731"/>
                <a:gd name="connsiteY24" fmla="*/ 485547 h 978624"/>
                <a:gd name="connsiteX25" fmla="*/ 86942 w 1140731"/>
                <a:gd name="connsiteY25" fmla="*/ 485454 h 978624"/>
                <a:gd name="connsiteX26" fmla="*/ 86835 w 1140731"/>
                <a:gd name="connsiteY26" fmla="*/ 481056 h 978624"/>
                <a:gd name="connsiteX27" fmla="*/ 329005 w 1140731"/>
                <a:gd name="connsiteY27" fmla="*/ 158634 h 978624"/>
                <a:gd name="connsiteX28" fmla="*/ 394236 w 1140731"/>
                <a:gd name="connsiteY28" fmla="*/ 131505 h 978624"/>
                <a:gd name="connsiteX29" fmla="*/ 386039 w 1140731"/>
                <a:gd name="connsiteY29" fmla="*/ 121577 h 978624"/>
                <a:gd name="connsiteX30" fmla="*/ 377618 w 1140731"/>
                <a:gd name="connsiteY30" fmla="*/ 87513 h 978624"/>
                <a:gd name="connsiteX31" fmla="*/ 484775 w 1140731"/>
                <a:gd name="connsiteY31" fmla="*/ 0 h 97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40731" h="978624">
                  <a:moveTo>
                    <a:pt x="484775" y="0"/>
                  </a:moveTo>
                  <a:cubicBezTo>
                    <a:pt x="543956" y="0"/>
                    <a:pt x="591932" y="39181"/>
                    <a:pt x="591932" y="87513"/>
                  </a:cubicBezTo>
                  <a:lnTo>
                    <a:pt x="590111" y="94883"/>
                  </a:lnTo>
                  <a:lnTo>
                    <a:pt x="609746" y="93570"/>
                  </a:lnTo>
                  <a:cubicBezTo>
                    <a:pt x="770149" y="96122"/>
                    <a:pt x="912028" y="164327"/>
                    <a:pt x="990231" y="271603"/>
                  </a:cubicBezTo>
                  <a:lnTo>
                    <a:pt x="998062" y="285456"/>
                  </a:lnTo>
                  <a:lnTo>
                    <a:pt x="1005946" y="284250"/>
                  </a:lnTo>
                  <a:cubicBezTo>
                    <a:pt x="1080386" y="284250"/>
                    <a:pt x="1140731" y="329964"/>
                    <a:pt x="1140731" y="386355"/>
                  </a:cubicBezTo>
                  <a:cubicBezTo>
                    <a:pt x="1140731" y="428648"/>
                    <a:pt x="1106787" y="464936"/>
                    <a:pt x="1058411" y="480436"/>
                  </a:cubicBezTo>
                  <a:lnTo>
                    <a:pt x="1052166" y="481391"/>
                  </a:lnTo>
                  <a:lnTo>
                    <a:pt x="1052549" y="497250"/>
                  </a:lnTo>
                  <a:cubicBezTo>
                    <a:pt x="1039411" y="628652"/>
                    <a:pt x="946879" y="748994"/>
                    <a:pt x="810379" y="819672"/>
                  </a:cubicBezTo>
                  <a:lnTo>
                    <a:pt x="775726" y="834083"/>
                  </a:lnTo>
                  <a:lnTo>
                    <a:pt x="778122" y="836775"/>
                  </a:lnTo>
                  <a:cubicBezTo>
                    <a:pt x="784942" y="848991"/>
                    <a:pt x="788714" y="862421"/>
                    <a:pt x="788714" y="876519"/>
                  </a:cubicBezTo>
                  <a:cubicBezTo>
                    <a:pt x="788714" y="932910"/>
                    <a:pt x="728369" y="978624"/>
                    <a:pt x="653929" y="978624"/>
                  </a:cubicBezTo>
                  <a:cubicBezTo>
                    <a:pt x="598099" y="978624"/>
                    <a:pt x="550197" y="952910"/>
                    <a:pt x="529736" y="916262"/>
                  </a:cubicBezTo>
                  <a:lnTo>
                    <a:pt x="521111" y="883899"/>
                  </a:lnTo>
                  <a:lnTo>
                    <a:pt x="435981" y="875539"/>
                  </a:lnTo>
                  <a:cubicBezTo>
                    <a:pt x="315031" y="853339"/>
                    <a:pt x="211715" y="792524"/>
                    <a:pt x="149153" y="706702"/>
                  </a:cubicBezTo>
                  <a:lnTo>
                    <a:pt x="123138" y="660685"/>
                  </a:lnTo>
                  <a:lnTo>
                    <a:pt x="115082" y="664812"/>
                  </a:lnTo>
                  <a:cubicBezTo>
                    <a:pt x="76261" y="677002"/>
                    <a:pt x="36069" y="668046"/>
                    <a:pt x="14513" y="638903"/>
                  </a:cubicBezTo>
                  <a:cubicBezTo>
                    <a:pt x="-14229" y="600046"/>
                    <a:pt x="1042" y="540015"/>
                    <a:pt x="48622" y="504822"/>
                  </a:cubicBezTo>
                  <a:cubicBezTo>
                    <a:pt x="60517" y="496024"/>
                    <a:pt x="73305" y="489611"/>
                    <a:pt x="86246" y="485547"/>
                  </a:cubicBezTo>
                  <a:lnTo>
                    <a:pt x="86942" y="485454"/>
                  </a:lnTo>
                  <a:lnTo>
                    <a:pt x="86835" y="481056"/>
                  </a:lnTo>
                  <a:cubicBezTo>
                    <a:pt x="99973" y="349653"/>
                    <a:pt x="192506" y="229312"/>
                    <a:pt x="329005" y="158634"/>
                  </a:cubicBezTo>
                  <a:lnTo>
                    <a:pt x="394236" y="131505"/>
                  </a:lnTo>
                  <a:lnTo>
                    <a:pt x="386039" y="121577"/>
                  </a:lnTo>
                  <a:cubicBezTo>
                    <a:pt x="380617" y="111107"/>
                    <a:pt x="377618" y="99596"/>
                    <a:pt x="377618" y="87513"/>
                  </a:cubicBezTo>
                  <a:cubicBezTo>
                    <a:pt x="377618" y="39181"/>
                    <a:pt x="425594" y="0"/>
                    <a:pt x="484775" y="0"/>
                  </a:cubicBezTo>
                  <a:close/>
                </a:path>
              </a:pathLst>
            </a:custGeom>
            <a:gradFill>
              <a:gsLst>
                <a:gs pos="0">
                  <a:srgbClr val="32352D"/>
                </a:gs>
                <a:gs pos="100000">
                  <a:srgbClr val="A2A497"/>
                </a:gs>
              </a:gsLst>
              <a:lin ang="5400000" scaled="1"/>
            </a:gradFill>
            <a:ln w="0">
              <a:solidFill>
                <a:srgbClr val="787A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1" name="任意多边形 590"/>
            <p:cNvSpPr/>
            <p:nvPr/>
          </p:nvSpPr>
          <p:spPr>
            <a:xfrm>
              <a:off x="4915663" y="3712426"/>
              <a:ext cx="1341521" cy="1019175"/>
            </a:xfrm>
            <a:custGeom>
              <a:avLst/>
              <a:gdLst>
                <a:gd name="connsiteX0" fmla="*/ 33821 w 1391288"/>
                <a:gd name="connsiteY0" fmla="*/ 300519 h 1001232"/>
                <a:gd name="connsiteX1" fmla="*/ 198127 w 1391288"/>
                <a:gd name="connsiteY1" fmla="*/ 695806 h 1001232"/>
                <a:gd name="connsiteX2" fmla="*/ 872021 w 1391288"/>
                <a:gd name="connsiteY2" fmla="*/ 1000606 h 1001232"/>
                <a:gd name="connsiteX3" fmla="*/ 1124434 w 1391288"/>
                <a:gd name="connsiteY3" fmla="*/ 774388 h 1001232"/>
                <a:gd name="connsiteX4" fmla="*/ 1117290 w 1391288"/>
                <a:gd name="connsiteY4" fmla="*/ 741050 h 1001232"/>
                <a:gd name="connsiteX5" fmla="*/ 1286359 w 1391288"/>
                <a:gd name="connsiteY5" fmla="*/ 460063 h 1001232"/>
                <a:gd name="connsiteX6" fmla="*/ 1305409 w 1391288"/>
                <a:gd name="connsiteY6" fmla="*/ 481494 h 1001232"/>
                <a:gd name="connsiteX7" fmla="*/ 1374465 w 1391288"/>
                <a:gd name="connsiteY7" fmla="*/ 371956 h 1001232"/>
                <a:gd name="connsiteX8" fmla="*/ 1345890 w 1391288"/>
                <a:gd name="connsiteY8" fmla="*/ 5244 h 1001232"/>
                <a:gd name="connsiteX9" fmla="*/ 919646 w 1391288"/>
                <a:gd name="connsiteY9" fmla="*/ 679138 h 1001232"/>
                <a:gd name="connsiteX10" fmla="*/ 764865 w 1391288"/>
                <a:gd name="connsiteY10" fmla="*/ 693425 h 1001232"/>
                <a:gd name="connsiteX11" fmla="*/ 33821 w 1391288"/>
                <a:gd name="connsiteY11" fmla="*/ 300519 h 1001232"/>
                <a:gd name="connsiteX0" fmla="*/ 58956 w 1416423"/>
                <a:gd name="connsiteY0" fmla="*/ 300519 h 1001232"/>
                <a:gd name="connsiteX1" fmla="*/ 63719 w 1416423"/>
                <a:gd name="connsiteY1" fmla="*/ 488638 h 1001232"/>
                <a:gd name="connsiteX2" fmla="*/ 223262 w 1416423"/>
                <a:gd name="connsiteY2" fmla="*/ 695806 h 1001232"/>
                <a:gd name="connsiteX3" fmla="*/ 897156 w 1416423"/>
                <a:gd name="connsiteY3" fmla="*/ 1000606 h 1001232"/>
                <a:gd name="connsiteX4" fmla="*/ 1149569 w 1416423"/>
                <a:gd name="connsiteY4" fmla="*/ 774388 h 1001232"/>
                <a:gd name="connsiteX5" fmla="*/ 1142425 w 1416423"/>
                <a:gd name="connsiteY5" fmla="*/ 741050 h 1001232"/>
                <a:gd name="connsiteX6" fmla="*/ 1311494 w 1416423"/>
                <a:gd name="connsiteY6" fmla="*/ 460063 h 1001232"/>
                <a:gd name="connsiteX7" fmla="*/ 1330544 w 1416423"/>
                <a:gd name="connsiteY7" fmla="*/ 481494 h 1001232"/>
                <a:gd name="connsiteX8" fmla="*/ 1399600 w 1416423"/>
                <a:gd name="connsiteY8" fmla="*/ 371956 h 1001232"/>
                <a:gd name="connsiteX9" fmla="*/ 1371025 w 1416423"/>
                <a:gd name="connsiteY9" fmla="*/ 5244 h 1001232"/>
                <a:gd name="connsiteX10" fmla="*/ 944781 w 1416423"/>
                <a:gd name="connsiteY10" fmla="*/ 679138 h 1001232"/>
                <a:gd name="connsiteX11" fmla="*/ 790000 w 1416423"/>
                <a:gd name="connsiteY11" fmla="*/ 693425 h 1001232"/>
                <a:gd name="connsiteX12" fmla="*/ 58956 w 1416423"/>
                <a:gd name="connsiteY12" fmla="*/ 300519 h 1001232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58956 w 1404214"/>
                <a:gd name="connsiteY13" fmla="*/ 295467 h 996180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411382 w 1404214"/>
                <a:gd name="connsiteY13" fmla="*/ 471679 h 996180"/>
                <a:gd name="connsiteX14" fmla="*/ 58956 w 1404214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1006480"/>
                <a:gd name="connsiteX1" fmla="*/ 90720 w 1345490"/>
                <a:gd name="connsiteY1" fmla="*/ 521686 h 1006480"/>
                <a:gd name="connsiteX2" fmla="*/ 164538 w 1345490"/>
                <a:gd name="connsiteY2" fmla="*/ 690754 h 1006480"/>
                <a:gd name="connsiteX3" fmla="*/ 838432 w 1345490"/>
                <a:gd name="connsiteY3" fmla="*/ 995554 h 1006480"/>
                <a:gd name="connsiteX4" fmla="*/ 1090845 w 1345490"/>
                <a:gd name="connsiteY4" fmla="*/ 769336 h 1006480"/>
                <a:gd name="connsiteX5" fmla="*/ 1083701 w 1345490"/>
                <a:gd name="connsiteY5" fmla="*/ 735998 h 1006480"/>
                <a:gd name="connsiteX6" fmla="*/ 1252770 w 1345490"/>
                <a:gd name="connsiteY6" fmla="*/ 455011 h 1006480"/>
                <a:gd name="connsiteX7" fmla="*/ 1271820 w 1345490"/>
                <a:gd name="connsiteY7" fmla="*/ 476442 h 1006480"/>
                <a:gd name="connsiteX8" fmla="*/ 1340876 w 1345490"/>
                <a:gd name="connsiteY8" fmla="*/ 366904 h 1006480"/>
                <a:gd name="connsiteX9" fmla="*/ 1312301 w 1345490"/>
                <a:gd name="connsiteY9" fmla="*/ 192 h 1006480"/>
                <a:gd name="connsiteX10" fmla="*/ 1097989 w 1345490"/>
                <a:gd name="connsiteY10" fmla="*/ 321661 h 1006480"/>
                <a:gd name="connsiteX11" fmla="*/ 886057 w 1345490"/>
                <a:gd name="connsiteY11" fmla="*/ 674086 h 1006480"/>
                <a:gd name="connsiteX12" fmla="*/ 731276 w 1345490"/>
                <a:gd name="connsiteY12" fmla="*/ 688373 h 1006480"/>
                <a:gd name="connsiteX13" fmla="*/ 352658 w 1345490"/>
                <a:gd name="connsiteY13" fmla="*/ 471679 h 1006480"/>
                <a:gd name="connsiteX14" fmla="*/ 232 w 1345490"/>
                <a:gd name="connsiteY14" fmla="*/ 295467 h 1006480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7935"/>
                <a:gd name="connsiteX1" fmla="*/ 90720 w 1345490"/>
                <a:gd name="connsiteY1" fmla="*/ 521686 h 997935"/>
                <a:gd name="connsiteX2" fmla="*/ 164538 w 1345490"/>
                <a:gd name="connsiteY2" fmla="*/ 690754 h 997935"/>
                <a:gd name="connsiteX3" fmla="*/ 905107 w 1345490"/>
                <a:gd name="connsiteY3" fmla="*/ 997935 h 997935"/>
                <a:gd name="connsiteX4" fmla="*/ 1090845 w 1345490"/>
                <a:gd name="connsiteY4" fmla="*/ 769336 h 997935"/>
                <a:gd name="connsiteX5" fmla="*/ 1083701 w 1345490"/>
                <a:gd name="connsiteY5" fmla="*/ 735998 h 997935"/>
                <a:gd name="connsiteX6" fmla="*/ 1252770 w 1345490"/>
                <a:gd name="connsiteY6" fmla="*/ 455011 h 997935"/>
                <a:gd name="connsiteX7" fmla="*/ 1271820 w 1345490"/>
                <a:gd name="connsiteY7" fmla="*/ 476442 h 997935"/>
                <a:gd name="connsiteX8" fmla="*/ 1340876 w 1345490"/>
                <a:gd name="connsiteY8" fmla="*/ 366904 h 997935"/>
                <a:gd name="connsiteX9" fmla="*/ 1312301 w 1345490"/>
                <a:gd name="connsiteY9" fmla="*/ 192 h 997935"/>
                <a:gd name="connsiteX10" fmla="*/ 1097989 w 1345490"/>
                <a:gd name="connsiteY10" fmla="*/ 321661 h 997935"/>
                <a:gd name="connsiteX11" fmla="*/ 886057 w 1345490"/>
                <a:gd name="connsiteY11" fmla="*/ 674086 h 997935"/>
                <a:gd name="connsiteX12" fmla="*/ 731276 w 1345490"/>
                <a:gd name="connsiteY12" fmla="*/ 688373 h 997935"/>
                <a:gd name="connsiteX13" fmla="*/ 352658 w 1345490"/>
                <a:gd name="connsiteY13" fmla="*/ 471679 h 997935"/>
                <a:gd name="connsiteX14" fmla="*/ 232 w 1345490"/>
                <a:gd name="connsiteY14" fmla="*/ 295467 h 997935"/>
                <a:gd name="connsiteX0" fmla="*/ 232 w 1345490"/>
                <a:gd name="connsiteY0" fmla="*/ 295467 h 998309"/>
                <a:gd name="connsiteX1" fmla="*/ 90720 w 1345490"/>
                <a:gd name="connsiteY1" fmla="*/ 521686 h 998309"/>
                <a:gd name="connsiteX2" fmla="*/ 164538 w 1345490"/>
                <a:gd name="connsiteY2" fmla="*/ 690754 h 998309"/>
                <a:gd name="connsiteX3" fmla="*/ 905107 w 1345490"/>
                <a:gd name="connsiteY3" fmla="*/ 997935 h 998309"/>
                <a:gd name="connsiteX4" fmla="*/ 1090845 w 1345490"/>
                <a:gd name="connsiteY4" fmla="*/ 769336 h 998309"/>
                <a:gd name="connsiteX5" fmla="*/ 1083701 w 1345490"/>
                <a:gd name="connsiteY5" fmla="*/ 735998 h 998309"/>
                <a:gd name="connsiteX6" fmla="*/ 1252770 w 1345490"/>
                <a:gd name="connsiteY6" fmla="*/ 455011 h 998309"/>
                <a:gd name="connsiteX7" fmla="*/ 1271820 w 1345490"/>
                <a:gd name="connsiteY7" fmla="*/ 476442 h 998309"/>
                <a:gd name="connsiteX8" fmla="*/ 1340876 w 1345490"/>
                <a:gd name="connsiteY8" fmla="*/ 366904 h 998309"/>
                <a:gd name="connsiteX9" fmla="*/ 1312301 w 1345490"/>
                <a:gd name="connsiteY9" fmla="*/ 192 h 998309"/>
                <a:gd name="connsiteX10" fmla="*/ 1097989 w 1345490"/>
                <a:gd name="connsiteY10" fmla="*/ 321661 h 998309"/>
                <a:gd name="connsiteX11" fmla="*/ 886057 w 1345490"/>
                <a:gd name="connsiteY11" fmla="*/ 674086 h 998309"/>
                <a:gd name="connsiteX12" fmla="*/ 731276 w 1345490"/>
                <a:gd name="connsiteY12" fmla="*/ 688373 h 998309"/>
                <a:gd name="connsiteX13" fmla="*/ 352658 w 1345490"/>
                <a:gd name="connsiteY13" fmla="*/ 471679 h 998309"/>
                <a:gd name="connsiteX14" fmla="*/ 232 w 1345490"/>
                <a:gd name="connsiteY14" fmla="*/ 295467 h 998309"/>
                <a:gd name="connsiteX0" fmla="*/ 232 w 1345490"/>
                <a:gd name="connsiteY0" fmla="*/ 295467 h 995932"/>
                <a:gd name="connsiteX1" fmla="*/ 90720 w 1345490"/>
                <a:gd name="connsiteY1" fmla="*/ 521686 h 995932"/>
                <a:gd name="connsiteX2" fmla="*/ 164538 w 1345490"/>
                <a:gd name="connsiteY2" fmla="*/ 690754 h 995932"/>
                <a:gd name="connsiteX3" fmla="*/ 845575 w 1345490"/>
                <a:gd name="connsiteY3" fmla="*/ 995554 h 995932"/>
                <a:gd name="connsiteX4" fmla="*/ 1090845 w 1345490"/>
                <a:gd name="connsiteY4" fmla="*/ 769336 h 995932"/>
                <a:gd name="connsiteX5" fmla="*/ 1083701 w 1345490"/>
                <a:gd name="connsiteY5" fmla="*/ 735998 h 995932"/>
                <a:gd name="connsiteX6" fmla="*/ 1252770 w 1345490"/>
                <a:gd name="connsiteY6" fmla="*/ 455011 h 995932"/>
                <a:gd name="connsiteX7" fmla="*/ 1271820 w 1345490"/>
                <a:gd name="connsiteY7" fmla="*/ 476442 h 995932"/>
                <a:gd name="connsiteX8" fmla="*/ 1340876 w 1345490"/>
                <a:gd name="connsiteY8" fmla="*/ 366904 h 995932"/>
                <a:gd name="connsiteX9" fmla="*/ 1312301 w 1345490"/>
                <a:gd name="connsiteY9" fmla="*/ 192 h 995932"/>
                <a:gd name="connsiteX10" fmla="*/ 1097989 w 1345490"/>
                <a:gd name="connsiteY10" fmla="*/ 321661 h 995932"/>
                <a:gd name="connsiteX11" fmla="*/ 886057 w 1345490"/>
                <a:gd name="connsiteY11" fmla="*/ 674086 h 995932"/>
                <a:gd name="connsiteX12" fmla="*/ 731276 w 1345490"/>
                <a:gd name="connsiteY12" fmla="*/ 688373 h 995932"/>
                <a:gd name="connsiteX13" fmla="*/ 352658 w 1345490"/>
                <a:gd name="connsiteY13" fmla="*/ 471679 h 995932"/>
                <a:gd name="connsiteX14" fmla="*/ 232 w 1345490"/>
                <a:gd name="connsiteY14" fmla="*/ 295467 h 995932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097989 w 1340876"/>
                <a:gd name="connsiteY10" fmla="*/ 321469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114658 w 1340876"/>
                <a:gd name="connsiteY10" fmla="*/ 333375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54 w 1340898"/>
                <a:gd name="connsiteY0" fmla="*/ 314325 h 1019175"/>
                <a:gd name="connsiteX1" fmla="*/ 90742 w 1340898"/>
                <a:gd name="connsiteY1" fmla="*/ 540544 h 1019175"/>
                <a:gd name="connsiteX2" fmla="*/ 164560 w 1340898"/>
                <a:gd name="connsiteY2" fmla="*/ 709612 h 1019175"/>
                <a:gd name="connsiteX3" fmla="*/ 838453 w 1340898"/>
                <a:gd name="connsiteY3" fmla="*/ 1019175 h 1019175"/>
                <a:gd name="connsiteX4" fmla="*/ 1090867 w 1340898"/>
                <a:gd name="connsiteY4" fmla="*/ 788194 h 1019175"/>
                <a:gd name="connsiteX5" fmla="*/ 1083723 w 1340898"/>
                <a:gd name="connsiteY5" fmla="*/ 754856 h 1019175"/>
                <a:gd name="connsiteX6" fmla="*/ 1252792 w 1340898"/>
                <a:gd name="connsiteY6" fmla="*/ 473869 h 1019175"/>
                <a:gd name="connsiteX7" fmla="*/ 1271842 w 1340898"/>
                <a:gd name="connsiteY7" fmla="*/ 495300 h 1019175"/>
                <a:gd name="connsiteX8" fmla="*/ 1340898 w 1340898"/>
                <a:gd name="connsiteY8" fmla="*/ 385762 h 1019175"/>
                <a:gd name="connsiteX9" fmla="*/ 1321848 w 1340898"/>
                <a:gd name="connsiteY9" fmla="*/ 0 h 1019175"/>
                <a:gd name="connsiteX10" fmla="*/ 1114680 w 1340898"/>
                <a:gd name="connsiteY10" fmla="*/ 352425 h 1019175"/>
                <a:gd name="connsiteX11" fmla="*/ 886079 w 1340898"/>
                <a:gd name="connsiteY11" fmla="*/ 692944 h 1019175"/>
                <a:gd name="connsiteX12" fmla="*/ 731298 w 1340898"/>
                <a:gd name="connsiteY12" fmla="*/ 707231 h 1019175"/>
                <a:gd name="connsiteX13" fmla="*/ 331249 w 1340898"/>
                <a:gd name="connsiteY13" fmla="*/ 516730 h 1019175"/>
                <a:gd name="connsiteX14" fmla="*/ 254 w 1340898"/>
                <a:gd name="connsiteY14" fmla="*/ 314325 h 1019175"/>
                <a:gd name="connsiteX0" fmla="*/ 277 w 1340921"/>
                <a:gd name="connsiteY0" fmla="*/ 314325 h 1019175"/>
                <a:gd name="connsiteX1" fmla="*/ 90765 w 1340921"/>
                <a:gd name="connsiteY1" fmla="*/ 540544 h 1019175"/>
                <a:gd name="connsiteX2" fmla="*/ 164583 w 1340921"/>
                <a:gd name="connsiteY2" fmla="*/ 709612 h 1019175"/>
                <a:gd name="connsiteX3" fmla="*/ 838476 w 1340921"/>
                <a:gd name="connsiteY3" fmla="*/ 1019175 h 1019175"/>
                <a:gd name="connsiteX4" fmla="*/ 1090890 w 1340921"/>
                <a:gd name="connsiteY4" fmla="*/ 788194 h 1019175"/>
                <a:gd name="connsiteX5" fmla="*/ 1083746 w 1340921"/>
                <a:gd name="connsiteY5" fmla="*/ 754856 h 1019175"/>
                <a:gd name="connsiteX6" fmla="*/ 1252815 w 1340921"/>
                <a:gd name="connsiteY6" fmla="*/ 473869 h 1019175"/>
                <a:gd name="connsiteX7" fmla="*/ 1271865 w 1340921"/>
                <a:gd name="connsiteY7" fmla="*/ 495300 h 1019175"/>
                <a:gd name="connsiteX8" fmla="*/ 1340921 w 1340921"/>
                <a:gd name="connsiteY8" fmla="*/ 385762 h 1019175"/>
                <a:gd name="connsiteX9" fmla="*/ 1321871 w 1340921"/>
                <a:gd name="connsiteY9" fmla="*/ 0 h 1019175"/>
                <a:gd name="connsiteX10" fmla="*/ 1114703 w 1340921"/>
                <a:gd name="connsiteY10" fmla="*/ 352425 h 1019175"/>
                <a:gd name="connsiteX11" fmla="*/ 886102 w 1340921"/>
                <a:gd name="connsiteY11" fmla="*/ 692944 h 1019175"/>
                <a:gd name="connsiteX12" fmla="*/ 731321 w 1340921"/>
                <a:gd name="connsiteY12" fmla="*/ 707231 h 1019175"/>
                <a:gd name="connsiteX13" fmla="*/ 331272 w 1340921"/>
                <a:gd name="connsiteY13" fmla="*/ 516730 h 1019175"/>
                <a:gd name="connsiteX14" fmla="*/ 277 w 13409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1521" h="1019175">
                  <a:moveTo>
                    <a:pt x="877" y="314325"/>
                  </a:moveTo>
                  <a:cubicBezTo>
                    <a:pt x="52471" y="436959"/>
                    <a:pt x="63981" y="474663"/>
                    <a:pt x="91365" y="540544"/>
                  </a:cubicBezTo>
                  <a:cubicBezTo>
                    <a:pt x="118749" y="606425"/>
                    <a:pt x="135813" y="678260"/>
                    <a:pt x="165183" y="709612"/>
                  </a:cubicBezTo>
                  <a:cubicBezTo>
                    <a:pt x="349334" y="805258"/>
                    <a:pt x="708506" y="975122"/>
                    <a:pt x="839076" y="1019175"/>
                  </a:cubicBezTo>
                  <a:cubicBezTo>
                    <a:pt x="1014891" y="1010840"/>
                    <a:pt x="1055374" y="851297"/>
                    <a:pt x="1091490" y="788194"/>
                  </a:cubicBezTo>
                  <a:cubicBezTo>
                    <a:pt x="1096649" y="777479"/>
                    <a:pt x="1078791" y="766764"/>
                    <a:pt x="1084346" y="754856"/>
                  </a:cubicBezTo>
                  <a:cubicBezTo>
                    <a:pt x="1089901" y="742948"/>
                    <a:pt x="1236350" y="500459"/>
                    <a:pt x="1253415" y="473869"/>
                  </a:cubicBezTo>
                  <a:cubicBezTo>
                    <a:pt x="1270480" y="447279"/>
                    <a:pt x="1257781" y="509985"/>
                    <a:pt x="1272465" y="495300"/>
                  </a:cubicBezTo>
                  <a:cubicBezTo>
                    <a:pt x="1287149" y="480616"/>
                    <a:pt x="1308581" y="441325"/>
                    <a:pt x="1341521" y="385762"/>
                  </a:cubicBezTo>
                  <a:cubicBezTo>
                    <a:pt x="1338743" y="308769"/>
                    <a:pt x="1324852" y="40877"/>
                    <a:pt x="1322471" y="0"/>
                  </a:cubicBezTo>
                  <a:cubicBezTo>
                    <a:pt x="1305802" y="73423"/>
                    <a:pt x="1186344" y="240109"/>
                    <a:pt x="1115303" y="352425"/>
                  </a:cubicBezTo>
                  <a:cubicBezTo>
                    <a:pt x="1044262" y="464741"/>
                    <a:pt x="947821" y="631825"/>
                    <a:pt x="886702" y="692944"/>
                  </a:cubicBezTo>
                  <a:cubicBezTo>
                    <a:pt x="808914" y="725488"/>
                    <a:pt x="814868" y="716755"/>
                    <a:pt x="731921" y="707231"/>
                  </a:cubicBezTo>
                  <a:cubicBezTo>
                    <a:pt x="615637" y="666750"/>
                    <a:pt x="310838" y="515539"/>
                    <a:pt x="188997" y="450055"/>
                  </a:cubicBezTo>
                  <a:cubicBezTo>
                    <a:pt x="48106" y="384571"/>
                    <a:pt x="-7854" y="322659"/>
                    <a:pt x="877" y="314325"/>
                  </a:cubicBezTo>
                  <a:close/>
                </a:path>
              </a:pathLst>
            </a:custGeom>
            <a:solidFill>
              <a:srgbClr val="8D8E87"/>
            </a:solidFill>
            <a:ln w="0">
              <a:solidFill>
                <a:srgbClr val="8B8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2" name="椭圆 591"/>
            <p:cNvSpPr/>
            <p:nvPr/>
          </p:nvSpPr>
          <p:spPr>
            <a:xfrm rot="20690468">
              <a:off x="5174035" y="3509974"/>
              <a:ext cx="801583" cy="674237"/>
            </a:xfrm>
            <a:prstGeom prst="ellipse">
              <a:avLst/>
            </a:prstGeom>
            <a:gradFill>
              <a:gsLst>
                <a:gs pos="0">
                  <a:srgbClr val="97998B"/>
                </a:gs>
                <a:gs pos="100000">
                  <a:srgbClr val="BCBBAB"/>
                </a:gs>
              </a:gsLst>
              <a:lin ang="5400000" scaled="1"/>
            </a:gradFill>
            <a:ln w="22225">
              <a:gradFill flip="none" rotWithShape="1">
                <a:gsLst>
                  <a:gs pos="0">
                    <a:srgbClr val="D1D2C6"/>
                  </a:gs>
                  <a:gs pos="100000">
                    <a:srgbClr val="A5A797"/>
                  </a:gs>
                </a:gsLst>
                <a:path path="shap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93" name="组合 592"/>
            <p:cNvGrpSpPr/>
            <p:nvPr/>
          </p:nvGrpSpPr>
          <p:grpSpPr>
            <a:xfrm rot="463567">
              <a:off x="5379528" y="3664983"/>
              <a:ext cx="379472" cy="332890"/>
              <a:chOff x="5993655" y="2959309"/>
              <a:chExt cx="379472" cy="332890"/>
            </a:xfrm>
          </p:grpSpPr>
          <p:sp>
            <p:nvSpPr>
              <p:cNvPr id="595" name="任意多边形 594"/>
              <p:cNvSpPr/>
              <p:nvPr/>
            </p:nvSpPr>
            <p:spPr>
              <a:xfrm>
                <a:off x="5993655" y="2959309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6" name="椭圆 595"/>
              <p:cNvSpPr/>
              <p:nvPr/>
            </p:nvSpPr>
            <p:spPr>
              <a:xfrm rot="1929490">
                <a:off x="6137300" y="2994418"/>
                <a:ext cx="88398" cy="250825"/>
              </a:xfrm>
              <a:prstGeom prst="ellipse">
                <a:avLst/>
              </a:pr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97" name="任意多边形 596"/>
              <p:cNvSpPr/>
              <p:nvPr/>
            </p:nvSpPr>
            <p:spPr>
              <a:xfrm>
                <a:off x="6253347" y="3070272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4" name="矩形 61"/>
            <p:cNvSpPr/>
            <p:nvPr/>
          </p:nvSpPr>
          <p:spPr>
            <a:xfrm rot="7311335">
              <a:off x="5880912" y="4308963"/>
              <a:ext cx="420647" cy="49844"/>
            </a:xfrm>
            <a:custGeom>
              <a:avLst/>
              <a:gdLst>
                <a:gd name="connsiteX0" fmla="*/ 0 w 356209"/>
                <a:gd name="connsiteY0" fmla="*/ 0 h 559594"/>
                <a:gd name="connsiteX1" fmla="*/ 356209 w 356209"/>
                <a:gd name="connsiteY1" fmla="*/ 0 h 559594"/>
                <a:gd name="connsiteX2" fmla="*/ 356209 w 356209"/>
                <a:gd name="connsiteY2" fmla="*/ 559594 h 559594"/>
                <a:gd name="connsiteX3" fmla="*/ 0 w 356209"/>
                <a:gd name="connsiteY3" fmla="*/ 559594 h 559594"/>
                <a:gd name="connsiteX4" fmla="*/ 0 w 356209"/>
                <a:gd name="connsiteY4" fmla="*/ 0 h 559594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694346 w 694346"/>
                <a:gd name="connsiteY2" fmla="*/ 559594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463577 w 694346"/>
                <a:gd name="connsiteY0" fmla="*/ 3357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463577 w 694346"/>
                <a:gd name="connsiteY4" fmla="*/ 3357 h 566738"/>
                <a:gd name="connsiteX0" fmla="*/ 463577 w 744441"/>
                <a:gd name="connsiteY0" fmla="*/ 0 h 563381"/>
                <a:gd name="connsiteX1" fmla="*/ 744441 w 744441"/>
                <a:gd name="connsiteY1" fmla="*/ 144941 h 563381"/>
                <a:gd name="connsiteX2" fmla="*/ 382402 w 744441"/>
                <a:gd name="connsiteY2" fmla="*/ 561000 h 563381"/>
                <a:gd name="connsiteX3" fmla="*/ 0 w 744441"/>
                <a:gd name="connsiteY3" fmla="*/ 563381 h 563381"/>
                <a:gd name="connsiteX4" fmla="*/ 463577 w 744441"/>
                <a:gd name="connsiteY4" fmla="*/ 0 h 563381"/>
                <a:gd name="connsiteX0" fmla="*/ 85748 w 744441"/>
                <a:gd name="connsiteY0" fmla="*/ 325326 h 418440"/>
                <a:gd name="connsiteX1" fmla="*/ 744441 w 744441"/>
                <a:gd name="connsiteY1" fmla="*/ 0 h 418440"/>
                <a:gd name="connsiteX2" fmla="*/ 382402 w 744441"/>
                <a:gd name="connsiteY2" fmla="*/ 416059 h 418440"/>
                <a:gd name="connsiteX3" fmla="*/ 0 w 744441"/>
                <a:gd name="connsiteY3" fmla="*/ 418440 h 418440"/>
                <a:gd name="connsiteX4" fmla="*/ 85748 w 744441"/>
                <a:gd name="connsiteY4" fmla="*/ 325326 h 418440"/>
                <a:gd name="connsiteX0" fmla="*/ 85748 w 457314"/>
                <a:gd name="connsiteY0" fmla="*/ 0 h 93114"/>
                <a:gd name="connsiteX1" fmla="*/ 457314 w 457314"/>
                <a:gd name="connsiteY1" fmla="*/ 15691 h 93114"/>
                <a:gd name="connsiteX2" fmla="*/ 382402 w 457314"/>
                <a:gd name="connsiteY2" fmla="*/ 90733 h 93114"/>
                <a:gd name="connsiteX3" fmla="*/ 0 w 457314"/>
                <a:gd name="connsiteY3" fmla="*/ 93114 h 93114"/>
                <a:gd name="connsiteX4" fmla="*/ 85748 w 457314"/>
                <a:gd name="connsiteY4" fmla="*/ 0 h 93114"/>
                <a:gd name="connsiteX0" fmla="*/ 34994 w 457314"/>
                <a:gd name="connsiteY0" fmla="*/ 16405 h 77423"/>
                <a:gd name="connsiteX1" fmla="*/ 457314 w 457314"/>
                <a:gd name="connsiteY1" fmla="*/ 0 h 77423"/>
                <a:gd name="connsiteX2" fmla="*/ 382402 w 457314"/>
                <a:gd name="connsiteY2" fmla="*/ 75042 h 77423"/>
                <a:gd name="connsiteX3" fmla="*/ 0 w 457314"/>
                <a:gd name="connsiteY3" fmla="*/ 77423 h 77423"/>
                <a:gd name="connsiteX4" fmla="*/ 34994 w 457314"/>
                <a:gd name="connsiteY4" fmla="*/ 16405 h 77423"/>
                <a:gd name="connsiteX0" fmla="*/ 34994 w 414683"/>
                <a:gd name="connsiteY0" fmla="*/ 1 h 61019"/>
                <a:gd name="connsiteX1" fmla="*/ 414683 w 414683"/>
                <a:gd name="connsiteY1" fmla="*/ 13502 h 61019"/>
                <a:gd name="connsiteX2" fmla="*/ 382402 w 414683"/>
                <a:gd name="connsiteY2" fmla="*/ 58638 h 61019"/>
                <a:gd name="connsiteX3" fmla="*/ 0 w 414683"/>
                <a:gd name="connsiteY3" fmla="*/ 61019 h 61019"/>
                <a:gd name="connsiteX4" fmla="*/ 34994 w 414683"/>
                <a:gd name="connsiteY4" fmla="*/ 1 h 61019"/>
                <a:gd name="connsiteX0" fmla="*/ 35233 w 414683"/>
                <a:gd name="connsiteY0" fmla="*/ 3886 h 47516"/>
                <a:gd name="connsiteX1" fmla="*/ 414683 w 414683"/>
                <a:gd name="connsiteY1" fmla="*/ -1 h 47516"/>
                <a:gd name="connsiteX2" fmla="*/ 382402 w 414683"/>
                <a:gd name="connsiteY2" fmla="*/ 45135 h 47516"/>
                <a:gd name="connsiteX3" fmla="*/ 0 w 414683"/>
                <a:gd name="connsiteY3" fmla="*/ 47516 h 47516"/>
                <a:gd name="connsiteX4" fmla="*/ 35233 w 414683"/>
                <a:gd name="connsiteY4" fmla="*/ 3886 h 47516"/>
                <a:gd name="connsiteX0" fmla="*/ 35233 w 416622"/>
                <a:gd name="connsiteY0" fmla="*/ 0 h 43630"/>
                <a:gd name="connsiteX1" fmla="*/ 416622 w 416622"/>
                <a:gd name="connsiteY1" fmla="*/ 5285 h 43630"/>
                <a:gd name="connsiteX2" fmla="*/ 382402 w 416622"/>
                <a:gd name="connsiteY2" fmla="*/ 41249 h 43630"/>
                <a:gd name="connsiteX3" fmla="*/ 0 w 416622"/>
                <a:gd name="connsiteY3" fmla="*/ 43630 h 43630"/>
                <a:gd name="connsiteX4" fmla="*/ 35233 w 416622"/>
                <a:gd name="connsiteY4" fmla="*/ 0 h 43630"/>
                <a:gd name="connsiteX0" fmla="*/ 32140 w 416622"/>
                <a:gd name="connsiteY0" fmla="*/ 396 h 38345"/>
                <a:gd name="connsiteX1" fmla="*/ 416622 w 416622"/>
                <a:gd name="connsiteY1" fmla="*/ 0 h 38345"/>
                <a:gd name="connsiteX2" fmla="*/ 382402 w 416622"/>
                <a:gd name="connsiteY2" fmla="*/ 35964 h 38345"/>
                <a:gd name="connsiteX3" fmla="*/ 0 w 416622"/>
                <a:gd name="connsiteY3" fmla="*/ 38345 h 38345"/>
                <a:gd name="connsiteX4" fmla="*/ 32140 w 416622"/>
                <a:gd name="connsiteY4" fmla="*/ 396 h 38345"/>
                <a:gd name="connsiteX0" fmla="*/ 53050 w 437532"/>
                <a:gd name="connsiteY0" fmla="*/ 396 h 38904"/>
                <a:gd name="connsiteX1" fmla="*/ 437532 w 437532"/>
                <a:gd name="connsiteY1" fmla="*/ 0 h 38904"/>
                <a:gd name="connsiteX2" fmla="*/ 403312 w 437532"/>
                <a:gd name="connsiteY2" fmla="*/ 35964 h 38904"/>
                <a:gd name="connsiteX3" fmla="*/ 0 w 437532"/>
                <a:gd name="connsiteY3" fmla="*/ 38904 h 38904"/>
                <a:gd name="connsiteX4" fmla="*/ 53050 w 437532"/>
                <a:gd name="connsiteY4" fmla="*/ 396 h 38904"/>
                <a:gd name="connsiteX0" fmla="*/ 57992 w 442474"/>
                <a:gd name="connsiteY0" fmla="*/ 396 h 36696"/>
                <a:gd name="connsiteX1" fmla="*/ 442474 w 442474"/>
                <a:gd name="connsiteY1" fmla="*/ 0 h 36696"/>
                <a:gd name="connsiteX2" fmla="*/ 408254 w 442474"/>
                <a:gd name="connsiteY2" fmla="*/ 35964 h 36696"/>
                <a:gd name="connsiteX3" fmla="*/ -1 w 442474"/>
                <a:gd name="connsiteY3" fmla="*/ 36696 h 36696"/>
                <a:gd name="connsiteX4" fmla="*/ 57992 w 442474"/>
                <a:gd name="connsiteY4" fmla="*/ 396 h 36696"/>
                <a:gd name="connsiteX0" fmla="*/ 57993 w 458442"/>
                <a:gd name="connsiteY0" fmla="*/ 3164 h 39464"/>
                <a:gd name="connsiteX1" fmla="*/ 458442 w 458442"/>
                <a:gd name="connsiteY1" fmla="*/ 0 h 39464"/>
                <a:gd name="connsiteX2" fmla="*/ 408255 w 458442"/>
                <a:gd name="connsiteY2" fmla="*/ 38732 h 39464"/>
                <a:gd name="connsiteX3" fmla="*/ 0 w 458442"/>
                <a:gd name="connsiteY3" fmla="*/ 39464 h 39464"/>
                <a:gd name="connsiteX4" fmla="*/ 57993 w 458442"/>
                <a:gd name="connsiteY4" fmla="*/ 3164 h 39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442" h="39464">
                  <a:moveTo>
                    <a:pt x="57993" y="3164"/>
                  </a:moveTo>
                  <a:lnTo>
                    <a:pt x="458442" y="0"/>
                  </a:lnTo>
                  <a:lnTo>
                    <a:pt x="408255" y="38732"/>
                  </a:lnTo>
                  <a:lnTo>
                    <a:pt x="0" y="39464"/>
                  </a:lnTo>
                  <a:lnTo>
                    <a:pt x="57993" y="3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258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4"/>
    </mc:Choice>
    <mc:Fallback xmlns="">
      <p:transition spd="slow" advTm="36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组合 587"/>
          <p:cNvGrpSpPr/>
          <p:nvPr/>
        </p:nvGrpSpPr>
        <p:grpSpPr>
          <a:xfrm>
            <a:off x="5446955" y="2740179"/>
            <a:ext cx="1298090" cy="1377642"/>
            <a:chOff x="4915663" y="3316114"/>
            <a:chExt cx="1341521" cy="1415487"/>
          </a:xfrm>
        </p:grpSpPr>
        <p:sp>
          <p:nvSpPr>
            <p:cNvPr id="589" name="任意多边形 588"/>
            <p:cNvSpPr/>
            <p:nvPr/>
          </p:nvSpPr>
          <p:spPr>
            <a:xfrm>
              <a:off x="4916499" y="3316114"/>
              <a:ext cx="1340685" cy="1415487"/>
            </a:xfrm>
            <a:custGeom>
              <a:avLst/>
              <a:gdLst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399 w 1340685"/>
                <a:gd name="connsiteY16" fmla="*/ 707311 h 1415487"/>
                <a:gd name="connsiteX17" fmla="*/ 41 w 1340685"/>
                <a:gd name="connsiteY17" fmla="*/ 696349 h 1415487"/>
                <a:gd name="connsiteX18" fmla="*/ 159586 w 1340685"/>
                <a:gd name="connsiteY18" fmla="*/ 415363 h 1415487"/>
                <a:gd name="connsiteX19" fmla="*/ 357230 w 1340685"/>
                <a:gd name="connsiteY19" fmla="*/ 141518 h 1415487"/>
                <a:gd name="connsiteX20" fmla="*/ 533001 w 1340685"/>
                <a:gd name="connsiteY20" fmla="*/ 29 h 1415487"/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1 w 1340685"/>
                <a:gd name="connsiteY16" fmla="*/ 696349 h 1415487"/>
                <a:gd name="connsiteX17" fmla="*/ 159586 w 1340685"/>
                <a:gd name="connsiteY17" fmla="*/ 415363 h 1415487"/>
                <a:gd name="connsiteX18" fmla="*/ 357230 w 1340685"/>
                <a:gd name="connsiteY18" fmla="*/ 141518 h 1415487"/>
                <a:gd name="connsiteX19" fmla="*/ 533001 w 1340685"/>
                <a:gd name="connsiteY19" fmla="*/ 29 h 141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40685" h="1415487">
                  <a:moveTo>
                    <a:pt x="533001" y="29"/>
                  </a:moveTo>
                  <a:cubicBezTo>
                    <a:pt x="543606" y="-197"/>
                    <a:pt x="554824" y="876"/>
                    <a:pt x="566780" y="3406"/>
                  </a:cubicBezTo>
                  <a:cubicBezTo>
                    <a:pt x="662427" y="23647"/>
                    <a:pt x="821574" y="91116"/>
                    <a:pt x="931111" y="134375"/>
                  </a:cubicBezTo>
                  <a:cubicBezTo>
                    <a:pt x="1040648" y="177634"/>
                    <a:pt x="1154552" y="213749"/>
                    <a:pt x="1219242" y="255818"/>
                  </a:cubicBezTo>
                  <a:cubicBezTo>
                    <a:pt x="1267760" y="287370"/>
                    <a:pt x="1301543" y="309098"/>
                    <a:pt x="1314064" y="345115"/>
                  </a:cubicBezTo>
                  <a:lnTo>
                    <a:pt x="1317304" y="371127"/>
                  </a:lnTo>
                  <a:lnTo>
                    <a:pt x="1321635" y="396312"/>
                  </a:lnTo>
                  <a:cubicBezTo>
                    <a:pt x="1324016" y="437189"/>
                    <a:pt x="1337907" y="705081"/>
                    <a:pt x="1340685" y="782074"/>
                  </a:cubicBezTo>
                  <a:cubicBezTo>
                    <a:pt x="1307745" y="837637"/>
                    <a:pt x="1286313" y="876928"/>
                    <a:pt x="1271629" y="891612"/>
                  </a:cubicBezTo>
                  <a:cubicBezTo>
                    <a:pt x="1256945" y="906297"/>
                    <a:pt x="1269644" y="843591"/>
                    <a:pt x="1252579" y="870181"/>
                  </a:cubicBezTo>
                  <a:cubicBezTo>
                    <a:pt x="1235514" y="896771"/>
                    <a:pt x="1103353" y="1124972"/>
                    <a:pt x="1083510" y="1151168"/>
                  </a:cubicBezTo>
                  <a:cubicBezTo>
                    <a:pt x="1063667" y="1177364"/>
                    <a:pt x="1095813" y="1173791"/>
                    <a:pt x="1090654" y="1184506"/>
                  </a:cubicBezTo>
                  <a:cubicBezTo>
                    <a:pt x="1042632" y="1235703"/>
                    <a:pt x="1014055" y="1407152"/>
                    <a:pt x="838240" y="1415487"/>
                  </a:cubicBezTo>
                  <a:cubicBezTo>
                    <a:pt x="707670" y="1371434"/>
                    <a:pt x="348498" y="1201570"/>
                    <a:pt x="164347" y="1105924"/>
                  </a:cubicBezTo>
                  <a:cubicBezTo>
                    <a:pt x="134977" y="1074572"/>
                    <a:pt x="117913" y="1002737"/>
                    <a:pt x="90529" y="936856"/>
                  </a:cubicBezTo>
                  <a:cubicBezTo>
                    <a:pt x="63145" y="870975"/>
                    <a:pt x="51635" y="833271"/>
                    <a:pt x="41" y="710637"/>
                  </a:cubicBezTo>
                  <a:lnTo>
                    <a:pt x="41" y="696349"/>
                  </a:lnTo>
                  <a:cubicBezTo>
                    <a:pt x="-2340" y="619355"/>
                    <a:pt x="100055" y="505454"/>
                    <a:pt x="159586" y="415363"/>
                  </a:cubicBezTo>
                  <a:cubicBezTo>
                    <a:pt x="219118" y="325272"/>
                    <a:pt x="291747" y="226846"/>
                    <a:pt x="357230" y="141518"/>
                  </a:cubicBezTo>
                  <a:cubicBezTo>
                    <a:pt x="414528" y="66856"/>
                    <a:pt x="458761" y="1613"/>
                    <a:pt x="533001" y="29"/>
                  </a:cubicBezTo>
                  <a:close/>
                </a:path>
              </a:pathLst>
            </a:custGeom>
            <a:solidFill>
              <a:srgbClr val="97998A"/>
            </a:solidFill>
            <a:ln w="0">
              <a:solidFill>
                <a:srgbClr val="5659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0" name="任意多边形 589"/>
            <p:cNvSpPr/>
            <p:nvPr/>
          </p:nvSpPr>
          <p:spPr>
            <a:xfrm rot="21357019">
              <a:off x="5007636" y="3360956"/>
              <a:ext cx="1140731" cy="978624"/>
            </a:xfrm>
            <a:custGeom>
              <a:avLst/>
              <a:gdLst>
                <a:gd name="connsiteX0" fmla="*/ 484775 w 1140731"/>
                <a:gd name="connsiteY0" fmla="*/ 0 h 978624"/>
                <a:gd name="connsiteX1" fmla="*/ 591932 w 1140731"/>
                <a:gd name="connsiteY1" fmla="*/ 87513 h 978624"/>
                <a:gd name="connsiteX2" fmla="*/ 590111 w 1140731"/>
                <a:gd name="connsiteY2" fmla="*/ 94883 h 978624"/>
                <a:gd name="connsiteX3" fmla="*/ 609746 w 1140731"/>
                <a:gd name="connsiteY3" fmla="*/ 93570 h 978624"/>
                <a:gd name="connsiteX4" fmla="*/ 990231 w 1140731"/>
                <a:gd name="connsiteY4" fmla="*/ 271603 h 978624"/>
                <a:gd name="connsiteX5" fmla="*/ 998062 w 1140731"/>
                <a:gd name="connsiteY5" fmla="*/ 285456 h 978624"/>
                <a:gd name="connsiteX6" fmla="*/ 1005946 w 1140731"/>
                <a:gd name="connsiteY6" fmla="*/ 284250 h 978624"/>
                <a:gd name="connsiteX7" fmla="*/ 1140731 w 1140731"/>
                <a:gd name="connsiteY7" fmla="*/ 386355 h 978624"/>
                <a:gd name="connsiteX8" fmla="*/ 1058411 w 1140731"/>
                <a:gd name="connsiteY8" fmla="*/ 480436 h 978624"/>
                <a:gd name="connsiteX9" fmla="*/ 1052166 w 1140731"/>
                <a:gd name="connsiteY9" fmla="*/ 481391 h 978624"/>
                <a:gd name="connsiteX10" fmla="*/ 1052549 w 1140731"/>
                <a:gd name="connsiteY10" fmla="*/ 497250 h 978624"/>
                <a:gd name="connsiteX11" fmla="*/ 810379 w 1140731"/>
                <a:gd name="connsiteY11" fmla="*/ 819672 h 978624"/>
                <a:gd name="connsiteX12" fmla="*/ 775726 w 1140731"/>
                <a:gd name="connsiteY12" fmla="*/ 834083 h 978624"/>
                <a:gd name="connsiteX13" fmla="*/ 778122 w 1140731"/>
                <a:gd name="connsiteY13" fmla="*/ 836775 h 978624"/>
                <a:gd name="connsiteX14" fmla="*/ 788714 w 1140731"/>
                <a:gd name="connsiteY14" fmla="*/ 876519 h 978624"/>
                <a:gd name="connsiteX15" fmla="*/ 653929 w 1140731"/>
                <a:gd name="connsiteY15" fmla="*/ 978624 h 978624"/>
                <a:gd name="connsiteX16" fmla="*/ 529736 w 1140731"/>
                <a:gd name="connsiteY16" fmla="*/ 916262 h 978624"/>
                <a:gd name="connsiteX17" fmla="*/ 521111 w 1140731"/>
                <a:gd name="connsiteY17" fmla="*/ 883899 h 978624"/>
                <a:gd name="connsiteX18" fmla="*/ 435981 w 1140731"/>
                <a:gd name="connsiteY18" fmla="*/ 875539 h 978624"/>
                <a:gd name="connsiteX19" fmla="*/ 149153 w 1140731"/>
                <a:gd name="connsiteY19" fmla="*/ 706702 h 978624"/>
                <a:gd name="connsiteX20" fmla="*/ 123138 w 1140731"/>
                <a:gd name="connsiteY20" fmla="*/ 660685 h 978624"/>
                <a:gd name="connsiteX21" fmla="*/ 115082 w 1140731"/>
                <a:gd name="connsiteY21" fmla="*/ 664812 h 978624"/>
                <a:gd name="connsiteX22" fmla="*/ 14513 w 1140731"/>
                <a:gd name="connsiteY22" fmla="*/ 638903 h 978624"/>
                <a:gd name="connsiteX23" fmla="*/ 48622 w 1140731"/>
                <a:gd name="connsiteY23" fmla="*/ 504822 h 978624"/>
                <a:gd name="connsiteX24" fmla="*/ 86246 w 1140731"/>
                <a:gd name="connsiteY24" fmla="*/ 485547 h 978624"/>
                <a:gd name="connsiteX25" fmla="*/ 86942 w 1140731"/>
                <a:gd name="connsiteY25" fmla="*/ 485454 h 978624"/>
                <a:gd name="connsiteX26" fmla="*/ 86835 w 1140731"/>
                <a:gd name="connsiteY26" fmla="*/ 481056 h 978624"/>
                <a:gd name="connsiteX27" fmla="*/ 329005 w 1140731"/>
                <a:gd name="connsiteY27" fmla="*/ 158634 h 978624"/>
                <a:gd name="connsiteX28" fmla="*/ 394236 w 1140731"/>
                <a:gd name="connsiteY28" fmla="*/ 131505 h 978624"/>
                <a:gd name="connsiteX29" fmla="*/ 386039 w 1140731"/>
                <a:gd name="connsiteY29" fmla="*/ 121577 h 978624"/>
                <a:gd name="connsiteX30" fmla="*/ 377618 w 1140731"/>
                <a:gd name="connsiteY30" fmla="*/ 87513 h 978624"/>
                <a:gd name="connsiteX31" fmla="*/ 484775 w 1140731"/>
                <a:gd name="connsiteY31" fmla="*/ 0 h 97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40731" h="978624">
                  <a:moveTo>
                    <a:pt x="484775" y="0"/>
                  </a:moveTo>
                  <a:cubicBezTo>
                    <a:pt x="543956" y="0"/>
                    <a:pt x="591932" y="39181"/>
                    <a:pt x="591932" y="87513"/>
                  </a:cubicBezTo>
                  <a:lnTo>
                    <a:pt x="590111" y="94883"/>
                  </a:lnTo>
                  <a:lnTo>
                    <a:pt x="609746" y="93570"/>
                  </a:lnTo>
                  <a:cubicBezTo>
                    <a:pt x="770149" y="96122"/>
                    <a:pt x="912028" y="164327"/>
                    <a:pt x="990231" y="271603"/>
                  </a:cubicBezTo>
                  <a:lnTo>
                    <a:pt x="998062" y="285456"/>
                  </a:lnTo>
                  <a:lnTo>
                    <a:pt x="1005946" y="284250"/>
                  </a:lnTo>
                  <a:cubicBezTo>
                    <a:pt x="1080386" y="284250"/>
                    <a:pt x="1140731" y="329964"/>
                    <a:pt x="1140731" y="386355"/>
                  </a:cubicBezTo>
                  <a:cubicBezTo>
                    <a:pt x="1140731" y="428648"/>
                    <a:pt x="1106787" y="464936"/>
                    <a:pt x="1058411" y="480436"/>
                  </a:cubicBezTo>
                  <a:lnTo>
                    <a:pt x="1052166" y="481391"/>
                  </a:lnTo>
                  <a:lnTo>
                    <a:pt x="1052549" y="497250"/>
                  </a:lnTo>
                  <a:cubicBezTo>
                    <a:pt x="1039411" y="628652"/>
                    <a:pt x="946879" y="748994"/>
                    <a:pt x="810379" y="819672"/>
                  </a:cubicBezTo>
                  <a:lnTo>
                    <a:pt x="775726" y="834083"/>
                  </a:lnTo>
                  <a:lnTo>
                    <a:pt x="778122" y="836775"/>
                  </a:lnTo>
                  <a:cubicBezTo>
                    <a:pt x="784942" y="848991"/>
                    <a:pt x="788714" y="862421"/>
                    <a:pt x="788714" y="876519"/>
                  </a:cubicBezTo>
                  <a:cubicBezTo>
                    <a:pt x="788714" y="932910"/>
                    <a:pt x="728369" y="978624"/>
                    <a:pt x="653929" y="978624"/>
                  </a:cubicBezTo>
                  <a:cubicBezTo>
                    <a:pt x="598099" y="978624"/>
                    <a:pt x="550197" y="952910"/>
                    <a:pt x="529736" y="916262"/>
                  </a:cubicBezTo>
                  <a:lnTo>
                    <a:pt x="521111" y="883899"/>
                  </a:lnTo>
                  <a:lnTo>
                    <a:pt x="435981" y="875539"/>
                  </a:lnTo>
                  <a:cubicBezTo>
                    <a:pt x="315031" y="853339"/>
                    <a:pt x="211715" y="792524"/>
                    <a:pt x="149153" y="706702"/>
                  </a:cubicBezTo>
                  <a:lnTo>
                    <a:pt x="123138" y="660685"/>
                  </a:lnTo>
                  <a:lnTo>
                    <a:pt x="115082" y="664812"/>
                  </a:lnTo>
                  <a:cubicBezTo>
                    <a:pt x="76261" y="677002"/>
                    <a:pt x="36069" y="668046"/>
                    <a:pt x="14513" y="638903"/>
                  </a:cubicBezTo>
                  <a:cubicBezTo>
                    <a:pt x="-14229" y="600046"/>
                    <a:pt x="1042" y="540015"/>
                    <a:pt x="48622" y="504822"/>
                  </a:cubicBezTo>
                  <a:cubicBezTo>
                    <a:pt x="60517" y="496024"/>
                    <a:pt x="73305" y="489611"/>
                    <a:pt x="86246" y="485547"/>
                  </a:cubicBezTo>
                  <a:lnTo>
                    <a:pt x="86942" y="485454"/>
                  </a:lnTo>
                  <a:lnTo>
                    <a:pt x="86835" y="481056"/>
                  </a:lnTo>
                  <a:cubicBezTo>
                    <a:pt x="99973" y="349653"/>
                    <a:pt x="192506" y="229312"/>
                    <a:pt x="329005" y="158634"/>
                  </a:cubicBezTo>
                  <a:lnTo>
                    <a:pt x="394236" y="131505"/>
                  </a:lnTo>
                  <a:lnTo>
                    <a:pt x="386039" y="121577"/>
                  </a:lnTo>
                  <a:cubicBezTo>
                    <a:pt x="380617" y="111107"/>
                    <a:pt x="377618" y="99596"/>
                    <a:pt x="377618" y="87513"/>
                  </a:cubicBezTo>
                  <a:cubicBezTo>
                    <a:pt x="377618" y="39181"/>
                    <a:pt x="425594" y="0"/>
                    <a:pt x="484775" y="0"/>
                  </a:cubicBezTo>
                  <a:close/>
                </a:path>
              </a:pathLst>
            </a:custGeom>
            <a:gradFill>
              <a:gsLst>
                <a:gs pos="0">
                  <a:srgbClr val="32352D"/>
                </a:gs>
                <a:gs pos="100000">
                  <a:srgbClr val="A2A497"/>
                </a:gs>
              </a:gsLst>
              <a:lin ang="5400000" scaled="1"/>
            </a:gradFill>
            <a:ln w="0">
              <a:solidFill>
                <a:srgbClr val="787A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1" name="任意多边形 590"/>
            <p:cNvSpPr/>
            <p:nvPr/>
          </p:nvSpPr>
          <p:spPr>
            <a:xfrm>
              <a:off x="4915663" y="3712426"/>
              <a:ext cx="1341521" cy="1019175"/>
            </a:xfrm>
            <a:custGeom>
              <a:avLst/>
              <a:gdLst>
                <a:gd name="connsiteX0" fmla="*/ 33821 w 1391288"/>
                <a:gd name="connsiteY0" fmla="*/ 300519 h 1001232"/>
                <a:gd name="connsiteX1" fmla="*/ 198127 w 1391288"/>
                <a:gd name="connsiteY1" fmla="*/ 695806 h 1001232"/>
                <a:gd name="connsiteX2" fmla="*/ 872021 w 1391288"/>
                <a:gd name="connsiteY2" fmla="*/ 1000606 h 1001232"/>
                <a:gd name="connsiteX3" fmla="*/ 1124434 w 1391288"/>
                <a:gd name="connsiteY3" fmla="*/ 774388 h 1001232"/>
                <a:gd name="connsiteX4" fmla="*/ 1117290 w 1391288"/>
                <a:gd name="connsiteY4" fmla="*/ 741050 h 1001232"/>
                <a:gd name="connsiteX5" fmla="*/ 1286359 w 1391288"/>
                <a:gd name="connsiteY5" fmla="*/ 460063 h 1001232"/>
                <a:gd name="connsiteX6" fmla="*/ 1305409 w 1391288"/>
                <a:gd name="connsiteY6" fmla="*/ 481494 h 1001232"/>
                <a:gd name="connsiteX7" fmla="*/ 1374465 w 1391288"/>
                <a:gd name="connsiteY7" fmla="*/ 371956 h 1001232"/>
                <a:gd name="connsiteX8" fmla="*/ 1345890 w 1391288"/>
                <a:gd name="connsiteY8" fmla="*/ 5244 h 1001232"/>
                <a:gd name="connsiteX9" fmla="*/ 919646 w 1391288"/>
                <a:gd name="connsiteY9" fmla="*/ 679138 h 1001232"/>
                <a:gd name="connsiteX10" fmla="*/ 764865 w 1391288"/>
                <a:gd name="connsiteY10" fmla="*/ 693425 h 1001232"/>
                <a:gd name="connsiteX11" fmla="*/ 33821 w 1391288"/>
                <a:gd name="connsiteY11" fmla="*/ 300519 h 1001232"/>
                <a:gd name="connsiteX0" fmla="*/ 58956 w 1416423"/>
                <a:gd name="connsiteY0" fmla="*/ 300519 h 1001232"/>
                <a:gd name="connsiteX1" fmla="*/ 63719 w 1416423"/>
                <a:gd name="connsiteY1" fmla="*/ 488638 h 1001232"/>
                <a:gd name="connsiteX2" fmla="*/ 223262 w 1416423"/>
                <a:gd name="connsiteY2" fmla="*/ 695806 h 1001232"/>
                <a:gd name="connsiteX3" fmla="*/ 897156 w 1416423"/>
                <a:gd name="connsiteY3" fmla="*/ 1000606 h 1001232"/>
                <a:gd name="connsiteX4" fmla="*/ 1149569 w 1416423"/>
                <a:gd name="connsiteY4" fmla="*/ 774388 h 1001232"/>
                <a:gd name="connsiteX5" fmla="*/ 1142425 w 1416423"/>
                <a:gd name="connsiteY5" fmla="*/ 741050 h 1001232"/>
                <a:gd name="connsiteX6" fmla="*/ 1311494 w 1416423"/>
                <a:gd name="connsiteY6" fmla="*/ 460063 h 1001232"/>
                <a:gd name="connsiteX7" fmla="*/ 1330544 w 1416423"/>
                <a:gd name="connsiteY7" fmla="*/ 481494 h 1001232"/>
                <a:gd name="connsiteX8" fmla="*/ 1399600 w 1416423"/>
                <a:gd name="connsiteY8" fmla="*/ 371956 h 1001232"/>
                <a:gd name="connsiteX9" fmla="*/ 1371025 w 1416423"/>
                <a:gd name="connsiteY9" fmla="*/ 5244 h 1001232"/>
                <a:gd name="connsiteX10" fmla="*/ 944781 w 1416423"/>
                <a:gd name="connsiteY10" fmla="*/ 679138 h 1001232"/>
                <a:gd name="connsiteX11" fmla="*/ 790000 w 1416423"/>
                <a:gd name="connsiteY11" fmla="*/ 693425 h 1001232"/>
                <a:gd name="connsiteX12" fmla="*/ 58956 w 1416423"/>
                <a:gd name="connsiteY12" fmla="*/ 300519 h 1001232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58956 w 1404214"/>
                <a:gd name="connsiteY13" fmla="*/ 295467 h 996180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411382 w 1404214"/>
                <a:gd name="connsiteY13" fmla="*/ 471679 h 996180"/>
                <a:gd name="connsiteX14" fmla="*/ 58956 w 1404214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1006480"/>
                <a:gd name="connsiteX1" fmla="*/ 90720 w 1345490"/>
                <a:gd name="connsiteY1" fmla="*/ 521686 h 1006480"/>
                <a:gd name="connsiteX2" fmla="*/ 164538 w 1345490"/>
                <a:gd name="connsiteY2" fmla="*/ 690754 h 1006480"/>
                <a:gd name="connsiteX3" fmla="*/ 838432 w 1345490"/>
                <a:gd name="connsiteY3" fmla="*/ 995554 h 1006480"/>
                <a:gd name="connsiteX4" fmla="*/ 1090845 w 1345490"/>
                <a:gd name="connsiteY4" fmla="*/ 769336 h 1006480"/>
                <a:gd name="connsiteX5" fmla="*/ 1083701 w 1345490"/>
                <a:gd name="connsiteY5" fmla="*/ 735998 h 1006480"/>
                <a:gd name="connsiteX6" fmla="*/ 1252770 w 1345490"/>
                <a:gd name="connsiteY6" fmla="*/ 455011 h 1006480"/>
                <a:gd name="connsiteX7" fmla="*/ 1271820 w 1345490"/>
                <a:gd name="connsiteY7" fmla="*/ 476442 h 1006480"/>
                <a:gd name="connsiteX8" fmla="*/ 1340876 w 1345490"/>
                <a:gd name="connsiteY8" fmla="*/ 366904 h 1006480"/>
                <a:gd name="connsiteX9" fmla="*/ 1312301 w 1345490"/>
                <a:gd name="connsiteY9" fmla="*/ 192 h 1006480"/>
                <a:gd name="connsiteX10" fmla="*/ 1097989 w 1345490"/>
                <a:gd name="connsiteY10" fmla="*/ 321661 h 1006480"/>
                <a:gd name="connsiteX11" fmla="*/ 886057 w 1345490"/>
                <a:gd name="connsiteY11" fmla="*/ 674086 h 1006480"/>
                <a:gd name="connsiteX12" fmla="*/ 731276 w 1345490"/>
                <a:gd name="connsiteY12" fmla="*/ 688373 h 1006480"/>
                <a:gd name="connsiteX13" fmla="*/ 352658 w 1345490"/>
                <a:gd name="connsiteY13" fmla="*/ 471679 h 1006480"/>
                <a:gd name="connsiteX14" fmla="*/ 232 w 1345490"/>
                <a:gd name="connsiteY14" fmla="*/ 295467 h 1006480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7935"/>
                <a:gd name="connsiteX1" fmla="*/ 90720 w 1345490"/>
                <a:gd name="connsiteY1" fmla="*/ 521686 h 997935"/>
                <a:gd name="connsiteX2" fmla="*/ 164538 w 1345490"/>
                <a:gd name="connsiteY2" fmla="*/ 690754 h 997935"/>
                <a:gd name="connsiteX3" fmla="*/ 905107 w 1345490"/>
                <a:gd name="connsiteY3" fmla="*/ 997935 h 997935"/>
                <a:gd name="connsiteX4" fmla="*/ 1090845 w 1345490"/>
                <a:gd name="connsiteY4" fmla="*/ 769336 h 997935"/>
                <a:gd name="connsiteX5" fmla="*/ 1083701 w 1345490"/>
                <a:gd name="connsiteY5" fmla="*/ 735998 h 997935"/>
                <a:gd name="connsiteX6" fmla="*/ 1252770 w 1345490"/>
                <a:gd name="connsiteY6" fmla="*/ 455011 h 997935"/>
                <a:gd name="connsiteX7" fmla="*/ 1271820 w 1345490"/>
                <a:gd name="connsiteY7" fmla="*/ 476442 h 997935"/>
                <a:gd name="connsiteX8" fmla="*/ 1340876 w 1345490"/>
                <a:gd name="connsiteY8" fmla="*/ 366904 h 997935"/>
                <a:gd name="connsiteX9" fmla="*/ 1312301 w 1345490"/>
                <a:gd name="connsiteY9" fmla="*/ 192 h 997935"/>
                <a:gd name="connsiteX10" fmla="*/ 1097989 w 1345490"/>
                <a:gd name="connsiteY10" fmla="*/ 321661 h 997935"/>
                <a:gd name="connsiteX11" fmla="*/ 886057 w 1345490"/>
                <a:gd name="connsiteY11" fmla="*/ 674086 h 997935"/>
                <a:gd name="connsiteX12" fmla="*/ 731276 w 1345490"/>
                <a:gd name="connsiteY12" fmla="*/ 688373 h 997935"/>
                <a:gd name="connsiteX13" fmla="*/ 352658 w 1345490"/>
                <a:gd name="connsiteY13" fmla="*/ 471679 h 997935"/>
                <a:gd name="connsiteX14" fmla="*/ 232 w 1345490"/>
                <a:gd name="connsiteY14" fmla="*/ 295467 h 997935"/>
                <a:gd name="connsiteX0" fmla="*/ 232 w 1345490"/>
                <a:gd name="connsiteY0" fmla="*/ 295467 h 998309"/>
                <a:gd name="connsiteX1" fmla="*/ 90720 w 1345490"/>
                <a:gd name="connsiteY1" fmla="*/ 521686 h 998309"/>
                <a:gd name="connsiteX2" fmla="*/ 164538 w 1345490"/>
                <a:gd name="connsiteY2" fmla="*/ 690754 h 998309"/>
                <a:gd name="connsiteX3" fmla="*/ 905107 w 1345490"/>
                <a:gd name="connsiteY3" fmla="*/ 997935 h 998309"/>
                <a:gd name="connsiteX4" fmla="*/ 1090845 w 1345490"/>
                <a:gd name="connsiteY4" fmla="*/ 769336 h 998309"/>
                <a:gd name="connsiteX5" fmla="*/ 1083701 w 1345490"/>
                <a:gd name="connsiteY5" fmla="*/ 735998 h 998309"/>
                <a:gd name="connsiteX6" fmla="*/ 1252770 w 1345490"/>
                <a:gd name="connsiteY6" fmla="*/ 455011 h 998309"/>
                <a:gd name="connsiteX7" fmla="*/ 1271820 w 1345490"/>
                <a:gd name="connsiteY7" fmla="*/ 476442 h 998309"/>
                <a:gd name="connsiteX8" fmla="*/ 1340876 w 1345490"/>
                <a:gd name="connsiteY8" fmla="*/ 366904 h 998309"/>
                <a:gd name="connsiteX9" fmla="*/ 1312301 w 1345490"/>
                <a:gd name="connsiteY9" fmla="*/ 192 h 998309"/>
                <a:gd name="connsiteX10" fmla="*/ 1097989 w 1345490"/>
                <a:gd name="connsiteY10" fmla="*/ 321661 h 998309"/>
                <a:gd name="connsiteX11" fmla="*/ 886057 w 1345490"/>
                <a:gd name="connsiteY11" fmla="*/ 674086 h 998309"/>
                <a:gd name="connsiteX12" fmla="*/ 731276 w 1345490"/>
                <a:gd name="connsiteY12" fmla="*/ 688373 h 998309"/>
                <a:gd name="connsiteX13" fmla="*/ 352658 w 1345490"/>
                <a:gd name="connsiteY13" fmla="*/ 471679 h 998309"/>
                <a:gd name="connsiteX14" fmla="*/ 232 w 1345490"/>
                <a:gd name="connsiteY14" fmla="*/ 295467 h 998309"/>
                <a:gd name="connsiteX0" fmla="*/ 232 w 1345490"/>
                <a:gd name="connsiteY0" fmla="*/ 295467 h 995932"/>
                <a:gd name="connsiteX1" fmla="*/ 90720 w 1345490"/>
                <a:gd name="connsiteY1" fmla="*/ 521686 h 995932"/>
                <a:gd name="connsiteX2" fmla="*/ 164538 w 1345490"/>
                <a:gd name="connsiteY2" fmla="*/ 690754 h 995932"/>
                <a:gd name="connsiteX3" fmla="*/ 845575 w 1345490"/>
                <a:gd name="connsiteY3" fmla="*/ 995554 h 995932"/>
                <a:gd name="connsiteX4" fmla="*/ 1090845 w 1345490"/>
                <a:gd name="connsiteY4" fmla="*/ 769336 h 995932"/>
                <a:gd name="connsiteX5" fmla="*/ 1083701 w 1345490"/>
                <a:gd name="connsiteY5" fmla="*/ 735998 h 995932"/>
                <a:gd name="connsiteX6" fmla="*/ 1252770 w 1345490"/>
                <a:gd name="connsiteY6" fmla="*/ 455011 h 995932"/>
                <a:gd name="connsiteX7" fmla="*/ 1271820 w 1345490"/>
                <a:gd name="connsiteY7" fmla="*/ 476442 h 995932"/>
                <a:gd name="connsiteX8" fmla="*/ 1340876 w 1345490"/>
                <a:gd name="connsiteY8" fmla="*/ 366904 h 995932"/>
                <a:gd name="connsiteX9" fmla="*/ 1312301 w 1345490"/>
                <a:gd name="connsiteY9" fmla="*/ 192 h 995932"/>
                <a:gd name="connsiteX10" fmla="*/ 1097989 w 1345490"/>
                <a:gd name="connsiteY10" fmla="*/ 321661 h 995932"/>
                <a:gd name="connsiteX11" fmla="*/ 886057 w 1345490"/>
                <a:gd name="connsiteY11" fmla="*/ 674086 h 995932"/>
                <a:gd name="connsiteX12" fmla="*/ 731276 w 1345490"/>
                <a:gd name="connsiteY12" fmla="*/ 688373 h 995932"/>
                <a:gd name="connsiteX13" fmla="*/ 352658 w 1345490"/>
                <a:gd name="connsiteY13" fmla="*/ 471679 h 995932"/>
                <a:gd name="connsiteX14" fmla="*/ 232 w 1345490"/>
                <a:gd name="connsiteY14" fmla="*/ 295467 h 995932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097989 w 1340876"/>
                <a:gd name="connsiteY10" fmla="*/ 321469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114658 w 1340876"/>
                <a:gd name="connsiteY10" fmla="*/ 333375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54 w 1340898"/>
                <a:gd name="connsiteY0" fmla="*/ 314325 h 1019175"/>
                <a:gd name="connsiteX1" fmla="*/ 90742 w 1340898"/>
                <a:gd name="connsiteY1" fmla="*/ 540544 h 1019175"/>
                <a:gd name="connsiteX2" fmla="*/ 164560 w 1340898"/>
                <a:gd name="connsiteY2" fmla="*/ 709612 h 1019175"/>
                <a:gd name="connsiteX3" fmla="*/ 838453 w 1340898"/>
                <a:gd name="connsiteY3" fmla="*/ 1019175 h 1019175"/>
                <a:gd name="connsiteX4" fmla="*/ 1090867 w 1340898"/>
                <a:gd name="connsiteY4" fmla="*/ 788194 h 1019175"/>
                <a:gd name="connsiteX5" fmla="*/ 1083723 w 1340898"/>
                <a:gd name="connsiteY5" fmla="*/ 754856 h 1019175"/>
                <a:gd name="connsiteX6" fmla="*/ 1252792 w 1340898"/>
                <a:gd name="connsiteY6" fmla="*/ 473869 h 1019175"/>
                <a:gd name="connsiteX7" fmla="*/ 1271842 w 1340898"/>
                <a:gd name="connsiteY7" fmla="*/ 495300 h 1019175"/>
                <a:gd name="connsiteX8" fmla="*/ 1340898 w 1340898"/>
                <a:gd name="connsiteY8" fmla="*/ 385762 h 1019175"/>
                <a:gd name="connsiteX9" fmla="*/ 1321848 w 1340898"/>
                <a:gd name="connsiteY9" fmla="*/ 0 h 1019175"/>
                <a:gd name="connsiteX10" fmla="*/ 1114680 w 1340898"/>
                <a:gd name="connsiteY10" fmla="*/ 352425 h 1019175"/>
                <a:gd name="connsiteX11" fmla="*/ 886079 w 1340898"/>
                <a:gd name="connsiteY11" fmla="*/ 692944 h 1019175"/>
                <a:gd name="connsiteX12" fmla="*/ 731298 w 1340898"/>
                <a:gd name="connsiteY12" fmla="*/ 707231 h 1019175"/>
                <a:gd name="connsiteX13" fmla="*/ 331249 w 1340898"/>
                <a:gd name="connsiteY13" fmla="*/ 516730 h 1019175"/>
                <a:gd name="connsiteX14" fmla="*/ 254 w 1340898"/>
                <a:gd name="connsiteY14" fmla="*/ 314325 h 1019175"/>
                <a:gd name="connsiteX0" fmla="*/ 277 w 1340921"/>
                <a:gd name="connsiteY0" fmla="*/ 314325 h 1019175"/>
                <a:gd name="connsiteX1" fmla="*/ 90765 w 1340921"/>
                <a:gd name="connsiteY1" fmla="*/ 540544 h 1019175"/>
                <a:gd name="connsiteX2" fmla="*/ 164583 w 1340921"/>
                <a:gd name="connsiteY2" fmla="*/ 709612 h 1019175"/>
                <a:gd name="connsiteX3" fmla="*/ 838476 w 1340921"/>
                <a:gd name="connsiteY3" fmla="*/ 1019175 h 1019175"/>
                <a:gd name="connsiteX4" fmla="*/ 1090890 w 1340921"/>
                <a:gd name="connsiteY4" fmla="*/ 788194 h 1019175"/>
                <a:gd name="connsiteX5" fmla="*/ 1083746 w 1340921"/>
                <a:gd name="connsiteY5" fmla="*/ 754856 h 1019175"/>
                <a:gd name="connsiteX6" fmla="*/ 1252815 w 1340921"/>
                <a:gd name="connsiteY6" fmla="*/ 473869 h 1019175"/>
                <a:gd name="connsiteX7" fmla="*/ 1271865 w 1340921"/>
                <a:gd name="connsiteY7" fmla="*/ 495300 h 1019175"/>
                <a:gd name="connsiteX8" fmla="*/ 1340921 w 1340921"/>
                <a:gd name="connsiteY8" fmla="*/ 385762 h 1019175"/>
                <a:gd name="connsiteX9" fmla="*/ 1321871 w 1340921"/>
                <a:gd name="connsiteY9" fmla="*/ 0 h 1019175"/>
                <a:gd name="connsiteX10" fmla="*/ 1114703 w 1340921"/>
                <a:gd name="connsiteY10" fmla="*/ 352425 h 1019175"/>
                <a:gd name="connsiteX11" fmla="*/ 886102 w 1340921"/>
                <a:gd name="connsiteY11" fmla="*/ 692944 h 1019175"/>
                <a:gd name="connsiteX12" fmla="*/ 731321 w 1340921"/>
                <a:gd name="connsiteY12" fmla="*/ 707231 h 1019175"/>
                <a:gd name="connsiteX13" fmla="*/ 331272 w 1340921"/>
                <a:gd name="connsiteY13" fmla="*/ 516730 h 1019175"/>
                <a:gd name="connsiteX14" fmla="*/ 277 w 13409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1521" h="1019175">
                  <a:moveTo>
                    <a:pt x="877" y="314325"/>
                  </a:moveTo>
                  <a:cubicBezTo>
                    <a:pt x="52471" y="436959"/>
                    <a:pt x="63981" y="474663"/>
                    <a:pt x="91365" y="540544"/>
                  </a:cubicBezTo>
                  <a:cubicBezTo>
                    <a:pt x="118749" y="606425"/>
                    <a:pt x="135813" y="678260"/>
                    <a:pt x="165183" y="709612"/>
                  </a:cubicBezTo>
                  <a:cubicBezTo>
                    <a:pt x="349334" y="805258"/>
                    <a:pt x="708506" y="975122"/>
                    <a:pt x="839076" y="1019175"/>
                  </a:cubicBezTo>
                  <a:cubicBezTo>
                    <a:pt x="1014891" y="1010840"/>
                    <a:pt x="1055374" y="851297"/>
                    <a:pt x="1091490" y="788194"/>
                  </a:cubicBezTo>
                  <a:cubicBezTo>
                    <a:pt x="1096649" y="777479"/>
                    <a:pt x="1078791" y="766764"/>
                    <a:pt x="1084346" y="754856"/>
                  </a:cubicBezTo>
                  <a:cubicBezTo>
                    <a:pt x="1089901" y="742948"/>
                    <a:pt x="1236350" y="500459"/>
                    <a:pt x="1253415" y="473869"/>
                  </a:cubicBezTo>
                  <a:cubicBezTo>
                    <a:pt x="1270480" y="447279"/>
                    <a:pt x="1257781" y="509985"/>
                    <a:pt x="1272465" y="495300"/>
                  </a:cubicBezTo>
                  <a:cubicBezTo>
                    <a:pt x="1287149" y="480616"/>
                    <a:pt x="1308581" y="441325"/>
                    <a:pt x="1341521" y="385762"/>
                  </a:cubicBezTo>
                  <a:cubicBezTo>
                    <a:pt x="1338743" y="308769"/>
                    <a:pt x="1324852" y="40877"/>
                    <a:pt x="1322471" y="0"/>
                  </a:cubicBezTo>
                  <a:cubicBezTo>
                    <a:pt x="1305802" y="73423"/>
                    <a:pt x="1186344" y="240109"/>
                    <a:pt x="1115303" y="352425"/>
                  </a:cubicBezTo>
                  <a:cubicBezTo>
                    <a:pt x="1044262" y="464741"/>
                    <a:pt x="947821" y="631825"/>
                    <a:pt x="886702" y="692944"/>
                  </a:cubicBezTo>
                  <a:cubicBezTo>
                    <a:pt x="808914" y="725488"/>
                    <a:pt x="814868" y="716755"/>
                    <a:pt x="731921" y="707231"/>
                  </a:cubicBezTo>
                  <a:cubicBezTo>
                    <a:pt x="615637" y="666750"/>
                    <a:pt x="310838" y="515539"/>
                    <a:pt x="188997" y="450055"/>
                  </a:cubicBezTo>
                  <a:cubicBezTo>
                    <a:pt x="48106" y="384571"/>
                    <a:pt x="-7854" y="322659"/>
                    <a:pt x="877" y="314325"/>
                  </a:cubicBezTo>
                  <a:close/>
                </a:path>
              </a:pathLst>
            </a:custGeom>
            <a:solidFill>
              <a:srgbClr val="8D8E87"/>
            </a:solidFill>
            <a:ln w="0">
              <a:solidFill>
                <a:srgbClr val="8B8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2" name="椭圆 591"/>
            <p:cNvSpPr/>
            <p:nvPr/>
          </p:nvSpPr>
          <p:spPr>
            <a:xfrm rot="20690468">
              <a:off x="5174035" y="3509974"/>
              <a:ext cx="801583" cy="674237"/>
            </a:xfrm>
            <a:prstGeom prst="ellipse">
              <a:avLst/>
            </a:prstGeom>
            <a:gradFill>
              <a:gsLst>
                <a:gs pos="0">
                  <a:srgbClr val="97998B"/>
                </a:gs>
                <a:gs pos="100000">
                  <a:srgbClr val="BCBBAB"/>
                </a:gs>
              </a:gsLst>
              <a:lin ang="5400000" scaled="1"/>
            </a:gradFill>
            <a:ln w="22225">
              <a:gradFill flip="none" rotWithShape="1">
                <a:gsLst>
                  <a:gs pos="0">
                    <a:srgbClr val="D1D2C6"/>
                  </a:gs>
                  <a:gs pos="100000">
                    <a:srgbClr val="A5A797"/>
                  </a:gs>
                </a:gsLst>
                <a:path path="shap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93" name="组合 592"/>
            <p:cNvGrpSpPr/>
            <p:nvPr/>
          </p:nvGrpSpPr>
          <p:grpSpPr>
            <a:xfrm rot="463567">
              <a:off x="5379528" y="3664983"/>
              <a:ext cx="379472" cy="332890"/>
              <a:chOff x="5993655" y="2959309"/>
              <a:chExt cx="379472" cy="332890"/>
            </a:xfrm>
          </p:grpSpPr>
          <p:sp>
            <p:nvSpPr>
              <p:cNvPr id="595" name="任意多边形 594"/>
              <p:cNvSpPr/>
              <p:nvPr/>
            </p:nvSpPr>
            <p:spPr>
              <a:xfrm>
                <a:off x="5993655" y="2959309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6" name="椭圆 595"/>
              <p:cNvSpPr/>
              <p:nvPr/>
            </p:nvSpPr>
            <p:spPr>
              <a:xfrm rot="1929490">
                <a:off x="6137300" y="2994418"/>
                <a:ext cx="88398" cy="250825"/>
              </a:xfrm>
              <a:prstGeom prst="ellipse">
                <a:avLst/>
              </a:pr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97" name="任意多边形 596"/>
              <p:cNvSpPr/>
              <p:nvPr/>
            </p:nvSpPr>
            <p:spPr>
              <a:xfrm>
                <a:off x="6253347" y="3070272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4" name="矩形 61"/>
            <p:cNvSpPr/>
            <p:nvPr/>
          </p:nvSpPr>
          <p:spPr>
            <a:xfrm rot="7311335">
              <a:off x="5880912" y="4308963"/>
              <a:ext cx="420647" cy="49844"/>
            </a:xfrm>
            <a:custGeom>
              <a:avLst/>
              <a:gdLst>
                <a:gd name="connsiteX0" fmla="*/ 0 w 356209"/>
                <a:gd name="connsiteY0" fmla="*/ 0 h 559594"/>
                <a:gd name="connsiteX1" fmla="*/ 356209 w 356209"/>
                <a:gd name="connsiteY1" fmla="*/ 0 h 559594"/>
                <a:gd name="connsiteX2" fmla="*/ 356209 w 356209"/>
                <a:gd name="connsiteY2" fmla="*/ 559594 h 559594"/>
                <a:gd name="connsiteX3" fmla="*/ 0 w 356209"/>
                <a:gd name="connsiteY3" fmla="*/ 559594 h 559594"/>
                <a:gd name="connsiteX4" fmla="*/ 0 w 356209"/>
                <a:gd name="connsiteY4" fmla="*/ 0 h 559594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694346 w 694346"/>
                <a:gd name="connsiteY2" fmla="*/ 559594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463577 w 694346"/>
                <a:gd name="connsiteY0" fmla="*/ 3357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463577 w 694346"/>
                <a:gd name="connsiteY4" fmla="*/ 3357 h 566738"/>
                <a:gd name="connsiteX0" fmla="*/ 463577 w 744441"/>
                <a:gd name="connsiteY0" fmla="*/ 0 h 563381"/>
                <a:gd name="connsiteX1" fmla="*/ 744441 w 744441"/>
                <a:gd name="connsiteY1" fmla="*/ 144941 h 563381"/>
                <a:gd name="connsiteX2" fmla="*/ 382402 w 744441"/>
                <a:gd name="connsiteY2" fmla="*/ 561000 h 563381"/>
                <a:gd name="connsiteX3" fmla="*/ 0 w 744441"/>
                <a:gd name="connsiteY3" fmla="*/ 563381 h 563381"/>
                <a:gd name="connsiteX4" fmla="*/ 463577 w 744441"/>
                <a:gd name="connsiteY4" fmla="*/ 0 h 563381"/>
                <a:gd name="connsiteX0" fmla="*/ 85748 w 744441"/>
                <a:gd name="connsiteY0" fmla="*/ 325326 h 418440"/>
                <a:gd name="connsiteX1" fmla="*/ 744441 w 744441"/>
                <a:gd name="connsiteY1" fmla="*/ 0 h 418440"/>
                <a:gd name="connsiteX2" fmla="*/ 382402 w 744441"/>
                <a:gd name="connsiteY2" fmla="*/ 416059 h 418440"/>
                <a:gd name="connsiteX3" fmla="*/ 0 w 744441"/>
                <a:gd name="connsiteY3" fmla="*/ 418440 h 418440"/>
                <a:gd name="connsiteX4" fmla="*/ 85748 w 744441"/>
                <a:gd name="connsiteY4" fmla="*/ 325326 h 418440"/>
                <a:gd name="connsiteX0" fmla="*/ 85748 w 457314"/>
                <a:gd name="connsiteY0" fmla="*/ 0 h 93114"/>
                <a:gd name="connsiteX1" fmla="*/ 457314 w 457314"/>
                <a:gd name="connsiteY1" fmla="*/ 15691 h 93114"/>
                <a:gd name="connsiteX2" fmla="*/ 382402 w 457314"/>
                <a:gd name="connsiteY2" fmla="*/ 90733 h 93114"/>
                <a:gd name="connsiteX3" fmla="*/ 0 w 457314"/>
                <a:gd name="connsiteY3" fmla="*/ 93114 h 93114"/>
                <a:gd name="connsiteX4" fmla="*/ 85748 w 457314"/>
                <a:gd name="connsiteY4" fmla="*/ 0 h 93114"/>
                <a:gd name="connsiteX0" fmla="*/ 34994 w 457314"/>
                <a:gd name="connsiteY0" fmla="*/ 16405 h 77423"/>
                <a:gd name="connsiteX1" fmla="*/ 457314 w 457314"/>
                <a:gd name="connsiteY1" fmla="*/ 0 h 77423"/>
                <a:gd name="connsiteX2" fmla="*/ 382402 w 457314"/>
                <a:gd name="connsiteY2" fmla="*/ 75042 h 77423"/>
                <a:gd name="connsiteX3" fmla="*/ 0 w 457314"/>
                <a:gd name="connsiteY3" fmla="*/ 77423 h 77423"/>
                <a:gd name="connsiteX4" fmla="*/ 34994 w 457314"/>
                <a:gd name="connsiteY4" fmla="*/ 16405 h 77423"/>
                <a:gd name="connsiteX0" fmla="*/ 34994 w 414683"/>
                <a:gd name="connsiteY0" fmla="*/ 1 h 61019"/>
                <a:gd name="connsiteX1" fmla="*/ 414683 w 414683"/>
                <a:gd name="connsiteY1" fmla="*/ 13502 h 61019"/>
                <a:gd name="connsiteX2" fmla="*/ 382402 w 414683"/>
                <a:gd name="connsiteY2" fmla="*/ 58638 h 61019"/>
                <a:gd name="connsiteX3" fmla="*/ 0 w 414683"/>
                <a:gd name="connsiteY3" fmla="*/ 61019 h 61019"/>
                <a:gd name="connsiteX4" fmla="*/ 34994 w 414683"/>
                <a:gd name="connsiteY4" fmla="*/ 1 h 61019"/>
                <a:gd name="connsiteX0" fmla="*/ 35233 w 414683"/>
                <a:gd name="connsiteY0" fmla="*/ 3886 h 47516"/>
                <a:gd name="connsiteX1" fmla="*/ 414683 w 414683"/>
                <a:gd name="connsiteY1" fmla="*/ -1 h 47516"/>
                <a:gd name="connsiteX2" fmla="*/ 382402 w 414683"/>
                <a:gd name="connsiteY2" fmla="*/ 45135 h 47516"/>
                <a:gd name="connsiteX3" fmla="*/ 0 w 414683"/>
                <a:gd name="connsiteY3" fmla="*/ 47516 h 47516"/>
                <a:gd name="connsiteX4" fmla="*/ 35233 w 414683"/>
                <a:gd name="connsiteY4" fmla="*/ 3886 h 47516"/>
                <a:gd name="connsiteX0" fmla="*/ 35233 w 416622"/>
                <a:gd name="connsiteY0" fmla="*/ 0 h 43630"/>
                <a:gd name="connsiteX1" fmla="*/ 416622 w 416622"/>
                <a:gd name="connsiteY1" fmla="*/ 5285 h 43630"/>
                <a:gd name="connsiteX2" fmla="*/ 382402 w 416622"/>
                <a:gd name="connsiteY2" fmla="*/ 41249 h 43630"/>
                <a:gd name="connsiteX3" fmla="*/ 0 w 416622"/>
                <a:gd name="connsiteY3" fmla="*/ 43630 h 43630"/>
                <a:gd name="connsiteX4" fmla="*/ 35233 w 416622"/>
                <a:gd name="connsiteY4" fmla="*/ 0 h 43630"/>
                <a:gd name="connsiteX0" fmla="*/ 32140 w 416622"/>
                <a:gd name="connsiteY0" fmla="*/ 396 h 38345"/>
                <a:gd name="connsiteX1" fmla="*/ 416622 w 416622"/>
                <a:gd name="connsiteY1" fmla="*/ 0 h 38345"/>
                <a:gd name="connsiteX2" fmla="*/ 382402 w 416622"/>
                <a:gd name="connsiteY2" fmla="*/ 35964 h 38345"/>
                <a:gd name="connsiteX3" fmla="*/ 0 w 416622"/>
                <a:gd name="connsiteY3" fmla="*/ 38345 h 38345"/>
                <a:gd name="connsiteX4" fmla="*/ 32140 w 416622"/>
                <a:gd name="connsiteY4" fmla="*/ 396 h 38345"/>
                <a:gd name="connsiteX0" fmla="*/ 53050 w 437532"/>
                <a:gd name="connsiteY0" fmla="*/ 396 h 38904"/>
                <a:gd name="connsiteX1" fmla="*/ 437532 w 437532"/>
                <a:gd name="connsiteY1" fmla="*/ 0 h 38904"/>
                <a:gd name="connsiteX2" fmla="*/ 403312 w 437532"/>
                <a:gd name="connsiteY2" fmla="*/ 35964 h 38904"/>
                <a:gd name="connsiteX3" fmla="*/ 0 w 437532"/>
                <a:gd name="connsiteY3" fmla="*/ 38904 h 38904"/>
                <a:gd name="connsiteX4" fmla="*/ 53050 w 437532"/>
                <a:gd name="connsiteY4" fmla="*/ 396 h 38904"/>
                <a:gd name="connsiteX0" fmla="*/ 57992 w 442474"/>
                <a:gd name="connsiteY0" fmla="*/ 396 h 36696"/>
                <a:gd name="connsiteX1" fmla="*/ 442474 w 442474"/>
                <a:gd name="connsiteY1" fmla="*/ 0 h 36696"/>
                <a:gd name="connsiteX2" fmla="*/ 408254 w 442474"/>
                <a:gd name="connsiteY2" fmla="*/ 35964 h 36696"/>
                <a:gd name="connsiteX3" fmla="*/ -1 w 442474"/>
                <a:gd name="connsiteY3" fmla="*/ 36696 h 36696"/>
                <a:gd name="connsiteX4" fmla="*/ 57992 w 442474"/>
                <a:gd name="connsiteY4" fmla="*/ 396 h 36696"/>
                <a:gd name="connsiteX0" fmla="*/ 57993 w 458442"/>
                <a:gd name="connsiteY0" fmla="*/ 3164 h 39464"/>
                <a:gd name="connsiteX1" fmla="*/ 458442 w 458442"/>
                <a:gd name="connsiteY1" fmla="*/ 0 h 39464"/>
                <a:gd name="connsiteX2" fmla="*/ 408255 w 458442"/>
                <a:gd name="connsiteY2" fmla="*/ 38732 h 39464"/>
                <a:gd name="connsiteX3" fmla="*/ 0 w 458442"/>
                <a:gd name="connsiteY3" fmla="*/ 39464 h 39464"/>
                <a:gd name="connsiteX4" fmla="*/ 57993 w 458442"/>
                <a:gd name="connsiteY4" fmla="*/ 3164 h 39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442" h="39464">
                  <a:moveTo>
                    <a:pt x="57993" y="3164"/>
                  </a:moveTo>
                  <a:lnTo>
                    <a:pt x="458442" y="0"/>
                  </a:lnTo>
                  <a:lnTo>
                    <a:pt x="408255" y="38732"/>
                  </a:lnTo>
                  <a:lnTo>
                    <a:pt x="0" y="39464"/>
                  </a:lnTo>
                  <a:lnTo>
                    <a:pt x="57993" y="3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543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1"/>
    </mc:Choice>
    <mc:Fallback xmlns="">
      <p:transition spd="slow" advTm="2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659 0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343268" y="2740179"/>
            <a:ext cx="1298090" cy="1377642"/>
            <a:chOff x="4915663" y="3316114"/>
            <a:chExt cx="1341521" cy="1415487"/>
          </a:xfrm>
        </p:grpSpPr>
        <p:sp>
          <p:nvSpPr>
            <p:cNvPr id="13" name="任意多边形 12"/>
            <p:cNvSpPr/>
            <p:nvPr/>
          </p:nvSpPr>
          <p:spPr>
            <a:xfrm>
              <a:off x="4916499" y="3316114"/>
              <a:ext cx="1340685" cy="1415487"/>
            </a:xfrm>
            <a:custGeom>
              <a:avLst/>
              <a:gdLst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399 w 1340685"/>
                <a:gd name="connsiteY16" fmla="*/ 707311 h 1415487"/>
                <a:gd name="connsiteX17" fmla="*/ 41 w 1340685"/>
                <a:gd name="connsiteY17" fmla="*/ 696349 h 1415487"/>
                <a:gd name="connsiteX18" fmla="*/ 159586 w 1340685"/>
                <a:gd name="connsiteY18" fmla="*/ 415363 h 1415487"/>
                <a:gd name="connsiteX19" fmla="*/ 357230 w 1340685"/>
                <a:gd name="connsiteY19" fmla="*/ 141518 h 1415487"/>
                <a:gd name="connsiteX20" fmla="*/ 533001 w 1340685"/>
                <a:gd name="connsiteY20" fmla="*/ 29 h 1415487"/>
                <a:gd name="connsiteX0" fmla="*/ 533001 w 1340685"/>
                <a:gd name="connsiteY0" fmla="*/ 29 h 1415487"/>
                <a:gd name="connsiteX1" fmla="*/ 566780 w 1340685"/>
                <a:gd name="connsiteY1" fmla="*/ 3406 h 1415487"/>
                <a:gd name="connsiteX2" fmla="*/ 931111 w 1340685"/>
                <a:gd name="connsiteY2" fmla="*/ 134375 h 1415487"/>
                <a:gd name="connsiteX3" fmla="*/ 1219242 w 1340685"/>
                <a:gd name="connsiteY3" fmla="*/ 255818 h 1415487"/>
                <a:gd name="connsiteX4" fmla="*/ 1314064 w 1340685"/>
                <a:gd name="connsiteY4" fmla="*/ 345115 h 1415487"/>
                <a:gd name="connsiteX5" fmla="*/ 1317304 w 1340685"/>
                <a:gd name="connsiteY5" fmla="*/ 371127 h 1415487"/>
                <a:gd name="connsiteX6" fmla="*/ 1321635 w 1340685"/>
                <a:gd name="connsiteY6" fmla="*/ 396312 h 1415487"/>
                <a:gd name="connsiteX7" fmla="*/ 1340685 w 1340685"/>
                <a:gd name="connsiteY7" fmla="*/ 782074 h 1415487"/>
                <a:gd name="connsiteX8" fmla="*/ 1271629 w 1340685"/>
                <a:gd name="connsiteY8" fmla="*/ 891612 h 1415487"/>
                <a:gd name="connsiteX9" fmla="*/ 1252579 w 1340685"/>
                <a:gd name="connsiteY9" fmla="*/ 870181 h 1415487"/>
                <a:gd name="connsiteX10" fmla="*/ 1083510 w 1340685"/>
                <a:gd name="connsiteY10" fmla="*/ 1151168 h 1415487"/>
                <a:gd name="connsiteX11" fmla="*/ 1090654 w 1340685"/>
                <a:gd name="connsiteY11" fmla="*/ 1184506 h 1415487"/>
                <a:gd name="connsiteX12" fmla="*/ 838240 w 1340685"/>
                <a:gd name="connsiteY12" fmla="*/ 1415487 h 1415487"/>
                <a:gd name="connsiteX13" fmla="*/ 164347 w 1340685"/>
                <a:gd name="connsiteY13" fmla="*/ 1105924 h 1415487"/>
                <a:gd name="connsiteX14" fmla="*/ 90529 w 1340685"/>
                <a:gd name="connsiteY14" fmla="*/ 936856 h 1415487"/>
                <a:gd name="connsiteX15" fmla="*/ 41 w 1340685"/>
                <a:gd name="connsiteY15" fmla="*/ 710637 h 1415487"/>
                <a:gd name="connsiteX16" fmla="*/ 41 w 1340685"/>
                <a:gd name="connsiteY16" fmla="*/ 696349 h 1415487"/>
                <a:gd name="connsiteX17" fmla="*/ 159586 w 1340685"/>
                <a:gd name="connsiteY17" fmla="*/ 415363 h 1415487"/>
                <a:gd name="connsiteX18" fmla="*/ 357230 w 1340685"/>
                <a:gd name="connsiteY18" fmla="*/ 141518 h 1415487"/>
                <a:gd name="connsiteX19" fmla="*/ 533001 w 1340685"/>
                <a:gd name="connsiteY19" fmla="*/ 29 h 141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40685" h="1415487">
                  <a:moveTo>
                    <a:pt x="533001" y="29"/>
                  </a:moveTo>
                  <a:cubicBezTo>
                    <a:pt x="543606" y="-197"/>
                    <a:pt x="554824" y="876"/>
                    <a:pt x="566780" y="3406"/>
                  </a:cubicBezTo>
                  <a:cubicBezTo>
                    <a:pt x="662427" y="23647"/>
                    <a:pt x="821574" y="91116"/>
                    <a:pt x="931111" y="134375"/>
                  </a:cubicBezTo>
                  <a:cubicBezTo>
                    <a:pt x="1040648" y="177634"/>
                    <a:pt x="1154552" y="213749"/>
                    <a:pt x="1219242" y="255818"/>
                  </a:cubicBezTo>
                  <a:cubicBezTo>
                    <a:pt x="1267760" y="287370"/>
                    <a:pt x="1301543" y="309098"/>
                    <a:pt x="1314064" y="345115"/>
                  </a:cubicBezTo>
                  <a:lnTo>
                    <a:pt x="1317304" y="371127"/>
                  </a:lnTo>
                  <a:lnTo>
                    <a:pt x="1321635" y="396312"/>
                  </a:lnTo>
                  <a:cubicBezTo>
                    <a:pt x="1324016" y="437189"/>
                    <a:pt x="1337907" y="705081"/>
                    <a:pt x="1340685" y="782074"/>
                  </a:cubicBezTo>
                  <a:cubicBezTo>
                    <a:pt x="1307745" y="837637"/>
                    <a:pt x="1286313" y="876928"/>
                    <a:pt x="1271629" y="891612"/>
                  </a:cubicBezTo>
                  <a:cubicBezTo>
                    <a:pt x="1256945" y="906297"/>
                    <a:pt x="1269644" y="843591"/>
                    <a:pt x="1252579" y="870181"/>
                  </a:cubicBezTo>
                  <a:cubicBezTo>
                    <a:pt x="1235514" y="896771"/>
                    <a:pt x="1103353" y="1124972"/>
                    <a:pt x="1083510" y="1151168"/>
                  </a:cubicBezTo>
                  <a:cubicBezTo>
                    <a:pt x="1063667" y="1177364"/>
                    <a:pt x="1095813" y="1173791"/>
                    <a:pt x="1090654" y="1184506"/>
                  </a:cubicBezTo>
                  <a:cubicBezTo>
                    <a:pt x="1042632" y="1235703"/>
                    <a:pt x="1014055" y="1407152"/>
                    <a:pt x="838240" y="1415487"/>
                  </a:cubicBezTo>
                  <a:cubicBezTo>
                    <a:pt x="707670" y="1371434"/>
                    <a:pt x="348498" y="1201570"/>
                    <a:pt x="164347" y="1105924"/>
                  </a:cubicBezTo>
                  <a:cubicBezTo>
                    <a:pt x="134977" y="1074572"/>
                    <a:pt x="117913" y="1002737"/>
                    <a:pt x="90529" y="936856"/>
                  </a:cubicBezTo>
                  <a:cubicBezTo>
                    <a:pt x="63145" y="870975"/>
                    <a:pt x="51635" y="833271"/>
                    <a:pt x="41" y="710637"/>
                  </a:cubicBezTo>
                  <a:lnTo>
                    <a:pt x="41" y="696349"/>
                  </a:lnTo>
                  <a:cubicBezTo>
                    <a:pt x="-2340" y="619355"/>
                    <a:pt x="100055" y="505454"/>
                    <a:pt x="159586" y="415363"/>
                  </a:cubicBezTo>
                  <a:cubicBezTo>
                    <a:pt x="219118" y="325272"/>
                    <a:pt x="291747" y="226846"/>
                    <a:pt x="357230" y="141518"/>
                  </a:cubicBezTo>
                  <a:cubicBezTo>
                    <a:pt x="414528" y="66856"/>
                    <a:pt x="458761" y="1613"/>
                    <a:pt x="533001" y="29"/>
                  </a:cubicBezTo>
                  <a:close/>
                </a:path>
              </a:pathLst>
            </a:custGeom>
            <a:solidFill>
              <a:srgbClr val="97998A"/>
            </a:solidFill>
            <a:ln w="0">
              <a:solidFill>
                <a:srgbClr val="5659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 rot="21357019">
              <a:off x="5007636" y="3360956"/>
              <a:ext cx="1140731" cy="978624"/>
            </a:xfrm>
            <a:custGeom>
              <a:avLst/>
              <a:gdLst>
                <a:gd name="connsiteX0" fmla="*/ 484775 w 1140731"/>
                <a:gd name="connsiteY0" fmla="*/ 0 h 978624"/>
                <a:gd name="connsiteX1" fmla="*/ 591932 w 1140731"/>
                <a:gd name="connsiteY1" fmla="*/ 87513 h 978624"/>
                <a:gd name="connsiteX2" fmla="*/ 590111 w 1140731"/>
                <a:gd name="connsiteY2" fmla="*/ 94883 h 978624"/>
                <a:gd name="connsiteX3" fmla="*/ 609746 w 1140731"/>
                <a:gd name="connsiteY3" fmla="*/ 93570 h 978624"/>
                <a:gd name="connsiteX4" fmla="*/ 990231 w 1140731"/>
                <a:gd name="connsiteY4" fmla="*/ 271603 h 978624"/>
                <a:gd name="connsiteX5" fmla="*/ 998062 w 1140731"/>
                <a:gd name="connsiteY5" fmla="*/ 285456 h 978624"/>
                <a:gd name="connsiteX6" fmla="*/ 1005946 w 1140731"/>
                <a:gd name="connsiteY6" fmla="*/ 284250 h 978624"/>
                <a:gd name="connsiteX7" fmla="*/ 1140731 w 1140731"/>
                <a:gd name="connsiteY7" fmla="*/ 386355 h 978624"/>
                <a:gd name="connsiteX8" fmla="*/ 1058411 w 1140731"/>
                <a:gd name="connsiteY8" fmla="*/ 480436 h 978624"/>
                <a:gd name="connsiteX9" fmla="*/ 1052166 w 1140731"/>
                <a:gd name="connsiteY9" fmla="*/ 481391 h 978624"/>
                <a:gd name="connsiteX10" fmla="*/ 1052549 w 1140731"/>
                <a:gd name="connsiteY10" fmla="*/ 497250 h 978624"/>
                <a:gd name="connsiteX11" fmla="*/ 810379 w 1140731"/>
                <a:gd name="connsiteY11" fmla="*/ 819672 h 978624"/>
                <a:gd name="connsiteX12" fmla="*/ 775726 w 1140731"/>
                <a:gd name="connsiteY12" fmla="*/ 834083 h 978624"/>
                <a:gd name="connsiteX13" fmla="*/ 778122 w 1140731"/>
                <a:gd name="connsiteY13" fmla="*/ 836775 h 978624"/>
                <a:gd name="connsiteX14" fmla="*/ 788714 w 1140731"/>
                <a:gd name="connsiteY14" fmla="*/ 876519 h 978624"/>
                <a:gd name="connsiteX15" fmla="*/ 653929 w 1140731"/>
                <a:gd name="connsiteY15" fmla="*/ 978624 h 978624"/>
                <a:gd name="connsiteX16" fmla="*/ 529736 w 1140731"/>
                <a:gd name="connsiteY16" fmla="*/ 916262 h 978624"/>
                <a:gd name="connsiteX17" fmla="*/ 521111 w 1140731"/>
                <a:gd name="connsiteY17" fmla="*/ 883899 h 978624"/>
                <a:gd name="connsiteX18" fmla="*/ 435981 w 1140731"/>
                <a:gd name="connsiteY18" fmla="*/ 875539 h 978624"/>
                <a:gd name="connsiteX19" fmla="*/ 149153 w 1140731"/>
                <a:gd name="connsiteY19" fmla="*/ 706702 h 978624"/>
                <a:gd name="connsiteX20" fmla="*/ 123138 w 1140731"/>
                <a:gd name="connsiteY20" fmla="*/ 660685 h 978624"/>
                <a:gd name="connsiteX21" fmla="*/ 115082 w 1140731"/>
                <a:gd name="connsiteY21" fmla="*/ 664812 h 978624"/>
                <a:gd name="connsiteX22" fmla="*/ 14513 w 1140731"/>
                <a:gd name="connsiteY22" fmla="*/ 638903 h 978624"/>
                <a:gd name="connsiteX23" fmla="*/ 48622 w 1140731"/>
                <a:gd name="connsiteY23" fmla="*/ 504822 h 978624"/>
                <a:gd name="connsiteX24" fmla="*/ 86246 w 1140731"/>
                <a:gd name="connsiteY24" fmla="*/ 485547 h 978624"/>
                <a:gd name="connsiteX25" fmla="*/ 86942 w 1140731"/>
                <a:gd name="connsiteY25" fmla="*/ 485454 h 978624"/>
                <a:gd name="connsiteX26" fmla="*/ 86835 w 1140731"/>
                <a:gd name="connsiteY26" fmla="*/ 481056 h 978624"/>
                <a:gd name="connsiteX27" fmla="*/ 329005 w 1140731"/>
                <a:gd name="connsiteY27" fmla="*/ 158634 h 978624"/>
                <a:gd name="connsiteX28" fmla="*/ 394236 w 1140731"/>
                <a:gd name="connsiteY28" fmla="*/ 131505 h 978624"/>
                <a:gd name="connsiteX29" fmla="*/ 386039 w 1140731"/>
                <a:gd name="connsiteY29" fmla="*/ 121577 h 978624"/>
                <a:gd name="connsiteX30" fmla="*/ 377618 w 1140731"/>
                <a:gd name="connsiteY30" fmla="*/ 87513 h 978624"/>
                <a:gd name="connsiteX31" fmla="*/ 484775 w 1140731"/>
                <a:gd name="connsiteY31" fmla="*/ 0 h 97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40731" h="978624">
                  <a:moveTo>
                    <a:pt x="484775" y="0"/>
                  </a:moveTo>
                  <a:cubicBezTo>
                    <a:pt x="543956" y="0"/>
                    <a:pt x="591932" y="39181"/>
                    <a:pt x="591932" y="87513"/>
                  </a:cubicBezTo>
                  <a:lnTo>
                    <a:pt x="590111" y="94883"/>
                  </a:lnTo>
                  <a:lnTo>
                    <a:pt x="609746" y="93570"/>
                  </a:lnTo>
                  <a:cubicBezTo>
                    <a:pt x="770149" y="96122"/>
                    <a:pt x="912028" y="164327"/>
                    <a:pt x="990231" y="271603"/>
                  </a:cubicBezTo>
                  <a:lnTo>
                    <a:pt x="998062" y="285456"/>
                  </a:lnTo>
                  <a:lnTo>
                    <a:pt x="1005946" y="284250"/>
                  </a:lnTo>
                  <a:cubicBezTo>
                    <a:pt x="1080386" y="284250"/>
                    <a:pt x="1140731" y="329964"/>
                    <a:pt x="1140731" y="386355"/>
                  </a:cubicBezTo>
                  <a:cubicBezTo>
                    <a:pt x="1140731" y="428648"/>
                    <a:pt x="1106787" y="464936"/>
                    <a:pt x="1058411" y="480436"/>
                  </a:cubicBezTo>
                  <a:lnTo>
                    <a:pt x="1052166" y="481391"/>
                  </a:lnTo>
                  <a:lnTo>
                    <a:pt x="1052549" y="497250"/>
                  </a:lnTo>
                  <a:cubicBezTo>
                    <a:pt x="1039411" y="628652"/>
                    <a:pt x="946879" y="748994"/>
                    <a:pt x="810379" y="819672"/>
                  </a:cubicBezTo>
                  <a:lnTo>
                    <a:pt x="775726" y="834083"/>
                  </a:lnTo>
                  <a:lnTo>
                    <a:pt x="778122" y="836775"/>
                  </a:lnTo>
                  <a:cubicBezTo>
                    <a:pt x="784942" y="848991"/>
                    <a:pt x="788714" y="862421"/>
                    <a:pt x="788714" y="876519"/>
                  </a:cubicBezTo>
                  <a:cubicBezTo>
                    <a:pt x="788714" y="932910"/>
                    <a:pt x="728369" y="978624"/>
                    <a:pt x="653929" y="978624"/>
                  </a:cubicBezTo>
                  <a:cubicBezTo>
                    <a:pt x="598099" y="978624"/>
                    <a:pt x="550197" y="952910"/>
                    <a:pt x="529736" y="916262"/>
                  </a:cubicBezTo>
                  <a:lnTo>
                    <a:pt x="521111" y="883899"/>
                  </a:lnTo>
                  <a:lnTo>
                    <a:pt x="435981" y="875539"/>
                  </a:lnTo>
                  <a:cubicBezTo>
                    <a:pt x="315031" y="853339"/>
                    <a:pt x="211715" y="792524"/>
                    <a:pt x="149153" y="706702"/>
                  </a:cubicBezTo>
                  <a:lnTo>
                    <a:pt x="123138" y="660685"/>
                  </a:lnTo>
                  <a:lnTo>
                    <a:pt x="115082" y="664812"/>
                  </a:lnTo>
                  <a:cubicBezTo>
                    <a:pt x="76261" y="677002"/>
                    <a:pt x="36069" y="668046"/>
                    <a:pt x="14513" y="638903"/>
                  </a:cubicBezTo>
                  <a:cubicBezTo>
                    <a:pt x="-14229" y="600046"/>
                    <a:pt x="1042" y="540015"/>
                    <a:pt x="48622" y="504822"/>
                  </a:cubicBezTo>
                  <a:cubicBezTo>
                    <a:pt x="60517" y="496024"/>
                    <a:pt x="73305" y="489611"/>
                    <a:pt x="86246" y="485547"/>
                  </a:cubicBezTo>
                  <a:lnTo>
                    <a:pt x="86942" y="485454"/>
                  </a:lnTo>
                  <a:lnTo>
                    <a:pt x="86835" y="481056"/>
                  </a:lnTo>
                  <a:cubicBezTo>
                    <a:pt x="99973" y="349653"/>
                    <a:pt x="192506" y="229312"/>
                    <a:pt x="329005" y="158634"/>
                  </a:cubicBezTo>
                  <a:lnTo>
                    <a:pt x="394236" y="131505"/>
                  </a:lnTo>
                  <a:lnTo>
                    <a:pt x="386039" y="121577"/>
                  </a:lnTo>
                  <a:cubicBezTo>
                    <a:pt x="380617" y="111107"/>
                    <a:pt x="377618" y="99596"/>
                    <a:pt x="377618" y="87513"/>
                  </a:cubicBezTo>
                  <a:cubicBezTo>
                    <a:pt x="377618" y="39181"/>
                    <a:pt x="425594" y="0"/>
                    <a:pt x="484775" y="0"/>
                  </a:cubicBezTo>
                  <a:close/>
                </a:path>
              </a:pathLst>
            </a:custGeom>
            <a:gradFill>
              <a:gsLst>
                <a:gs pos="0">
                  <a:srgbClr val="32352D"/>
                </a:gs>
                <a:gs pos="100000">
                  <a:srgbClr val="A2A497"/>
                </a:gs>
              </a:gsLst>
              <a:lin ang="5400000" scaled="1"/>
            </a:gradFill>
            <a:ln w="0">
              <a:solidFill>
                <a:srgbClr val="787A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4915663" y="3712426"/>
              <a:ext cx="1341521" cy="1019175"/>
            </a:xfrm>
            <a:custGeom>
              <a:avLst/>
              <a:gdLst>
                <a:gd name="connsiteX0" fmla="*/ 33821 w 1391288"/>
                <a:gd name="connsiteY0" fmla="*/ 300519 h 1001232"/>
                <a:gd name="connsiteX1" fmla="*/ 198127 w 1391288"/>
                <a:gd name="connsiteY1" fmla="*/ 695806 h 1001232"/>
                <a:gd name="connsiteX2" fmla="*/ 872021 w 1391288"/>
                <a:gd name="connsiteY2" fmla="*/ 1000606 h 1001232"/>
                <a:gd name="connsiteX3" fmla="*/ 1124434 w 1391288"/>
                <a:gd name="connsiteY3" fmla="*/ 774388 h 1001232"/>
                <a:gd name="connsiteX4" fmla="*/ 1117290 w 1391288"/>
                <a:gd name="connsiteY4" fmla="*/ 741050 h 1001232"/>
                <a:gd name="connsiteX5" fmla="*/ 1286359 w 1391288"/>
                <a:gd name="connsiteY5" fmla="*/ 460063 h 1001232"/>
                <a:gd name="connsiteX6" fmla="*/ 1305409 w 1391288"/>
                <a:gd name="connsiteY6" fmla="*/ 481494 h 1001232"/>
                <a:gd name="connsiteX7" fmla="*/ 1374465 w 1391288"/>
                <a:gd name="connsiteY7" fmla="*/ 371956 h 1001232"/>
                <a:gd name="connsiteX8" fmla="*/ 1345890 w 1391288"/>
                <a:gd name="connsiteY8" fmla="*/ 5244 h 1001232"/>
                <a:gd name="connsiteX9" fmla="*/ 919646 w 1391288"/>
                <a:gd name="connsiteY9" fmla="*/ 679138 h 1001232"/>
                <a:gd name="connsiteX10" fmla="*/ 764865 w 1391288"/>
                <a:gd name="connsiteY10" fmla="*/ 693425 h 1001232"/>
                <a:gd name="connsiteX11" fmla="*/ 33821 w 1391288"/>
                <a:gd name="connsiteY11" fmla="*/ 300519 h 1001232"/>
                <a:gd name="connsiteX0" fmla="*/ 58956 w 1416423"/>
                <a:gd name="connsiteY0" fmla="*/ 300519 h 1001232"/>
                <a:gd name="connsiteX1" fmla="*/ 63719 w 1416423"/>
                <a:gd name="connsiteY1" fmla="*/ 488638 h 1001232"/>
                <a:gd name="connsiteX2" fmla="*/ 223262 w 1416423"/>
                <a:gd name="connsiteY2" fmla="*/ 695806 h 1001232"/>
                <a:gd name="connsiteX3" fmla="*/ 897156 w 1416423"/>
                <a:gd name="connsiteY3" fmla="*/ 1000606 h 1001232"/>
                <a:gd name="connsiteX4" fmla="*/ 1149569 w 1416423"/>
                <a:gd name="connsiteY4" fmla="*/ 774388 h 1001232"/>
                <a:gd name="connsiteX5" fmla="*/ 1142425 w 1416423"/>
                <a:gd name="connsiteY5" fmla="*/ 741050 h 1001232"/>
                <a:gd name="connsiteX6" fmla="*/ 1311494 w 1416423"/>
                <a:gd name="connsiteY6" fmla="*/ 460063 h 1001232"/>
                <a:gd name="connsiteX7" fmla="*/ 1330544 w 1416423"/>
                <a:gd name="connsiteY7" fmla="*/ 481494 h 1001232"/>
                <a:gd name="connsiteX8" fmla="*/ 1399600 w 1416423"/>
                <a:gd name="connsiteY8" fmla="*/ 371956 h 1001232"/>
                <a:gd name="connsiteX9" fmla="*/ 1371025 w 1416423"/>
                <a:gd name="connsiteY9" fmla="*/ 5244 h 1001232"/>
                <a:gd name="connsiteX10" fmla="*/ 944781 w 1416423"/>
                <a:gd name="connsiteY10" fmla="*/ 679138 h 1001232"/>
                <a:gd name="connsiteX11" fmla="*/ 790000 w 1416423"/>
                <a:gd name="connsiteY11" fmla="*/ 693425 h 1001232"/>
                <a:gd name="connsiteX12" fmla="*/ 58956 w 1416423"/>
                <a:gd name="connsiteY12" fmla="*/ 300519 h 1001232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58956 w 1404214"/>
                <a:gd name="connsiteY13" fmla="*/ 295467 h 996180"/>
                <a:gd name="connsiteX0" fmla="*/ 58956 w 1404214"/>
                <a:gd name="connsiteY0" fmla="*/ 295467 h 996180"/>
                <a:gd name="connsiteX1" fmla="*/ 63719 w 1404214"/>
                <a:gd name="connsiteY1" fmla="*/ 483586 h 996180"/>
                <a:gd name="connsiteX2" fmla="*/ 223262 w 1404214"/>
                <a:gd name="connsiteY2" fmla="*/ 690754 h 996180"/>
                <a:gd name="connsiteX3" fmla="*/ 897156 w 1404214"/>
                <a:gd name="connsiteY3" fmla="*/ 995554 h 996180"/>
                <a:gd name="connsiteX4" fmla="*/ 1149569 w 1404214"/>
                <a:gd name="connsiteY4" fmla="*/ 769336 h 996180"/>
                <a:gd name="connsiteX5" fmla="*/ 1142425 w 1404214"/>
                <a:gd name="connsiteY5" fmla="*/ 735998 h 996180"/>
                <a:gd name="connsiteX6" fmla="*/ 1311494 w 1404214"/>
                <a:gd name="connsiteY6" fmla="*/ 455011 h 996180"/>
                <a:gd name="connsiteX7" fmla="*/ 1330544 w 1404214"/>
                <a:gd name="connsiteY7" fmla="*/ 476442 h 996180"/>
                <a:gd name="connsiteX8" fmla="*/ 1399600 w 1404214"/>
                <a:gd name="connsiteY8" fmla="*/ 366904 h 996180"/>
                <a:gd name="connsiteX9" fmla="*/ 1371025 w 1404214"/>
                <a:gd name="connsiteY9" fmla="*/ 192 h 996180"/>
                <a:gd name="connsiteX10" fmla="*/ 1156713 w 1404214"/>
                <a:gd name="connsiteY10" fmla="*/ 321661 h 996180"/>
                <a:gd name="connsiteX11" fmla="*/ 944781 w 1404214"/>
                <a:gd name="connsiteY11" fmla="*/ 674086 h 996180"/>
                <a:gd name="connsiteX12" fmla="*/ 790000 w 1404214"/>
                <a:gd name="connsiteY12" fmla="*/ 688373 h 996180"/>
                <a:gd name="connsiteX13" fmla="*/ 411382 w 1404214"/>
                <a:gd name="connsiteY13" fmla="*/ 471679 h 996180"/>
                <a:gd name="connsiteX14" fmla="*/ 58956 w 1404214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10358 w 1355616"/>
                <a:gd name="connsiteY0" fmla="*/ 295467 h 996180"/>
                <a:gd name="connsiteX1" fmla="*/ 100846 w 1355616"/>
                <a:gd name="connsiteY1" fmla="*/ 521686 h 996180"/>
                <a:gd name="connsiteX2" fmla="*/ 174664 w 1355616"/>
                <a:gd name="connsiteY2" fmla="*/ 690754 h 996180"/>
                <a:gd name="connsiteX3" fmla="*/ 848558 w 1355616"/>
                <a:gd name="connsiteY3" fmla="*/ 995554 h 996180"/>
                <a:gd name="connsiteX4" fmla="*/ 1100971 w 1355616"/>
                <a:gd name="connsiteY4" fmla="*/ 769336 h 996180"/>
                <a:gd name="connsiteX5" fmla="*/ 1093827 w 1355616"/>
                <a:gd name="connsiteY5" fmla="*/ 735998 h 996180"/>
                <a:gd name="connsiteX6" fmla="*/ 1262896 w 1355616"/>
                <a:gd name="connsiteY6" fmla="*/ 455011 h 996180"/>
                <a:gd name="connsiteX7" fmla="*/ 1281946 w 1355616"/>
                <a:gd name="connsiteY7" fmla="*/ 476442 h 996180"/>
                <a:gd name="connsiteX8" fmla="*/ 1351002 w 1355616"/>
                <a:gd name="connsiteY8" fmla="*/ 366904 h 996180"/>
                <a:gd name="connsiteX9" fmla="*/ 1322427 w 1355616"/>
                <a:gd name="connsiteY9" fmla="*/ 192 h 996180"/>
                <a:gd name="connsiteX10" fmla="*/ 1108115 w 1355616"/>
                <a:gd name="connsiteY10" fmla="*/ 321661 h 996180"/>
                <a:gd name="connsiteX11" fmla="*/ 896183 w 1355616"/>
                <a:gd name="connsiteY11" fmla="*/ 674086 h 996180"/>
                <a:gd name="connsiteX12" fmla="*/ 741402 w 1355616"/>
                <a:gd name="connsiteY12" fmla="*/ 688373 h 996180"/>
                <a:gd name="connsiteX13" fmla="*/ 362784 w 1355616"/>
                <a:gd name="connsiteY13" fmla="*/ 471679 h 996180"/>
                <a:gd name="connsiteX14" fmla="*/ 10358 w 1355616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0 w 1345258"/>
                <a:gd name="connsiteY0" fmla="*/ 295467 h 996180"/>
                <a:gd name="connsiteX1" fmla="*/ 90488 w 1345258"/>
                <a:gd name="connsiteY1" fmla="*/ 521686 h 996180"/>
                <a:gd name="connsiteX2" fmla="*/ 164306 w 1345258"/>
                <a:gd name="connsiteY2" fmla="*/ 690754 h 996180"/>
                <a:gd name="connsiteX3" fmla="*/ 838200 w 1345258"/>
                <a:gd name="connsiteY3" fmla="*/ 995554 h 996180"/>
                <a:gd name="connsiteX4" fmla="*/ 1090613 w 1345258"/>
                <a:gd name="connsiteY4" fmla="*/ 769336 h 996180"/>
                <a:gd name="connsiteX5" fmla="*/ 1083469 w 1345258"/>
                <a:gd name="connsiteY5" fmla="*/ 735998 h 996180"/>
                <a:gd name="connsiteX6" fmla="*/ 1252538 w 1345258"/>
                <a:gd name="connsiteY6" fmla="*/ 455011 h 996180"/>
                <a:gd name="connsiteX7" fmla="*/ 1271588 w 1345258"/>
                <a:gd name="connsiteY7" fmla="*/ 476442 h 996180"/>
                <a:gd name="connsiteX8" fmla="*/ 1340644 w 1345258"/>
                <a:gd name="connsiteY8" fmla="*/ 366904 h 996180"/>
                <a:gd name="connsiteX9" fmla="*/ 1312069 w 1345258"/>
                <a:gd name="connsiteY9" fmla="*/ 192 h 996180"/>
                <a:gd name="connsiteX10" fmla="*/ 1097757 w 1345258"/>
                <a:gd name="connsiteY10" fmla="*/ 321661 h 996180"/>
                <a:gd name="connsiteX11" fmla="*/ 885825 w 1345258"/>
                <a:gd name="connsiteY11" fmla="*/ 674086 h 996180"/>
                <a:gd name="connsiteX12" fmla="*/ 731044 w 1345258"/>
                <a:gd name="connsiteY12" fmla="*/ 688373 h 996180"/>
                <a:gd name="connsiteX13" fmla="*/ 352426 w 1345258"/>
                <a:gd name="connsiteY13" fmla="*/ 471679 h 996180"/>
                <a:gd name="connsiteX14" fmla="*/ 0 w 1345258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996180"/>
                <a:gd name="connsiteX1" fmla="*/ 90720 w 1345490"/>
                <a:gd name="connsiteY1" fmla="*/ 521686 h 996180"/>
                <a:gd name="connsiteX2" fmla="*/ 164538 w 1345490"/>
                <a:gd name="connsiteY2" fmla="*/ 690754 h 996180"/>
                <a:gd name="connsiteX3" fmla="*/ 838432 w 1345490"/>
                <a:gd name="connsiteY3" fmla="*/ 995554 h 996180"/>
                <a:gd name="connsiteX4" fmla="*/ 1090845 w 1345490"/>
                <a:gd name="connsiteY4" fmla="*/ 769336 h 996180"/>
                <a:gd name="connsiteX5" fmla="*/ 1083701 w 1345490"/>
                <a:gd name="connsiteY5" fmla="*/ 735998 h 996180"/>
                <a:gd name="connsiteX6" fmla="*/ 1252770 w 1345490"/>
                <a:gd name="connsiteY6" fmla="*/ 455011 h 996180"/>
                <a:gd name="connsiteX7" fmla="*/ 1271820 w 1345490"/>
                <a:gd name="connsiteY7" fmla="*/ 476442 h 996180"/>
                <a:gd name="connsiteX8" fmla="*/ 1340876 w 1345490"/>
                <a:gd name="connsiteY8" fmla="*/ 366904 h 996180"/>
                <a:gd name="connsiteX9" fmla="*/ 1312301 w 1345490"/>
                <a:gd name="connsiteY9" fmla="*/ 192 h 996180"/>
                <a:gd name="connsiteX10" fmla="*/ 1097989 w 1345490"/>
                <a:gd name="connsiteY10" fmla="*/ 321661 h 996180"/>
                <a:gd name="connsiteX11" fmla="*/ 886057 w 1345490"/>
                <a:gd name="connsiteY11" fmla="*/ 674086 h 996180"/>
                <a:gd name="connsiteX12" fmla="*/ 731276 w 1345490"/>
                <a:gd name="connsiteY12" fmla="*/ 688373 h 996180"/>
                <a:gd name="connsiteX13" fmla="*/ 352658 w 1345490"/>
                <a:gd name="connsiteY13" fmla="*/ 471679 h 996180"/>
                <a:gd name="connsiteX14" fmla="*/ 232 w 1345490"/>
                <a:gd name="connsiteY14" fmla="*/ 295467 h 996180"/>
                <a:gd name="connsiteX0" fmla="*/ 232 w 1345490"/>
                <a:gd name="connsiteY0" fmla="*/ 295467 h 1006480"/>
                <a:gd name="connsiteX1" fmla="*/ 90720 w 1345490"/>
                <a:gd name="connsiteY1" fmla="*/ 521686 h 1006480"/>
                <a:gd name="connsiteX2" fmla="*/ 164538 w 1345490"/>
                <a:gd name="connsiteY2" fmla="*/ 690754 h 1006480"/>
                <a:gd name="connsiteX3" fmla="*/ 838432 w 1345490"/>
                <a:gd name="connsiteY3" fmla="*/ 995554 h 1006480"/>
                <a:gd name="connsiteX4" fmla="*/ 1090845 w 1345490"/>
                <a:gd name="connsiteY4" fmla="*/ 769336 h 1006480"/>
                <a:gd name="connsiteX5" fmla="*/ 1083701 w 1345490"/>
                <a:gd name="connsiteY5" fmla="*/ 735998 h 1006480"/>
                <a:gd name="connsiteX6" fmla="*/ 1252770 w 1345490"/>
                <a:gd name="connsiteY6" fmla="*/ 455011 h 1006480"/>
                <a:gd name="connsiteX7" fmla="*/ 1271820 w 1345490"/>
                <a:gd name="connsiteY7" fmla="*/ 476442 h 1006480"/>
                <a:gd name="connsiteX8" fmla="*/ 1340876 w 1345490"/>
                <a:gd name="connsiteY8" fmla="*/ 366904 h 1006480"/>
                <a:gd name="connsiteX9" fmla="*/ 1312301 w 1345490"/>
                <a:gd name="connsiteY9" fmla="*/ 192 h 1006480"/>
                <a:gd name="connsiteX10" fmla="*/ 1097989 w 1345490"/>
                <a:gd name="connsiteY10" fmla="*/ 321661 h 1006480"/>
                <a:gd name="connsiteX11" fmla="*/ 886057 w 1345490"/>
                <a:gd name="connsiteY11" fmla="*/ 674086 h 1006480"/>
                <a:gd name="connsiteX12" fmla="*/ 731276 w 1345490"/>
                <a:gd name="connsiteY12" fmla="*/ 688373 h 1006480"/>
                <a:gd name="connsiteX13" fmla="*/ 352658 w 1345490"/>
                <a:gd name="connsiteY13" fmla="*/ 471679 h 1006480"/>
                <a:gd name="connsiteX14" fmla="*/ 232 w 1345490"/>
                <a:gd name="connsiteY14" fmla="*/ 295467 h 1006480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691"/>
                <a:gd name="connsiteX1" fmla="*/ 90720 w 1345490"/>
                <a:gd name="connsiteY1" fmla="*/ 521686 h 995691"/>
                <a:gd name="connsiteX2" fmla="*/ 164538 w 1345490"/>
                <a:gd name="connsiteY2" fmla="*/ 690754 h 995691"/>
                <a:gd name="connsiteX3" fmla="*/ 838432 w 1345490"/>
                <a:gd name="connsiteY3" fmla="*/ 995554 h 995691"/>
                <a:gd name="connsiteX4" fmla="*/ 1090845 w 1345490"/>
                <a:gd name="connsiteY4" fmla="*/ 769336 h 995691"/>
                <a:gd name="connsiteX5" fmla="*/ 1083701 w 1345490"/>
                <a:gd name="connsiteY5" fmla="*/ 735998 h 995691"/>
                <a:gd name="connsiteX6" fmla="*/ 1252770 w 1345490"/>
                <a:gd name="connsiteY6" fmla="*/ 455011 h 995691"/>
                <a:gd name="connsiteX7" fmla="*/ 1271820 w 1345490"/>
                <a:gd name="connsiteY7" fmla="*/ 476442 h 995691"/>
                <a:gd name="connsiteX8" fmla="*/ 1340876 w 1345490"/>
                <a:gd name="connsiteY8" fmla="*/ 366904 h 995691"/>
                <a:gd name="connsiteX9" fmla="*/ 1312301 w 1345490"/>
                <a:gd name="connsiteY9" fmla="*/ 192 h 995691"/>
                <a:gd name="connsiteX10" fmla="*/ 1097989 w 1345490"/>
                <a:gd name="connsiteY10" fmla="*/ 321661 h 995691"/>
                <a:gd name="connsiteX11" fmla="*/ 886057 w 1345490"/>
                <a:gd name="connsiteY11" fmla="*/ 674086 h 995691"/>
                <a:gd name="connsiteX12" fmla="*/ 731276 w 1345490"/>
                <a:gd name="connsiteY12" fmla="*/ 688373 h 995691"/>
                <a:gd name="connsiteX13" fmla="*/ 352658 w 1345490"/>
                <a:gd name="connsiteY13" fmla="*/ 471679 h 995691"/>
                <a:gd name="connsiteX14" fmla="*/ 232 w 1345490"/>
                <a:gd name="connsiteY14" fmla="*/ 295467 h 995691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38432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7935"/>
                <a:gd name="connsiteX1" fmla="*/ 90720 w 1345490"/>
                <a:gd name="connsiteY1" fmla="*/ 521686 h 997935"/>
                <a:gd name="connsiteX2" fmla="*/ 164538 w 1345490"/>
                <a:gd name="connsiteY2" fmla="*/ 690754 h 997935"/>
                <a:gd name="connsiteX3" fmla="*/ 905107 w 1345490"/>
                <a:gd name="connsiteY3" fmla="*/ 997935 h 997935"/>
                <a:gd name="connsiteX4" fmla="*/ 1090845 w 1345490"/>
                <a:gd name="connsiteY4" fmla="*/ 769336 h 997935"/>
                <a:gd name="connsiteX5" fmla="*/ 1083701 w 1345490"/>
                <a:gd name="connsiteY5" fmla="*/ 735998 h 997935"/>
                <a:gd name="connsiteX6" fmla="*/ 1252770 w 1345490"/>
                <a:gd name="connsiteY6" fmla="*/ 455011 h 997935"/>
                <a:gd name="connsiteX7" fmla="*/ 1271820 w 1345490"/>
                <a:gd name="connsiteY7" fmla="*/ 476442 h 997935"/>
                <a:gd name="connsiteX8" fmla="*/ 1340876 w 1345490"/>
                <a:gd name="connsiteY8" fmla="*/ 366904 h 997935"/>
                <a:gd name="connsiteX9" fmla="*/ 1312301 w 1345490"/>
                <a:gd name="connsiteY9" fmla="*/ 192 h 997935"/>
                <a:gd name="connsiteX10" fmla="*/ 1097989 w 1345490"/>
                <a:gd name="connsiteY10" fmla="*/ 321661 h 997935"/>
                <a:gd name="connsiteX11" fmla="*/ 886057 w 1345490"/>
                <a:gd name="connsiteY11" fmla="*/ 674086 h 997935"/>
                <a:gd name="connsiteX12" fmla="*/ 731276 w 1345490"/>
                <a:gd name="connsiteY12" fmla="*/ 688373 h 997935"/>
                <a:gd name="connsiteX13" fmla="*/ 352658 w 1345490"/>
                <a:gd name="connsiteY13" fmla="*/ 471679 h 997935"/>
                <a:gd name="connsiteX14" fmla="*/ 232 w 1345490"/>
                <a:gd name="connsiteY14" fmla="*/ 295467 h 997935"/>
                <a:gd name="connsiteX0" fmla="*/ 232 w 1345490"/>
                <a:gd name="connsiteY0" fmla="*/ 295467 h 998309"/>
                <a:gd name="connsiteX1" fmla="*/ 90720 w 1345490"/>
                <a:gd name="connsiteY1" fmla="*/ 521686 h 998309"/>
                <a:gd name="connsiteX2" fmla="*/ 164538 w 1345490"/>
                <a:gd name="connsiteY2" fmla="*/ 690754 h 998309"/>
                <a:gd name="connsiteX3" fmla="*/ 905107 w 1345490"/>
                <a:gd name="connsiteY3" fmla="*/ 997935 h 998309"/>
                <a:gd name="connsiteX4" fmla="*/ 1090845 w 1345490"/>
                <a:gd name="connsiteY4" fmla="*/ 769336 h 998309"/>
                <a:gd name="connsiteX5" fmla="*/ 1083701 w 1345490"/>
                <a:gd name="connsiteY5" fmla="*/ 735998 h 998309"/>
                <a:gd name="connsiteX6" fmla="*/ 1252770 w 1345490"/>
                <a:gd name="connsiteY6" fmla="*/ 455011 h 998309"/>
                <a:gd name="connsiteX7" fmla="*/ 1271820 w 1345490"/>
                <a:gd name="connsiteY7" fmla="*/ 476442 h 998309"/>
                <a:gd name="connsiteX8" fmla="*/ 1340876 w 1345490"/>
                <a:gd name="connsiteY8" fmla="*/ 366904 h 998309"/>
                <a:gd name="connsiteX9" fmla="*/ 1312301 w 1345490"/>
                <a:gd name="connsiteY9" fmla="*/ 192 h 998309"/>
                <a:gd name="connsiteX10" fmla="*/ 1097989 w 1345490"/>
                <a:gd name="connsiteY10" fmla="*/ 321661 h 998309"/>
                <a:gd name="connsiteX11" fmla="*/ 886057 w 1345490"/>
                <a:gd name="connsiteY11" fmla="*/ 674086 h 998309"/>
                <a:gd name="connsiteX12" fmla="*/ 731276 w 1345490"/>
                <a:gd name="connsiteY12" fmla="*/ 688373 h 998309"/>
                <a:gd name="connsiteX13" fmla="*/ 352658 w 1345490"/>
                <a:gd name="connsiteY13" fmla="*/ 471679 h 998309"/>
                <a:gd name="connsiteX14" fmla="*/ 232 w 1345490"/>
                <a:gd name="connsiteY14" fmla="*/ 295467 h 998309"/>
                <a:gd name="connsiteX0" fmla="*/ 232 w 1345490"/>
                <a:gd name="connsiteY0" fmla="*/ 295467 h 995932"/>
                <a:gd name="connsiteX1" fmla="*/ 90720 w 1345490"/>
                <a:gd name="connsiteY1" fmla="*/ 521686 h 995932"/>
                <a:gd name="connsiteX2" fmla="*/ 164538 w 1345490"/>
                <a:gd name="connsiteY2" fmla="*/ 690754 h 995932"/>
                <a:gd name="connsiteX3" fmla="*/ 845575 w 1345490"/>
                <a:gd name="connsiteY3" fmla="*/ 995554 h 995932"/>
                <a:gd name="connsiteX4" fmla="*/ 1090845 w 1345490"/>
                <a:gd name="connsiteY4" fmla="*/ 769336 h 995932"/>
                <a:gd name="connsiteX5" fmla="*/ 1083701 w 1345490"/>
                <a:gd name="connsiteY5" fmla="*/ 735998 h 995932"/>
                <a:gd name="connsiteX6" fmla="*/ 1252770 w 1345490"/>
                <a:gd name="connsiteY6" fmla="*/ 455011 h 995932"/>
                <a:gd name="connsiteX7" fmla="*/ 1271820 w 1345490"/>
                <a:gd name="connsiteY7" fmla="*/ 476442 h 995932"/>
                <a:gd name="connsiteX8" fmla="*/ 1340876 w 1345490"/>
                <a:gd name="connsiteY8" fmla="*/ 366904 h 995932"/>
                <a:gd name="connsiteX9" fmla="*/ 1312301 w 1345490"/>
                <a:gd name="connsiteY9" fmla="*/ 192 h 995932"/>
                <a:gd name="connsiteX10" fmla="*/ 1097989 w 1345490"/>
                <a:gd name="connsiteY10" fmla="*/ 321661 h 995932"/>
                <a:gd name="connsiteX11" fmla="*/ 886057 w 1345490"/>
                <a:gd name="connsiteY11" fmla="*/ 674086 h 995932"/>
                <a:gd name="connsiteX12" fmla="*/ 731276 w 1345490"/>
                <a:gd name="connsiteY12" fmla="*/ 688373 h 995932"/>
                <a:gd name="connsiteX13" fmla="*/ 352658 w 1345490"/>
                <a:gd name="connsiteY13" fmla="*/ 471679 h 995932"/>
                <a:gd name="connsiteX14" fmla="*/ 232 w 1345490"/>
                <a:gd name="connsiteY14" fmla="*/ 295467 h 995932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995554"/>
                <a:gd name="connsiteX1" fmla="*/ 90720 w 1345490"/>
                <a:gd name="connsiteY1" fmla="*/ 521686 h 995554"/>
                <a:gd name="connsiteX2" fmla="*/ 164538 w 1345490"/>
                <a:gd name="connsiteY2" fmla="*/ 690754 h 995554"/>
                <a:gd name="connsiteX3" fmla="*/ 845575 w 1345490"/>
                <a:gd name="connsiteY3" fmla="*/ 995554 h 995554"/>
                <a:gd name="connsiteX4" fmla="*/ 1090845 w 1345490"/>
                <a:gd name="connsiteY4" fmla="*/ 769336 h 995554"/>
                <a:gd name="connsiteX5" fmla="*/ 1083701 w 1345490"/>
                <a:gd name="connsiteY5" fmla="*/ 735998 h 995554"/>
                <a:gd name="connsiteX6" fmla="*/ 1252770 w 1345490"/>
                <a:gd name="connsiteY6" fmla="*/ 455011 h 995554"/>
                <a:gd name="connsiteX7" fmla="*/ 1271820 w 1345490"/>
                <a:gd name="connsiteY7" fmla="*/ 476442 h 995554"/>
                <a:gd name="connsiteX8" fmla="*/ 1340876 w 1345490"/>
                <a:gd name="connsiteY8" fmla="*/ 366904 h 995554"/>
                <a:gd name="connsiteX9" fmla="*/ 1312301 w 1345490"/>
                <a:gd name="connsiteY9" fmla="*/ 192 h 995554"/>
                <a:gd name="connsiteX10" fmla="*/ 1097989 w 1345490"/>
                <a:gd name="connsiteY10" fmla="*/ 321661 h 995554"/>
                <a:gd name="connsiteX11" fmla="*/ 886057 w 1345490"/>
                <a:gd name="connsiteY11" fmla="*/ 674086 h 995554"/>
                <a:gd name="connsiteX12" fmla="*/ 731276 w 1345490"/>
                <a:gd name="connsiteY12" fmla="*/ 688373 h 995554"/>
                <a:gd name="connsiteX13" fmla="*/ 352658 w 1345490"/>
                <a:gd name="connsiteY13" fmla="*/ 471679 h 995554"/>
                <a:gd name="connsiteX14" fmla="*/ 232 w 1345490"/>
                <a:gd name="connsiteY14" fmla="*/ 295467 h 995554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5490"/>
                <a:gd name="connsiteY0" fmla="*/ 295467 h 1000317"/>
                <a:gd name="connsiteX1" fmla="*/ 90720 w 1345490"/>
                <a:gd name="connsiteY1" fmla="*/ 521686 h 1000317"/>
                <a:gd name="connsiteX2" fmla="*/ 164538 w 1345490"/>
                <a:gd name="connsiteY2" fmla="*/ 690754 h 1000317"/>
                <a:gd name="connsiteX3" fmla="*/ 838431 w 1345490"/>
                <a:gd name="connsiteY3" fmla="*/ 1000317 h 1000317"/>
                <a:gd name="connsiteX4" fmla="*/ 1090845 w 1345490"/>
                <a:gd name="connsiteY4" fmla="*/ 769336 h 1000317"/>
                <a:gd name="connsiteX5" fmla="*/ 1083701 w 1345490"/>
                <a:gd name="connsiteY5" fmla="*/ 735998 h 1000317"/>
                <a:gd name="connsiteX6" fmla="*/ 1252770 w 1345490"/>
                <a:gd name="connsiteY6" fmla="*/ 455011 h 1000317"/>
                <a:gd name="connsiteX7" fmla="*/ 1271820 w 1345490"/>
                <a:gd name="connsiteY7" fmla="*/ 476442 h 1000317"/>
                <a:gd name="connsiteX8" fmla="*/ 1340876 w 1345490"/>
                <a:gd name="connsiteY8" fmla="*/ 366904 h 1000317"/>
                <a:gd name="connsiteX9" fmla="*/ 1312301 w 1345490"/>
                <a:gd name="connsiteY9" fmla="*/ 192 h 1000317"/>
                <a:gd name="connsiteX10" fmla="*/ 1097989 w 1345490"/>
                <a:gd name="connsiteY10" fmla="*/ 321661 h 1000317"/>
                <a:gd name="connsiteX11" fmla="*/ 886057 w 1345490"/>
                <a:gd name="connsiteY11" fmla="*/ 674086 h 1000317"/>
                <a:gd name="connsiteX12" fmla="*/ 731276 w 1345490"/>
                <a:gd name="connsiteY12" fmla="*/ 688373 h 1000317"/>
                <a:gd name="connsiteX13" fmla="*/ 352658 w 1345490"/>
                <a:gd name="connsiteY13" fmla="*/ 471679 h 1000317"/>
                <a:gd name="connsiteX14" fmla="*/ 232 w 1345490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1288"/>
                <a:gd name="connsiteY0" fmla="*/ 295467 h 1000317"/>
                <a:gd name="connsiteX1" fmla="*/ 90720 w 1341288"/>
                <a:gd name="connsiteY1" fmla="*/ 521686 h 1000317"/>
                <a:gd name="connsiteX2" fmla="*/ 164538 w 1341288"/>
                <a:gd name="connsiteY2" fmla="*/ 690754 h 1000317"/>
                <a:gd name="connsiteX3" fmla="*/ 838431 w 1341288"/>
                <a:gd name="connsiteY3" fmla="*/ 1000317 h 1000317"/>
                <a:gd name="connsiteX4" fmla="*/ 1090845 w 1341288"/>
                <a:gd name="connsiteY4" fmla="*/ 769336 h 1000317"/>
                <a:gd name="connsiteX5" fmla="*/ 1083701 w 1341288"/>
                <a:gd name="connsiteY5" fmla="*/ 735998 h 1000317"/>
                <a:gd name="connsiteX6" fmla="*/ 1252770 w 1341288"/>
                <a:gd name="connsiteY6" fmla="*/ 455011 h 1000317"/>
                <a:gd name="connsiteX7" fmla="*/ 1271820 w 1341288"/>
                <a:gd name="connsiteY7" fmla="*/ 476442 h 1000317"/>
                <a:gd name="connsiteX8" fmla="*/ 1340876 w 1341288"/>
                <a:gd name="connsiteY8" fmla="*/ 366904 h 1000317"/>
                <a:gd name="connsiteX9" fmla="*/ 1312301 w 1341288"/>
                <a:gd name="connsiteY9" fmla="*/ 192 h 1000317"/>
                <a:gd name="connsiteX10" fmla="*/ 1097989 w 1341288"/>
                <a:gd name="connsiteY10" fmla="*/ 321661 h 1000317"/>
                <a:gd name="connsiteX11" fmla="*/ 886057 w 1341288"/>
                <a:gd name="connsiteY11" fmla="*/ 674086 h 1000317"/>
                <a:gd name="connsiteX12" fmla="*/ 731276 w 1341288"/>
                <a:gd name="connsiteY12" fmla="*/ 688373 h 1000317"/>
                <a:gd name="connsiteX13" fmla="*/ 352658 w 1341288"/>
                <a:gd name="connsiteY13" fmla="*/ 471679 h 1000317"/>
                <a:gd name="connsiteX14" fmla="*/ 232 w 1341288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467 h 1000317"/>
                <a:gd name="connsiteX1" fmla="*/ 90720 w 1340876"/>
                <a:gd name="connsiteY1" fmla="*/ 521686 h 1000317"/>
                <a:gd name="connsiteX2" fmla="*/ 164538 w 1340876"/>
                <a:gd name="connsiteY2" fmla="*/ 690754 h 1000317"/>
                <a:gd name="connsiteX3" fmla="*/ 838431 w 1340876"/>
                <a:gd name="connsiteY3" fmla="*/ 1000317 h 1000317"/>
                <a:gd name="connsiteX4" fmla="*/ 1090845 w 1340876"/>
                <a:gd name="connsiteY4" fmla="*/ 769336 h 1000317"/>
                <a:gd name="connsiteX5" fmla="*/ 1083701 w 1340876"/>
                <a:gd name="connsiteY5" fmla="*/ 735998 h 1000317"/>
                <a:gd name="connsiteX6" fmla="*/ 1252770 w 1340876"/>
                <a:gd name="connsiteY6" fmla="*/ 455011 h 1000317"/>
                <a:gd name="connsiteX7" fmla="*/ 1271820 w 1340876"/>
                <a:gd name="connsiteY7" fmla="*/ 476442 h 1000317"/>
                <a:gd name="connsiteX8" fmla="*/ 1340876 w 1340876"/>
                <a:gd name="connsiteY8" fmla="*/ 366904 h 1000317"/>
                <a:gd name="connsiteX9" fmla="*/ 1312301 w 1340876"/>
                <a:gd name="connsiteY9" fmla="*/ 192 h 1000317"/>
                <a:gd name="connsiteX10" fmla="*/ 1097989 w 1340876"/>
                <a:gd name="connsiteY10" fmla="*/ 321661 h 1000317"/>
                <a:gd name="connsiteX11" fmla="*/ 886057 w 1340876"/>
                <a:gd name="connsiteY11" fmla="*/ 674086 h 1000317"/>
                <a:gd name="connsiteX12" fmla="*/ 731276 w 1340876"/>
                <a:gd name="connsiteY12" fmla="*/ 688373 h 1000317"/>
                <a:gd name="connsiteX13" fmla="*/ 352658 w 1340876"/>
                <a:gd name="connsiteY13" fmla="*/ 471679 h 1000317"/>
                <a:gd name="connsiteX14" fmla="*/ 232 w 1340876"/>
                <a:gd name="connsiteY14" fmla="*/ 295467 h 1000317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097989 w 1340876"/>
                <a:gd name="connsiteY10" fmla="*/ 321469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295275 h 1000125"/>
                <a:gd name="connsiteX1" fmla="*/ 90720 w 1340876"/>
                <a:gd name="connsiteY1" fmla="*/ 521494 h 1000125"/>
                <a:gd name="connsiteX2" fmla="*/ 164538 w 1340876"/>
                <a:gd name="connsiteY2" fmla="*/ 690562 h 1000125"/>
                <a:gd name="connsiteX3" fmla="*/ 838431 w 1340876"/>
                <a:gd name="connsiteY3" fmla="*/ 1000125 h 1000125"/>
                <a:gd name="connsiteX4" fmla="*/ 1090845 w 1340876"/>
                <a:gd name="connsiteY4" fmla="*/ 769144 h 1000125"/>
                <a:gd name="connsiteX5" fmla="*/ 1083701 w 1340876"/>
                <a:gd name="connsiteY5" fmla="*/ 735806 h 1000125"/>
                <a:gd name="connsiteX6" fmla="*/ 1252770 w 1340876"/>
                <a:gd name="connsiteY6" fmla="*/ 454819 h 1000125"/>
                <a:gd name="connsiteX7" fmla="*/ 1271820 w 1340876"/>
                <a:gd name="connsiteY7" fmla="*/ 476250 h 1000125"/>
                <a:gd name="connsiteX8" fmla="*/ 1340876 w 1340876"/>
                <a:gd name="connsiteY8" fmla="*/ 366712 h 1000125"/>
                <a:gd name="connsiteX9" fmla="*/ 1312301 w 1340876"/>
                <a:gd name="connsiteY9" fmla="*/ 0 h 1000125"/>
                <a:gd name="connsiteX10" fmla="*/ 1114658 w 1340876"/>
                <a:gd name="connsiteY10" fmla="*/ 333375 h 1000125"/>
                <a:gd name="connsiteX11" fmla="*/ 886057 w 1340876"/>
                <a:gd name="connsiteY11" fmla="*/ 673894 h 1000125"/>
                <a:gd name="connsiteX12" fmla="*/ 731276 w 1340876"/>
                <a:gd name="connsiteY12" fmla="*/ 688181 h 1000125"/>
                <a:gd name="connsiteX13" fmla="*/ 352658 w 1340876"/>
                <a:gd name="connsiteY13" fmla="*/ 471487 h 1000125"/>
                <a:gd name="connsiteX14" fmla="*/ 232 w 1340876"/>
                <a:gd name="connsiteY14" fmla="*/ 295275 h 100012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32 w 1340876"/>
                <a:gd name="connsiteY0" fmla="*/ 314325 h 1019175"/>
                <a:gd name="connsiteX1" fmla="*/ 90720 w 1340876"/>
                <a:gd name="connsiteY1" fmla="*/ 540544 h 1019175"/>
                <a:gd name="connsiteX2" fmla="*/ 164538 w 1340876"/>
                <a:gd name="connsiteY2" fmla="*/ 709612 h 1019175"/>
                <a:gd name="connsiteX3" fmla="*/ 838431 w 1340876"/>
                <a:gd name="connsiteY3" fmla="*/ 1019175 h 1019175"/>
                <a:gd name="connsiteX4" fmla="*/ 1090845 w 1340876"/>
                <a:gd name="connsiteY4" fmla="*/ 788194 h 1019175"/>
                <a:gd name="connsiteX5" fmla="*/ 1083701 w 1340876"/>
                <a:gd name="connsiteY5" fmla="*/ 754856 h 1019175"/>
                <a:gd name="connsiteX6" fmla="*/ 1252770 w 1340876"/>
                <a:gd name="connsiteY6" fmla="*/ 473869 h 1019175"/>
                <a:gd name="connsiteX7" fmla="*/ 1271820 w 1340876"/>
                <a:gd name="connsiteY7" fmla="*/ 495300 h 1019175"/>
                <a:gd name="connsiteX8" fmla="*/ 1340876 w 1340876"/>
                <a:gd name="connsiteY8" fmla="*/ 385762 h 1019175"/>
                <a:gd name="connsiteX9" fmla="*/ 1321826 w 1340876"/>
                <a:gd name="connsiteY9" fmla="*/ 0 h 1019175"/>
                <a:gd name="connsiteX10" fmla="*/ 1114658 w 1340876"/>
                <a:gd name="connsiteY10" fmla="*/ 352425 h 1019175"/>
                <a:gd name="connsiteX11" fmla="*/ 886057 w 1340876"/>
                <a:gd name="connsiteY11" fmla="*/ 692944 h 1019175"/>
                <a:gd name="connsiteX12" fmla="*/ 731276 w 1340876"/>
                <a:gd name="connsiteY12" fmla="*/ 707231 h 1019175"/>
                <a:gd name="connsiteX13" fmla="*/ 352658 w 1340876"/>
                <a:gd name="connsiteY13" fmla="*/ 490537 h 1019175"/>
                <a:gd name="connsiteX14" fmla="*/ 232 w 1340876"/>
                <a:gd name="connsiteY14" fmla="*/ 314325 h 1019175"/>
                <a:gd name="connsiteX0" fmla="*/ 254 w 1340898"/>
                <a:gd name="connsiteY0" fmla="*/ 314325 h 1019175"/>
                <a:gd name="connsiteX1" fmla="*/ 90742 w 1340898"/>
                <a:gd name="connsiteY1" fmla="*/ 540544 h 1019175"/>
                <a:gd name="connsiteX2" fmla="*/ 164560 w 1340898"/>
                <a:gd name="connsiteY2" fmla="*/ 709612 h 1019175"/>
                <a:gd name="connsiteX3" fmla="*/ 838453 w 1340898"/>
                <a:gd name="connsiteY3" fmla="*/ 1019175 h 1019175"/>
                <a:gd name="connsiteX4" fmla="*/ 1090867 w 1340898"/>
                <a:gd name="connsiteY4" fmla="*/ 788194 h 1019175"/>
                <a:gd name="connsiteX5" fmla="*/ 1083723 w 1340898"/>
                <a:gd name="connsiteY5" fmla="*/ 754856 h 1019175"/>
                <a:gd name="connsiteX6" fmla="*/ 1252792 w 1340898"/>
                <a:gd name="connsiteY6" fmla="*/ 473869 h 1019175"/>
                <a:gd name="connsiteX7" fmla="*/ 1271842 w 1340898"/>
                <a:gd name="connsiteY7" fmla="*/ 495300 h 1019175"/>
                <a:gd name="connsiteX8" fmla="*/ 1340898 w 1340898"/>
                <a:gd name="connsiteY8" fmla="*/ 385762 h 1019175"/>
                <a:gd name="connsiteX9" fmla="*/ 1321848 w 1340898"/>
                <a:gd name="connsiteY9" fmla="*/ 0 h 1019175"/>
                <a:gd name="connsiteX10" fmla="*/ 1114680 w 1340898"/>
                <a:gd name="connsiteY10" fmla="*/ 352425 h 1019175"/>
                <a:gd name="connsiteX11" fmla="*/ 886079 w 1340898"/>
                <a:gd name="connsiteY11" fmla="*/ 692944 h 1019175"/>
                <a:gd name="connsiteX12" fmla="*/ 731298 w 1340898"/>
                <a:gd name="connsiteY12" fmla="*/ 707231 h 1019175"/>
                <a:gd name="connsiteX13" fmla="*/ 331249 w 1340898"/>
                <a:gd name="connsiteY13" fmla="*/ 516730 h 1019175"/>
                <a:gd name="connsiteX14" fmla="*/ 254 w 1340898"/>
                <a:gd name="connsiteY14" fmla="*/ 314325 h 1019175"/>
                <a:gd name="connsiteX0" fmla="*/ 277 w 1340921"/>
                <a:gd name="connsiteY0" fmla="*/ 314325 h 1019175"/>
                <a:gd name="connsiteX1" fmla="*/ 90765 w 1340921"/>
                <a:gd name="connsiteY1" fmla="*/ 540544 h 1019175"/>
                <a:gd name="connsiteX2" fmla="*/ 164583 w 1340921"/>
                <a:gd name="connsiteY2" fmla="*/ 709612 h 1019175"/>
                <a:gd name="connsiteX3" fmla="*/ 838476 w 1340921"/>
                <a:gd name="connsiteY3" fmla="*/ 1019175 h 1019175"/>
                <a:gd name="connsiteX4" fmla="*/ 1090890 w 1340921"/>
                <a:gd name="connsiteY4" fmla="*/ 788194 h 1019175"/>
                <a:gd name="connsiteX5" fmla="*/ 1083746 w 1340921"/>
                <a:gd name="connsiteY5" fmla="*/ 754856 h 1019175"/>
                <a:gd name="connsiteX6" fmla="*/ 1252815 w 1340921"/>
                <a:gd name="connsiteY6" fmla="*/ 473869 h 1019175"/>
                <a:gd name="connsiteX7" fmla="*/ 1271865 w 1340921"/>
                <a:gd name="connsiteY7" fmla="*/ 495300 h 1019175"/>
                <a:gd name="connsiteX8" fmla="*/ 1340921 w 1340921"/>
                <a:gd name="connsiteY8" fmla="*/ 385762 h 1019175"/>
                <a:gd name="connsiteX9" fmla="*/ 1321871 w 1340921"/>
                <a:gd name="connsiteY9" fmla="*/ 0 h 1019175"/>
                <a:gd name="connsiteX10" fmla="*/ 1114703 w 1340921"/>
                <a:gd name="connsiteY10" fmla="*/ 352425 h 1019175"/>
                <a:gd name="connsiteX11" fmla="*/ 886102 w 1340921"/>
                <a:gd name="connsiteY11" fmla="*/ 692944 h 1019175"/>
                <a:gd name="connsiteX12" fmla="*/ 731321 w 1340921"/>
                <a:gd name="connsiteY12" fmla="*/ 707231 h 1019175"/>
                <a:gd name="connsiteX13" fmla="*/ 331272 w 1340921"/>
                <a:gd name="connsiteY13" fmla="*/ 516730 h 1019175"/>
                <a:gd name="connsiteX14" fmla="*/ 277 w 13409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  <a:gd name="connsiteX0" fmla="*/ 877 w 1341521"/>
                <a:gd name="connsiteY0" fmla="*/ 314325 h 1019175"/>
                <a:gd name="connsiteX1" fmla="*/ 91365 w 1341521"/>
                <a:gd name="connsiteY1" fmla="*/ 540544 h 1019175"/>
                <a:gd name="connsiteX2" fmla="*/ 165183 w 1341521"/>
                <a:gd name="connsiteY2" fmla="*/ 709612 h 1019175"/>
                <a:gd name="connsiteX3" fmla="*/ 839076 w 1341521"/>
                <a:gd name="connsiteY3" fmla="*/ 1019175 h 1019175"/>
                <a:gd name="connsiteX4" fmla="*/ 1091490 w 1341521"/>
                <a:gd name="connsiteY4" fmla="*/ 788194 h 1019175"/>
                <a:gd name="connsiteX5" fmla="*/ 1084346 w 1341521"/>
                <a:gd name="connsiteY5" fmla="*/ 754856 h 1019175"/>
                <a:gd name="connsiteX6" fmla="*/ 1253415 w 1341521"/>
                <a:gd name="connsiteY6" fmla="*/ 473869 h 1019175"/>
                <a:gd name="connsiteX7" fmla="*/ 1272465 w 1341521"/>
                <a:gd name="connsiteY7" fmla="*/ 495300 h 1019175"/>
                <a:gd name="connsiteX8" fmla="*/ 1341521 w 1341521"/>
                <a:gd name="connsiteY8" fmla="*/ 385762 h 1019175"/>
                <a:gd name="connsiteX9" fmla="*/ 1322471 w 1341521"/>
                <a:gd name="connsiteY9" fmla="*/ 0 h 1019175"/>
                <a:gd name="connsiteX10" fmla="*/ 1115303 w 1341521"/>
                <a:gd name="connsiteY10" fmla="*/ 352425 h 1019175"/>
                <a:gd name="connsiteX11" fmla="*/ 886702 w 1341521"/>
                <a:gd name="connsiteY11" fmla="*/ 692944 h 1019175"/>
                <a:gd name="connsiteX12" fmla="*/ 731921 w 1341521"/>
                <a:gd name="connsiteY12" fmla="*/ 707231 h 1019175"/>
                <a:gd name="connsiteX13" fmla="*/ 188997 w 1341521"/>
                <a:gd name="connsiteY13" fmla="*/ 450055 h 1019175"/>
                <a:gd name="connsiteX14" fmla="*/ 877 w 1341521"/>
                <a:gd name="connsiteY14" fmla="*/ 31432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1521" h="1019175">
                  <a:moveTo>
                    <a:pt x="877" y="314325"/>
                  </a:moveTo>
                  <a:cubicBezTo>
                    <a:pt x="52471" y="436959"/>
                    <a:pt x="63981" y="474663"/>
                    <a:pt x="91365" y="540544"/>
                  </a:cubicBezTo>
                  <a:cubicBezTo>
                    <a:pt x="118749" y="606425"/>
                    <a:pt x="135813" y="678260"/>
                    <a:pt x="165183" y="709612"/>
                  </a:cubicBezTo>
                  <a:cubicBezTo>
                    <a:pt x="349334" y="805258"/>
                    <a:pt x="708506" y="975122"/>
                    <a:pt x="839076" y="1019175"/>
                  </a:cubicBezTo>
                  <a:cubicBezTo>
                    <a:pt x="1014891" y="1010840"/>
                    <a:pt x="1055374" y="851297"/>
                    <a:pt x="1091490" y="788194"/>
                  </a:cubicBezTo>
                  <a:cubicBezTo>
                    <a:pt x="1096649" y="777479"/>
                    <a:pt x="1078791" y="766764"/>
                    <a:pt x="1084346" y="754856"/>
                  </a:cubicBezTo>
                  <a:cubicBezTo>
                    <a:pt x="1089901" y="742948"/>
                    <a:pt x="1236350" y="500459"/>
                    <a:pt x="1253415" y="473869"/>
                  </a:cubicBezTo>
                  <a:cubicBezTo>
                    <a:pt x="1270480" y="447279"/>
                    <a:pt x="1257781" y="509985"/>
                    <a:pt x="1272465" y="495300"/>
                  </a:cubicBezTo>
                  <a:cubicBezTo>
                    <a:pt x="1287149" y="480616"/>
                    <a:pt x="1308581" y="441325"/>
                    <a:pt x="1341521" y="385762"/>
                  </a:cubicBezTo>
                  <a:cubicBezTo>
                    <a:pt x="1338743" y="308769"/>
                    <a:pt x="1324852" y="40877"/>
                    <a:pt x="1322471" y="0"/>
                  </a:cubicBezTo>
                  <a:cubicBezTo>
                    <a:pt x="1305802" y="73423"/>
                    <a:pt x="1186344" y="240109"/>
                    <a:pt x="1115303" y="352425"/>
                  </a:cubicBezTo>
                  <a:cubicBezTo>
                    <a:pt x="1044262" y="464741"/>
                    <a:pt x="947821" y="631825"/>
                    <a:pt x="886702" y="692944"/>
                  </a:cubicBezTo>
                  <a:cubicBezTo>
                    <a:pt x="808914" y="725488"/>
                    <a:pt x="814868" y="716755"/>
                    <a:pt x="731921" y="707231"/>
                  </a:cubicBezTo>
                  <a:cubicBezTo>
                    <a:pt x="615637" y="666750"/>
                    <a:pt x="310838" y="515539"/>
                    <a:pt x="188997" y="450055"/>
                  </a:cubicBezTo>
                  <a:cubicBezTo>
                    <a:pt x="48106" y="384571"/>
                    <a:pt x="-7854" y="322659"/>
                    <a:pt x="877" y="314325"/>
                  </a:cubicBezTo>
                  <a:close/>
                </a:path>
              </a:pathLst>
            </a:custGeom>
            <a:solidFill>
              <a:srgbClr val="8D8E87"/>
            </a:solidFill>
            <a:ln w="0">
              <a:solidFill>
                <a:srgbClr val="8B8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 rot="20690468">
              <a:off x="5174035" y="3509974"/>
              <a:ext cx="801583" cy="674237"/>
            </a:xfrm>
            <a:prstGeom prst="ellipse">
              <a:avLst/>
            </a:prstGeom>
            <a:gradFill>
              <a:gsLst>
                <a:gs pos="0">
                  <a:srgbClr val="97998B"/>
                </a:gs>
                <a:gs pos="100000">
                  <a:srgbClr val="BCBBAB"/>
                </a:gs>
              </a:gsLst>
              <a:lin ang="5400000" scaled="1"/>
            </a:gradFill>
            <a:ln w="22225">
              <a:gradFill flip="none" rotWithShape="1">
                <a:gsLst>
                  <a:gs pos="0">
                    <a:srgbClr val="D1D2C6"/>
                  </a:gs>
                  <a:gs pos="100000">
                    <a:srgbClr val="A5A797"/>
                  </a:gs>
                </a:gsLst>
                <a:path path="shap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 rot="463567">
              <a:off x="5379528" y="3664983"/>
              <a:ext cx="379472" cy="332890"/>
              <a:chOff x="5993655" y="2959309"/>
              <a:chExt cx="379472" cy="332890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5993655" y="2959309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 rot="1929490">
                <a:off x="6137300" y="2994418"/>
                <a:ext cx="88398" cy="250825"/>
              </a:xfrm>
              <a:prstGeom prst="ellipse">
                <a:avLst/>
              </a:pr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6253347" y="3070272"/>
                <a:ext cx="119780" cy="221927"/>
              </a:xfrm>
              <a:custGeom>
                <a:avLst/>
                <a:gdLst>
                  <a:gd name="connsiteX0" fmla="*/ 0 w 138020"/>
                  <a:gd name="connsiteY0" fmla="*/ 221927 h 221927"/>
                  <a:gd name="connsiteX1" fmla="*/ 130175 w 138020"/>
                  <a:gd name="connsiteY1" fmla="*/ 12377 h 221927"/>
                  <a:gd name="connsiteX2" fmla="*/ 136525 w 138020"/>
                  <a:gd name="connsiteY2" fmla="*/ 12377 h 221927"/>
                  <a:gd name="connsiteX0" fmla="*/ 0 w 133367"/>
                  <a:gd name="connsiteY0" fmla="*/ 221927 h 221927"/>
                  <a:gd name="connsiteX1" fmla="*/ 130175 w 133367"/>
                  <a:gd name="connsiteY1" fmla="*/ 12377 h 221927"/>
                  <a:gd name="connsiteX2" fmla="*/ 105569 w 133367"/>
                  <a:gd name="connsiteY2" fmla="*/ 12377 h 22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67" h="221927">
                    <a:moveTo>
                      <a:pt x="0" y="221927"/>
                    </a:moveTo>
                    <a:cubicBezTo>
                      <a:pt x="53710" y="134614"/>
                      <a:pt x="112580" y="47302"/>
                      <a:pt x="130175" y="12377"/>
                    </a:cubicBezTo>
                    <a:cubicBezTo>
                      <a:pt x="147770" y="-22548"/>
                      <a:pt x="85990" y="29310"/>
                      <a:pt x="105569" y="12377"/>
                    </a:cubicBezTo>
                  </a:path>
                </a:pathLst>
              </a:custGeom>
              <a:noFill/>
              <a:ln w="19050">
                <a:solidFill>
                  <a:srgbClr val="3235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" name="矩形 61"/>
            <p:cNvSpPr/>
            <p:nvPr/>
          </p:nvSpPr>
          <p:spPr>
            <a:xfrm rot="7311335">
              <a:off x="5880912" y="4308963"/>
              <a:ext cx="420647" cy="49844"/>
            </a:xfrm>
            <a:custGeom>
              <a:avLst/>
              <a:gdLst>
                <a:gd name="connsiteX0" fmla="*/ 0 w 356209"/>
                <a:gd name="connsiteY0" fmla="*/ 0 h 559594"/>
                <a:gd name="connsiteX1" fmla="*/ 356209 w 356209"/>
                <a:gd name="connsiteY1" fmla="*/ 0 h 559594"/>
                <a:gd name="connsiteX2" fmla="*/ 356209 w 356209"/>
                <a:gd name="connsiteY2" fmla="*/ 559594 h 559594"/>
                <a:gd name="connsiteX3" fmla="*/ 0 w 356209"/>
                <a:gd name="connsiteY3" fmla="*/ 559594 h 559594"/>
                <a:gd name="connsiteX4" fmla="*/ 0 w 356209"/>
                <a:gd name="connsiteY4" fmla="*/ 0 h 559594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694346 w 694346"/>
                <a:gd name="connsiteY2" fmla="*/ 559594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338137 w 694346"/>
                <a:gd name="connsiteY0" fmla="*/ 0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338137 w 694346"/>
                <a:gd name="connsiteY4" fmla="*/ 0 h 566738"/>
                <a:gd name="connsiteX0" fmla="*/ 463577 w 694346"/>
                <a:gd name="connsiteY0" fmla="*/ 3357 h 566738"/>
                <a:gd name="connsiteX1" fmla="*/ 694346 w 694346"/>
                <a:gd name="connsiteY1" fmla="*/ 0 h 566738"/>
                <a:gd name="connsiteX2" fmla="*/ 382402 w 694346"/>
                <a:gd name="connsiteY2" fmla="*/ 564357 h 566738"/>
                <a:gd name="connsiteX3" fmla="*/ 0 w 694346"/>
                <a:gd name="connsiteY3" fmla="*/ 566738 h 566738"/>
                <a:gd name="connsiteX4" fmla="*/ 463577 w 694346"/>
                <a:gd name="connsiteY4" fmla="*/ 3357 h 566738"/>
                <a:gd name="connsiteX0" fmla="*/ 463577 w 744441"/>
                <a:gd name="connsiteY0" fmla="*/ 0 h 563381"/>
                <a:gd name="connsiteX1" fmla="*/ 744441 w 744441"/>
                <a:gd name="connsiteY1" fmla="*/ 144941 h 563381"/>
                <a:gd name="connsiteX2" fmla="*/ 382402 w 744441"/>
                <a:gd name="connsiteY2" fmla="*/ 561000 h 563381"/>
                <a:gd name="connsiteX3" fmla="*/ 0 w 744441"/>
                <a:gd name="connsiteY3" fmla="*/ 563381 h 563381"/>
                <a:gd name="connsiteX4" fmla="*/ 463577 w 744441"/>
                <a:gd name="connsiteY4" fmla="*/ 0 h 563381"/>
                <a:gd name="connsiteX0" fmla="*/ 85748 w 744441"/>
                <a:gd name="connsiteY0" fmla="*/ 325326 h 418440"/>
                <a:gd name="connsiteX1" fmla="*/ 744441 w 744441"/>
                <a:gd name="connsiteY1" fmla="*/ 0 h 418440"/>
                <a:gd name="connsiteX2" fmla="*/ 382402 w 744441"/>
                <a:gd name="connsiteY2" fmla="*/ 416059 h 418440"/>
                <a:gd name="connsiteX3" fmla="*/ 0 w 744441"/>
                <a:gd name="connsiteY3" fmla="*/ 418440 h 418440"/>
                <a:gd name="connsiteX4" fmla="*/ 85748 w 744441"/>
                <a:gd name="connsiteY4" fmla="*/ 325326 h 418440"/>
                <a:gd name="connsiteX0" fmla="*/ 85748 w 457314"/>
                <a:gd name="connsiteY0" fmla="*/ 0 h 93114"/>
                <a:gd name="connsiteX1" fmla="*/ 457314 w 457314"/>
                <a:gd name="connsiteY1" fmla="*/ 15691 h 93114"/>
                <a:gd name="connsiteX2" fmla="*/ 382402 w 457314"/>
                <a:gd name="connsiteY2" fmla="*/ 90733 h 93114"/>
                <a:gd name="connsiteX3" fmla="*/ 0 w 457314"/>
                <a:gd name="connsiteY3" fmla="*/ 93114 h 93114"/>
                <a:gd name="connsiteX4" fmla="*/ 85748 w 457314"/>
                <a:gd name="connsiteY4" fmla="*/ 0 h 93114"/>
                <a:gd name="connsiteX0" fmla="*/ 34994 w 457314"/>
                <a:gd name="connsiteY0" fmla="*/ 16405 h 77423"/>
                <a:gd name="connsiteX1" fmla="*/ 457314 w 457314"/>
                <a:gd name="connsiteY1" fmla="*/ 0 h 77423"/>
                <a:gd name="connsiteX2" fmla="*/ 382402 w 457314"/>
                <a:gd name="connsiteY2" fmla="*/ 75042 h 77423"/>
                <a:gd name="connsiteX3" fmla="*/ 0 w 457314"/>
                <a:gd name="connsiteY3" fmla="*/ 77423 h 77423"/>
                <a:gd name="connsiteX4" fmla="*/ 34994 w 457314"/>
                <a:gd name="connsiteY4" fmla="*/ 16405 h 77423"/>
                <a:gd name="connsiteX0" fmla="*/ 34994 w 414683"/>
                <a:gd name="connsiteY0" fmla="*/ 1 h 61019"/>
                <a:gd name="connsiteX1" fmla="*/ 414683 w 414683"/>
                <a:gd name="connsiteY1" fmla="*/ 13502 h 61019"/>
                <a:gd name="connsiteX2" fmla="*/ 382402 w 414683"/>
                <a:gd name="connsiteY2" fmla="*/ 58638 h 61019"/>
                <a:gd name="connsiteX3" fmla="*/ 0 w 414683"/>
                <a:gd name="connsiteY3" fmla="*/ 61019 h 61019"/>
                <a:gd name="connsiteX4" fmla="*/ 34994 w 414683"/>
                <a:gd name="connsiteY4" fmla="*/ 1 h 61019"/>
                <a:gd name="connsiteX0" fmla="*/ 35233 w 414683"/>
                <a:gd name="connsiteY0" fmla="*/ 3886 h 47516"/>
                <a:gd name="connsiteX1" fmla="*/ 414683 w 414683"/>
                <a:gd name="connsiteY1" fmla="*/ -1 h 47516"/>
                <a:gd name="connsiteX2" fmla="*/ 382402 w 414683"/>
                <a:gd name="connsiteY2" fmla="*/ 45135 h 47516"/>
                <a:gd name="connsiteX3" fmla="*/ 0 w 414683"/>
                <a:gd name="connsiteY3" fmla="*/ 47516 h 47516"/>
                <a:gd name="connsiteX4" fmla="*/ 35233 w 414683"/>
                <a:gd name="connsiteY4" fmla="*/ 3886 h 47516"/>
                <a:gd name="connsiteX0" fmla="*/ 35233 w 416622"/>
                <a:gd name="connsiteY0" fmla="*/ 0 h 43630"/>
                <a:gd name="connsiteX1" fmla="*/ 416622 w 416622"/>
                <a:gd name="connsiteY1" fmla="*/ 5285 h 43630"/>
                <a:gd name="connsiteX2" fmla="*/ 382402 w 416622"/>
                <a:gd name="connsiteY2" fmla="*/ 41249 h 43630"/>
                <a:gd name="connsiteX3" fmla="*/ 0 w 416622"/>
                <a:gd name="connsiteY3" fmla="*/ 43630 h 43630"/>
                <a:gd name="connsiteX4" fmla="*/ 35233 w 416622"/>
                <a:gd name="connsiteY4" fmla="*/ 0 h 43630"/>
                <a:gd name="connsiteX0" fmla="*/ 32140 w 416622"/>
                <a:gd name="connsiteY0" fmla="*/ 396 h 38345"/>
                <a:gd name="connsiteX1" fmla="*/ 416622 w 416622"/>
                <a:gd name="connsiteY1" fmla="*/ 0 h 38345"/>
                <a:gd name="connsiteX2" fmla="*/ 382402 w 416622"/>
                <a:gd name="connsiteY2" fmla="*/ 35964 h 38345"/>
                <a:gd name="connsiteX3" fmla="*/ 0 w 416622"/>
                <a:gd name="connsiteY3" fmla="*/ 38345 h 38345"/>
                <a:gd name="connsiteX4" fmla="*/ 32140 w 416622"/>
                <a:gd name="connsiteY4" fmla="*/ 396 h 38345"/>
                <a:gd name="connsiteX0" fmla="*/ 53050 w 437532"/>
                <a:gd name="connsiteY0" fmla="*/ 396 h 38904"/>
                <a:gd name="connsiteX1" fmla="*/ 437532 w 437532"/>
                <a:gd name="connsiteY1" fmla="*/ 0 h 38904"/>
                <a:gd name="connsiteX2" fmla="*/ 403312 w 437532"/>
                <a:gd name="connsiteY2" fmla="*/ 35964 h 38904"/>
                <a:gd name="connsiteX3" fmla="*/ 0 w 437532"/>
                <a:gd name="connsiteY3" fmla="*/ 38904 h 38904"/>
                <a:gd name="connsiteX4" fmla="*/ 53050 w 437532"/>
                <a:gd name="connsiteY4" fmla="*/ 396 h 38904"/>
                <a:gd name="connsiteX0" fmla="*/ 57992 w 442474"/>
                <a:gd name="connsiteY0" fmla="*/ 396 h 36696"/>
                <a:gd name="connsiteX1" fmla="*/ 442474 w 442474"/>
                <a:gd name="connsiteY1" fmla="*/ 0 h 36696"/>
                <a:gd name="connsiteX2" fmla="*/ 408254 w 442474"/>
                <a:gd name="connsiteY2" fmla="*/ 35964 h 36696"/>
                <a:gd name="connsiteX3" fmla="*/ -1 w 442474"/>
                <a:gd name="connsiteY3" fmla="*/ 36696 h 36696"/>
                <a:gd name="connsiteX4" fmla="*/ 57992 w 442474"/>
                <a:gd name="connsiteY4" fmla="*/ 396 h 36696"/>
                <a:gd name="connsiteX0" fmla="*/ 57993 w 458442"/>
                <a:gd name="connsiteY0" fmla="*/ 3164 h 39464"/>
                <a:gd name="connsiteX1" fmla="*/ 458442 w 458442"/>
                <a:gd name="connsiteY1" fmla="*/ 0 h 39464"/>
                <a:gd name="connsiteX2" fmla="*/ 408255 w 458442"/>
                <a:gd name="connsiteY2" fmla="*/ 38732 h 39464"/>
                <a:gd name="connsiteX3" fmla="*/ 0 w 458442"/>
                <a:gd name="connsiteY3" fmla="*/ 39464 h 39464"/>
                <a:gd name="connsiteX4" fmla="*/ 57993 w 458442"/>
                <a:gd name="connsiteY4" fmla="*/ 3164 h 39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442" h="39464">
                  <a:moveTo>
                    <a:pt x="57993" y="3164"/>
                  </a:moveTo>
                  <a:lnTo>
                    <a:pt x="458442" y="0"/>
                  </a:lnTo>
                  <a:lnTo>
                    <a:pt x="408255" y="38732"/>
                  </a:lnTo>
                  <a:lnTo>
                    <a:pt x="0" y="39464"/>
                  </a:lnTo>
                  <a:lnTo>
                    <a:pt x="57993" y="3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584782" y="3019123"/>
            <a:ext cx="3280031" cy="1286645"/>
            <a:chOff x="7584782" y="3019123"/>
            <a:chExt cx="3280031" cy="1286645"/>
          </a:xfrm>
        </p:grpSpPr>
        <p:grpSp>
          <p:nvGrpSpPr>
            <p:cNvPr id="22" name="组合 21"/>
            <p:cNvGrpSpPr/>
            <p:nvPr/>
          </p:nvGrpSpPr>
          <p:grpSpPr>
            <a:xfrm>
              <a:off x="8978531" y="3019123"/>
              <a:ext cx="499516" cy="354725"/>
              <a:chOff x="5612081" y="2321455"/>
              <a:chExt cx="411164" cy="291983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矩形 26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8152283" y="3711680"/>
              <a:ext cx="606075" cy="144646"/>
              <a:chOff x="6299131" y="2402242"/>
              <a:chExt cx="498875" cy="119062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9253844" y="3720433"/>
              <a:ext cx="1047245" cy="89604"/>
              <a:chOff x="1493467" y="1883870"/>
              <a:chExt cx="862013" cy="73756"/>
            </a:xfrm>
          </p:grpSpPr>
          <p:sp>
            <p:nvSpPr>
              <p:cNvPr id="39" name="任意多边形 38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直接连接符 44"/>
            <p:cNvCxnSpPr/>
            <p:nvPr/>
          </p:nvCxnSpPr>
          <p:spPr>
            <a:xfrm flipV="1">
              <a:off x="8758358" y="3782895"/>
              <a:ext cx="495487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V="1">
              <a:off x="7657848" y="3784680"/>
              <a:ext cx="495487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10301089" y="3781788"/>
              <a:ext cx="495487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984816" y="3191378"/>
              <a:ext cx="996292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9478048" y="3191463"/>
              <a:ext cx="1037113" cy="902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V="1">
              <a:off x="7977589" y="3192570"/>
              <a:ext cx="8347" cy="58921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10506812" y="3195461"/>
              <a:ext cx="8347" cy="58921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/>
            <p:cNvSpPr/>
            <p:nvPr/>
          </p:nvSpPr>
          <p:spPr>
            <a:xfrm>
              <a:off x="7584782" y="3750732"/>
              <a:ext cx="70873" cy="7087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0793940" y="3746351"/>
              <a:ext cx="70873" cy="7087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8779147" y="3246578"/>
              <a:ext cx="447541" cy="488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8349010" y="3817541"/>
              <a:ext cx="443303" cy="488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9679107" y="3817541"/>
              <a:ext cx="400922" cy="488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8691097" y="24796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高频模型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764458" y="3367738"/>
            <a:ext cx="1047245" cy="89604"/>
            <a:chOff x="1493467" y="1883870"/>
            <a:chExt cx="862013" cy="73756"/>
          </a:xfrm>
        </p:grpSpPr>
        <p:sp>
          <p:nvSpPr>
            <p:cNvPr id="59" name="任意多边形 58"/>
            <p:cNvSpPr/>
            <p:nvPr/>
          </p:nvSpPr>
          <p:spPr>
            <a:xfrm>
              <a:off x="1761358" y="1883870"/>
              <a:ext cx="164306" cy="73756"/>
            </a:xfrm>
            <a:custGeom>
              <a:avLst/>
              <a:gdLst>
                <a:gd name="connsiteX0" fmla="*/ 82153 w 164306"/>
                <a:gd name="connsiteY0" fmla="*/ 0 h 73756"/>
                <a:gd name="connsiteX1" fmla="*/ 164306 w 164306"/>
                <a:gd name="connsiteY1" fmla="*/ 71438 h 73756"/>
                <a:gd name="connsiteX2" fmla="*/ 163202 w 164306"/>
                <a:gd name="connsiteY2" fmla="*/ 73756 h 73756"/>
                <a:gd name="connsiteX3" fmla="*/ 1104 w 164306"/>
                <a:gd name="connsiteY3" fmla="*/ 73756 h 73756"/>
                <a:gd name="connsiteX4" fmla="*/ 0 w 164306"/>
                <a:gd name="connsiteY4" fmla="*/ 71438 h 73756"/>
                <a:gd name="connsiteX5" fmla="*/ 82153 w 164306"/>
                <a:gd name="connsiteY5" fmla="*/ 0 h 7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306" h="73756">
                  <a:moveTo>
                    <a:pt x="82153" y="0"/>
                  </a:moveTo>
                  <a:cubicBezTo>
                    <a:pt x="127525" y="0"/>
                    <a:pt x="164306" y="31984"/>
                    <a:pt x="164306" y="71438"/>
                  </a:cubicBezTo>
                  <a:lnTo>
                    <a:pt x="163202" y="73756"/>
                  </a:lnTo>
                  <a:lnTo>
                    <a:pt x="1104" y="73756"/>
                  </a:lnTo>
                  <a:lnTo>
                    <a:pt x="0" y="71438"/>
                  </a:lnTo>
                  <a:cubicBezTo>
                    <a:pt x="0" y="31984"/>
                    <a:pt x="36781" y="0"/>
                    <a:pt x="82153" y="0"/>
                  </a:cubicBezTo>
                  <a:close/>
                </a:path>
              </a:pathLst>
            </a:custGeom>
            <a:noFill/>
            <a:ln>
              <a:gradFill>
                <a:gsLst>
                  <a:gs pos="0">
                    <a:schemeClr val="accent1"/>
                  </a:gs>
                  <a:gs pos="79000">
                    <a:schemeClr val="bg1">
                      <a:alpha val="0"/>
                    </a:schemeClr>
                  </a:gs>
                  <a:gs pos="7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1925664" y="1883870"/>
              <a:ext cx="164306" cy="73756"/>
            </a:xfrm>
            <a:custGeom>
              <a:avLst/>
              <a:gdLst>
                <a:gd name="connsiteX0" fmla="*/ 82153 w 164306"/>
                <a:gd name="connsiteY0" fmla="*/ 0 h 73756"/>
                <a:gd name="connsiteX1" fmla="*/ 164306 w 164306"/>
                <a:gd name="connsiteY1" fmla="*/ 71438 h 73756"/>
                <a:gd name="connsiteX2" fmla="*/ 163202 w 164306"/>
                <a:gd name="connsiteY2" fmla="*/ 73756 h 73756"/>
                <a:gd name="connsiteX3" fmla="*/ 1104 w 164306"/>
                <a:gd name="connsiteY3" fmla="*/ 73756 h 73756"/>
                <a:gd name="connsiteX4" fmla="*/ 0 w 164306"/>
                <a:gd name="connsiteY4" fmla="*/ 71438 h 73756"/>
                <a:gd name="connsiteX5" fmla="*/ 82153 w 164306"/>
                <a:gd name="connsiteY5" fmla="*/ 0 h 7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306" h="73756">
                  <a:moveTo>
                    <a:pt x="82153" y="0"/>
                  </a:moveTo>
                  <a:cubicBezTo>
                    <a:pt x="127525" y="0"/>
                    <a:pt x="164306" y="31984"/>
                    <a:pt x="164306" y="71438"/>
                  </a:cubicBezTo>
                  <a:lnTo>
                    <a:pt x="163202" y="73756"/>
                  </a:lnTo>
                  <a:lnTo>
                    <a:pt x="1104" y="73756"/>
                  </a:lnTo>
                  <a:lnTo>
                    <a:pt x="0" y="71438"/>
                  </a:lnTo>
                  <a:cubicBezTo>
                    <a:pt x="0" y="31984"/>
                    <a:pt x="36781" y="0"/>
                    <a:pt x="82153" y="0"/>
                  </a:cubicBezTo>
                  <a:close/>
                </a:path>
              </a:pathLst>
            </a:custGeom>
            <a:noFill/>
            <a:ln>
              <a:gradFill>
                <a:gsLst>
                  <a:gs pos="0">
                    <a:schemeClr val="accent1"/>
                  </a:gs>
                  <a:gs pos="79000">
                    <a:schemeClr val="bg1">
                      <a:alpha val="0"/>
                    </a:schemeClr>
                  </a:gs>
                  <a:gs pos="7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2085208" y="1883870"/>
              <a:ext cx="164306" cy="73755"/>
            </a:xfrm>
            <a:custGeom>
              <a:avLst/>
              <a:gdLst>
                <a:gd name="connsiteX0" fmla="*/ 82153 w 164306"/>
                <a:gd name="connsiteY0" fmla="*/ 0 h 73755"/>
                <a:gd name="connsiteX1" fmla="*/ 164306 w 164306"/>
                <a:gd name="connsiteY1" fmla="*/ 71438 h 73755"/>
                <a:gd name="connsiteX2" fmla="*/ 163203 w 164306"/>
                <a:gd name="connsiteY2" fmla="*/ 73755 h 73755"/>
                <a:gd name="connsiteX3" fmla="*/ 1104 w 164306"/>
                <a:gd name="connsiteY3" fmla="*/ 73755 h 73755"/>
                <a:gd name="connsiteX4" fmla="*/ 0 w 164306"/>
                <a:gd name="connsiteY4" fmla="*/ 71438 h 73755"/>
                <a:gd name="connsiteX5" fmla="*/ 82153 w 164306"/>
                <a:gd name="connsiteY5" fmla="*/ 0 h 7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306" h="73755">
                  <a:moveTo>
                    <a:pt x="82153" y="0"/>
                  </a:moveTo>
                  <a:cubicBezTo>
                    <a:pt x="127525" y="0"/>
                    <a:pt x="164306" y="31984"/>
                    <a:pt x="164306" y="71438"/>
                  </a:cubicBezTo>
                  <a:lnTo>
                    <a:pt x="163203" y="73755"/>
                  </a:lnTo>
                  <a:lnTo>
                    <a:pt x="1104" y="73755"/>
                  </a:lnTo>
                  <a:lnTo>
                    <a:pt x="0" y="71438"/>
                  </a:lnTo>
                  <a:cubicBezTo>
                    <a:pt x="0" y="31984"/>
                    <a:pt x="36781" y="0"/>
                    <a:pt x="82153" y="0"/>
                  </a:cubicBezTo>
                  <a:close/>
                </a:path>
              </a:pathLst>
            </a:custGeom>
            <a:noFill/>
            <a:ln>
              <a:gradFill>
                <a:gsLst>
                  <a:gs pos="0">
                    <a:schemeClr val="accent1"/>
                  </a:gs>
                  <a:gs pos="79000">
                    <a:schemeClr val="bg1">
                      <a:alpha val="0"/>
                    </a:schemeClr>
                  </a:gs>
                  <a:gs pos="7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601814" y="1883870"/>
              <a:ext cx="164306" cy="73754"/>
            </a:xfrm>
            <a:custGeom>
              <a:avLst/>
              <a:gdLst>
                <a:gd name="connsiteX0" fmla="*/ 82153 w 164306"/>
                <a:gd name="connsiteY0" fmla="*/ 0 h 73754"/>
                <a:gd name="connsiteX1" fmla="*/ 164306 w 164306"/>
                <a:gd name="connsiteY1" fmla="*/ 71438 h 73754"/>
                <a:gd name="connsiteX2" fmla="*/ 163203 w 164306"/>
                <a:gd name="connsiteY2" fmla="*/ 73754 h 73754"/>
                <a:gd name="connsiteX3" fmla="*/ 1103 w 164306"/>
                <a:gd name="connsiteY3" fmla="*/ 73754 h 73754"/>
                <a:gd name="connsiteX4" fmla="*/ 0 w 164306"/>
                <a:gd name="connsiteY4" fmla="*/ 71438 h 73754"/>
                <a:gd name="connsiteX5" fmla="*/ 82153 w 164306"/>
                <a:gd name="connsiteY5" fmla="*/ 0 h 73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306" h="73754">
                  <a:moveTo>
                    <a:pt x="82153" y="0"/>
                  </a:moveTo>
                  <a:cubicBezTo>
                    <a:pt x="127525" y="0"/>
                    <a:pt x="164306" y="31984"/>
                    <a:pt x="164306" y="71438"/>
                  </a:cubicBezTo>
                  <a:lnTo>
                    <a:pt x="163203" y="73754"/>
                  </a:lnTo>
                  <a:lnTo>
                    <a:pt x="1103" y="73754"/>
                  </a:lnTo>
                  <a:lnTo>
                    <a:pt x="0" y="71438"/>
                  </a:lnTo>
                  <a:cubicBezTo>
                    <a:pt x="0" y="31984"/>
                    <a:pt x="36781" y="0"/>
                    <a:pt x="82153" y="0"/>
                  </a:cubicBezTo>
                  <a:close/>
                </a:path>
              </a:pathLst>
            </a:custGeom>
            <a:noFill/>
            <a:ln>
              <a:gradFill>
                <a:gsLst>
                  <a:gs pos="0">
                    <a:schemeClr val="accent1"/>
                  </a:gs>
                  <a:gs pos="79000">
                    <a:schemeClr val="bg1">
                      <a:alpha val="0"/>
                    </a:schemeClr>
                  </a:gs>
                  <a:gs pos="7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1493467" y="1936195"/>
              <a:ext cx="11072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2244752" y="1936195"/>
              <a:ext cx="11072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文本框 64"/>
          <p:cNvSpPr txBox="1"/>
          <p:nvPr/>
        </p:nvSpPr>
        <p:spPr>
          <a:xfrm>
            <a:off x="5130440" y="3588941"/>
            <a:ext cx="400922" cy="4882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735529" y="24796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理想电感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9231216" y="4398526"/>
            <a:ext cx="1056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：寄生电容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226688" y="4692660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：等效串联电阻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</a:p>
        </p:txBody>
      </p:sp>
    </p:spTree>
    <p:extLst>
      <p:ext uri="{BB962C8B-B14F-4D97-AF65-F5344CB8AC3E}">
        <p14:creationId xmlns:p14="http://schemas.microsoft.com/office/powerpoint/2010/main" val="51570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17"/>
    </mc:Choice>
    <mc:Fallback xmlns="">
      <p:transition spd="slow" advTm="60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5" grpId="0"/>
      <p:bldP spid="67" grpId="0"/>
      <p:bldP spid="72" grpId="0"/>
      <p:bldP spid="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940852" y="2346752"/>
            <a:ext cx="2302281" cy="830997"/>
            <a:chOff x="4940852" y="2346752"/>
            <a:chExt cx="2302281" cy="830997"/>
          </a:xfrm>
        </p:grpSpPr>
        <p:sp>
          <p:nvSpPr>
            <p:cNvPr id="3" name="文本框 2"/>
            <p:cNvSpPr txBox="1"/>
            <p:nvPr/>
          </p:nvSpPr>
          <p:spPr>
            <a:xfrm>
              <a:off x="4940852" y="2346752"/>
              <a:ext cx="1699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648098" y="2469863"/>
              <a:ext cx="595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√ 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940852" y="3680252"/>
            <a:ext cx="2310296" cy="830997"/>
            <a:chOff x="4940852" y="3680252"/>
            <a:chExt cx="2310296" cy="830997"/>
          </a:xfrm>
        </p:grpSpPr>
        <p:sp>
          <p:nvSpPr>
            <p:cNvPr id="4" name="文本框 3"/>
            <p:cNvSpPr txBox="1"/>
            <p:nvPr/>
          </p:nvSpPr>
          <p:spPr>
            <a:xfrm>
              <a:off x="4940852" y="3680252"/>
              <a:ext cx="1699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640083" y="3803363"/>
              <a:ext cx="6110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×</a:t>
              </a:r>
              <a:r>
                <a:rPr lang="zh-CN" altLang="en-US" sz="3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805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62"/>
    </mc:Choice>
    <mc:Fallback xmlns="">
      <p:transition spd="slow" advTm="59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rot="5400000">
            <a:off x="4569431" y="2414869"/>
            <a:ext cx="3053133" cy="2018155"/>
            <a:chOff x="1827886" y="1478812"/>
            <a:chExt cx="2431916" cy="1612863"/>
          </a:xfrm>
        </p:grpSpPr>
        <p:sp>
          <p:nvSpPr>
            <p:cNvPr id="137" name="任意多边形 136"/>
            <p:cNvSpPr/>
            <p:nvPr/>
          </p:nvSpPr>
          <p:spPr>
            <a:xfrm>
              <a:off x="3728588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3274213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>
              <a:off x="2821375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>
              <a:off x="2367000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>
              <a:off x="1912625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1827886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2282261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>
              <a:off x="2736636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3643849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3189474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246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2"/>
    </mc:Choice>
    <mc:Fallback xmlns="">
      <p:transition spd="slow" advTm="35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rot="5400000">
            <a:off x="4574487" y="2415161"/>
            <a:ext cx="3043026" cy="2018155"/>
            <a:chOff x="1827886" y="1478812"/>
            <a:chExt cx="2431916" cy="1612863"/>
          </a:xfrm>
        </p:grpSpPr>
        <p:sp>
          <p:nvSpPr>
            <p:cNvPr id="137" name="任意多边形 136"/>
            <p:cNvSpPr/>
            <p:nvPr/>
          </p:nvSpPr>
          <p:spPr>
            <a:xfrm>
              <a:off x="3728588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3274213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>
              <a:off x="2821375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>
              <a:off x="2367000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>
              <a:off x="1912625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1827886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2282261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>
              <a:off x="2736636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3643849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3189474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655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4"/>
    </mc:Choice>
    <mc:Fallback xmlns="">
      <p:transition spd="slow" advTm="46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069 L -0.25104 -0.0002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5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 rot="5400000">
            <a:off x="1514583" y="2415161"/>
            <a:ext cx="3043026" cy="2018155"/>
            <a:chOff x="1827886" y="1478812"/>
            <a:chExt cx="2431916" cy="1612863"/>
          </a:xfrm>
        </p:grpSpPr>
        <p:sp>
          <p:nvSpPr>
            <p:cNvPr id="47" name="任意多边形 46"/>
            <p:cNvSpPr/>
            <p:nvPr/>
          </p:nvSpPr>
          <p:spPr>
            <a:xfrm>
              <a:off x="3728588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3274213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2821375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2367000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1912625" y="1518556"/>
              <a:ext cx="531214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1827886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2282261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2736636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3643849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3189474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769012" y="2957933"/>
            <a:ext cx="3280031" cy="630227"/>
            <a:chOff x="5538267" y="2957933"/>
            <a:chExt cx="3280031" cy="630227"/>
          </a:xfrm>
        </p:grpSpPr>
        <p:cxnSp>
          <p:nvCxnSpPr>
            <p:cNvPr id="61" name="直接连接符 60"/>
            <p:cNvCxnSpPr/>
            <p:nvPr/>
          </p:nvCxnSpPr>
          <p:spPr>
            <a:xfrm flipV="1">
              <a:off x="6711843" y="3549450"/>
              <a:ext cx="495487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V="1">
              <a:off x="5611333" y="3551235"/>
              <a:ext cx="495487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V="1">
              <a:off x="8254574" y="3548343"/>
              <a:ext cx="495487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5938301" y="2957933"/>
              <a:ext cx="996292" cy="11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7431533" y="2958018"/>
              <a:ext cx="1037113" cy="902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V="1">
              <a:off x="5931074" y="2959125"/>
              <a:ext cx="8347" cy="58921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V="1">
              <a:off x="8460297" y="2962016"/>
              <a:ext cx="8347" cy="58921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椭圆 67"/>
            <p:cNvSpPr/>
            <p:nvPr/>
          </p:nvSpPr>
          <p:spPr>
            <a:xfrm>
              <a:off x="5538267" y="3517287"/>
              <a:ext cx="70873" cy="7087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8747425" y="3512906"/>
              <a:ext cx="70873" cy="7087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963377" y="2785678"/>
            <a:ext cx="698900" cy="715682"/>
            <a:chOff x="6732632" y="2785678"/>
            <a:chExt cx="698900" cy="715682"/>
          </a:xfrm>
        </p:grpSpPr>
        <p:grpSp>
          <p:nvGrpSpPr>
            <p:cNvPr id="58" name="组合 57"/>
            <p:cNvGrpSpPr/>
            <p:nvPr/>
          </p:nvGrpSpPr>
          <p:grpSpPr>
            <a:xfrm>
              <a:off x="6932016" y="2785678"/>
              <a:ext cx="499516" cy="354725"/>
              <a:chOff x="5612081" y="2321455"/>
              <a:chExt cx="411164" cy="291983"/>
            </a:xfrm>
          </p:grpSpPr>
          <p:cxnSp>
            <p:nvCxnSpPr>
              <p:cNvPr id="88" name="直接连接符 87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矩形 91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6732632" y="3013133"/>
              <a:ext cx="447541" cy="488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336513" y="3478235"/>
            <a:ext cx="640030" cy="594088"/>
            <a:chOff x="6105768" y="3478235"/>
            <a:chExt cx="640030" cy="594088"/>
          </a:xfrm>
        </p:grpSpPr>
        <p:grpSp>
          <p:nvGrpSpPr>
            <p:cNvPr id="59" name="组合 58"/>
            <p:cNvGrpSpPr/>
            <p:nvPr/>
          </p:nvGrpSpPr>
          <p:grpSpPr>
            <a:xfrm>
              <a:off x="6105768" y="3478235"/>
              <a:ext cx="606075" cy="144646"/>
              <a:chOff x="6299131" y="2402242"/>
              <a:chExt cx="498875" cy="119062"/>
            </a:xfrm>
          </p:grpSpPr>
          <p:cxnSp>
            <p:nvCxnSpPr>
              <p:cNvPr id="79" name="直接连接符 78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文本框 70"/>
            <p:cNvSpPr txBox="1"/>
            <p:nvPr/>
          </p:nvSpPr>
          <p:spPr>
            <a:xfrm>
              <a:off x="6302495" y="3584096"/>
              <a:ext cx="443303" cy="488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438074" y="3486988"/>
            <a:ext cx="1047245" cy="585335"/>
            <a:chOff x="7207329" y="3486988"/>
            <a:chExt cx="1047245" cy="585335"/>
          </a:xfrm>
        </p:grpSpPr>
        <p:grpSp>
          <p:nvGrpSpPr>
            <p:cNvPr id="60" name="组合 59"/>
            <p:cNvGrpSpPr/>
            <p:nvPr/>
          </p:nvGrpSpPr>
          <p:grpSpPr>
            <a:xfrm>
              <a:off x="7207329" y="3486988"/>
              <a:ext cx="1047245" cy="89604"/>
              <a:chOff x="1493467" y="1883870"/>
              <a:chExt cx="862013" cy="73756"/>
            </a:xfrm>
          </p:grpSpPr>
          <p:sp>
            <p:nvSpPr>
              <p:cNvPr id="73" name="任意多边形 72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任意多边形 73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7" name="直接连接符 76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文本框 71"/>
            <p:cNvSpPr txBox="1"/>
            <p:nvPr/>
          </p:nvSpPr>
          <p:spPr>
            <a:xfrm>
              <a:off x="7632592" y="3584096"/>
              <a:ext cx="400922" cy="488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736519" y="2559140"/>
            <a:ext cx="303379" cy="2161363"/>
            <a:chOff x="2736519" y="2559140"/>
            <a:chExt cx="303379" cy="2161363"/>
          </a:xfrm>
        </p:grpSpPr>
        <p:grpSp>
          <p:nvGrpSpPr>
            <p:cNvPr id="97" name="组合 96"/>
            <p:cNvGrpSpPr/>
            <p:nvPr/>
          </p:nvGrpSpPr>
          <p:grpSpPr>
            <a:xfrm>
              <a:off x="2753370" y="2559140"/>
              <a:ext cx="281930" cy="397008"/>
              <a:chOff x="5239545" y="3430232"/>
              <a:chExt cx="291983" cy="411164"/>
            </a:xfrm>
          </p:grpSpPr>
          <p:cxnSp>
            <p:nvCxnSpPr>
              <p:cNvPr id="98" name="直接连接符 97"/>
              <p:cNvCxnSpPr/>
              <p:nvPr/>
            </p:nvCxnSpPr>
            <p:spPr>
              <a:xfrm rot="5400000">
                <a:off x="5385537" y="3440610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 rot="5400000">
                <a:off x="5385537" y="3539035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 rot="5400000" flipH="1">
                <a:off x="5312115" y="3763211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 rot="5400000" flipH="1">
                <a:off x="5313026" y="3508416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矩形 101"/>
              <p:cNvSpPr/>
              <p:nvPr/>
            </p:nvSpPr>
            <p:spPr>
              <a:xfrm rot="5400000">
                <a:off x="5336324" y="3489822"/>
                <a:ext cx="98426" cy="291983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2757968" y="3180107"/>
              <a:ext cx="281930" cy="397008"/>
              <a:chOff x="5239545" y="3430232"/>
              <a:chExt cx="291983" cy="411164"/>
            </a:xfrm>
          </p:grpSpPr>
          <p:cxnSp>
            <p:nvCxnSpPr>
              <p:cNvPr id="104" name="直接连接符 103"/>
              <p:cNvCxnSpPr/>
              <p:nvPr/>
            </p:nvCxnSpPr>
            <p:spPr>
              <a:xfrm rot="5400000">
                <a:off x="5385537" y="3440610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 rot="5400000">
                <a:off x="5385537" y="3539035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 rot="5400000" flipH="1">
                <a:off x="5312115" y="3763211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rot="5400000" flipH="1">
                <a:off x="5313026" y="3508416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矩形 107"/>
              <p:cNvSpPr/>
              <p:nvPr/>
            </p:nvSpPr>
            <p:spPr>
              <a:xfrm rot="5400000">
                <a:off x="5336324" y="3489822"/>
                <a:ext cx="98426" cy="291983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2746822" y="3720771"/>
              <a:ext cx="281930" cy="397008"/>
              <a:chOff x="5239545" y="3430232"/>
              <a:chExt cx="291983" cy="411164"/>
            </a:xfrm>
          </p:grpSpPr>
          <p:cxnSp>
            <p:nvCxnSpPr>
              <p:cNvPr id="110" name="直接连接符 109"/>
              <p:cNvCxnSpPr/>
              <p:nvPr/>
            </p:nvCxnSpPr>
            <p:spPr>
              <a:xfrm rot="5400000">
                <a:off x="5385537" y="3440610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 rot="5400000">
                <a:off x="5385537" y="3539035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rot="5400000" flipH="1">
                <a:off x="5312115" y="3763211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 rot="5400000" flipH="1">
                <a:off x="5313026" y="3508416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矩形 113"/>
              <p:cNvSpPr/>
              <p:nvPr/>
            </p:nvSpPr>
            <p:spPr>
              <a:xfrm rot="5400000">
                <a:off x="5336324" y="3489822"/>
                <a:ext cx="98426" cy="291983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5" name="组合 114"/>
            <p:cNvGrpSpPr/>
            <p:nvPr/>
          </p:nvGrpSpPr>
          <p:grpSpPr>
            <a:xfrm>
              <a:off x="2736519" y="4323495"/>
              <a:ext cx="281930" cy="397008"/>
              <a:chOff x="5239545" y="3430232"/>
              <a:chExt cx="291983" cy="411164"/>
            </a:xfrm>
          </p:grpSpPr>
          <p:cxnSp>
            <p:nvCxnSpPr>
              <p:cNvPr id="116" name="直接连接符 115"/>
              <p:cNvCxnSpPr/>
              <p:nvPr/>
            </p:nvCxnSpPr>
            <p:spPr>
              <a:xfrm rot="5400000">
                <a:off x="5385537" y="3440610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 rot="5400000">
                <a:off x="5385537" y="3539035"/>
                <a:ext cx="0" cy="29198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 rot="5400000" flipH="1">
                <a:off x="5312115" y="3763211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 rot="5400000" flipH="1">
                <a:off x="5313026" y="3508416"/>
                <a:ext cx="156369" cy="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矩形 119"/>
              <p:cNvSpPr/>
              <p:nvPr/>
            </p:nvSpPr>
            <p:spPr>
              <a:xfrm rot="5400000">
                <a:off x="5336324" y="3489822"/>
                <a:ext cx="98426" cy="291983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4" name="组合 203"/>
          <p:cNvGrpSpPr/>
          <p:nvPr/>
        </p:nvGrpSpPr>
        <p:grpSpPr>
          <a:xfrm>
            <a:off x="8957005" y="1469572"/>
            <a:ext cx="2857626" cy="3918857"/>
            <a:chOff x="9218260" y="1407886"/>
            <a:chExt cx="2857626" cy="3918857"/>
          </a:xfrm>
        </p:grpSpPr>
        <p:grpSp>
          <p:nvGrpSpPr>
            <p:cNvPr id="96" name="组合 95"/>
            <p:cNvGrpSpPr/>
            <p:nvPr/>
          </p:nvGrpSpPr>
          <p:grpSpPr>
            <a:xfrm>
              <a:off x="9350305" y="3441664"/>
              <a:ext cx="2481265" cy="1738510"/>
              <a:chOff x="9350305" y="3354580"/>
              <a:chExt cx="2481265" cy="1738510"/>
            </a:xfrm>
          </p:grpSpPr>
          <p:grpSp>
            <p:nvGrpSpPr>
              <p:cNvPr id="167" name="组合 166"/>
              <p:cNvGrpSpPr/>
              <p:nvPr/>
            </p:nvGrpSpPr>
            <p:grpSpPr>
              <a:xfrm>
                <a:off x="9731543" y="3698452"/>
                <a:ext cx="377872" cy="268341"/>
                <a:chOff x="5612081" y="2321455"/>
                <a:chExt cx="411164" cy="291983"/>
              </a:xfrm>
            </p:grpSpPr>
            <p:cxnSp>
              <p:nvCxnSpPr>
                <p:cNvPr id="168" name="直接连接符 167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连接符 168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连接符 169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直接连接符 170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2" name="矩形 171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73" name="组合 172"/>
              <p:cNvGrpSpPr/>
              <p:nvPr/>
            </p:nvGrpSpPr>
            <p:grpSpPr>
              <a:xfrm>
                <a:off x="9779606" y="4222354"/>
                <a:ext cx="458481" cy="109421"/>
                <a:chOff x="6299131" y="2402242"/>
                <a:chExt cx="498875" cy="119062"/>
              </a:xfrm>
            </p:grpSpPr>
            <p:cxnSp>
              <p:nvCxnSpPr>
                <p:cNvPr id="174" name="直接连接符 173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74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连接符 176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接连接符 177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连接符 178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接连接符 179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直接连接符 180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连接符 181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组合 182"/>
              <p:cNvGrpSpPr/>
              <p:nvPr/>
            </p:nvGrpSpPr>
            <p:grpSpPr>
              <a:xfrm>
                <a:off x="10612911" y="4228976"/>
                <a:ext cx="792216" cy="67784"/>
                <a:chOff x="1493467" y="1883870"/>
                <a:chExt cx="862013" cy="73756"/>
              </a:xfrm>
            </p:grpSpPr>
            <p:sp>
              <p:nvSpPr>
                <p:cNvPr id="184" name="任意多边形 183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5" name="任意多边形 184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6" name="任意多边形 185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7" name="任意多边形 186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88" name="直接连接符 187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88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0" name="直接连接符 189"/>
              <p:cNvCxnSpPr/>
              <p:nvPr/>
            </p:nvCxnSpPr>
            <p:spPr>
              <a:xfrm flipV="1">
                <a:off x="10238087" y="4276227"/>
                <a:ext cx="374824" cy="83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flipV="1">
                <a:off x="9405578" y="4277578"/>
                <a:ext cx="374824" cy="83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11405126" y="4275390"/>
                <a:ext cx="374824" cy="83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>
                <a:off x="9652921" y="3828759"/>
                <a:ext cx="84984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>
                <a:off x="10103065" y="3828823"/>
                <a:ext cx="279884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 flipV="1">
                <a:off x="9647454" y="3829660"/>
                <a:ext cx="6315" cy="44573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 flipV="1">
                <a:off x="10373158" y="3829425"/>
                <a:ext cx="6315" cy="44573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椭圆 196"/>
              <p:cNvSpPr/>
              <p:nvPr/>
            </p:nvSpPr>
            <p:spPr>
              <a:xfrm>
                <a:off x="9350305" y="4251897"/>
                <a:ext cx="53614" cy="5361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椭圆 197"/>
              <p:cNvSpPr/>
              <p:nvPr/>
            </p:nvSpPr>
            <p:spPr>
              <a:xfrm>
                <a:off x="11777956" y="4248583"/>
                <a:ext cx="53614" cy="5361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9" name="文本框 198"/>
              <p:cNvSpPr txBox="1"/>
              <p:nvPr/>
            </p:nvSpPr>
            <p:spPr>
              <a:xfrm>
                <a:off x="9730419" y="3354580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0" name="文本框 199"/>
              <p:cNvSpPr txBox="1"/>
              <p:nvPr/>
            </p:nvSpPr>
            <p:spPr>
              <a:xfrm>
                <a:off x="9928425" y="4339886"/>
                <a:ext cx="3353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文本框 200"/>
              <p:cNvSpPr txBox="1"/>
              <p:nvPr/>
            </p:nvSpPr>
            <p:spPr>
              <a:xfrm>
                <a:off x="10934612" y="4339886"/>
                <a:ext cx="303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文本框 201"/>
              <p:cNvSpPr txBox="1"/>
              <p:nvPr/>
            </p:nvSpPr>
            <p:spPr>
              <a:xfrm>
                <a:off x="10359021" y="4785313"/>
                <a:ext cx="7825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×</a:t>
                </a:r>
                <a:r>
                  <a:rPr lang="zh-CN" altLang="en-US" sz="1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）</a:t>
                </a: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9354033" y="1568791"/>
              <a:ext cx="2481265" cy="1675217"/>
              <a:chOff x="8548136" y="3518641"/>
              <a:chExt cx="2481265" cy="1675217"/>
            </a:xfrm>
          </p:grpSpPr>
          <p:grpSp>
            <p:nvGrpSpPr>
              <p:cNvPr id="122" name="组合 121"/>
              <p:cNvGrpSpPr/>
              <p:nvPr/>
            </p:nvGrpSpPr>
            <p:grpSpPr>
              <a:xfrm>
                <a:off x="9980299" y="3865688"/>
                <a:ext cx="377872" cy="268341"/>
                <a:chOff x="5612081" y="2321455"/>
                <a:chExt cx="411164" cy="291983"/>
              </a:xfrm>
            </p:grpSpPr>
            <p:cxnSp>
              <p:nvCxnSpPr>
                <p:cNvPr id="123" name="直接连接符 122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7" name="矩形 126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8" name="组合 127"/>
              <p:cNvGrpSpPr/>
              <p:nvPr/>
            </p:nvGrpSpPr>
            <p:grpSpPr>
              <a:xfrm>
                <a:off x="8977437" y="4386415"/>
                <a:ext cx="458481" cy="109421"/>
                <a:chOff x="6299131" y="2402242"/>
                <a:chExt cx="498875" cy="119062"/>
              </a:xfrm>
            </p:grpSpPr>
            <p:cxnSp>
              <p:nvCxnSpPr>
                <p:cNvPr id="129" name="直接连接符 128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46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8" name="组合 147"/>
              <p:cNvGrpSpPr/>
              <p:nvPr/>
            </p:nvGrpSpPr>
            <p:grpSpPr>
              <a:xfrm>
                <a:off x="9810742" y="4393037"/>
                <a:ext cx="792216" cy="67784"/>
                <a:chOff x="1493467" y="1883870"/>
                <a:chExt cx="862013" cy="73756"/>
              </a:xfrm>
            </p:grpSpPr>
            <p:sp>
              <p:nvSpPr>
                <p:cNvPr id="149" name="任意多边形 148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0" name="任意多边形 149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1" name="任意多边形 150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2" name="任意多边形 151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3" name="直接连接符 152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直接连接符 154"/>
              <p:cNvCxnSpPr/>
              <p:nvPr/>
            </p:nvCxnSpPr>
            <p:spPr>
              <a:xfrm flipV="1">
                <a:off x="9435918" y="4440288"/>
                <a:ext cx="374824" cy="83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flipV="1">
                <a:off x="8603409" y="4441639"/>
                <a:ext cx="374824" cy="83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flipV="1">
                <a:off x="10602957" y="4439451"/>
                <a:ext cx="374824" cy="83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>
                <a:off x="9626750" y="3993657"/>
                <a:ext cx="353917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>
                <a:off x="10354570" y="3999710"/>
                <a:ext cx="410327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 flipV="1">
                <a:off x="9609671" y="3993721"/>
                <a:ext cx="6315" cy="44573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flipV="1">
                <a:off x="10758582" y="3995909"/>
                <a:ext cx="6315" cy="44573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椭圆 161"/>
              <p:cNvSpPr/>
              <p:nvPr/>
            </p:nvSpPr>
            <p:spPr>
              <a:xfrm>
                <a:off x="8548136" y="4415958"/>
                <a:ext cx="53614" cy="5361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/>
              <p:cNvSpPr/>
              <p:nvPr/>
            </p:nvSpPr>
            <p:spPr>
              <a:xfrm>
                <a:off x="10975787" y="4412644"/>
                <a:ext cx="53614" cy="5361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文本框 163"/>
              <p:cNvSpPr txBox="1"/>
              <p:nvPr/>
            </p:nvSpPr>
            <p:spPr>
              <a:xfrm>
                <a:off x="10020450" y="3518641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文本框 164"/>
              <p:cNvSpPr txBox="1"/>
              <p:nvPr/>
            </p:nvSpPr>
            <p:spPr>
              <a:xfrm>
                <a:off x="9126256" y="4503947"/>
                <a:ext cx="3353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文本框 165"/>
              <p:cNvSpPr txBox="1"/>
              <p:nvPr/>
            </p:nvSpPr>
            <p:spPr>
              <a:xfrm>
                <a:off x="10132443" y="4503947"/>
                <a:ext cx="303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文本框 202"/>
              <p:cNvSpPr txBox="1"/>
              <p:nvPr/>
            </p:nvSpPr>
            <p:spPr>
              <a:xfrm>
                <a:off x="9553124" y="4886081"/>
                <a:ext cx="7825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×</a:t>
                </a:r>
                <a:r>
                  <a:rPr lang="zh-CN" altLang="en-US" sz="1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）</a:t>
                </a:r>
              </a:p>
            </p:txBody>
          </p:sp>
        </p:grpSp>
        <p:sp>
          <p:nvSpPr>
            <p:cNvPr id="121" name="矩形 120"/>
            <p:cNvSpPr/>
            <p:nvPr/>
          </p:nvSpPr>
          <p:spPr>
            <a:xfrm>
              <a:off x="9218260" y="1407886"/>
              <a:ext cx="2857626" cy="391885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551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26"/>
    </mc:Choice>
    <mc:Fallback xmlns="">
      <p:transition spd="slow" advTm="104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组合 145"/>
          <p:cNvGrpSpPr/>
          <p:nvPr/>
        </p:nvGrpSpPr>
        <p:grpSpPr>
          <a:xfrm rot="5400000">
            <a:off x="1514584" y="2415160"/>
            <a:ext cx="3043026" cy="2018156"/>
            <a:chOff x="1827884" y="1478812"/>
            <a:chExt cx="2431915" cy="1612864"/>
          </a:xfrm>
        </p:grpSpPr>
        <p:sp>
          <p:nvSpPr>
            <p:cNvPr id="147" name="任意多边形 146"/>
            <p:cNvSpPr/>
            <p:nvPr/>
          </p:nvSpPr>
          <p:spPr>
            <a:xfrm>
              <a:off x="3728586" y="1518557"/>
              <a:ext cx="531213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任意多边形 147"/>
            <p:cNvSpPr/>
            <p:nvPr/>
          </p:nvSpPr>
          <p:spPr>
            <a:xfrm>
              <a:off x="3274211" y="1518557"/>
              <a:ext cx="531213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任意多边形 148"/>
            <p:cNvSpPr/>
            <p:nvPr/>
          </p:nvSpPr>
          <p:spPr>
            <a:xfrm>
              <a:off x="2821373" y="1518557"/>
              <a:ext cx="531213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2366998" y="1518557"/>
              <a:ext cx="531213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任意多边形 150"/>
            <p:cNvSpPr/>
            <p:nvPr/>
          </p:nvSpPr>
          <p:spPr>
            <a:xfrm>
              <a:off x="1912624" y="1518557"/>
              <a:ext cx="531213" cy="1555260"/>
            </a:xfrm>
            <a:custGeom>
              <a:avLst/>
              <a:gdLst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64716 w 538561"/>
                <a:gd name="connsiteY10" fmla="*/ 652618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212329 w 538561"/>
                <a:gd name="connsiteY9" fmla="*/ 102647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402829 w 538561"/>
                <a:gd name="connsiteY0" fmla="*/ 156 h 1555603"/>
                <a:gd name="connsiteX1" fmla="*/ 302816 w 538561"/>
                <a:gd name="connsiteY1" fmla="*/ 93024 h 1555603"/>
                <a:gd name="connsiteX2" fmla="*/ 136129 w 538561"/>
                <a:gd name="connsiteY2" fmla="*/ 328768 h 1555603"/>
                <a:gd name="connsiteX3" fmla="*/ 38497 w 538561"/>
                <a:gd name="connsiteY3" fmla="*/ 662143 h 1555603"/>
                <a:gd name="connsiteX4" fmla="*/ 397 w 538561"/>
                <a:gd name="connsiteY4" fmla="*/ 974087 h 1555603"/>
                <a:gd name="connsiteX5" fmla="*/ 28972 w 538561"/>
                <a:gd name="connsiteY5" fmla="*/ 1276506 h 1555603"/>
                <a:gd name="connsiteX6" fmla="*/ 169466 w 538561"/>
                <a:gd name="connsiteY6" fmla="*/ 1550349 h 1555603"/>
                <a:gd name="connsiteX7" fmla="*/ 276622 w 538561"/>
                <a:gd name="connsiteY7" fmla="*/ 1447956 h 1555603"/>
                <a:gd name="connsiteX8" fmla="*/ 250429 w 538561"/>
                <a:gd name="connsiteY8" fmla="*/ 1338418 h 1555603"/>
                <a:gd name="connsiteX9" fmla="*/ 196454 w 538561"/>
                <a:gd name="connsiteY9" fmla="*/ 1020124 h 1555603"/>
                <a:gd name="connsiteX10" fmla="*/ 236141 w 538561"/>
                <a:gd name="connsiteY10" fmla="*/ 630393 h 1555603"/>
                <a:gd name="connsiteX11" fmla="*/ 409972 w 538561"/>
                <a:gd name="connsiteY11" fmla="*/ 219231 h 1555603"/>
                <a:gd name="connsiteX12" fmla="*/ 524272 w 538561"/>
                <a:gd name="connsiteY12" fmla="*/ 85881 h 1555603"/>
                <a:gd name="connsiteX13" fmla="*/ 526654 w 538561"/>
                <a:gd name="connsiteY13" fmla="*/ 71593 h 1555603"/>
                <a:gd name="connsiteX14" fmla="*/ 402829 w 538561"/>
                <a:gd name="connsiteY14" fmla="*/ 156 h 1555603"/>
                <a:gd name="connsiteX0" fmla="*/ 396460 w 532192"/>
                <a:gd name="connsiteY0" fmla="*/ 156 h 1555603"/>
                <a:gd name="connsiteX1" fmla="*/ 296447 w 532192"/>
                <a:gd name="connsiteY1" fmla="*/ 93024 h 1555603"/>
                <a:gd name="connsiteX2" fmla="*/ 129760 w 532192"/>
                <a:gd name="connsiteY2" fmla="*/ 328768 h 1555603"/>
                <a:gd name="connsiteX3" fmla="*/ 32128 w 532192"/>
                <a:gd name="connsiteY3" fmla="*/ 662143 h 1555603"/>
                <a:gd name="connsiteX4" fmla="*/ 1172 w 532192"/>
                <a:gd name="connsiteY4" fmla="*/ 976468 h 1555603"/>
                <a:gd name="connsiteX5" fmla="*/ 22603 w 532192"/>
                <a:gd name="connsiteY5" fmla="*/ 1276506 h 1555603"/>
                <a:gd name="connsiteX6" fmla="*/ 163097 w 532192"/>
                <a:gd name="connsiteY6" fmla="*/ 1550349 h 1555603"/>
                <a:gd name="connsiteX7" fmla="*/ 270253 w 532192"/>
                <a:gd name="connsiteY7" fmla="*/ 1447956 h 1555603"/>
                <a:gd name="connsiteX8" fmla="*/ 244060 w 532192"/>
                <a:gd name="connsiteY8" fmla="*/ 1338418 h 1555603"/>
                <a:gd name="connsiteX9" fmla="*/ 190085 w 532192"/>
                <a:gd name="connsiteY9" fmla="*/ 1020124 h 1555603"/>
                <a:gd name="connsiteX10" fmla="*/ 229772 w 532192"/>
                <a:gd name="connsiteY10" fmla="*/ 630393 h 1555603"/>
                <a:gd name="connsiteX11" fmla="*/ 403603 w 532192"/>
                <a:gd name="connsiteY11" fmla="*/ 219231 h 1555603"/>
                <a:gd name="connsiteX12" fmla="*/ 517903 w 532192"/>
                <a:gd name="connsiteY12" fmla="*/ 85881 h 1555603"/>
                <a:gd name="connsiteX13" fmla="*/ 520285 w 532192"/>
                <a:gd name="connsiteY13" fmla="*/ 71593 h 1555603"/>
                <a:gd name="connsiteX14" fmla="*/ 396460 w 532192"/>
                <a:gd name="connsiteY14" fmla="*/ 156 h 1555603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89107 w 531214"/>
                <a:gd name="connsiteY9" fmla="*/ 1020124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28794 w 531214"/>
                <a:gd name="connsiteY10" fmla="*/ 630393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28782 w 531214"/>
                <a:gd name="connsiteY2" fmla="*/ 328768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  <a:gd name="connsiteX0" fmla="*/ 395482 w 531214"/>
                <a:gd name="connsiteY0" fmla="*/ 156 h 1555260"/>
                <a:gd name="connsiteX1" fmla="*/ 295469 w 531214"/>
                <a:gd name="connsiteY1" fmla="*/ 93024 h 1555260"/>
                <a:gd name="connsiteX2" fmla="*/ 145451 w 531214"/>
                <a:gd name="connsiteY2" fmla="*/ 338293 h 1555260"/>
                <a:gd name="connsiteX3" fmla="*/ 31150 w 531214"/>
                <a:gd name="connsiteY3" fmla="*/ 662143 h 1555260"/>
                <a:gd name="connsiteX4" fmla="*/ 194 w 531214"/>
                <a:gd name="connsiteY4" fmla="*/ 976468 h 1555260"/>
                <a:gd name="connsiteX5" fmla="*/ 33531 w 531214"/>
                <a:gd name="connsiteY5" fmla="*/ 1283650 h 1555260"/>
                <a:gd name="connsiteX6" fmla="*/ 162119 w 531214"/>
                <a:gd name="connsiteY6" fmla="*/ 1550349 h 1555260"/>
                <a:gd name="connsiteX7" fmla="*/ 269275 w 531214"/>
                <a:gd name="connsiteY7" fmla="*/ 1447956 h 1555260"/>
                <a:gd name="connsiteX8" fmla="*/ 243082 w 531214"/>
                <a:gd name="connsiteY8" fmla="*/ 1338418 h 1555260"/>
                <a:gd name="connsiteX9" fmla="*/ 177201 w 531214"/>
                <a:gd name="connsiteY9" fmla="*/ 1015361 h 1555260"/>
                <a:gd name="connsiteX10" fmla="*/ 216888 w 531214"/>
                <a:gd name="connsiteY10" fmla="*/ 618487 h 1555260"/>
                <a:gd name="connsiteX11" fmla="*/ 402625 w 531214"/>
                <a:gd name="connsiteY11" fmla="*/ 219231 h 1555260"/>
                <a:gd name="connsiteX12" fmla="*/ 516925 w 531214"/>
                <a:gd name="connsiteY12" fmla="*/ 85881 h 1555260"/>
                <a:gd name="connsiteX13" fmla="*/ 519307 w 531214"/>
                <a:gd name="connsiteY13" fmla="*/ 71593 h 1555260"/>
                <a:gd name="connsiteX14" fmla="*/ 395482 w 531214"/>
                <a:gd name="connsiteY14" fmla="*/ 156 h 155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214" h="1555260">
                  <a:moveTo>
                    <a:pt x="395482" y="156"/>
                  </a:moveTo>
                  <a:cubicBezTo>
                    <a:pt x="358176" y="3728"/>
                    <a:pt x="337141" y="36668"/>
                    <a:pt x="295469" y="93024"/>
                  </a:cubicBezTo>
                  <a:cubicBezTo>
                    <a:pt x="253797" y="149380"/>
                    <a:pt x="189504" y="243440"/>
                    <a:pt x="145451" y="338293"/>
                  </a:cubicBezTo>
                  <a:cubicBezTo>
                    <a:pt x="101398" y="433146"/>
                    <a:pt x="55360" y="555781"/>
                    <a:pt x="31150" y="662143"/>
                  </a:cubicBezTo>
                  <a:cubicBezTo>
                    <a:pt x="6941" y="768506"/>
                    <a:pt x="1781" y="874074"/>
                    <a:pt x="194" y="976468"/>
                  </a:cubicBezTo>
                  <a:cubicBezTo>
                    <a:pt x="-1394" y="1078862"/>
                    <a:pt x="6544" y="1188003"/>
                    <a:pt x="33531" y="1283650"/>
                  </a:cubicBezTo>
                  <a:cubicBezTo>
                    <a:pt x="60518" y="1379297"/>
                    <a:pt x="122828" y="1522965"/>
                    <a:pt x="162119" y="1550349"/>
                  </a:cubicBezTo>
                  <a:cubicBezTo>
                    <a:pt x="201410" y="1577733"/>
                    <a:pt x="255781" y="1483278"/>
                    <a:pt x="269275" y="1447956"/>
                  </a:cubicBezTo>
                  <a:cubicBezTo>
                    <a:pt x="282769" y="1412634"/>
                    <a:pt x="258428" y="1410517"/>
                    <a:pt x="243082" y="1338418"/>
                  </a:cubicBezTo>
                  <a:cubicBezTo>
                    <a:pt x="227736" y="1266319"/>
                    <a:pt x="181567" y="1135349"/>
                    <a:pt x="177201" y="1015361"/>
                  </a:cubicBezTo>
                  <a:cubicBezTo>
                    <a:pt x="172835" y="895373"/>
                    <a:pt x="179317" y="751175"/>
                    <a:pt x="216888" y="618487"/>
                  </a:cubicBezTo>
                  <a:cubicBezTo>
                    <a:pt x="254459" y="485799"/>
                    <a:pt x="352619" y="307999"/>
                    <a:pt x="402625" y="219231"/>
                  </a:cubicBezTo>
                  <a:cubicBezTo>
                    <a:pt x="452631" y="130463"/>
                    <a:pt x="497478" y="110487"/>
                    <a:pt x="516925" y="85881"/>
                  </a:cubicBezTo>
                  <a:cubicBezTo>
                    <a:pt x="536372" y="61275"/>
                    <a:pt x="534785" y="87865"/>
                    <a:pt x="519307" y="71593"/>
                  </a:cubicBezTo>
                  <a:cubicBezTo>
                    <a:pt x="503829" y="55321"/>
                    <a:pt x="432788" y="-3416"/>
                    <a:pt x="395482" y="156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1827884" y="1478813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>
              <a:off x="2282260" y="1478813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2736634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3643848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>
              <a:off x="3189474" y="1478812"/>
              <a:ext cx="583009" cy="1612863"/>
            </a:xfrm>
            <a:custGeom>
              <a:avLst/>
              <a:gdLst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2192 w 582624"/>
                <a:gd name="connsiteY0" fmla="*/ 36522 h 1656991"/>
                <a:gd name="connsiteX1" fmla="*/ 159354 w 582624"/>
                <a:gd name="connsiteY1" fmla="*/ 31759 h 1656991"/>
                <a:gd name="connsiteX2" fmla="*/ 402242 w 582624"/>
                <a:gd name="connsiteY2" fmla="*/ 236547 h 1656991"/>
                <a:gd name="connsiteX3" fmla="*/ 578454 w 582624"/>
                <a:gd name="connsiteY3" fmla="*/ 784234 h 1656991"/>
                <a:gd name="connsiteX4" fmla="*/ 511779 w 582624"/>
                <a:gd name="connsiteY4" fmla="*/ 1484322 h 1656991"/>
                <a:gd name="connsiteX5" fmla="*/ 340329 w 582624"/>
                <a:gd name="connsiteY5" fmla="*/ 1651009 h 1656991"/>
                <a:gd name="connsiteX6" fmla="*/ 221267 w 582624"/>
                <a:gd name="connsiteY6" fmla="*/ 1608147 h 1656991"/>
                <a:gd name="connsiteX7" fmla="*/ 283179 w 582624"/>
                <a:gd name="connsiteY7" fmla="*/ 1493847 h 1656991"/>
                <a:gd name="connsiteX8" fmla="*/ 354617 w 582624"/>
                <a:gd name="connsiteY8" fmla="*/ 1236672 h 1656991"/>
                <a:gd name="connsiteX9" fmla="*/ 378429 w 582624"/>
                <a:gd name="connsiteY9" fmla="*/ 846147 h 1656991"/>
                <a:gd name="connsiteX10" fmla="*/ 273654 w 582624"/>
                <a:gd name="connsiteY10" fmla="*/ 374659 h 1656991"/>
                <a:gd name="connsiteX11" fmla="*/ 2192 w 582624"/>
                <a:gd name="connsiteY11" fmla="*/ 36522 h 1656991"/>
                <a:gd name="connsiteX0" fmla="*/ 0 w 580432"/>
                <a:gd name="connsiteY0" fmla="*/ 20487 h 1640956"/>
                <a:gd name="connsiteX1" fmla="*/ 157162 w 580432"/>
                <a:gd name="connsiteY1" fmla="*/ 15724 h 1640956"/>
                <a:gd name="connsiteX2" fmla="*/ 400050 w 580432"/>
                <a:gd name="connsiteY2" fmla="*/ 220512 h 1640956"/>
                <a:gd name="connsiteX3" fmla="*/ 576262 w 580432"/>
                <a:gd name="connsiteY3" fmla="*/ 768199 h 1640956"/>
                <a:gd name="connsiteX4" fmla="*/ 509587 w 580432"/>
                <a:gd name="connsiteY4" fmla="*/ 1468287 h 1640956"/>
                <a:gd name="connsiteX5" fmla="*/ 338137 w 580432"/>
                <a:gd name="connsiteY5" fmla="*/ 1634974 h 1640956"/>
                <a:gd name="connsiteX6" fmla="*/ 219075 w 580432"/>
                <a:gd name="connsiteY6" fmla="*/ 1592112 h 1640956"/>
                <a:gd name="connsiteX7" fmla="*/ 280987 w 580432"/>
                <a:gd name="connsiteY7" fmla="*/ 1477812 h 1640956"/>
                <a:gd name="connsiteX8" fmla="*/ 352425 w 580432"/>
                <a:gd name="connsiteY8" fmla="*/ 1220637 h 1640956"/>
                <a:gd name="connsiteX9" fmla="*/ 376237 w 580432"/>
                <a:gd name="connsiteY9" fmla="*/ 830112 h 1640956"/>
                <a:gd name="connsiteX10" fmla="*/ 271462 w 580432"/>
                <a:gd name="connsiteY10" fmla="*/ 358624 h 1640956"/>
                <a:gd name="connsiteX11" fmla="*/ 0 w 580432"/>
                <a:gd name="connsiteY11" fmla="*/ 20487 h 1640956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432"/>
                <a:gd name="connsiteY0" fmla="*/ 5954 h 1626423"/>
                <a:gd name="connsiteX1" fmla="*/ 157162 w 580432"/>
                <a:gd name="connsiteY1" fmla="*/ 1191 h 1626423"/>
                <a:gd name="connsiteX2" fmla="*/ 400050 w 580432"/>
                <a:gd name="connsiteY2" fmla="*/ 205979 h 1626423"/>
                <a:gd name="connsiteX3" fmla="*/ 576262 w 580432"/>
                <a:gd name="connsiteY3" fmla="*/ 753666 h 1626423"/>
                <a:gd name="connsiteX4" fmla="*/ 509587 w 580432"/>
                <a:gd name="connsiteY4" fmla="*/ 1453754 h 1626423"/>
                <a:gd name="connsiteX5" fmla="*/ 338137 w 580432"/>
                <a:gd name="connsiteY5" fmla="*/ 1620441 h 1626423"/>
                <a:gd name="connsiteX6" fmla="*/ 219075 w 580432"/>
                <a:gd name="connsiteY6" fmla="*/ 1577579 h 1626423"/>
                <a:gd name="connsiteX7" fmla="*/ 280987 w 580432"/>
                <a:gd name="connsiteY7" fmla="*/ 1463279 h 1626423"/>
                <a:gd name="connsiteX8" fmla="*/ 352425 w 580432"/>
                <a:gd name="connsiteY8" fmla="*/ 1206104 h 1626423"/>
                <a:gd name="connsiteX9" fmla="*/ 376237 w 580432"/>
                <a:gd name="connsiteY9" fmla="*/ 815579 h 1626423"/>
                <a:gd name="connsiteX10" fmla="*/ 271462 w 580432"/>
                <a:gd name="connsiteY10" fmla="*/ 344091 h 1626423"/>
                <a:gd name="connsiteX11" fmla="*/ 0 w 580432"/>
                <a:gd name="connsiteY11" fmla="*/ 5954 h 1626423"/>
                <a:gd name="connsiteX0" fmla="*/ 0 w 580923"/>
                <a:gd name="connsiteY0" fmla="*/ 5954 h 1626423"/>
                <a:gd name="connsiteX1" fmla="*/ 157162 w 580923"/>
                <a:gd name="connsiteY1" fmla="*/ 1191 h 1626423"/>
                <a:gd name="connsiteX2" fmla="*/ 400050 w 580923"/>
                <a:gd name="connsiteY2" fmla="*/ 205979 h 1626423"/>
                <a:gd name="connsiteX3" fmla="*/ 576262 w 580923"/>
                <a:gd name="connsiteY3" fmla="*/ 753666 h 1626423"/>
                <a:gd name="connsiteX4" fmla="*/ 509587 w 580923"/>
                <a:gd name="connsiteY4" fmla="*/ 1453754 h 1626423"/>
                <a:gd name="connsiteX5" fmla="*/ 338137 w 580923"/>
                <a:gd name="connsiteY5" fmla="*/ 1620441 h 1626423"/>
                <a:gd name="connsiteX6" fmla="*/ 219075 w 580923"/>
                <a:gd name="connsiteY6" fmla="*/ 1577579 h 1626423"/>
                <a:gd name="connsiteX7" fmla="*/ 280987 w 580923"/>
                <a:gd name="connsiteY7" fmla="*/ 1463279 h 1626423"/>
                <a:gd name="connsiteX8" fmla="*/ 352425 w 580923"/>
                <a:gd name="connsiteY8" fmla="*/ 1206104 h 1626423"/>
                <a:gd name="connsiteX9" fmla="*/ 376237 w 580923"/>
                <a:gd name="connsiteY9" fmla="*/ 815579 h 1626423"/>
                <a:gd name="connsiteX10" fmla="*/ 271462 w 580923"/>
                <a:gd name="connsiteY10" fmla="*/ 344091 h 1626423"/>
                <a:gd name="connsiteX11" fmla="*/ 0 w 580923"/>
                <a:gd name="connsiteY11" fmla="*/ 5954 h 1626423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36"/>
                <a:gd name="connsiteX1" fmla="*/ 157162 w 580923"/>
                <a:gd name="connsiteY1" fmla="*/ 1191 h 1620536"/>
                <a:gd name="connsiteX2" fmla="*/ 400050 w 580923"/>
                <a:gd name="connsiteY2" fmla="*/ 205979 h 1620536"/>
                <a:gd name="connsiteX3" fmla="*/ 576262 w 580923"/>
                <a:gd name="connsiteY3" fmla="*/ 753666 h 1620536"/>
                <a:gd name="connsiteX4" fmla="*/ 509587 w 580923"/>
                <a:gd name="connsiteY4" fmla="*/ 1453754 h 1620536"/>
                <a:gd name="connsiteX5" fmla="*/ 338137 w 580923"/>
                <a:gd name="connsiteY5" fmla="*/ 1620441 h 1620536"/>
                <a:gd name="connsiteX6" fmla="*/ 219075 w 580923"/>
                <a:gd name="connsiteY6" fmla="*/ 1577579 h 1620536"/>
                <a:gd name="connsiteX7" fmla="*/ 280987 w 580923"/>
                <a:gd name="connsiteY7" fmla="*/ 1463279 h 1620536"/>
                <a:gd name="connsiteX8" fmla="*/ 352425 w 580923"/>
                <a:gd name="connsiteY8" fmla="*/ 1206104 h 1620536"/>
                <a:gd name="connsiteX9" fmla="*/ 376237 w 580923"/>
                <a:gd name="connsiteY9" fmla="*/ 815579 h 1620536"/>
                <a:gd name="connsiteX10" fmla="*/ 271462 w 580923"/>
                <a:gd name="connsiteY10" fmla="*/ 344091 h 1620536"/>
                <a:gd name="connsiteX11" fmla="*/ 0 w 580923"/>
                <a:gd name="connsiteY11" fmla="*/ 5954 h 1620536"/>
                <a:gd name="connsiteX0" fmla="*/ 0 w 580923"/>
                <a:gd name="connsiteY0" fmla="*/ 5954 h 1620518"/>
                <a:gd name="connsiteX1" fmla="*/ 157162 w 580923"/>
                <a:gd name="connsiteY1" fmla="*/ 1191 h 1620518"/>
                <a:gd name="connsiteX2" fmla="*/ 400050 w 580923"/>
                <a:gd name="connsiteY2" fmla="*/ 205979 h 1620518"/>
                <a:gd name="connsiteX3" fmla="*/ 576262 w 580923"/>
                <a:gd name="connsiteY3" fmla="*/ 753666 h 1620518"/>
                <a:gd name="connsiteX4" fmla="*/ 509587 w 580923"/>
                <a:gd name="connsiteY4" fmla="*/ 1453754 h 1620518"/>
                <a:gd name="connsiteX5" fmla="*/ 338137 w 580923"/>
                <a:gd name="connsiteY5" fmla="*/ 1620441 h 1620518"/>
                <a:gd name="connsiteX6" fmla="*/ 219075 w 580923"/>
                <a:gd name="connsiteY6" fmla="*/ 1577579 h 1620518"/>
                <a:gd name="connsiteX7" fmla="*/ 280987 w 580923"/>
                <a:gd name="connsiteY7" fmla="*/ 1463279 h 1620518"/>
                <a:gd name="connsiteX8" fmla="*/ 352425 w 580923"/>
                <a:gd name="connsiteY8" fmla="*/ 1206104 h 1620518"/>
                <a:gd name="connsiteX9" fmla="*/ 376237 w 580923"/>
                <a:gd name="connsiteY9" fmla="*/ 815579 h 1620518"/>
                <a:gd name="connsiteX10" fmla="*/ 271462 w 580923"/>
                <a:gd name="connsiteY10" fmla="*/ 344091 h 1620518"/>
                <a:gd name="connsiteX11" fmla="*/ 0 w 580923"/>
                <a:gd name="connsiteY11" fmla="*/ 5954 h 1620518"/>
                <a:gd name="connsiteX0" fmla="*/ 0 w 580407"/>
                <a:gd name="connsiteY0" fmla="*/ 5954 h 1611042"/>
                <a:gd name="connsiteX1" fmla="*/ 157162 w 580407"/>
                <a:gd name="connsiteY1" fmla="*/ 1191 h 1611042"/>
                <a:gd name="connsiteX2" fmla="*/ 400050 w 580407"/>
                <a:gd name="connsiteY2" fmla="*/ 205979 h 1611042"/>
                <a:gd name="connsiteX3" fmla="*/ 576262 w 580407"/>
                <a:gd name="connsiteY3" fmla="*/ 753666 h 1611042"/>
                <a:gd name="connsiteX4" fmla="*/ 509587 w 580407"/>
                <a:gd name="connsiteY4" fmla="*/ 1453754 h 1611042"/>
                <a:gd name="connsiteX5" fmla="*/ 340518 w 580407"/>
                <a:gd name="connsiteY5" fmla="*/ 1610916 h 1611042"/>
                <a:gd name="connsiteX6" fmla="*/ 219075 w 580407"/>
                <a:gd name="connsiteY6" fmla="*/ 1577579 h 1611042"/>
                <a:gd name="connsiteX7" fmla="*/ 280987 w 580407"/>
                <a:gd name="connsiteY7" fmla="*/ 1463279 h 1611042"/>
                <a:gd name="connsiteX8" fmla="*/ 352425 w 580407"/>
                <a:gd name="connsiteY8" fmla="*/ 1206104 h 1611042"/>
                <a:gd name="connsiteX9" fmla="*/ 376237 w 580407"/>
                <a:gd name="connsiteY9" fmla="*/ 815579 h 1611042"/>
                <a:gd name="connsiteX10" fmla="*/ 271462 w 580407"/>
                <a:gd name="connsiteY10" fmla="*/ 344091 h 1611042"/>
                <a:gd name="connsiteX11" fmla="*/ 0 w 580407"/>
                <a:gd name="connsiteY11" fmla="*/ 5954 h 1611042"/>
                <a:gd name="connsiteX0" fmla="*/ 0 w 580130"/>
                <a:gd name="connsiteY0" fmla="*/ 5954 h 1611042"/>
                <a:gd name="connsiteX1" fmla="*/ 157162 w 580130"/>
                <a:gd name="connsiteY1" fmla="*/ 1191 h 1611042"/>
                <a:gd name="connsiteX2" fmla="*/ 400050 w 580130"/>
                <a:gd name="connsiteY2" fmla="*/ 205979 h 1611042"/>
                <a:gd name="connsiteX3" fmla="*/ 576262 w 580130"/>
                <a:gd name="connsiteY3" fmla="*/ 753666 h 1611042"/>
                <a:gd name="connsiteX4" fmla="*/ 509587 w 580130"/>
                <a:gd name="connsiteY4" fmla="*/ 1453754 h 1611042"/>
                <a:gd name="connsiteX5" fmla="*/ 340518 w 580130"/>
                <a:gd name="connsiteY5" fmla="*/ 1610916 h 1611042"/>
                <a:gd name="connsiteX6" fmla="*/ 219075 w 580130"/>
                <a:gd name="connsiteY6" fmla="*/ 1577579 h 1611042"/>
                <a:gd name="connsiteX7" fmla="*/ 280987 w 580130"/>
                <a:gd name="connsiteY7" fmla="*/ 1463279 h 1611042"/>
                <a:gd name="connsiteX8" fmla="*/ 352425 w 580130"/>
                <a:gd name="connsiteY8" fmla="*/ 1206104 h 1611042"/>
                <a:gd name="connsiteX9" fmla="*/ 376237 w 580130"/>
                <a:gd name="connsiteY9" fmla="*/ 815579 h 1611042"/>
                <a:gd name="connsiteX10" fmla="*/ 271462 w 580130"/>
                <a:gd name="connsiteY10" fmla="*/ 344091 h 1611042"/>
                <a:gd name="connsiteX11" fmla="*/ 0 w 580130"/>
                <a:gd name="connsiteY11" fmla="*/ 5954 h 1611042"/>
                <a:gd name="connsiteX0" fmla="*/ 0 w 579406"/>
                <a:gd name="connsiteY0" fmla="*/ 5954 h 1617985"/>
                <a:gd name="connsiteX1" fmla="*/ 157162 w 579406"/>
                <a:gd name="connsiteY1" fmla="*/ 1191 h 1617985"/>
                <a:gd name="connsiteX2" fmla="*/ 400050 w 579406"/>
                <a:gd name="connsiteY2" fmla="*/ 205979 h 1617985"/>
                <a:gd name="connsiteX3" fmla="*/ 576262 w 579406"/>
                <a:gd name="connsiteY3" fmla="*/ 753666 h 1617985"/>
                <a:gd name="connsiteX4" fmla="*/ 502444 w 579406"/>
                <a:gd name="connsiteY4" fmla="*/ 1446611 h 1617985"/>
                <a:gd name="connsiteX5" fmla="*/ 340518 w 579406"/>
                <a:gd name="connsiteY5" fmla="*/ 1610916 h 1617985"/>
                <a:gd name="connsiteX6" fmla="*/ 219075 w 579406"/>
                <a:gd name="connsiteY6" fmla="*/ 1577579 h 1617985"/>
                <a:gd name="connsiteX7" fmla="*/ 280987 w 579406"/>
                <a:gd name="connsiteY7" fmla="*/ 1463279 h 1617985"/>
                <a:gd name="connsiteX8" fmla="*/ 352425 w 579406"/>
                <a:gd name="connsiteY8" fmla="*/ 1206104 h 1617985"/>
                <a:gd name="connsiteX9" fmla="*/ 376237 w 579406"/>
                <a:gd name="connsiteY9" fmla="*/ 815579 h 1617985"/>
                <a:gd name="connsiteX10" fmla="*/ 271462 w 579406"/>
                <a:gd name="connsiteY10" fmla="*/ 344091 h 1617985"/>
                <a:gd name="connsiteX11" fmla="*/ 0 w 579406"/>
                <a:gd name="connsiteY11" fmla="*/ 5954 h 1617985"/>
                <a:gd name="connsiteX0" fmla="*/ 0 w 579406"/>
                <a:gd name="connsiteY0" fmla="*/ 5954 h 1610925"/>
                <a:gd name="connsiteX1" fmla="*/ 157162 w 579406"/>
                <a:gd name="connsiteY1" fmla="*/ 1191 h 1610925"/>
                <a:gd name="connsiteX2" fmla="*/ 400050 w 579406"/>
                <a:gd name="connsiteY2" fmla="*/ 205979 h 1610925"/>
                <a:gd name="connsiteX3" fmla="*/ 576262 w 579406"/>
                <a:gd name="connsiteY3" fmla="*/ 753666 h 1610925"/>
                <a:gd name="connsiteX4" fmla="*/ 502444 w 579406"/>
                <a:gd name="connsiteY4" fmla="*/ 1446611 h 1610925"/>
                <a:gd name="connsiteX5" fmla="*/ 340518 w 579406"/>
                <a:gd name="connsiteY5" fmla="*/ 1610916 h 1610925"/>
                <a:gd name="connsiteX6" fmla="*/ 219075 w 579406"/>
                <a:gd name="connsiteY6" fmla="*/ 1577579 h 1610925"/>
                <a:gd name="connsiteX7" fmla="*/ 280987 w 579406"/>
                <a:gd name="connsiteY7" fmla="*/ 1463279 h 1610925"/>
                <a:gd name="connsiteX8" fmla="*/ 352425 w 579406"/>
                <a:gd name="connsiteY8" fmla="*/ 1206104 h 1610925"/>
                <a:gd name="connsiteX9" fmla="*/ 376237 w 579406"/>
                <a:gd name="connsiteY9" fmla="*/ 815579 h 1610925"/>
                <a:gd name="connsiteX10" fmla="*/ 271462 w 579406"/>
                <a:gd name="connsiteY10" fmla="*/ 344091 h 1610925"/>
                <a:gd name="connsiteX11" fmla="*/ 0 w 579406"/>
                <a:gd name="connsiteY11" fmla="*/ 5954 h 1610925"/>
                <a:gd name="connsiteX0" fmla="*/ 0 w 579600"/>
                <a:gd name="connsiteY0" fmla="*/ 5954 h 1603792"/>
                <a:gd name="connsiteX1" fmla="*/ 157162 w 579600"/>
                <a:gd name="connsiteY1" fmla="*/ 1191 h 1603792"/>
                <a:gd name="connsiteX2" fmla="*/ 400050 w 579600"/>
                <a:gd name="connsiteY2" fmla="*/ 205979 h 1603792"/>
                <a:gd name="connsiteX3" fmla="*/ 576262 w 579600"/>
                <a:gd name="connsiteY3" fmla="*/ 753666 h 1603792"/>
                <a:gd name="connsiteX4" fmla="*/ 502444 w 579600"/>
                <a:gd name="connsiteY4" fmla="*/ 1446611 h 1603792"/>
                <a:gd name="connsiteX5" fmla="*/ 342900 w 579600"/>
                <a:gd name="connsiteY5" fmla="*/ 1603772 h 1603792"/>
                <a:gd name="connsiteX6" fmla="*/ 219075 w 579600"/>
                <a:gd name="connsiteY6" fmla="*/ 1577579 h 1603792"/>
                <a:gd name="connsiteX7" fmla="*/ 280987 w 579600"/>
                <a:gd name="connsiteY7" fmla="*/ 1463279 h 1603792"/>
                <a:gd name="connsiteX8" fmla="*/ 352425 w 579600"/>
                <a:gd name="connsiteY8" fmla="*/ 1206104 h 1603792"/>
                <a:gd name="connsiteX9" fmla="*/ 376237 w 579600"/>
                <a:gd name="connsiteY9" fmla="*/ 815579 h 1603792"/>
                <a:gd name="connsiteX10" fmla="*/ 271462 w 579600"/>
                <a:gd name="connsiteY10" fmla="*/ 344091 h 1603792"/>
                <a:gd name="connsiteX11" fmla="*/ 0 w 579600"/>
                <a:gd name="connsiteY11" fmla="*/ 5954 h 1603792"/>
                <a:gd name="connsiteX0" fmla="*/ 0 w 579492"/>
                <a:gd name="connsiteY0" fmla="*/ 5954 h 1603792"/>
                <a:gd name="connsiteX1" fmla="*/ 157162 w 579492"/>
                <a:gd name="connsiteY1" fmla="*/ 1191 h 1603792"/>
                <a:gd name="connsiteX2" fmla="*/ 400050 w 579492"/>
                <a:gd name="connsiteY2" fmla="*/ 205979 h 1603792"/>
                <a:gd name="connsiteX3" fmla="*/ 576262 w 579492"/>
                <a:gd name="connsiteY3" fmla="*/ 753666 h 1603792"/>
                <a:gd name="connsiteX4" fmla="*/ 502444 w 579492"/>
                <a:gd name="connsiteY4" fmla="*/ 1446611 h 1603792"/>
                <a:gd name="connsiteX5" fmla="*/ 342900 w 579492"/>
                <a:gd name="connsiteY5" fmla="*/ 1603772 h 1603792"/>
                <a:gd name="connsiteX6" fmla="*/ 219075 w 579492"/>
                <a:gd name="connsiteY6" fmla="*/ 1577579 h 1603792"/>
                <a:gd name="connsiteX7" fmla="*/ 280987 w 579492"/>
                <a:gd name="connsiteY7" fmla="*/ 1463279 h 1603792"/>
                <a:gd name="connsiteX8" fmla="*/ 352425 w 579492"/>
                <a:gd name="connsiteY8" fmla="*/ 1206104 h 1603792"/>
                <a:gd name="connsiteX9" fmla="*/ 376237 w 579492"/>
                <a:gd name="connsiteY9" fmla="*/ 815579 h 1603792"/>
                <a:gd name="connsiteX10" fmla="*/ 271462 w 579492"/>
                <a:gd name="connsiteY10" fmla="*/ 344091 h 1603792"/>
                <a:gd name="connsiteX11" fmla="*/ 0 w 579492"/>
                <a:gd name="connsiteY11" fmla="*/ 5954 h 1603792"/>
                <a:gd name="connsiteX0" fmla="*/ 0 w 598542"/>
                <a:gd name="connsiteY0" fmla="*/ 29332 h 1614470"/>
                <a:gd name="connsiteX1" fmla="*/ 176212 w 598542"/>
                <a:gd name="connsiteY1" fmla="*/ 11869 h 1614470"/>
                <a:gd name="connsiteX2" fmla="*/ 419100 w 598542"/>
                <a:gd name="connsiteY2" fmla="*/ 216657 h 1614470"/>
                <a:gd name="connsiteX3" fmla="*/ 595312 w 598542"/>
                <a:gd name="connsiteY3" fmla="*/ 764344 h 1614470"/>
                <a:gd name="connsiteX4" fmla="*/ 521494 w 598542"/>
                <a:gd name="connsiteY4" fmla="*/ 1457289 h 1614470"/>
                <a:gd name="connsiteX5" fmla="*/ 361950 w 598542"/>
                <a:gd name="connsiteY5" fmla="*/ 1614450 h 1614470"/>
                <a:gd name="connsiteX6" fmla="*/ 238125 w 598542"/>
                <a:gd name="connsiteY6" fmla="*/ 1588257 h 1614470"/>
                <a:gd name="connsiteX7" fmla="*/ 300037 w 598542"/>
                <a:gd name="connsiteY7" fmla="*/ 1473957 h 1614470"/>
                <a:gd name="connsiteX8" fmla="*/ 371475 w 598542"/>
                <a:gd name="connsiteY8" fmla="*/ 1216782 h 1614470"/>
                <a:gd name="connsiteX9" fmla="*/ 395287 w 598542"/>
                <a:gd name="connsiteY9" fmla="*/ 826257 h 1614470"/>
                <a:gd name="connsiteX10" fmla="*/ 290512 w 598542"/>
                <a:gd name="connsiteY10" fmla="*/ 354769 h 1614470"/>
                <a:gd name="connsiteX11" fmla="*/ 0 w 598542"/>
                <a:gd name="connsiteY11" fmla="*/ 29332 h 1614470"/>
                <a:gd name="connsiteX0" fmla="*/ 0 w 598542"/>
                <a:gd name="connsiteY0" fmla="*/ 37693 h 1622831"/>
                <a:gd name="connsiteX1" fmla="*/ 176212 w 598542"/>
                <a:gd name="connsiteY1" fmla="*/ 20230 h 1622831"/>
                <a:gd name="connsiteX2" fmla="*/ 419100 w 598542"/>
                <a:gd name="connsiteY2" fmla="*/ 225018 h 1622831"/>
                <a:gd name="connsiteX3" fmla="*/ 595312 w 598542"/>
                <a:gd name="connsiteY3" fmla="*/ 772705 h 1622831"/>
                <a:gd name="connsiteX4" fmla="*/ 521494 w 598542"/>
                <a:gd name="connsiteY4" fmla="*/ 1465650 h 1622831"/>
                <a:gd name="connsiteX5" fmla="*/ 361950 w 598542"/>
                <a:gd name="connsiteY5" fmla="*/ 1622811 h 1622831"/>
                <a:gd name="connsiteX6" fmla="*/ 238125 w 598542"/>
                <a:gd name="connsiteY6" fmla="*/ 1596618 h 1622831"/>
                <a:gd name="connsiteX7" fmla="*/ 300037 w 598542"/>
                <a:gd name="connsiteY7" fmla="*/ 1482318 h 1622831"/>
                <a:gd name="connsiteX8" fmla="*/ 371475 w 598542"/>
                <a:gd name="connsiteY8" fmla="*/ 1225143 h 1622831"/>
                <a:gd name="connsiteX9" fmla="*/ 395287 w 598542"/>
                <a:gd name="connsiteY9" fmla="*/ 834618 h 1622831"/>
                <a:gd name="connsiteX10" fmla="*/ 290512 w 598542"/>
                <a:gd name="connsiteY10" fmla="*/ 363130 h 1622831"/>
                <a:gd name="connsiteX11" fmla="*/ 0 w 598542"/>
                <a:gd name="connsiteY11" fmla="*/ 37693 h 1622831"/>
                <a:gd name="connsiteX0" fmla="*/ 0 w 598542"/>
                <a:gd name="connsiteY0" fmla="*/ 31753 h 1616891"/>
                <a:gd name="connsiteX1" fmla="*/ 176212 w 598542"/>
                <a:gd name="connsiteY1" fmla="*/ 14290 h 1616891"/>
                <a:gd name="connsiteX2" fmla="*/ 419100 w 598542"/>
                <a:gd name="connsiteY2" fmla="*/ 219078 h 1616891"/>
                <a:gd name="connsiteX3" fmla="*/ 595312 w 598542"/>
                <a:gd name="connsiteY3" fmla="*/ 766765 h 1616891"/>
                <a:gd name="connsiteX4" fmla="*/ 521494 w 598542"/>
                <a:gd name="connsiteY4" fmla="*/ 1459710 h 1616891"/>
                <a:gd name="connsiteX5" fmla="*/ 361950 w 598542"/>
                <a:gd name="connsiteY5" fmla="*/ 1616871 h 1616891"/>
                <a:gd name="connsiteX6" fmla="*/ 238125 w 598542"/>
                <a:gd name="connsiteY6" fmla="*/ 1590678 h 1616891"/>
                <a:gd name="connsiteX7" fmla="*/ 300037 w 598542"/>
                <a:gd name="connsiteY7" fmla="*/ 1476378 h 1616891"/>
                <a:gd name="connsiteX8" fmla="*/ 371475 w 598542"/>
                <a:gd name="connsiteY8" fmla="*/ 1219203 h 1616891"/>
                <a:gd name="connsiteX9" fmla="*/ 395287 w 598542"/>
                <a:gd name="connsiteY9" fmla="*/ 828678 h 1616891"/>
                <a:gd name="connsiteX10" fmla="*/ 290512 w 598542"/>
                <a:gd name="connsiteY10" fmla="*/ 357190 h 1616891"/>
                <a:gd name="connsiteX11" fmla="*/ 0 w 598542"/>
                <a:gd name="connsiteY11" fmla="*/ 31753 h 1616891"/>
                <a:gd name="connsiteX0" fmla="*/ 0 w 598542"/>
                <a:gd name="connsiteY0" fmla="*/ 16158 h 1601296"/>
                <a:gd name="connsiteX1" fmla="*/ 230187 w 598542"/>
                <a:gd name="connsiteY1" fmla="*/ 24095 h 1601296"/>
                <a:gd name="connsiteX2" fmla="*/ 419100 w 598542"/>
                <a:gd name="connsiteY2" fmla="*/ 203483 h 1601296"/>
                <a:gd name="connsiteX3" fmla="*/ 595312 w 598542"/>
                <a:gd name="connsiteY3" fmla="*/ 751170 h 1601296"/>
                <a:gd name="connsiteX4" fmla="*/ 521494 w 598542"/>
                <a:gd name="connsiteY4" fmla="*/ 1444115 h 1601296"/>
                <a:gd name="connsiteX5" fmla="*/ 361950 w 598542"/>
                <a:gd name="connsiteY5" fmla="*/ 1601276 h 1601296"/>
                <a:gd name="connsiteX6" fmla="*/ 238125 w 598542"/>
                <a:gd name="connsiteY6" fmla="*/ 1575083 h 1601296"/>
                <a:gd name="connsiteX7" fmla="*/ 300037 w 598542"/>
                <a:gd name="connsiteY7" fmla="*/ 1460783 h 1601296"/>
                <a:gd name="connsiteX8" fmla="*/ 371475 w 598542"/>
                <a:gd name="connsiteY8" fmla="*/ 1203608 h 1601296"/>
                <a:gd name="connsiteX9" fmla="*/ 395287 w 598542"/>
                <a:gd name="connsiteY9" fmla="*/ 813083 h 1601296"/>
                <a:gd name="connsiteX10" fmla="*/ 290512 w 598542"/>
                <a:gd name="connsiteY10" fmla="*/ 341595 h 1601296"/>
                <a:gd name="connsiteX11" fmla="*/ 0 w 598542"/>
                <a:gd name="connsiteY11" fmla="*/ 16158 h 1601296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598542"/>
                <a:gd name="connsiteY0" fmla="*/ 18455 h 1603593"/>
                <a:gd name="connsiteX1" fmla="*/ 230187 w 598542"/>
                <a:gd name="connsiteY1" fmla="*/ 26392 h 1603593"/>
                <a:gd name="connsiteX2" fmla="*/ 419100 w 598542"/>
                <a:gd name="connsiteY2" fmla="*/ 205780 h 1603593"/>
                <a:gd name="connsiteX3" fmla="*/ 595312 w 598542"/>
                <a:gd name="connsiteY3" fmla="*/ 753467 h 1603593"/>
                <a:gd name="connsiteX4" fmla="*/ 521494 w 598542"/>
                <a:gd name="connsiteY4" fmla="*/ 1446412 h 1603593"/>
                <a:gd name="connsiteX5" fmla="*/ 361950 w 598542"/>
                <a:gd name="connsiteY5" fmla="*/ 1603573 h 1603593"/>
                <a:gd name="connsiteX6" fmla="*/ 238125 w 598542"/>
                <a:gd name="connsiteY6" fmla="*/ 1577380 h 1603593"/>
                <a:gd name="connsiteX7" fmla="*/ 300037 w 598542"/>
                <a:gd name="connsiteY7" fmla="*/ 1463080 h 1603593"/>
                <a:gd name="connsiteX8" fmla="*/ 371475 w 598542"/>
                <a:gd name="connsiteY8" fmla="*/ 1205905 h 1603593"/>
                <a:gd name="connsiteX9" fmla="*/ 395287 w 598542"/>
                <a:gd name="connsiteY9" fmla="*/ 815380 h 1603593"/>
                <a:gd name="connsiteX10" fmla="*/ 290512 w 598542"/>
                <a:gd name="connsiteY10" fmla="*/ 343892 h 1603593"/>
                <a:gd name="connsiteX11" fmla="*/ 0 w 598542"/>
                <a:gd name="connsiteY11" fmla="*/ 18455 h 1603593"/>
                <a:gd name="connsiteX0" fmla="*/ 0 w 623942"/>
                <a:gd name="connsiteY0" fmla="*/ 23890 h 1593153"/>
                <a:gd name="connsiteX1" fmla="*/ 255587 w 623942"/>
                <a:gd name="connsiteY1" fmla="*/ 15952 h 1593153"/>
                <a:gd name="connsiteX2" fmla="*/ 444500 w 623942"/>
                <a:gd name="connsiteY2" fmla="*/ 195340 h 1593153"/>
                <a:gd name="connsiteX3" fmla="*/ 620712 w 623942"/>
                <a:gd name="connsiteY3" fmla="*/ 743027 h 1593153"/>
                <a:gd name="connsiteX4" fmla="*/ 546894 w 623942"/>
                <a:gd name="connsiteY4" fmla="*/ 1435972 h 1593153"/>
                <a:gd name="connsiteX5" fmla="*/ 387350 w 623942"/>
                <a:gd name="connsiteY5" fmla="*/ 1593133 h 1593153"/>
                <a:gd name="connsiteX6" fmla="*/ 263525 w 623942"/>
                <a:gd name="connsiteY6" fmla="*/ 1566940 h 1593153"/>
                <a:gd name="connsiteX7" fmla="*/ 325437 w 623942"/>
                <a:gd name="connsiteY7" fmla="*/ 1452640 h 1593153"/>
                <a:gd name="connsiteX8" fmla="*/ 396875 w 623942"/>
                <a:gd name="connsiteY8" fmla="*/ 1195465 h 1593153"/>
                <a:gd name="connsiteX9" fmla="*/ 420687 w 623942"/>
                <a:gd name="connsiteY9" fmla="*/ 804940 h 1593153"/>
                <a:gd name="connsiteX10" fmla="*/ 315912 w 623942"/>
                <a:gd name="connsiteY10" fmla="*/ 333452 h 1593153"/>
                <a:gd name="connsiteX11" fmla="*/ 0 w 623942"/>
                <a:gd name="connsiteY11" fmla="*/ 23890 h 1593153"/>
                <a:gd name="connsiteX0" fmla="*/ 0 w 623942"/>
                <a:gd name="connsiteY0" fmla="*/ 40155 h 1609418"/>
                <a:gd name="connsiteX1" fmla="*/ 255587 w 623942"/>
                <a:gd name="connsiteY1" fmla="*/ 32217 h 1609418"/>
                <a:gd name="connsiteX2" fmla="*/ 444500 w 623942"/>
                <a:gd name="connsiteY2" fmla="*/ 211605 h 1609418"/>
                <a:gd name="connsiteX3" fmla="*/ 620712 w 623942"/>
                <a:gd name="connsiteY3" fmla="*/ 759292 h 1609418"/>
                <a:gd name="connsiteX4" fmla="*/ 546894 w 623942"/>
                <a:gd name="connsiteY4" fmla="*/ 1452237 h 1609418"/>
                <a:gd name="connsiteX5" fmla="*/ 387350 w 623942"/>
                <a:gd name="connsiteY5" fmla="*/ 1609398 h 1609418"/>
                <a:gd name="connsiteX6" fmla="*/ 263525 w 623942"/>
                <a:gd name="connsiteY6" fmla="*/ 1583205 h 1609418"/>
                <a:gd name="connsiteX7" fmla="*/ 325437 w 623942"/>
                <a:gd name="connsiteY7" fmla="*/ 1468905 h 1609418"/>
                <a:gd name="connsiteX8" fmla="*/ 396875 w 623942"/>
                <a:gd name="connsiteY8" fmla="*/ 1211730 h 1609418"/>
                <a:gd name="connsiteX9" fmla="*/ 420687 w 623942"/>
                <a:gd name="connsiteY9" fmla="*/ 821205 h 1609418"/>
                <a:gd name="connsiteX10" fmla="*/ 315912 w 623942"/>
                <a:gd name="connsiteY10" fmla="*/ 349717 h 1609418"/>
                <a:gd name="connsiteX11" fmla="*/ 0 w 623942"/>
                <a:gd name="connsiteY11" fmla="*/ 40155 h 1609418"/>
                <a:gd name="connsiteX0" fmla="*/ 0 w 640611"/>
                <a:gd name="connsiteY0" fmla="*/ 48190 h 1598403"/>
                <a:gd name="connsiteX1" fmla="*/ 272256 w 640611"/>
                <a:gd name="connsiteY1" fmla="*/ 21202 h 1598403"/>
                <a:gd name="connsiteX2" fmla="*/ 461169 w 640611"/>
                <a:gd name="connsiteY2" fmla="*/ 200590 h 1598403"/>
                <a:gd name="connsiteX3" fmla="*/ 637381 w 640611"/>
                <a:gd name="connsiteY3" fmla="*/ 748277 h 1598403"/>
                <a:gd name="connsiteX4" fmla="*/ 563563 w 640611"/>
                <a:gd name="connsiteY4" fmla="*/ 1441222 h 1598403"/>
                <a:gd name="connsiteX5" fmla="*/ 404019 w 640611"/>
                <a:gd name="connsiteY5" fmla="*/ 1598383 h 1598403"/>
                <a:gd name="connsiteX6" fmla="*/ 280194 w 640611"/>
                <a:gd name="connsiteY6" fmla="*/ 1572190 h 1598403"/>
                <a:gd name="connsiteX7" fmla="*/ 342106 w 640611"/>
                <a:gd name="connsiteY7" fmla="*/ 1457890 h 1598403"/>
                <a:gd name="connsiteX8" fmla="*/ 413544 w 640611"/>
                <a:gd name="connsiteY8" fmla="*/ 1200715 h 1598403"/>
                <a:gd name="connsiteX9" fmla="*/ 437356 w 640611"/>
                <a:gd name="connsiteY9" fmla="*/ 810190 h 1598403"/>
                <a:gd name="connsiteX10" fmla="*/ 332581 w 640611"/>
                <a:gd name="connsiteY10" fmla="*/ 338702 h 1598403"/>
                <a:gd name="connsiteX11" fmla="*/ 0 w 640611"/>
                <a:gd name="connsiteY11" fmla="*/ 48190 h 1598403"/>
                <a:gd name="connsiteX0" fmla="*/ 0 w 640611"/>
                <a:gd name="connsiteY0" fmla="*/ 63723 h 1613936"/>
                <a:gd name="connsiteX1" fmla="*/ 272256 w 640611"/>
                <a:gd name="connsiteY1" fmla="*/ 36735 h 1613936"/>
                <a:gd name="connsiteX2" fmla="*/ 461169 w 640611"/>
                <a:gd name="connsiteY2" fmla="*/ 216123 h 1613936"/>
                <a:gd name="connsiteX3" fmla="*/ 637381 w 640611"/>
                <a:gd name="connsiteY3" fmla="*/ 763810 h 1613936"/>
                <a:gd name="connsiteX4" fmla="*/ 563563 w 640611"/>
                <a:gd name="connsiteY4" fmla="*/ 1456755 h 1613936"/>
                <a:gd name="connsiteX5" fmla="*/ 404019 w 640611"/>
                <a:gd name="connsiteY5" fmla="*/ 1613916 h 1613936"/>
                <a:gd name="connsiteX6" fmla="*/ 280194 w 640611"/>
                <a:gd name="connsiteY6" fmla="*/ 1587723 h 1613936"/>
                <a:gd name="connsiteX7" fmla="*/ 342106 w 640611"/>
                <a:gd name="connsiteY7" fmla="*/ 1473423 h 1613936"/>
                <a:gd name="connsiteX8" fmla="*/ 413544 w 640611"/>
                <a:gd name="connsiteY8" fmla="*/ 1216248 h 1613936"/>
                <a:gd name="connsiteX9" fmla="*/ 437356 w 640611"/>
                <a:gd name="connsiteY9" fmla="*/ 825723 h 1613936"/>
                <a:gd name="connsiteX10" fmla="*/ 332581 w 640611"/>
                <a:gd name="connsiteY10" fmla="*/ 354235 h 1613936"/>
                <a:gd name="connsiteX11" fmla="*/ 0 w 640611"/>
                <a:gd name="connsiteY11" fmla="*/ 63723 h 1613936"/>
                <a:gd name="connsiteX0" fmla="*/ 0 w 640611"/>
                <a:gd name="connsiteY0" fmla="*/ 54287 h 1604500"/>
                <a:gd name="connsiteX1" fmla="*/ 272256 w 640611"/>
                <a:gd name="connsiteY1" fmla="*/ 27299 h 1604500"/>
                <a:gd name="connsiteX2" fmla="*/ 461169 w 640611"/>
                <a:gd name="connsiteY2" fmla="*/ 206687 h 1604500"/>
                <a:gd name="connsiteX3" fmla="*/ 637381 w 640611"/>
                <a:gd name="connsiteY3" fmla="*/ 754374 h 1604500"/>
                <a:gd name="connsiteX4" fmla="*/ 563563 w 640611"/>
                <a:gd name="connsiteY4" fmla="*/ 1447319 h 1604500"/>
                <a:gd name="connsiteX5" fmla="*/ 404019 w 640611"/>
                <a:gd name="connsiteY5" fmla="*/ 1604480 h 1604500"/>
                <a:gd name="connsiteX6" fmla="*/ 280194 w 640611"/>
                <a:gd name="connsiteY6" fmla="*/ 1578287 h 1604500"/>
                <a:gd name="connsiteX7" fmla="*/ 342106 w 640611"/>
                <a:gd name="connsiteY7" fmla="*/ 1463987 h 1604500"/>
                <a:gd name="connsiteX8" fmla="*/ 413544 w 640611"/>
                <a:gd name="connsiteY8" fmla="*/ 1206812 h 1604500"/>
                <a:gd name="connsiteX9" fmla="*/ 437356 w 640611"/>
                <a:gd name="connsiteY9" fmla="*/ 816287 h 1604500"/>
                <a:gd name="connsiteX10" fmla="*/ 332581 w 640611"/>
                <a:gd name="connsiteY10" fmla="*/ 344799 h 1604500"/>
                <a:gd name="connsiteX11" fmla="*/ 0 w 640611"/>
                <a:gd name="connsiteY11" fmla="*/ 54287 h 1604500"/>
                <a:gd name="connsiteX0" fmla="*/ 0 w 619180"/>
                <a:gd name="connsiteY0" fmla="*/ 46344 h 1617988"/>
                <a:gd name="connsiteX1" fmla="*/ 250825 w 619180"/>
                <a:gd name="connsiteY1" fmla="*/ 40787 h 1617988"/>
                <a:gd name="connsiteX2" fmla="*/ 439738 w 619180"/>
                <a:gd name="connsiteY2" fmla="*/ 220175 h 1617988"/>
                <a:gd name="connsiteX3" fmla="*/ 615950 w 619180"/>
                <a:gd name="connsiteY3" fmla="*/ 767862 h 1617988"/>
                <a:gd name="connsiteX4" fmla="*/ 542132 w 619180"/>
                <a:gd name="connsiteY4" fmla="*/ 1460807 h 1617988"/>
                <a:gd name="connsiteX5" fmla="*/ 382588 w 619180"/>
                <a:gd name="connsiteY5" fmla="*/ 1617968 h 1617988"/>
                <a:gd name="connsiteX6" fmla="*/ 258763 w 619180"/>
                <a:gd name="connsiteY6" fmla="*/ 1591775 h 1617988"/>
                <a:gd name="connsiteX7" fmla="*/ 320675 w 619180"/>
                <a:gd name="connsiteY7" fmla="*/ 1477475 h 1617988"/>
                <a:gd name="connsiteX8" fmla="*/ 392113 w 619180"/>
                <a:gd name="connsiteY8" fmla="*/ 1220300 h 1617988"/>
                <a:gd name="connsiteX9" fmla="*/ 415925 w 619180"/>
                <a:gd name="connsiteY9" fmla="*/ 829775 h 1617988"/>
                <a:gd name="connsiteX10" fmla="*/ 311150 w 619180"/>
                <a:gd name="connsiteY10" fmla="*/ 358287 h 1617988"/>
                <a:gd name="connsiteX11" fmla="*/ 0 w 619180"/>
                <a:gd name="connsiteY11" fmla="*/ 46344 h 1617988"/>
                <a:gd name="connsiteX0" fmla="*/ 0 w 619180"/>
                <a:gd name="connsiteY0" fmla="*/ 32511 h 1604155"/>
                <a:gd name="connsiteX1" fmla="*/ 250825 w 619180"/>
                <a:gd name="connsiteY1" fmla="*/ 26954 h 1604155"/>
                <a:gd name="connsiteX2" fmla="*/ 439738 w 619180"/>
                <a:gd name="connsiteY2" fmla="*/ 206342 h 1604155"/>
                <a:gd name="connsiteX3" fmla="*/ 615950 w 619180"/>
                <a:gd name="connsiteY3" fmla="*/ 754029 h 1604155"/>
                <a:gd name="connsiteX4" fmla="*/ 542132 w 619180"/>
                <a:gd name="connsiteY4" fmla="*/ 1446974 h 1604155"/>
                <a:gd name="connsiteX5" fmla="*/ 382588 w 619180"/>
                <a:gd name="connsiteY5" fmla="*/ 1604135 h 1604155"/>
                <a:gd name="connsiteX6" fmla="*/ 258763 w 619180"/>
                <a:gd name="connsiteY6" fmla="*/ 1577942 h 1604155"/>
                <a:gd name="connsiteX7" fmla="*/ 320675 w 619180"/>
                <a:gd name="connsiteY7" fmla="*/ 1463642 h 1604155"/>
                <a:gd name="connsiteX8" fmla="*/ 392113 w 619180"/>
                <a:gd name="connsiteY8" fmla="*/ 1206467 h 1604155"/>
                <a:gd name="connsiteX9" fmla="*/ 415925 w 619180"/>
                <a:gd name="connsiteY9" fmla="*/ 815942 h 1604155"/>
                <a:gd name="connsiteX10" fmla="*/ 311150 w 619180"/>
                <a:gd name="connsiteY10" fmla="*/ 344454 h 1604155"/>
                <a:gd name="connsiteX11" fmla="*/ 0 w 619180"/>
                <a:gd name="connsiteY11" fmla="*/ 32511 h 1604155"/>
                <a:gd name="connsiteX0" fmla="*/ 0 w 619180"/>
                <a:gd name="connsiteY0" fmla="*/ 34776 h 1606420"/>
                <a:gd name="connsiteX1" fmla="*/ 257969 w 619180"/>
                <a:gd name="connsiteY1" fmla="*/ 24456 h 1606420"/>
                <a:gd name="connsiteX2" fmla="*/ 439738 w 619180"/>
                <a:gd name="connsiteY2" fmla="*/ 208607 h 1606420"/>
                <a:gd name="connsiteX3" fmla="*/ 615950 w 619180"/>
                <a:gd name="connsiteY3" fmla="*/ 756294 h 1606420"/>
                <a:gd name="connsiteX4" fmla="*/ 542132 w 619180"/>
                <a:gd name="connsiteY4" fmla="*/ 1449239 h 1606420"/>
                <a:gd name="connsiteX5" fmla="*/ 382588 w 619180"/>
                <a:gd name="connsiteY5" fmla="*/ 1606400 h 1606420"/>
                <a:gd name="connsiteX6" fmla="*/ 258763 w 619180"/>
                <a:gd name="connsiteY6" fmla="*/ 1580207 h 1606420"/>
                <a:gd name="connsiteX7" fmla="*/ 320675 w 619180"/>
                <a:gd name="connsiteY7" fmla="*/ 1465907 h 1606420"/>
                <a:gd name="connsiteX8" fmla="*/ 392113 w 619180"/>
                <a:gd name="connsiteY8" fmla="*/ 1208732 h 1606420"/>
                <a:gd name="connsiteX9" fmla="*/ 415925 w 619180"/>
                <a:gd name="connsiteY9" fmla="*/ 818207 h 1606420"/>
                <a:gd name="connsiteX10" fmla="*/ 311150 w 619180"/>
                <a:gd name="connsiteY10" fmla="*/ 346719 h 1606420"/>
                <a:gd name="connsiteX11" fmla="*/ 0 w 619180"/>
                <a:gd name="connsiteY11" fmla="*/ 34776 h 1606420"/>
                <a:gd name="connsiteX0" fmla="*/ 0 w 619180"/>
                <a:gd name="connsiteY0" fmla="*/ 38437 h 1610081"/>
                <a:gd name="connsiteX1" fmla="*/ 257969 w 619180"/>
                <a:gd name="connsiteY1" fmla="*/ 28117 h 1610081"/>
                <a:gd name="connsiteX2" fmla="*/ 439738 w 619180"/>
                <a:gd name="connsiteY2" fmla="*/ 212268 h 1610081"/>
                <a:gd name="connsiteX3" fmla="*/ 615950 w 619180"/>
                <a:gd name="connsiteY3" fmla="*/ 759955 h 1610081"/>
                <a:gd name="connsiteX4" fmla="*/ 542132 w 619180"/>
                <a:gd name="connsiteY4" fmla="*/ 1452900 h 1610081"/>
                <a:gd name="connsiteX5" fmla="*/ 382588 w 619180"/>
                <a:gd name="connsiteY5" fmla="*/ 1610061 h 1610081"/>
                <a:gd name="connsiteX6" fmla="*/ 258763 w 619180"/>
                <a:gd name="connsiteY6" fmla="*/ 1583868 h 1610081"/>
                <a:gd name="connsiteX7" fmla="*/ 320675 w 619180"/>
                <a:gd name="connsiteY7" fmla="*/ 1469568 h 1610081"/>
                <a:gd name="connsiteX8" fmla="*/ 392113 w 619180"/>
                <a:gd name="connsiteY8" fmla="*/ 1212393 h 1610081"/>
                <a:gd name="connsiteX9" fmla="*/ 415925 w 619180"/>
                <a:gd name="connsiteY9" fmla="*/ 821868 h 1610081"/>
                <a:gd name="connsiteX10" fmla="*/ 311150 w 619180"/>
                <a:gd name="connsiteY10" fmla="*/ 350380 h 1610081"/>
                <a:gd name="connsiteX11" fmla="*/ 0 w 619180"/>
                <a:gd name="connsiteY11" fmla="*/ 38437 h 1610081"/>
                <a:gd name="connsiteX0" fmla="*/ 0 w 619657"/>
                <a:gd name="connsiteY0" fmla="*/ 35075 h 1606719"/>
                <a:gd name="connsiteX1" fmla="*/ 257969 w 619657"/>
                <a:gd name="connsiteY1" fmla="*/ 24755 h 1606719"/>
                <a:gd name="connsiteX2" fmla="*/ 430213 w 619657"/>
                <a:gd name="connsiteY2" fmla="*/ 213669 h 1606719"/>
                <a:gd name="connsiteX3" fmla="*/ 615950 w 619657"/>
                <a:gd name="connsiteY3" fmla="*/ 756593 h 1606719"/>
                <a:gd name="connsiteX4" fmla="*/ 542132 w 619657"/>
                <a:gd name="connsiteY4" fmla="*/ 1449538 h 1606719"/>
                <a:gd name="connsiteX5" fmla="*/ 382588 w 619657"/>
                <a:gd name="connsiteY5" fmla="*/ 1606699 h 1606719"/>
                <a:gd name="connsiteX6" fmla="*/ 258763 w 619657"/>
                <a:gd name="connsiteY6" fmla="*/ 1580506 h 1606719"/>
                <a:gd name="connsiteX7" fmla="*/ 320675 w 619657"/>
                <a:gd name="connsiteY7" fmla="*/ 1466206 h 1606719"/>
                <a:gd name="connsiteX8" fmla="*/ 392113 w 619657"/>
                <a:gd name="connsiteY8" fmla="*/ 1209031 h 1606719"/>
                <a:gd name="connsiteX9" fmla="*/ 415925 w 619657"/>
                <a:gd name="connsiteY9" fmla="*/ 818506 h 1606719"/>
                <a:gd name="connsiteX10" fmla="*/ 311150 w 619657"/>
                <a:gd name="connsiteY10" fmla="*/ 347018 h 1606719"/>
                <a:gd name="connsiteX11" fmla="*/ 0 w 619657"/>
                <a:gd name="connsiteY11" fmla="*/ 35075 h 1606719"/>
                <a:gd name="connsiteX0" fmla="*/ 0 w 597454"/>
                <a:gd name="connsiteY0" fmla="*/ 35075 h 1606719"/>
                <a:gd name="connsiteX1" fmla="*/ 257969 w 597454"/>
                <a:gd name="connsiteY1" fmla="*/ 24755 h 1606719"/>
                <a:gd name="connsiteX2" fmla="*/ 430213 w 597454"/>
                <a:gd name="connsiteY2" fmla="*/ 213669 h 1606719"/>
                <a:gd name="connsiteX3" fmla="*/ 592138 w 597454"/>
                <a:gd name="connsiteY3" fmla="*/ 754212 h 1606719"/>
                <a:gd name="connsiteX4" fmla="*/ 542132 w 597454"/>
                <a:gd name="connsiteY4" fmla="*/ 1449538 h 1606719"/>
                <a:gd name="connsiteX5" fmla="*/ 382588 w 597454"/>
                <a:gd name="connsiteY5" fmla="*/ 1606699 h 1606719"/>
                <a:gd name="connsiteX6" fmla="*/ 258763 w 597454"/>
                <a:gd name="connsiteY6" fmla="*/ 1580506 h 1606719"/>
                <a:gd name="connsiteX7" fmla="*/ 320675 w 597454"/>
                <a:gd name="connsiteY7" fmla="*/ 1466206 h 1606719"/>
                <a:gd name="connsiteX8" fmla="*/ 392113 w 597454"/>
                <a:gd name="connsiteY8" fmla="*/ 1209031 h 1606719"/>
                <a:gd name="connsiteX9" fmla="*/ 415925 w 597454"/>
                <a:gd name="connsiteY9" fmla="*/ 818506 h 1606719"/>
                <a:gd name="connsiteX10" fmla="*/ 311150 w 597454"/>
                <a:gd name="connsiteY10" fmla="*/ 347018 h 1606719"/>
                <a:gd name="connsiteX11" fmla="*/ 0 w 597454"/>
                <a:gd name="connsiteY11" fmla="*/ 35075 h 1606719"/>
                <a:gd name="connsiteX0" fmla="*/ 0 w 596732"/>
                <a:gd name="connsiteY0" fmla="*/ 35075 h 1596107"/>
                <a:gd name="connsiteX1" fmla="*/ 257969 w 596732"/>
                <a:gd name="connsiteY1" fmla="*/ 24755 h 1596107"/>
                <a:gd name="connsiteX2" fmla="*/ 430213 w 596732"/>
                <a:gd name="connsiteY2" fmla="*/ 213669 h 1596107"/>
                <a:gd name="connsiteX3" fmla="*/ 592138 w 596732"/>
                <a:gd name="connsiteY3" fmla="*/ 754212 h 1596107"/>
                <a:gd name="connsiteX4" fmla="*/ 542132 w 596732"/>
                <a:gd name="connsiteY4" fmla="*/ 1449538 h 1596107"/>
                <a:gd name="connsiteX5" fmla="*/ 434975 w 596732"/>
                <a:gd name="connsiteY5" fmla="*/ 1594793 h 1596107"/>
                <a:gd name="connsiteX6" fmla="*/ 258763 w 596732"/>
                <a:gd name="connsiteY6" fmla="*/ 1580506 h 1596107"/>
                <a:gd name="connsiteX7" fmla="*/ 320675 w 596732"/>
                <a:gd name="connsiteY7" fmla="*/ 1466206 h 1596107"/>
                <a:gd name="connsiteX8" fmla="*/ 392113 w 596732"/>
                <a:gd name="connsiteY8" fmla="*/ 1209031 h 1596107"/>
                <a:gd name="connsiteX9" fmla="*/ 415925 w 596732"/>
                <a:gd name="connsiteY9" fmla="*/ 818506 h 1596107"/>
                <a:gd name="connsiteX10" fmla="*/ 311150 w 596732"/>
                <a:gd name="connsiteY10" fmla="*/ 347018 h 1596107"/>
                <a:gd name="connsiteX11" fmla="*/ 0 w 596732"/>
                <a:gd name="connsiteY11" fmla="*/ 35075 h 1596107"/>
                <a:gd name="connsiteX0" fmla="*/ 0 w 596732"/>
                <a:gd name="connsiteY0" fmla="*/ 35075 h 1603457"/>
                <a:gd name="connsiteX1" fmla="*/ 257969 w 596732"/>
                <a:gd name="connsiteY1" fmla="*/ 24755 h 1603457"/>
                <a:gd name="connsiteX2" fmla="*/ 430213 w 596732"/>
                <a:gd name="connsiteY2" fmla="*/ 213669 h 1603457"/>
                <a:gd name="connsiteX3" fmla="*/ 592138 w 596732"/>
                <a:gd name="connsiteY3" fmla="*/ 754212 h 1603457"/>
                <a:gd name="connsiteX4" fmla="*/ 542132 w 596732"/>
                <a:gd name="connsiteY4" fmla="*/ 1449538 h 1603457"/>
                <a:gd name="connsiteX5" fmla="*/ 434975 w 596732"/>
                <a:gd name="connsiteY5" fmla="*/ 1594793 h 1603457"/>
                <a:gd name="connsiteX6" fmla="*/ 258763 w 596732"/>
                <a:gd name="connsiteY6" fmla="*/ 1580506 h 1603457"/>
                <a:gd name="connsiteX7" fmla="*/ 320675 w 596732"/>
                <a:gd name="connsiteY7" fmla="*/ 1466206 h 1603457"/>
                <a:gd name="connsiteX8" fmla="*/ 392113 w 596732"/>
                <a:gd name="connsiteY8" fmla="*/ 1209031 h 1603457"/>
                <a:gd name="connsiteX9" fmla="*/ 415925 w 596732"/>
                <a:gd name="connsiteY9" fmla="*/ 818506 h 1603457"/>
                <a:gd name="connsiteX10" fmla="*/ 311150 w 596732"/>
                <a:gd name="connsiteY10" fmla="*/ 347018 h 1603457"/>
                <a:gd name="connsiteX11" fmla="*/ 0 w 596732"/>
                <a:gd name="connsiteY11" fmla="*/ 35075 h 1603457"/>
                <a:gd name="connsiteX0" fmla="*/ 0 w 605337"/>
                <a:gd name="connsiteY0" fmla="*/ 35075 h 1621964"/>
                <a:gd name="connsiteX1" fmla="*/ 257969 w 605337"/>
                <a:gd name="connsiteY1" fmla="*/ 24755 h 1621964"/>
                <a:gd name="connsiteX2" fmla="*/ 430213 w 605337"/>
                <a:gd name="connsiteY2" fmla="*/ 213669 h 1621964"/>
                <a:gd name="connsiteX3" fmla="*/ 592138 w 605337"/>
                <a:gd name="connsiteY3" fmla="*/ 754212 h 1621964"/>
                <a:gd name="connsiteX4" fmla="*/ 577850 w 605337"/>
                <a:gd name="connsiteY4" fmla="*/ 1228082 h 1621964"/>
                <a:gd name="connsiteX5" fmla="*/ 434975 w 605337"/>
                <a:gd name="connsiteY5" fmla="*/ 1594793 h 1621964"/>
                <a:gd name="connsiteX6" fmla="*/ 258763 w 605337"/>
                <a:gd name="connsiteY6" fmla="*/ 1580506 h 1621964"/>
                <a:gd name="connsiteX7" fmla="*/ 320675 w 605337"/>
                <a:gd name="connsiteY7" fmla="*/ 1466206 h 1621964"/>
                <a:gd name="connsiteX8" fmla="*/ 392113 w 605337"/>
                <a:gd name="connsiteY8" fmla="*/ 1209031 h 1621964"/>
                <a:gd name="connsiteX9" fmla="*/ 415925 w 605337"/>
                <a:gd name="connsiteY9" fmla="*/ 818506 h 1621964"/>
                <a:gd name="connsiteX10" fmla="*/ 311150 w 605337"/>
                <a:gd name="connsiteY10" fmla="*/ 347018 h 1621964"/>
                <a:gd name="connsiteX11" fmla="*/ 0 w 605337"/>
                <a:gd name="connsiteY11" fmla="*/ 35075 h 1621964"/>
                <a:gd name="connsiteX0" fmla="*/ 0 w 605337"/>
                <a:gd name="connsiteY0" fmla="*/ 35075 h 1603985"/>
                <a:gd name="connsiteX1" fmla="*/ 257969 w 605337"/>
                <a:gd name="connsiteY1" fmla="*/ 24755 h 1603985"/>
                <a:gd name="connsiteX2" fmla="*/ 430213 w 605337"/>
                <a:gd name="connsiteY2" fmla="*/ 213669 h 1603985"/>
                <a:gd name="connsiteX3" fmla="*/ 592138 w 605337"/>
                <a:gd name="connsiteY3" fmla="*/ 754212 h 1603985"/>
                <a:gd name="connsiteX4" fmla="*/ 577850 w 605337"/>
                <a:gd name="connsiteY4" fmla="*/ 1228082 h 1603985"/>
                <a:gd name="connsiteX5" fmla="*/ 434975 w 605337"/>
                <a:gd name="connsiteY5" fmla="*/ 1594793 h 1603985"/>
                <a:gd name="connsiteX6" fmla="*/ 258763 w 605337"/>
                <a:gd name="connsiteY6" fmla="*/ 1580506 h 1603985"/>
                <a:gd name="connsiteX7" fmla="*/ 320675 w 605337"/>
                <a:gd name="connsiteY7" fmla="*/ 1466206 h 1603985"/>
                <a:gd name="connsiteX8" fmla="*/ 392113 w 605337"/>
                <a:gd name="connsiteY8" fmla="*/ 1209031 h 1603985"/>
                <a:gd name="connsiteX9" fmla="*/ 415925 w 605337"/>
                <a:gd name="connsiteY9" fmla="*/ 818506 h 1603985"/>
                <a:gd name="connsiteX10" fmla="*/ 311150 w 605337"/>
                <a:gd name="connsiteY10" fmla="*/ 347018 h 1603985"/>
                <a:gd name="connsiteX11" fmla="*/ 0 w 605337"/>
                <a:gd name="connsiteY11" fmla="*/ 35075 h 1603985"/>
                <a:gd name="connsiteX0" fmla="*/ 0 w 605129"/>
                <a:gd name="connsiteY0" fmla="*/ 35075 h 1588407"/>
                <a:gd name="connsiteX1" fmla="*/ 257969 w 605129"/>
                <a:gd name="connsiteY1" fmla="*/ 24755 h 1588407"/>
                <a:gd name="connsiteX2" fmla="*/ 430213 w 605129"/>
                <a:gd name="connsiteY2" fmla="*/ 213669 h 1588407"/>
                <a:gd name="connsiteX3" fmla="*/ 592138 w 605129"/>
                <a:gd name="connsiteY3" fmla="*/ 754212 h 1588407"/>
                <a:gd name="connsiteX4" fmla="*/ 577850 w 605129"/>
                <a:gd name="connsiteY4" fmla="*/ 1228082 h 1588407"/>
                <a:gd name="connsiteX5" fmla="*/ 439738 w 605129"/>
                <a:gd name="connsiteY5" fmla="*/ 1556693 h 1588407"/>
                <a:gd name="connsiteX6" fmla="*/ 258763 w 605129"/>
                <a:gd name="connsiteY6" fmla="*/ 1580506 h 1588407"/>
                <a:gd name="connsiteX7" fmla="*/ 320675 w 605129"/>
                <a:gd name="connsiteY7" fmla="*/ 1466206 h 1588407"/>
                <a:gd name="connsiteX8" fmla="*/ 392113 w 605129"/>
                <a:gd name="connsiteY8" fmla="*/ 1209031 h 1588407"/>
                <a:gd name="connsiteX9" fmla="*/ 415925 w 605129"/>
                <a:gd name="connsiteY9" fmla="*/ 818506 h 1588407"/>
                <a:gd name="connsiteX10" fmla="*/ 311150 w 605129"/>
                <a:gd name="connsiteY10" fmla="*/ 347018 h 1588407"/>
                <a:gd name="connsiteX11" fmla="*/ 0 w 605129"/>
                <a:gd name="connsiteY11" fmla="*/ 35075 h 1588407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20675 w 605129"/>
                <a:gd name="connsiteY7" fmla="*/ 1466206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5129"/>
                <a:gd name="connsiteY0" fmla="*/ 35075 h 1591646"/>
                <a:gd name="connsiteX1" fmla="*/ 257969 w 605129"/>
                <a:gd name="connsiteY1" fmla="*/ 24755 h 1591646"/>
                <a:gd name="connsiteX2" fmla="*/ 430213 w 605129"/>
                <a:gd name="connsiteY2" fmla="*/ 213669 h 1591646"/>
                <a:gd name="connsiteX3" fmla="*/ 592138 w 605129"/>
                <a:gd name="connsiteY3" fmla="*/ 754212 h 1591646"/>
                <a:gd name="connsiteX4" fmla="*/ 577850 w 605129"/>
                <a:gd name="connsiteY4" fmla="*/ 1228082 h 1591646"/>
                <a:gd name="connsiteX5" fmla="*/ 439738 w 605129"/>
                <a:gd name="connsiteY5" fmla="*/ 1556693 h 1591646"/>
                <a:gd name="connsiteX6" fmla="*/ 258763 w 605129"/>
                <a:gd name="connsiteY6" fmla="*/ 1580506 h 1591646"/>
                <a:gd name="connsiteX7" fmla="*/ 344487 w 605129"/>
                <a:gd name="connsiteY7" fmla="*/ 1440012 h 1591646"/>
                <a:gd name="connsiteX8" fmla="*/ 392113 w 605129"/>
                <a:gd name="connsiteY8" fmla="*/ 1209031 h 1591646"/>
                <a:gd name="connsiteX9" fmla="*/ 415925 w 605129"/>
                <a:gd name="connsiteY9" fmla="*/ 818506 h 1591646"/>
                <a:gd name="connsiteX10" fmla="*/ 311150 w 605129"/>
                <a:gd name="connsiteY10" fmla="*/ 347018 h 1591646"/>
                <a:gd name="connsiteX11" fmla="*/ 0 w 605129"/>
                <a:gd name="connsiteY11" fmla="*/ 35075 h 1591646"/>
                <a:gd name="connsiteX0" fmla="*/ 0 w 603428"/>
                <a:gd name="connsiteY0" fmla="*/ 35075 h 1591646"/>
                <a:gd name="connsiteX1" fmla="*/ 257969 w 603428"/>
                <a:gd name="connsiteY1" fmla="*/ 24755 h 1591646"/>
                <a:gd name="connsiteX2" fmla="*/ 430213 w 603428"/>
                <a:gd name="connsiteY2" fmla="*/ 213669 h 1591646"/>
                <a:gd name="connsiteX3" fmla="*/ 592138 w 603428"/>
                <a:gd name="connsiteY3" fmla="*/ 754212 h 1591646"/>
                <a:gd name="connsiteX4" fmla="*/ 577850 w 603428"/>
                <a:gd name="connsiteY4" fmla="*/ 1228082 h 1591646"/>
                <a:gd name="connsiteX5" fmla="*/ 439738 w 603428"/>
                <a:gd name="connsiteY5" fmla="*/ 1556693 h 1591646"/>
                <a:gd name="connsiteX6" fmla="*/ 258763 w 603428"/>
                <a:gd name="connsiteY6" fmla="*/ 1580506 h 1591646"/>
                <a:gd name="connsiteX7" fmla="*/ 344487 w 603428"/>
                <a:gd name="connsiteY7" fmla="*/ 1440012 h 1591646"/>
                <a:gd name="connsiteX8" fmla="*/ 392113 w 603428"/>
                <a:gd name="connsiteY8" fmla="*/ 1209031 h 1591646"/>
                <a:gd name="connsiteX9" fmla="*/ 415925 w 603428"/>
                <a:gd name="connsiteY9" fmla="*/ 818506 h 1591646"/>
                <a:gd name="connsiteX10" fmla="*/ 311150 w 603428"/>
                <a:gd name="connsiteY10" fmla="*/ 347018 h 1591646"/>
                <a:gd name="connsiteX11" fmla="*/ 0 w 603428"/>
                <a:gd name="connsiteY11" fmla="*/ 35075 h 1591646"/>
                <a:gd name="connsiteX0" fmla="*/ 0 w 597118"/>
                <a:gd name="connsiteY0" fmla="*/ 35075 h 1591646"/>
                <a:gd name="connsiteX1" fmla="*/ 257969 w 597118"/>
                <a:gd name="connsiteY1" fmla="*/ 24755 h 1591646"/>
                <a:gd name="connsiteX2" fmla="*/ 430213 w 597118"/>
                <a:gd name="connsiteY2" fmla="*/ 213669 h 1591646"/>
                <a:gd name="connsiteX3" fmla="*/ 580232 w 597118"/>
                <a:gd name="connsiteY3" fmla="*/ 758975 h 1591646"/>
                <a:gd name="connsiteX4" fmla="*/ 577850 w 597118"/>
                <a:gd name="connsiteY4" fmla="*/ 1228082 h 1591646"/>
                <a:gd name="connsiteX5" fmla="*/ 439738 w 597118"/>
                <a:gd name="connsiteY5" fmla="*/ 1556693 h 1591646"/>
                <a:gd name="connsiteX6" fmla="*/ 258763 w 597118"/>
                <a:gd name="connsiteY6" fmla="*/ 1580506 h 1591646"/>
                <a:gd name="connsiteX7" fmla="*/ 344487 w 597118"/>
                <a:gd name="connsiteY7" fmla="*/ 1440012 h 1591646"/>
                <a:gd name="connsiteX8" fmla="*/ 392113 w 597118"/>
                <a:gd name="connsiteY8" fmla="*/ 1209031 h 1591646"/>
                <a:gd name="connsiteX9" fmla="*/ 415925 w 597118"/>
                <a:gd name="connsiteY9" fmla="*/ 818506 h 1591646"/>
                <a:gd name="connsiteX10" fmla="*/ 311150 w 597118"/>
                <a:gd name="connsiteY10" fmla="*/ 347018 h 1591646"/>
                <a:gd name="connsiteX11" fmla="*/ 0 w 597118"/>
                <a:gd name="connsiteY11" fmla="*/ 35075 h 1591646"/>
                <a:gd name="connsiteX0" fmla="*/ 0 w 598393"/>
                <a:gd name="connsiteY0" fmla="*/ 35075 h 1604645"/>
                <a:gd name="connsiteX1" fmla="*/ 257969 w 598393"/>
                <a:gd name="connsiteY1" fmla="*/ 24755 h 1604645"/>
                <a:gd name="connsiteX2" fmla="*/ 430213 w 598393"/>
                <a:gd name="connsiteY2" fmla="*/ 213669 h 1604645"/>
                <a:gd name="connsiteX3" fmla="*/ 580232 w 598393"/>
                <a:gd name="connsiteY3" fmla="*/ 758975 h 1604645"/>
                <a:gd name="connsiteX4" fmla="*/ 580231 w 598393"/>
                <a:gd name="connsiteY4" fmla="*/ 1132832 h 1604645"/>
                <a:gd name="connsiteX5" fmla="*/ 439738 w 598393"/>
                <a:gd name="connsiteY5" fmla="*/ 1556693 h 1604645"/>
                <a:gd name="connsiteX6" fmla="*/ 258763 w 598393"/>
                <a:gd name="connsiteY6" fmla="*/ 1580506 h 1604645"/>
                <a:gd name="connsiteX7" fmla="*/ 344487 w 598393"/>
                <a:gd name="connsiteY7" fmla="*/ 1440012 h 1604645"/>
                <a:gd name="connsiteX8" fmla="*/ 392113 w 598393"/>
                <a:gd name="connsiteY8" fmla="*/ 1209031 h 1604645"/>
                <a:gd name="connsiteX9" fmla="*/ 415925 w 598393"/>
                <a:gd name="connsiteY9" fmla="*/ 818506 h 1604645"/>
                <a:gd name="connsiteX10" fmla="*/ 311150 w 598393"/>
                <a:gd name="connsiteY10" fmla="*/ 347018 h 1604645"/>
                <a:gd name="connsiteX11" fmla="*/ 0 w 598393"/>
                <a:gd name="connsiteY11" fmla="*/ 35075 h 1604645"/>
                <a:gd name="connsiteX0" fmla="*/ 0 w 593000"/>
                <a:gd name="connsiteY0" fmla="*/ 35075 h 1604645"/>
                <a:gd name="connsiteX1" fmla="*/ 257969 w 593000"/>
                <a:gd name="connsiteY1" fmla="*/ 24755 h 1604645"/>
                <a:gd name="connsiteX2" fmla="*/ 430213 w 593000"/>
                <a:gd name="connsiteY2" fmla="*/ 213669 h 1604645"/>
                <a:gd name="connsiteX3" fmla="*/ 580232 w 593000"/>
                <a:gd name="connsiteY3" fmla="*/ 758975 h 1604645"/>
                <a:gd name="connsiteX4" fmla="*/ 580231 w 593000"/>
                <a:gd name="connsiteY4" fmla="*/ 1132832 h 1604645"/>
                <a:gd name="connsiteX5" fmla="*/ 439738 w 593000"/>
                <a:gd name="connsiteY5" fmla="*/ 1556693 h 1604645"/>
                <a:gd name="connsiteX6" fmla="*/ 258763 w 593000"/>
                <a:gd name="connsiteY6" fmla="*/ 1580506 h 1604645"/>
                <a:gd name="connsiteX7" fmla="*/ 344487 w 593000"/>
                <a:gd name="connsiteY7" fmla="*/ 1440012 h 1604645"/>
                <a:gd name="connsiteX8" fmla="*/ 392113 w 593000"/>
                <a:gd name="connsiteY8" fmla="*/ 1209031 h 1604645"/>
                <a:gd name="connsiteX9" fmla="*/ 415925 w 593000"/>
                <a:gd name="connsiteY9" fmla="*/ 818506 h 1604645"/>
                <a:gd name="connsiteX10" fmla="*/ 311150 w 593000"/>
                <a:gd name="connsiteY10" fmla="*/ 347018 h 1604645"/>
                <a:gd name="connsiteX11" fmla="*/ 0 w 593000"/>
                <a:gd name="connsiteY11" fmla="*/ 35075 h 1604645"/>
                <a:gd name="connsiteX0" fmla="*/ 0 w 585327"/>
                <a:gd name="connsiteY0" fmla="*/ 35075 h 1598513"/>
                <a:gd name="connsiteX1" fmla="*/ 257969 w 585327"/>
                <a:gd name="connsiteY1" fmla="*/ 24755 h 1598513"/>
                <a:gd name="connsiteX2" fmla="*/ 430213 w 585327"/>
                <a:gd name="connsiteY2" fmla="*/ 213669 h 1598513"/>
                <a:gd name="connsiteX3" fmla="*/ 580232 w 585327"/>
                <a:gd name="connsiteY3" fmla="*/ 758975 h 1598513"/>
                <a:gd name="connsiteX4" fmla="*/ 549275 w 585327"/>
                <a:gd name="connsiteY4" fmla="*/ 1232845 h 1598513"/>
                <a:gd name="connsiteX5" fmla="*/ 439738 w 585327"/>
                <a:gd name="connsiteY5" fmla="*/ 1556693 h 1598513"/>
                <a:gd name="connsiteX6" fmla="*/ 258763 w 585327"/>
                <a:gd name="connsiteY6" fmla="*/ 1580506 h 1598513"/>
                <a:gd name="connsiteX7" fmla="*/ 344487 w 585327"/>
                <a:gd name="connsiteY7" fmla="*/ 1440012 h 1598513"/>
                <a:gd name="connsiteX8" fmla="*/ 392113 w 585327"/>
                <a:gd name="connsiteY8" fmla="*/ 1209031 h 1598513"/>
                <a:gd name="connsiteX9" fmla="*/ 415925 w 585327"/>
                <a:gd name="connsiteY9" fmla="*/ 818506 h 1598513"/>
                <a:gd name="connsiteX10" fmla="*/ 311150 w 585327"/>
                <a:gd name="connsiteY10" fmla="*/ 347018 h 1598513"/>
                <a:gd name="connsiteX11" fmla="*/ 0 w 585327"/>
                <a:gd name="connsiteY11" fmla="*/ 35075 h 1598513"/>
                <a:gd name="connsiteX0" fmla="*/ 0 w 585739"/>
                <a:gd name="connsiteY0" fmla="*/ 35075 h 1598513"/>
                <a:gd name="connsiteX1" fmla="*/ 257969 w 585739"/>
                <a:gd name="connsiteY1" fmla="*/ 24755 h 1598513"/>
                <a:gd name="connsiteX2" fmla="*/ 430213 w 585739"/>
                <a:gd name="connsiteY2" fmla="*/ 213669 h 1598513"/>
                <a:gd name="connsiteX3" fmla="*/ 580232 w 585739"/>
                <a:gd name="connsiteY3" fmla="*/ 758975 h 1598513"/>
                <a:gd name="connsiteX4" fmla="*/ 549275 w 585739"/>
                <a:gd name="connsiteY4" fmla="*/ 1232845 h 1598513"/>
                <a:gd name="connsiteX5" fmla="*/ 439738 w 585739"/>
                <a:gd name="connsiteY5" fmla="*/ 1556693 h 1598513"/>
                <a:gd name="connsiteX6" fmla="*/ 258763 w 585739"/>
                <a:gd name="connsiteY6" fmla="*/ 1580506 h 1598513"/>
                <a:gd name="connsiteX7" fmla="*/ 344487 w 585739"/>
                <a:gd name="connsiteY7" fmla="*/ 1440012 h 1598513"/>
                <a:gd name="connsiteX8" fmla="*/ 392113 w 585739"/>
                <a:gd name="connsiteY8" fmla="*/ 1209031 h 1598513"/>
                <a:gd name="connsiteX9" fmla="*/ 415925 w 585739"/>
                <a:gd name="connsiteY9" fmla="*/ 818506 h 1598513"/>
                <a:gd name="connsiteX10" fmla="*/ 311150 w 585739"/>
                <a:gd name="connsiteY10" fmla="*/ 347018 h 1598513"/>
                <a:gd name="connsiteX11" fmla="*/ 0 w 585739"/>
                <a:gd name="connsiteY11" fmla="*/ 35075 h 1598513"/>
                <a:gd name="connsiteX0" fmla="*/ 0 w 586761"/>
                <a:gd name="connsiteY0" fmla="*/ 35075 h 1598513"/>
                <a:gd name="connsiteX1" fmla="*/ 257969 w 586761"/>
                <a:gd name="connsiteY1" fmla="*/ 24755 h 1598513"/>
                <a:gd name="connsiteX2" fmla="*/ 430213 w 586761"/>
                <a:gd name="connsiteY2" fmla="*/ 213669 h 1598513"/>
                <a:gd name="connsiteX3" fmla="*/ 580232 w 586761"/>
                <a:gd name="connsiteY3" fmla="*/ 758975 h 1598513"/>
                <a:gd name="connsiteX4" fmla="*/ 549275 w 586761"/>
                <a:gd name="connsiteY4" fmla="*/ 1232845 h 1598513"/>
                <a:gd name="connsiteX5" fmla="*/ 439738 w 586761"/>
                <a:gd name="connsiteY5" fmla="*/ 1556693 h 1598513"/>
                <a:gd name="connsiteX6" fmla="*/ 258763 w 586761"/>
                <a:gd name="connsiteY6" fmla="*/ 1580506 h 1598513"/>
                <a:gd name="connsiteX7" fmla="*/ 344487 w 586761"/>
                <a:gd name="connsiteY7" fmla="*/ 1440012 h 1598513"/>
                <a:gd name="connsiteX8" fmla="*/ 392113 w 586761"/>
                <a:gd name="connsiteY8" fmla="*/ 1209031 h 1598513"/>
                <a:gd name="connsiteX9" fmla="*/ 415925 w 586761"/>
                <a:gd name="connsiteY9" fmla="*/ 818506 h 1598513"/>
                <a:gd name="connsiteX10" fmla="*/ 311150 w 586761"/>
                <a:gd name="connsiteY10" fmla="*/ 347018 h 1598513"/>
                <a:gd name="connsiteX11" fmla="*/ 0 w 586761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35075 h 1598513"/>
                <a:gd name="connsiteX1" fmla="*/ 257969 w 583009"/>
                <a:gd name="connsiteY1" fmla="*/ 24755 h 1598513"/>
                <a:gd name="connsiteX2" fmla="*/ 430213 w 583009"/>
                <a:gd name="connsiteY2" fmla="*/ 213669 h 1598513"/>
                <a:gd name="connsiteX3" fmla="*/ 580232 w 583009"/>
                <a:gd name="connsiteY3" fmla="*/ 758975 h 1598513"/>
                <a:gd name="connsiteX4" fmla="*/ 549275 w 583009"/>
                <a:gd name="connsiteY4" fmla="*/ 1232845 h 1598513"/>
                <a:gd name="connsiteX5" fmla="*/ 439738 w 583009"/>
                <a:gd name="connsiteY5" fmla="*/ 1556693 h 1598513"/>
                <a:gd name="connsiteX6" fmla="*/ 258763 w 583009"/>
                <a:gd name="connsiteY6" fmla="*/ 1580506 h 1598513"/>
                <a:gd name="connsiteX7" fmla="*/ 344487 w 583009"/>
                <a:gd name="connsiteY7" fmla="*/ 1440012 h 1598513"/>
                <a:gd name="connsiteX8" fmla="*/ 392113 w 583009"/>
                <a:gd name="connsiteY8" fmla="*/ 1209031 h 1598513"/>
                <a:gd name="connsiteX9" fmla="*/ 415925 w 583009"/>
                <a:gd name="connsiteY9" fmla="*/ 818506 h 1598513"/>
                <a:gd name="connsiteX10" fmla="*/ 311150 w 583009"/>
                <a:gd name="connsiteY10" fmla="*/ 347018 h 1598513"/>
                <a:gd name="connsiteX11" fmla="*/ 0 w 583009"/>
                <a:gd name="connsiteY11" fmla="*/ 35075 h 1598513"/>
                <a:gd name="connsiteX0" fmla="*/ 0 w 583009"/>
                <a:gd name="connsiteY0" fmla="*/ 55465 h 1618903"/>
                <a:gd name="connsiteX1" fmla="*/ 257969 w 583009"/>
                <a:gd name="connsiteY1" fmla="*/ 45145 h 1618903"/>
                <a:gd name="connsiteX2" fmla="*/ 430213 w 583009"/>
                <a:gd name="connsiteY2" fmla="*/ 234059 h 1618903"/>
                <a:gd name="connsiteX3" fmla="*/ 580232 w 583009"/>
                <a:gd name="connsiteY3" fmla="*/ 779365 h 1618903"/>
                <a:gd name="connsiteX4" fmla="*/ 549275 w 583009"/>
                <a:gd name="connsiteY4" fmla="*/ 1253235 h 1618903"/>
                <a:gd name="connsiteX5" fmla="*/ 439738 w 583009"/>
                <a:gd name="connsiteY5" fmla="*/ 1577083 h 1618903"/>
                <a:gd name="connsiteX6" fmla="*/ 258763 w 583009"/>
                <a:gd name="connsiteY6" fmla="*/ 1600896 h 1618903"/>
                <a:gd name="connsiteX7" fmla="*/ 344487 w 583009"/>
                <a:gd name="connsiteY7" fmla="*/ 1460402 h 1618903"/>
                <a:gd name="connsiteX8" fmla="*/ 392113 w 583009"/>
                <a:gd name="connsiteY8" fmla="*/ 1229421 h 1618903"/>
                <a:gd name="connsiteX9" fmla="*/ 415925 w 583009"/>
                <a:gd name="connsiteY9" fmla="*/ 838896 h 1618903"/>
                <a:gd name="connsiteX10" fmla="*/ 311150 w 583009"/>
                <a:gd name="connsiteY10" fmla="*/ 367408 h 1618903"/>
                <a:gd name="connsiteX11" fmla="*/ 0 w 583009"/>
                <a:gd name="connsiteY11" fmla="*/ 55465 h 1618903"/>
                <a:gd name="connsiteX0" fmla="*/ 0 w 583009"/>
                <a:gd name="connsiteY0" fmla="*/ 49425 h 1612863"/>
                <a:gd name="connsiteX1" fmla="*/ 257969 w 583009"/>
                <a:gd name="connsiteY1" fmla="*/ 39105 h 1612863"/>
                <a:gd name="connsiteX2" fmla="*/ 430213 w 583009"/>
                <a:gd name="connsiteY2" fmla="*/ 228019 h 1612863"/>
                <a:gd name="connsiteX3" fmla="*/ 580232 w 583009"/>
                <a:gd name="connsiteY3" fmla="*/ 773325 h 1612863"/>
                <a:gd name="connsiteX4" fmla="*/ 549275 w 583009"/>
                <a:gd name="connsiteY4" fmla="*/ 1247195 h 1612863"/>
                <a:gd name="connsiteX5" fmla="*/ 439738 w 583009"/>
                <a:gd name="connsiteY5" fmla="*/ 1571043 h 1612863"/>
                <a:gd name="connsiteX6" fmla="*/ 258763 w 583009"/>
                <a:gd name="connsiteY6" fmla="*/ 1594856 h 1612863"/>
                <a:gd name="connsiteX7" fmla="*/ 344487 w 583009"/>
                <a:gd name="connsiteY7" fmla="*/ 1454362 h 1612863"/>
                <a:gd name="connsiteX8" fmla="*/ 392113 w 583009"/>
                <a:gd name="connsiteY8" fmla="*/ 1223381 h 1612863"/>
                <a:gd name="connsiteX9" fmla="*/ 415925 w 583009"/>
                <a:gd name="connsiteY9" fmla="*/ 832856 h 1612863"/>
                <a:gd name="connsiteX10" fmla="*/ 311150 w 583009"/>
                <a:gd name="connsiteY10" fmla="*/ 361368 h 1612863"/>
                <a:gd name="connsiteX11" fmla="*/ 0 w 583009"/>
                <a:gd name="connsiteY11" fmla="*/ 49425 h 1612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3009" h="1612863">
                  <a:moveTo>
                    <a:pt x="0" y="49425"/>
                  </a:moveTo>
                  <a:cubicBezTo>
                    <a:pt x="130174" y="-36300"/>
                    <a:pt x="186267" y="9339"/>
                    <a:pt x="257969" y="39105"/>
                  </a:cubicBezTo>
                  <a:cubicBezTo>
                    <a:pt x="329671" y="68871"/>
                    <a:pt x="376503" y="105649"/>
                    <a:pt x="430213" y="228019"/>
                  </a:cubicBezTo>
                  <a:cubicBezTo>
                    <a:pt x="483924" y="350389"/>
                    <a:pt x="569913" y="596318"/>
                    <a:pt x="580232" y="773325"/>
                  </a:cubicBezTo>
                  <a:cubicBezTo>
                    <a:pt x="590551" y="950332"/>
                    <a:pt x="570309" y="1126148"/>
                    <a:pt x="549275" y="1247195"/>
                  </a:cubicBezTo>
                  <a:cubicBezTo>
                    <a:pt x="528241" y="1368242"/>
                    <a:pt x="488157" y="1513100"/>
                    <a:pt x="439738" y="1571043"/>
                  </a:cubicBezTo>
                  <a:cubicBezTo>
                    <a:pt x="391319" y="1628987"/>
                    <a:pt x="304006" y="1616287"/>
                    <a:pt x="258763" y="1594856"/>
                  </a:cubicBezTo>
                  <a:cubicBezTo>
                    <a:pt x="296863" y="1549613"/>
                    <a:pt x="322262" y="1516275"/>
                    <a:pt x="344487" y="1454362"/>
                  </a:cubicBezTo>
                  <a:cubicBezTo>
                    <a:pt x="366712" y="1392449"/>
                    <a:pt x="380207" y="1326965"/>
                    <a:pt x="392113" y="1223381"/>
                  </a:cubicBezTo>
                  <a:cubicBezTo>
                    <a:pt x="404019" y="1119797"/>
                    <a:pt x="429419" y="976525"/>
                    <a:pt x="415925" y="832856"/>
                  </a:cubicBezTo>
                  <a:cubicBezTo>
                    <a:pt x="402431" y="689187"/>
                    <a:pt x="349515" y="482415"/>
                    <a:pt x="311150" y="361368"/>
                  </a:cubicBezTo>
                  <a:cubicBezTo>
                    <a:pt x="272785" y="240321"/>
                    <a:pt x="236537" y="109751"/>
                    <a:pt x="0" y="49425"/>
                  </a:cubicBezTo>
                  <a:close/>
                </a:path>
              </a:pathLst>
            </a:custGeom>
            <a:solidFill>
              <a:srgbClr val="E6BB7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2268914" y="2400396"/>
            <a:ext cx="1212639" cy="2384646"/>
            <a:chOff x="2268914" y="2400396"/>
            <a:chExt cx="1212639" cy="2384646"/>
          </a:xfrm>
        </p:grpSpPr>
        <p:grpSp>
          <p:nvGrpSpPr>
            <p:cNvPr id="182" name="组合 181"/>
            <p:cNvGrpSpPr/>
            <p:nvPr/>
          </p:nvGrpSpPr>
          <p:grpSpPr>
            <a:xfrm>
              <a:off x="3073522" y="2400396"/>
              <a:ext cx="403434" cy="96284"/>
              <a:chOff x="6299131" y="2402242"/>
              <a:chExt cx="498875" cy="119062"/>
            </a:xfrm>
          </p:grpSpPr>
          <p:cxnSp>
            <p:nvCxnSpPr>
              <p:cNvPr id="183" name="直接连接符 182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2" name="组合 191"/>
            <p:cNvGrpSpPr/>
            <p:nvPr/>
          </p:nvGrpSpPr>
          <p:grpSpPr>
            <a:xfrm>
              <a:off x="2326975" y="2414058"/>
              <a:ext cx="668605" cy="57208"/>
              <a:chOff x="6331797" y="2971141"/>
              <a:chExt cx="862013" cy="73756"/>
            </a:xfrm>
          </p:grpSpPr>
          <p:sp>
            <p:nvSpPr>
              <p:cNvPr id="193" name="任意多边形 192"/>
              <p:cNvSpPr/>
              <p:nvPr/>
            </p:nvSpPr>
            <p:spPr>
              <a:xfrm>
                <a:off x="6599688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任意多边形 193"/>
              <p:cNvSpPr/>
              <p:nvPr/>
            </p:nvSpPr>
            <p:spPr>
              <a:xfrm>
                <a:off x="6763994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任意多边形 194"/>
              <p:cNvSpPr/>
              <p:nvPr/>
            </p:nvSpPr>
            <p:spPr>
              <a:xfrm>
                <a:off x="6923538" y="2971141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任意多边形 195"/>
              <p:cNvSpPr/>
              <p:nvPr/>
            </p:nvSpPr>
            <p:spPr>
              <a:xfrm>
                <a:off x="6440144" y="2971141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7" name="直接连接符 196"/>
              <p:cNvCxnSpPr/>
              <p:nvPr/>
            </p:nvCxnSpPr>
            <p:spPr>
              <a:xfrm>
                <a:off x="6331797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7083082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组合 198"/>
            <p:cNvGrpSpPr/>
            <p:nvPr/>
          </p:nvGrpSpPr>
          <p:grpSpPr>
            <a:xfrm>
              <a:off x="3078119" y="3021363"/>
              <a:ext cx="403434" cy="96284"/>
              <a:chOff x="6299131" y="2402242"/>
              <a:chExt cx="498875" cy="119062"/>
            </a:xfrm>
          </p:grpSpPr>
          <p:cxnSp>
            <p:nvCxnSpPr>
              <p:cNvPr id="200" name="直接连接符 199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9" name="组合 208"/>
            <p:cNvGrpSpPr/>
            <p:nvPr/>
          </p:nvGrpSpPr>
          <p:grpSpPr>
            <a:xfrm>
              <a:off x="2331572" y="3035024"/>
              <a:ext cx="668605" cy="57208"/>
              <a:chOff x="6331797" y="2971141"/>
              <a:chExt cx="862013" cy="73756"/>
            </a:xfrm>
          </p:grpSpPr>
          <p:sp>
            <p:nvSpPr>
              <p:cNvPr id="210" name="任意多边形 209"/>
              <p:cNvSpPr/>
              <p:nvPr/>
            </p:nvSpPr>
            <p:spPr>
              <a:xfrm>
                <a:off x="6599688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任意多边形 210"/>
              <p:cNvSpPr/>
              <p:nvPr/>
            </p:nvSpPr>
            <p:spPr>
              <a:xfrm>
                <a:off x="6763994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任意多边形 211"/>
              <p:cNvSpPr/>
              <p:nvPr/>
            </p:nvSpPr>
            <p:spPr>
              <a:xfrm>
                <a:off x="6923538" y="2971141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任意多边形 212"/>
              <p:cNvSpPr/>
              <p:nvPr/>
            </p:nvSpPr>
            <p:spPr>
              <a:xfrm>
                <a:off x="6440144" y="2971141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4" name="直接连接符 213"/>
              <p:cNvCxnSpPr/>
              <p:nvPr/>
            </p:nvCxnSpPr>
            <p:spPr>
              <a:xfrm>
                <a:off x="6331797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>
                <a:off x="7083082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组合 215"/>
            <p:cNvGrpSpPr/>
            <p:nvPr/>
          </p:nvGrpSpPr>
          <p:grpSpPr>
            <a:xfrm>
              <a:off x="3066974" y="3577266"/>
              <a:ext cx="403434" cy="96284"/>
              <a:chOff x="6299131" y="2402242"/>
              <a:chExt cx="498875" cy="119062"/>
            </a:xfrm>
          </p:grpSpPr>
          <p:cxnSp>
            <p:nvCxnSpPr>
              <p:cNvPr id="217" name="直接连接符 216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" name="组合 225"/>
            <p:cNvGrpSpPr/>
            <p:nvPr/>
          </p:nvGrpSpPr>
          <p:grpSpPr>
            <a:xfrm>
              <a:off x="2320427" y="3590928"/>
              <a:ext cx="668605" cy="57208"/>
              <a:chOff x="6331797" y="2971141"/>
              <a:chExt cx="862013" cy="73756"/>
            </a:xfrm>
          </p:grpSpPr>
          <p:sp>
            <p:nvSpPr>
              <p:cNvPr id="227" name="任意多边形 226"/>
              <p:cNvSpPr/>
              <p:nvPr/>
            </p:nvSpPr>
            <p:spPr>
              <a:xfrm>
                <a:off x="6599688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任意多边形 227"/>
              <p:cNvSpPr/>
              <p:nvPr/>
            </p:nvSpPr>
            <p:spPr>
              <a:xfrm>
                <a:off x="6763994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任意多边形 228"/>
              <p:cNvSpPr/>
              <p:nvPr/>
            </p:nvSpPr>
            <p:spPr>
              <a:xfrm>
                <a:off x="6923538" y="2971141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任意多边形 229"/>
              <p:cNvSpPr/>
              <p:nvPr/>
            </p:nvSpPr>
            <p:spPr>
              <a:xfrm>
                <a:off x="6440144" y="2971141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1" name="直接连接符 230"/>
              <p:cNvCxnSpPr/>
              <p:nvPr/>
            </p:nvCxnSpPr>
            <p:spPr>
              <a:xfrm>
                <a:off x="6331797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/>
              <p:nvPr/>
            </p:nvCxnSpPr>
            <p:spPr>
              <a:xfrm>
                <a:off x="7083082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3" name="组合 232"/>
            <p:cNvGrpSpPr/>
            <p:nvPr/>
          </p:nvGrpSpPr>
          <p:grpSpPr>
            <a:xfrm>
              <a:off x="3056671" y="4164750"/>
              <a:ext cx="403434" cy="96284"/>
              <a:chOff x="6299131" y="2402242"/>
              <a:chExt cx="498875" cy="119062"/>
            </a:xfrm>
          </p:grpSpPr>
          <p:cxnSp>
            <p:nvCxnSpPr>
              <p:cNvPr id="234" name="直接连接符 233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3" name="组合 242"/>
            <p:cNvGrpSpPr/>
            <p:nvPr/>
          </p:nvGrpSpPr>
          <p:grpSpPr>
            <a:xfrm>
              <a:off x="2310124" y="4178412"/>
              <a:ext cx="668605" cy="57208"/>
              <a:chOff x="6331797" y="2971141"/>
              <a:chExt cx="862013" cy="73756"/>
            </a:xfrm>
          </p:grpSpPr>
          <p:sp>
            <p:nvSpPr>
              <p:cNvPr id="244" name="任意多边形 243"/>
              <p:cNvSpPr/>
              <p:nvPr/>
            </p:nvSpPr>
            <p:spPr>
              <a:xfrm>
                <a:off x="6599688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任意多边形 244"/>
              <p:cNvSpPr/>
              <p:nvPr/>
            </p:nvSpPr>
            <p:spPr>
              <a:xfrm>
                <a:off x="6763994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任意多边形 245"/>
              <p:cNvSpPr/>
              <p:nvPr/>
            </p:nvSpPr>
            <p:spPr>
              <a:xfrm>
                <a:off x="6923538" y="2971141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任意多边形 246"/>
              <p:cNvSpPr/>
              <p:nvPr/>
            </p:nvSpPr>
            <p:spPr>
              <a:xfrm>
                <a:off x="6440144" y="2971141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8" name="直接连接符 247"/>
              <p:cNvCxnSpPr/>
              <p:nvPr/>
            </p:nvCxnSpPr>
            <p:spPr>
              <a:xfrm>
                <a:off x="6331797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/>
              <p:cNvCxnSpPr/>
              <p:nvPr/>
            </p:nvCxnSpPr>
            <p:spPr>
              <a:xfrm>
                <a:off x="7083082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0" name="组合 249"/>
            <p:cNvGrpSpPr/>
            <p:nvPr/>
          </p:nvGrpSpPr>
          <p:grpSpPr>
            <a:xfrm>
              <a:off x="3015461" y="4688758"/>
              <a:ext cx="403434" cy="96284"/>
              <a:chOff x="6299131" y="2402242"/>
              <a:chExt cx="498875" cy="119062"/>
            </a:xfrm>
          </p:grpSpPr>
          <p:cxnSp>
            <p:nvCxnSpPr>
              <p:cNvPr id="251" name="直接连接符 250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组合 259"/>
            <p:cNvGrpSpPr/>
            <p:nvPr/>
          </p:nvGrpSpPr>
          <p:grpSpPr>
            <a:xfrm>
              <a:off x="2268914" y="4702420"/>
              <a:ext cx="668605" cy="57208"/>
              <a:chOff x="6331797" y="2971141"/>
              <a:chExt cx="862013" cy="73756"/>
            </a:xfrm>
          </p:grpSpPr>
          <p:sp>
            <p:nvSpPr>
              <p:cNvPr id="261" name="任意多边形 260"/>
              <p:cNvSpPr/>
              <p:nvPr/>
            </p:nvSpPr>
            <p:spPr>
              <a:xfrm>
                <a:off x="6599688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任意多边形 261"/>
              <p:cNvSpPr/>
              <p:nvPr/>
            </p:nvSpPr>
            <p:spPr>
              <a:xfrm>
                <a:off x="6763994" y="2971141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任意多边形 262"/>
              <p:cNvSpPr/>
              <p:nvPr/>
            </p:nvSpPr>
            <p:spPr>
              <a:xfrm>
                <a:off x="6923538" y="2971141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任意多边形 263"/>
              <p:cNvSpPr/>
              <p:nvPr/>
            </p:nvSpPr>
            <p:spPr>
              <a:xfrm>
                <a:off x="6440144" y="2971141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rgbClr val="FF0000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rgbClr val="FF0000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5" name="直接连接符 264"/>
              <p:cNvCxnSpPr/>
              <p:nvPr/>
            </p:nvCxnSpPr>
            <p:spPr>
              <a:xfrm>
                <a:off x="6331797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/>
              <p:cNvCxnSpPr/>
              <p:nvPr/>
            </p:nvCxnSpPr>
            <p:spPr>
              <a:xfrm>
                <a:off x="7083082" y="3023466"/>
                <a:ext cx="110728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1" name="组合 420"/>
          <p:cNvGrpSpPr/>
          <p:nvPr/>
        </p:nvGrpSpPr>
        <p:grpSpPr>
          <a:xfrm>
            <a:off x="4567950" y="3328233"/>
            <a:ext cx="3533158" cy="585678"/>
            <a:chOff x="4926298" y="3241734"/>
            <a:chExt cx="3533158" cy="585678"/>
          </a:xfrm>
        </p:grpSpPr>
        <p:grpSp>
          <p:nvGrpSpPr>
            <p:cNvPr id="268" name="组合 267"/>
            <p:cNvGrpSpPr/>
            <p:nvPr/>
          </p:nvGrpSpPr>
          <p:grpSpPr>
            <a:xfrm>
              <a:off x="5341067" y="3408926"/>
              <a:ext cx="223985" cy="159060"/>
              <a:chOff x="5612081" y="2321455"/>
              <a:chExt cx="411164" cy="291983"/>
            </a:xfrm>
          </p:grpSpPr>
          <p:cxnSp>
            <p:nvCxnSpPr>
              <p:cNvPr id="269" name="直接连接符 268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3" name="矩形 272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94" name="直接连接符 293"/>
            <p:cNvCxnSpPr/>
            <p:nvPr/>
          </p:nvCxnSpPr>
          <p:spPr>
            <a:xfrm flipV="1">
              <a:off x="4926298" y="3244255"/>
              <a:ext cx="3440" cy="24281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/>
          </p:nvCxnSpPr>
          <p:spPr>
            <a:xfrm>
              <a:off x="4926361" y="3484549"/>
              <a:ext cx="4173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/>
            <p:nvPr/>
          </p:nvCxnSpPr>
          <p:spPr>
            <a:xfrm>
              <a:off x="5561466" y="3485861"/>
              <a:ext cx="32750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/>
          </p:nvCxnSpPr>
          <p:spPr>
            <a:xfrm flipV="1">
              <a:off x="5885361" y="3241734"/>
              <a:ext cx="3440" cy="24281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8" name="组合 297"/>
            <p:cNvGrpSpPr/>
            <p:nvPr/>
          </p:nvGrpSpPr>
          <p:grpSpPr>
            <a:xfrm>
              <a:off x="6411754" y="3412385"/>
              <a:ext cx="223985" cy="159060"/>
              <a:chOff x="5612081" y="2321455"/>
              <a:chExt cx="411164" cy="291983"/>
            </a:xfrm>
          </p:grpSpPr>
          <p:cxnSp>
            <p:nvCxnSpPr>
              <p:cNvPr id="299" name="直接连接符 298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直接连接符 299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 301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3" name="矩形 302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24" name="直接连接符 323"/>
            <p:cNvCxnSpPr/>
            <p:nvPr/>
          </p:nvCxnSpPr>
          <p:spPr>
            <a:xfrm flipV="1">
              <a:off x="5996985" y="3247714"/>
              <a:ext cx="3440" cy="24281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/>
            <p:cNvCxnSpPr/>
            <p:nvPr/>
          </p:nvCxnSpPr>
          <p:spPr>
            <a:xfrm>
              <a:off x="5997048" y="3488008"/>
              <a:ext cx="4173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/>
            <p:cNvCxnSpPr/>
            <p:nvPr/>
          </p:nvCxnSpPr>
          <p:spPr>
            <a:xfrm>
              <a:off x="6632153" y="3489320"/>
              <a:ext cx="32750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/>
            <p:cNvCxnSpPr/>
            <p:nvPr/>
          </p:nvCxnSpPr>
          <p:spPr>
            <a:xfrm flipV="1">
              <a:off x="6956048" y="3245193"/>
              <a:ext cx="3440" cy="24281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8" name="组合 327"/>
            <p:cNvGrpSpPr/>
            <p:nvPr/>
          </p:nvGrpSpPr>
          <p:grpSpPr>
            <a:xfrm>
              <a:off x="7911553" y="3414159"/>
              <a:ext cx="223985" cy="159060"/>
              <a:chOff x="5612081" y="2321455"/>
              <a:chExt cx="411164" cy="291983"/>
            </a:xfrm>
          </p:grpSpPr>
          <p:cxnSp>
            <p:nvCxnSpPr>
              <p:cNvPr id="329" name="直接连接符 328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3" name="矩形 332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54" name="直接连接符 353"/>
            <p:cNvCxnSpPr/>
            <p:nvPr/>
          </p:nvCxnSpPr>
          <p:spPr>
            <a:xfrm flipV="1">
              <a:off x="7496784" y="3249489"/>
              <a:ext cx="3440" cy="24281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/>
            <p:cNvCxnSpPr/>
            <p:nvPr/>
          </p:nvCxnSpPr>
          <p:spPr>
            <a:xfrm>
              <a:off x="7496847" y="3489782"/>
              <a:ext cx="4173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连接符 355"/>
            <p:cNvCxnSpPr/>
            <p:nvPr/>
          </p:nvCxnSpPr>
          <p:spPr>
            <a:xfrm>
              <a:off x="8131952" y="3491095"/>
              <a:ext cx="32750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接连接符 356"/>
            <p:cNvCxnSpPr/>
            <p:nvPr/>
          </p:nvCxnSpPr>
          <p:spPr>
            <a:xfrm flipV="1">
              <a:off x="8455848" y="3246967"/>
              <a:ext cx="3440" cy="24281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文本框 358"/>
            <p:cNvSpPr txBox="1"/>
            <p:nvPr/>
          </p:nvSpPr>
          <p:spPr>
            <a:xfrm>
              <a:off x="5249158" y="3565802"/>
              <a:ext cx="3642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文本框 361"/>
            <p:cNvSpPr txBox="1"/>
            <p:nvPr/>
          </p:nvSpPr>
          <p:spPr>
            <a:xfrm>
              <a:off x="6316532" y="3565802"/>
              <a:ext cx="3642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文本框 364"/>
            <p:cNvSpPr txBox="1"/>
            <p:nvPr/>
          </p:nvSpPr>
          <p:spPr>
            <a:xfrm>
              <a:off x="7821011" y="3565802"/>
              <a:ext cx="3642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9" name="组合 368"/>
          <p:cNvGrpSpPr/>
          <p:nvPr/>
        </p:nvGrpSpPr>
        <p:grpSpPr>
          <a:xfrm>
            <a:off x="4447094" y="3068744"/>
            <a:ext cx="3739913" cy="296544"/>
            <a:chOff x="4805442" y="2982245"/>
            <a:chExt cx="3739913" cy="296544"/>
          </a:xfrm>
        </p:grpSpPr>
        <p:grpSp>
          <p:nvGrpSpPr>
            <p:cNvPr id="274" name="组合 273"/>
            <p:cNvGrpSpPr/>
            <p:nvPr/>
          </p:nvGrpSpPr>
          <p:grpSpPr>
            <a:xfrm>
              <a:off x="5531306" y="3208696"/>
              <a:ext cx="271766" cy="64860"/>
              <a:chOff x="6299131" y="2402242"/>
              <a:chExt cx="498875" cy="119062"/>
            </a:xfrm>
          </p:grpSpPr>
          <p:cxnSp>
            <p:nvCxnSpPr>
              <p:cNvPr id="275" name="直接连接符 274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4" name="组合 283"/>
            <p:cNvGrpSpPr/>
            <p:nvPr/>
          </p:nvGrpSpPr>
          <p:grpSpPr>
            <a:xfrm>
              <a:off x="4977399" y="3212223"/>
              <a:ext cx="469588" cy="40179"/>
              <a:chOff x="1493467" y="1883870"/>
              <a:chExt cx="862013" cy="73756"/>
            </a:xfrm>
          </p:grpSpPr>
          <p:sp>
            <p:nvSpPr>
              <p:cNvPr id="285" name="任意多边形 284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" name="任意多边形 285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" name="任意多边形 286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任意多边形 287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9" name="直接连接符 288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1" name="直接连接符 290"/>
            <p:cNvCxnSpPr/>
            <p:nvPr/>
          </p:nvCxnSpPr>
          <p:spPr>
            <a:xfrm>
              <a:off x="4805442" y="3241184"/>
              <a:ext cx="17179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5445407" y="3240728"/>
              <a:ext cx="8589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>
              <a:off x="5803072" y="3242284"/>
              <a:ext cx="17179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4" name="组合 303"/>
            <p:cNvGrpSpPr/>
            <p:nvPr/>
          </p:nvGrpSpPr>
          <p:grpSpPr>
            <a:xfrm>
              <a:off x="6601993" y="3212155"/>
              <a:ext cx="271766" cy="64860"/>
              <a:chOff x="6299131" y="2402242"/>
              <a:chExt cx="498875" cy="119062"/>
            </a:xfrm>
          </p:grpSpPr>
          <p:cxnSp>
            <p:nvCxnSpPr>
              <p:cNvPr id="305" name="直接连接符 304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 307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 308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直接连接符 309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 310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直接连接符 311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 312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4" name="组合 313"/>
            <p:cNvGrpSpPr/>
            <p:nvPr/>
          </p:nvGrpSpPr>
          <p:grpSpPr>
            <a:xfrm>
              <a:off x="6048086" y="3215683"/>
              <a:ext cx="469588" cy="40179"/>
              <a:chOff x="1493467" y="1883870"/>
              <a:chExt cx="862013" cy="73756"/>
            </a:xfrm>
          </p:grpSpPr>
          <p:sp>
            <p:nvSpPr>
              <p:cNvPr id="315" name="任意多边形 314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" name="任意多边形 315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任意多边形 316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" name="任意多边形 317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9" name="直接连接符 318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直接连接符 319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1" name="直接连接符 320"/>
            <p:cNvCxnSpPr/>
            <p:nvPr/>
          </p:nvCxnSpPr>
          <p:spPr>
            <a:xfrm>
              <a:off x="5876129" y="3242262"/>
              <a:ext cx="17179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/>
            <p:cNvCxnSpPr/>
            <p:nvPr/>
          </p:nvCxnSpPr>
          <p:spPr>
            <a:xfrm>
              <a:off x="6516094" y="3244187"/>
              <a:ext cx="8589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连接符 322"/>
            <p:cNvCxnSpPr/>
            <p:nvPr/>
          </p:nvCxnSpPr>
          <p:spPr>
            <a:xfrm>
              <a:off x="6873759" y="3245743"/>
              <a:ext cx="17179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4" name="组合 333"/>
            <p:cNvGrpSpPr/>
            <p:nvPr/>
          </p:nvGrpSpPr>
          <p:grpSpPr>
            <a:xfrm>
              <a:off x="8101792" y="3213929"/>
              <a:ext cx="271766" cy="64860"/>
              <a:chOff x="6299131" y="2402242"/>
              <a:chExt cx="498875" cy="119062"/>
            </a:xfrm>
          </p:grpSpPr>
          <p:cxnSp>
            <p:nvCxnSpPr>
              <p:cNvPr id="335" name="直接连接符 334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直接连接符 336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接连接符 337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 338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直接连接符 339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接连接符 340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直接连接符 342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4" name="组合 343"/>
            <p:cNvGrpSpPr/>
            <p:nvPr/>
          </p:nvGrpSpPr>
          <p:grpSpPr>
            <a:xfrm>
              <a:off x="7547885" y="3217457"/>
              <a:ext cx="469588" cy="40179"/>
              <a:chOff x="1493467" y="1883870"/>
              <a:chExt cx="862013" cy="73756"/>
            </a:xfrm>
          </p:grpSpPr>
          <p:sp>
            <p:nvSpPr>
              <p:cNvPr id="345" name="任意多边形 344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任意多边形 345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" name="任意多边形 346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任意多边形 347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9" name="直接连接符 348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1" name="直接连接符 350"/>
            <p:cNvCxnSpPr/>
            <p:nvPr/>
          </p:nvCxnSpPr>
          <p:spPr>
            <a:xfrm>
              <a:off x="7455694" y="3246417"/>
              <a:ext cx="9203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/>
            <p:cNvCxnSpPr/>
            <p:nvPr/>
          </p:nvCxnSpPr>
          <p:spPr>
            <a:xfrm>
              <a:off x="8015894" y="3245961"/>
              <a:ext cx="8589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接连接符 352"/>
            <p:cNvCxnSpPr/>
            <p:nvPr/>
          </p:nvCxnSpPr>
          <p:spPr>
            <a:xfrm>
              <a:off x="8373558" y="3247518"/>
              <a:ext cx="17179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/>
            <p:cNvCxnSpPr/>
            <p:nvPr/>
          </p:nvCxnSpPr>
          <p:spPr>
            <a:xfrm>
              <a:off x="6997083" y="3245665"/>
              <a:ext cx="422024" cy="0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文本框 359"/>
            <p:cNvSpPr txBox="1"/>
            <p:nvPr/>
          </p:nvSpPr>
          <p:spPr>
            <a:xfrm>
              <a:off x="5054610" y="2982245"/>
              <a:ext cx="3609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1" name="文本框 360"/>
            <p:cNvSpPr txBox="1"/>
            <p:nvPr/>
          </p:nvSpPr>
          <p:spPr>
            <a:xfrm>
              <a:off x="5507757" y="2982245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文本框 362"/>
            <p:cNvSpPr txBox="1"/>
            <p:nvPr/>
          </p:nvSpPr>
          <p:spPr>
            <a:xfrm>
              <a:off x="6121984" y="2982245"/>
              <a:ext cx="3609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文本框 363"/>
            <p:cNvSpPr txBox="1"/>
            <p:nvPr/>
          </p:nvSpPr>
          <p:spPr>
            <a:xfrm>
              <a:off x="6575131" y="2982245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文本框 365"/>
            <p:cNvSpPr txBox="1"/>
            <p:nvPr/>
          </p:nvSpPr>
          <p:spPr>
            <a:xfrm>
              <a:off x="7626463" y="2982245"/>
              <a:ext cx="3609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文本框 366"/>
            <p:cNvSpPr txBox="1"/>
            <p:nvPr/>
          </p:nvSpPr>
          <p:spPr>
            <a:xfrm>
              <a:off x="8079610" y="2982245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△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0" name="组合 419"/>
          <p:cNvGrpSpPr/>
          <p:nvPr/>
        </p:nvGrpSpPr>
        <p:grpSpPr>
          <a:xfrm>
            <a:off x="2092517" y="2391964"/>
            <a:ext cx="1825000" cy="2240663"/>
            <a:chOff x="2092517" y="2391964"/>
            <a:chExt cx="1825000" cy="2240663"/>
          </a:xfrm>
        </p:grpSpPr>
        <p:grpSp>
          <p:nvGrpSpPr>
            <p:cNvPr id="394" name="组合 393"/>
            <p:cNvGrpSpPr/>
            <p:nvPr/>
          </p:nvGrpSpPr>
          <p:grpSpPr>
            <a:xfrm>
              <a:off x="2092517" y="2471264"/>
              <a:ext cx="281930" cy="2161363"/>
              <a:chOff x="1386831" y="2524841"/>
              <a:chExt cx="281930" cy="2161363"/>
            </a:xfrm>
          </p:grpSpPr>
          <p:grpSp>
            <p:nvGrpSpPr>
              <p:cNvPr id="370" name="组合 369"/>
              <p:cNvGrpSpPr/>
              <p:nvPr/>
            </p:nvGrpSpPr>
            <p:grpSpPr>
              <a:xfrm>
                <a:off x="1386831" y="2524841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371" name="直接连接符 370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直接连接符 371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直接连接符 372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直接连接符 373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5" name="矩形 374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76" name="组合 375"/>
              <p:cNvGrpSpPr/>
              <p:nvPr/>
            </p:nvGrpSpPr>
            <p:grpSpPr>
              <a:xfrm>
                <a:off x="1386831" y="3145808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377" name="直接连接符 376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接连接符 377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接连接符 378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直接连接符 379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1" name="矩形 380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2" name="组合 381"/>
              <p:cNvGrpSpPr/>
              <p:nvPr/>
            </p:nvGrpSpPr>
            <p:grpSpPr>
              <a:xfrm>
                <a:off x="1386831" y="3686472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383" name="直接连接符 382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接连接符 383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直接连接符 384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接连接符 385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7" name="矩形 386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8" name="组合 387"/>
              <p:cNvGrpSpPr/>
              <p:nvPr/>
            </p:nvGrpSpPr>
            <p:grpSpPr>
              <a:xfrm>
                <a:off x="1386831" y="4289196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389" name="直接连接符 388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直接连接符 389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直接连接符 390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直接连接符 391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3" name="矩形 392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395" name="组合 394"/>
            <p:cNvGrpSpPr/>
            <p:nvPr/>
          </p:nvGrpSpPr>
          <p:grpSpPr>
            <a:xfrm>
              <a:off x="3635587" y="2391964"/>
              <a:ext cx="281930" cy="2161363"/>
              <a:chOff x="1386831" y="2524841"/>
              <a:chExt cx="281930" cy="2161363"/>
            </a:xfrm>
          </p:grpSpPr>
          <p:grpSp>
            <p:nvGrpSpPr>
              <p:cNvPr id="396" name="组合 395"/>
              <p:cNvGrpSpPr/>
              <p:nvPr/>
            </p:nvGrpSpPr>
            <p:grpSpPr>
              <a:xfrm>
                <a:off x="1386831" y="2524841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415" name="直接连接符 414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直接连接符 415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直接连接符 416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直接连接符 417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9" name="矩形 418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7" name="组合 396"/>
              <p:cNvGrpSpPr/>
              <p:nvPr/>
            </p:nvGrpSpPr>
            <p:grpSpPr>
              <a:xfrm>
                <a:off x="1386831" y="3145808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410" name="直接连接符 409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直接连接符 410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直接连接符 411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直接连接符 412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4" name="矩形 413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8" name="组合 397"/>
              <p:cNvGrpSpPr/>
              <p:nvPr/>
            </p:nvGrpSpPr>
            <p:grpSpPr>
              <a:xfrm>
                <a:off x="1386831" y="3686472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405" name="直接连接符 404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直接连接符 405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直接连接符 406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直接连接符 407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9" name="矩形 408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9" name="组合 398"/>
              <p:cNvGrpSpPr/>
              <p:nvPr/>
            </p:nvGrpSpPr>
            <p:grpSpPr>
              <a:xfrm>
                <a:off x="1386831" y="4289196"/>
                <a:ext cx="281930" cy="397008"/>
                <a:chOff x="5239545" y="3430232"/>
                <a:chExt cx="291983" cy="411164"/>
              </a:xfrm>
            </p:grpSpPr>
            <p:cxnSp>
              <p:nvCxnSpPr>
                <p:cNvPr id="400" name="直接连接符 399"/>
                <p:cNvCxnSpPr/>
                <p:nvPr/>
              </p:nvCxnSpPr>
              <p:spPr>
                <a:xfrm rot="5400000">
                  <a:off x="5385537" y="3440610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直接连接符 400"/>
                <p:cNvCxnSpPr/>
                <p:nvPr/>
              </p:nvCxnSpPr>
              <p:spPr>
                <a:xfrm rot="5400000">
                  <a:off x="5385537" y="3539035"/>
                  <a:ext cx="0" cy="291983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直接连接符 401"/>
                <p:cNvCxnSpPr/>
                <p:nvPr/>
              </p:nvCxnSpPr>
              <p:spPr>
                <a:xfrm rot="5400000" flipH="1">
                  <a:off x="5312115" y="3763211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直接连接符 402"/>
                <p:cNvCxnSpPr/>
                <p:nvPr/>
              </p:nvCxnSpPr>
              <p:spPr>
                <a:xfrm rot="5400000" flipH="1">
                  <a:off x="5313026" y="3508416"/>
                  <a:ext cx="156369" cy="1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4" name="矩形 403"/>
                <p:cNvSpPr/>
                <p:nvPr/>
              </p:nvSpPr>
              <p:spPr>
                <a:xfrm rot="5400000">
                  <a:off x="5336324" y="3489822"/>
                  <a:ext cx="98426" cy="291983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461" name="组合 460"/>
          <p:cNvGrpSpPr/>
          <p:nvPr/>
        </p:nvGrpSpPr>
        <p:grpSpPr>
          <a:xfrm>
            <a:off x="9094084" y="2947249"/>
            <a:ext cx="2653848" cy="1041015"/>
            <a:chOff x="5404723" y="4419146"/>
            <a:chExt cx="3280031" cy="1286645"/>
          </a:xfrm>
        </p:grpSpPr>
        <p:grpSp>
          <p:nvGrpSpPr>
            <p:cNvPr id="422" name="组合 421"/>
            <p:cNvGrpSpPr/>
            <p:nvPr/>
          </p:nvGrpSpPr>
          <p:grpSpPr>
            <a:xfrm>
              <a:off x="5404723" y="4591401"/>
              <a:ext cx="3280031" cy="630227"/>
              <a:chOff x="5538267" y="2957933"/>
              <a:chExt cx="3280031" cy="630227"/>
            </a:xfrm>
          </p:grpSpPr>
          <p:cxnSp>
            <p:nvCxnSpPr>
              <p:cNvPr id="423" name="直接连接符 422"/>
              <p:cNvCxnSpPr/>
              <p:nvPr/>
            </p:nvCxnSpPr>
            <p:spPr>
              <a:xfrm flipV="1">
                <a:off x="6711843" y="3549450"/>
                <a:ext cx="495487" cy="110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直接连接符 423"/>
              <p:cNvCxnSpPr/>
              <p:nvPr/>
            </p:nvCxnSpPr>
            <p:spPr>
              <a:xfrm flipV="1">
                <a:off x="5611333" y="3551235"/>
                <a:ext cx="495487" cy="110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直接连接符 424"/>
              <p:cNvCxnSpPr/>
              <p:nvPr/>
            </p:nvCxnSpPr>
            <p:spPr>
              <a:xfrm flipV="1">
                <a:off x="8254574" y="3548343"/>
                <a:ext cx="495487" cy="110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直接连接符 425"/>
              <p:cNvCxnSpPr/>
              <p:nvPr/>
            </p:nvCxnSpPr>
            <p:spPr>
              <a:xfrm>
                <a:off x="5938301" y="2957933"/>
                <a:ext cx="996292" cy="110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接连接符 426"/>
              <p:cNvCxnSpPr/>
              <p:nvPr/>
            </p:nvCxnSpPr>
            <p:spPr>
              <a:xfrm>
                <a:off x="7431533" y="2958018"/>
                <a:ext cx="1037113" cy="9023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直接连接符 427"/>
              <p:cNvCxnSpPr/>
              <p:nvPr/>
            </p:nvCxnSpPr>
            <p:spPr>
              <a:xfrm flipV="1">
                <a:off x="5931074" y="2959125"/>
                <a:ext cx="8347" cy="589219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接连接符 428"/>
              <p:cNvCxnSpPr/>
              <p:nvPr/>
            </p:nvCxnSpPr>
            <p:spPr>
              <a:xfrm flipV="1">
                <a:off x="8460297" y="2962016"/>
                <a:ext cx="8347" cy="589219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" name="椭圆 429"/>
              <p:cNvSpPr/>
              <p:nvPr/>
            </p:nvSpPr>
            <p:spPr>
              <a:xfrm>
                <a:off x="5538267" y="3517287"/>
                <a:ext cx="70873" cy="7087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1" name="椭圆 430"/>
              <p:cNvSpPr/>
              <p:nvPr/>
            </p:nvSpPr>
            <p:spPr>
              <a:xfrm>
                <a:off x="8747425" y="3512906"/>
                <a:ext cx="70873" cy="7087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2" name="组合 431"/>
            <p:cNvGrpSpPr/>
            <p:nvPr/>
          </p:nvGrpSpPr>
          <p:grpSpPr>
            <a:xfrm>
              <a:off x="6599088" y="4419146"/>
              <a:ext cx="698900" cy="715682"/>
              <a:chOff x="6732632" y="2785678"/>
              <a:chExt cx="698900" cy="715682"/>
            </a:xfrm>
          </p:grpSpPr>
          <p:grpSp>
            <p:nvGrpSpPr>
              <p:cNvPr id="433" name="组合 432"/>
              <p:cNvGrpSpPr/>
              <p:nvPr/>
            </p:nvGrpSpPr>
            <p:grpSpPr>
              <a:xfrm>
                <a:off x="6932016" y="2785678"/>
                <a:ext cx="499516" cy="354725"/>
                <a:chOff x="5612081" y="2321455"/>
                <a:chExt cx="411164" cy="291983"/>
              </a:xfrm>
            </p:grpSpPr>
            <p:cxnSp>
              <p:nvCxnSpPr>
                <p:cNvPr id="435" name="直接连接符 434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直接连接符 435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直接连接符 436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接连接符 437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9" name="矩形 438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34" name="文本框 433"/>
              <p:cNvSpPr txBox="1"/>
              <p:nvPr/>
            </p:nvSpPr>
            <p:spPr>
              <a:xfrm>
                <a:off x="6732632" y="3013133"/>
                <a:ext cx="447541" cy="4882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40" name="组合 439"/>
            <p:cNvGrpSpPr/>
            <p:nvPr/>
          </p:nvGrpSpPr>
          <p:grpSpPr>
            <a:xfrm>
              <a:off x="5972224" y="5111703"/>
              <a:ext cx="640030" cy="594088"/>
              <a:chOff x="6105768" y="3478235"/>
              <a:chExt cx="640030" cy="594088"/>
            </a:xfrm>
          </p:grpSpPr>
          <p:grpSp>
            <p:nvGrpSpPr>
              <p:cNvPr id="441" name="组合 440"/>
              <p:cNvGrpSpPr/>
              <p:nvPr/>
            </p:nvGrpSpPr>
            <p:grpSpPr>
              <a:xfrm>
                <a:off x="6105768" y="3478235"/>
                <a:ext cx="606075" cy="144646"/>
                <a:chOff x="6299131" y="2402242"/>
                <a:chExt cx="498875" cy="119062"/>
              </a:xfrm>
            </p:grpSpPr>
            <p:cxnSp>
              <p:nvCxnSpPr>
                <p:cNvPr id="443" name="直接连接符 442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直接连接符 443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直接连接符 444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直接连接符 445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直接连接符 446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直接连接符 447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直接连接符 448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直接连接符 449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直接连接符 450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2" name="文本框 441"/>
              <p:cNvSpPr txBox="1"/>
              <p:nvPr/>
            </p:nvSpPr>
            <p:spPr>
              <a:xfrm>
                <a:off x="6302495" y="3584096"/>
                <a:ext cx="443303" cy="4882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2" name="组合 451"/>
            <p:cNvGrpSpPr/>
            <p:nvPr/>
          </p:nvGrpSpPr>
          <p:grpSpPr>
            <a:xfrm>
              <a:off x="7073785" y="5120456"/>
              <a:ext cx="1047245" cy="585335"/>
              <a:chOff x="7207329" y="3486988"/>
              <a:chExt cx="1047245" cy="585335"/>
            </a:xfrm>
          </p:grpSpPr>
          <p:grpSp>
            <p:nvGrpSpPr>
              <p:cNvPr id="453" name="组合 452"/>
              <p:cNvGrpSpPr/>
              <p:nvPr/>
            </p:nvGrpSpPr>
            <p:grpSpPr>
              <a:xfrm>
                <a:off x="7207329" y="3486988"/>
                <a:ext cx="1047245" cy="89604"/>
                <a:chOff x="1493467" y="1883870"/>
                <a:chExt cx="862013" cy="73756"/>
              </a:xfrm>
            </p:grpSpPr>
            <p:sp>
              <p:nvSpPr>
                <p:cNvPr id="455" name="任意多边形 454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6" name="任意多边形 455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7" name="任意多边形 456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8" name="任意多边形 457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9" name="直接连接符 458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直接连接符 459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4" name="文本框 453"/>
              <p:cNvSpPr txBox="1"/>
              <p:nvPr/>
            </p:nvSpPr>
            <p:spPr>
              <a:xfrm>
                <a:off x="7632592" y="3584096"/>
                <a:ext cx="400922" cy="4882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62" name="右箭头 461"/>
          <p:cNvSpPr/>
          <p:nvPr/>
        </p:nvSpPr>
        <p:spPr>
          <a:xfrm>
            <a:off x="8537989" y="3331860"/>
            <a:ext cx="271849" cy="194280"/>
          </a:xfrm>
          <a:prstGeom prst="rightArrow">
            <a:avLst/>
          </a:prstGeom>
          <a:solidFill>
            <a:schemeClr val="tx1"/>
          </a:solidFill>
          <a:ln cmpd="dbl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906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71"/>
    </mc:Choice>
    <mc:Fallback xmlns="">
      <p:transition spd="slow" advTm="117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6385" y="702102"/>
            <a:ext cx="1699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</a:p>
        </p:txBody>
      </p:sp>
      <p:sp>
        <p:nvSpPr>
          <p:cNvPr id="3" name="矩形 2"/>
          <p:cNvSpPr/>
          <p:nvPr/>
        </p:nvSpPr>
        <p:spPr>
          <a:xfrm>
            <a:off x="1551709" y="1637437"/>
            <a:ext cx="919941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可以得到电感的频率特性曲线，电感在不同频率下的表现。</a:t>
            </a:r>
          </a:p>
        </p:txBody>
      </p:sp>
      <p:sp>
        <p:nvSpPr>
          <p:cNvPr id="4" name="矩形 3"/>
          <p:cNvSpPr/>
          <p:nvPr/>
        </p:nvSpPr>
        <p:spPr>
          <a:xfrm>
            <a:off x="1551709" y="4922053"/>
            <a:ext cx="8164816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有助于理解怎么样绕制的电感寄生电容比较小，谐振频率比较高。</a:t>
            </a:r>
          </a:p>
        </p:txBody>
      </p:sp>
      <p:sp>
        <p:nvSpPr>
          <p:cNvPr id="5" name="矩形 4"/>
          <p:cNvSpPr/>
          <p:nvPr/>
        </p:nvSpPr>
        <p:spPr>
          <a:xfrm>
            <a:off x="1551709" y="5558138"/>
            <a:ext cx="10210799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电感越小，谐振频率越高：电感越大，那么匝数越多，寄生电容越大，所以谐振频率也低。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3851741" y="2337022"/>
            <a:ext cx="4488519" cy="2402754"/>
            <a:chOff x="3981914" y="2337022"/>
            <a:chExt cx="4488519" cy="2402754"/>
          </a:xfrm>
        </p:grpSpPr>
        <p:cxnSp>
          <p:nvCxnSpPr>
            <p:cNvPr id="43" name="直接连接符 42"/>
            <p:cNvCxnSpPr/>
            <p:nvPr/>
          </p:nvCxnSpPr>
          <p:spPr>
            <a:xfrm flipV="1">
              <a:off x="4702450" y="2860577"/>
              <a:ext cx="2466661" cy="1114705"/>
            </a:xfrm>
            <a:prstGeom prst="line">
              <a:avLst/>
            </a:prstGeom>
            <a:ln w="12700">
              <a:solidFill>
                <a:srgbClr val="00B0F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任意多边形 43"/>
            <p:cNvSpPr/>
            <p:nvPr/>
          </p:nvSpPr>
          <p:spPr>
            <a:xfrm>
              <a:off x="4706216" y="2539451"/>
              <a:ext cx="2462895" cy="1433240"/>
            </a:xfrm>
            <a:custGeom>
              <a:avLst/>
              <a:gdLst>
                <a:gd name="connsiteX0" fmla="*/ 0 w 4983480"/>
                <a:gd name="connsiteY0" fmla="*/ 2903543 h 2903543"/>
                <a:gd name="connsiteX1" fmla="*/ 2385060 w 4983480"/>
                <a:gd name="connsiteY1" fmla="*/ 1844363 h 2903543"/>
                <a:gd name="connsiteX2" fmla="*/ 2956560 w 4983480"/>
                <a:gd name="connsiteY2" fmla="*/ 1432883 h 2903543"/>
                <a:gd name="connsiteX3" fmla="*/ 3101340 w 4983480"/>
                <a:gd name="connsiteY3" fmla="*/ 632783 h 2903543"/>
                <a:gd name="connsiteX4" fmla="*/ 3124200 w 4983480"/>
                <a:gd name="connsiteY4" fmla="*/ 323 h 2903543"/>
                <a:gd name="connsiteX5" fmla="*/ 3162300 w 4983480"/>
                <a:gd name="connsiteY5" fmla="*/ 556583 h 2903543"/>
                <a:gd name="connsiteX6" fmla="*/ 3223260 w 4983480"/>
                <a:gd name="connsiteY6" fmla="*/ 1227143 h 2903543"/>
                <a:gd name="connsiteX7" fmla="*/ 3482340 w 4983480"/>
                <a:gd name="connsiteY7" fmla="*/ 1615763 h 2903543"/>
                <a:gd name="connsiteX8" fmla="*/ 4983480 w 4983480"/>
                <a:gd name="connsiteY8" fmla="*/ 2339663 h 2903543"/>
                <a:gd name="connsiteX0" fmla="*/ 0 w 4983480"/>
                <a:gd name="connsiteY0" fmla="*/ 2928943 h 2928943"/>
                <a:gd name="connsiteX1" fmla="*/ 2385060 w 4983480"/>
                <a:gd name="connsiteY1" fmla="*/ 184436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884529 h 2884529"/>
                <a:gd name="connsiteX1" fmla="*/ 2391410 w 4983480"/>
                <a:gd name="connsiteY1" fmla="*/ 1793599 h 2884529"/>
                <a:gd name="connsiteX2" fmla="*/ 2956560 w 4983480"/>
                <a:gd name="connsiteY2" fmla="*/ 1388469 h 2884529"/>
                <a:gd name="connsiteX3" fmla="*/ 3101340 w 4983480"/>
                <a:gd name="connsiteY3" fmla="*/ 588369 h 2884529"/>
                <a:gd name="connsiteX4" fmla="*/ 3130550 w 4983480"/>
                <a:gd name="connsiteY4" fmla="*/ 359 h 2884529"/>
                <a:gd name="connsiteX5" fmla="*/ 3162300 w 4983480"/>
                <a:gd name="connsiteY5" fmla="*/ 512169 h 2884529"/>
                <a:gd name="connsiteX6" fmla="*/ 3223260 w 4983480"/>
                <a:gd name="connsiteY6" fmla="*/ 1182729 h 2884529"/>
                <a:gd name="connsiteX7" fmla="*/ 3482340 w 4983480"/>
                <a:gd name="connsiteY7" fmla="*/ 1571349 h 2884529"/>
                <a:gd name="connsiteX8" fmla="*/ 4983480 w 4983480"/>
                <a:gd name="connsiteY8" fmla="*/ 2295249 h 2884529"/>
                <a:gd name="connsiteX0" fmla="*/ 0 w 4983480"/>
                <a:gd name="connsiteY0" fmla="*/ 2887700 h 2887700"/>
                <a:gd name="connsiteX1" fmla="*/ 2391410 w 4983480"/>
                <a:gd name="connsiteY1" fmla="*/ 1796770 h 2887700"/>
                <a:gd name="connsiteX2" fmla="*/ 2956560 w 4983480"/>
                <a:gd name="connsiteY2" fmla="*/ 1391640 h 2887700"/>
                <a:gd name="connsiteX3" fmla="*/ 3101340 w 4983480"/>
                <a:gd name="connsiteY3" fmla="*/ 591540 h 2887700"/>
                <a:gd name="connsiteX4" fmla="*/ 3127375 w 4983480"/>
                <a:gd name="connsiteY4" fmla="*/ 355 h 2887700"/>
                <a:gd name="connsiteX5" fmla="*/ 3162300 w 4983480"/>
                <a:gd name="connsiteY5" fmla="*/ 515340 h 2887700"/>
                <a:gd name="connsiteX6" fmla="*/ 3223260 w 4983480"/>
                <a:gd name="connsiteY6" fmla="*/ 1185900 h 2887700"/>
                <a:gd name="connsiteX7" fmla="*/ 3482340 w 4983480"/>
                <a:gd name="connsiteY7" fmla="*/ 1574520 h 2887700"/>
                <a:gd name="connsiteX8" fmla="*/ 4983480 w 4983480"/>
                <a:gd name="connsiteY8" fmla="*/ 2298420 h 2887700"/>
                <a:gd name="connsiteX0" fmla="*/ 0 w 4983480"/>
                <a:gd name="connsiteY0" fmla="*/ 2900390 h 2900390"/>
                <a:gd name="connsiteX1" fmla="*/ 2391410 w 4983480"/>
                <a:gd name="connsiteY1" fmla="*/ 1809460 h 2900390"/>
                <a:gd name="connsiteX2" fmla="*/ 2956560 w 4983480"/>
                <a:gd name="connsiteY2" fmla="*/ 1404330 h 2900390"/>
                <a:gd name="connsiteX3" fmla="*/ 3101340 w 4983480"/>
                <a:gd name="connsiteY3" fmla="*/ 604230 h 2900390"/>
                <a:gd name="connsiteX4" fmla="*/ 3124200 w 4983480"/>
                <a:gd name="connsiteY4" fmla="*/ 345 h 2900390"/>
                <a:gd name="connsiteX5" fmla="*/ 3162300 w 4983480"/>
                <a:gd name="connsiteY5" fmla="*/ 528030 h 2900390"/>
                <a:gd name="connsiteX6" fmla="*/ 3223260 w 4983480"/>
                <a:gd name="connsiteY6" fmla="*/ 1198590 h 2900390"/>
                <a:gd name="connsiteX7" fmla="*/ 3482340 w 4983480"/>
                <a:gd name="connsiteY7" fmla="*/ 1587210 h 2900390"/>
                <a:gd name="connsiteX8" fmla="*/ 4983480 w 4983480"/>
                <a:gd name="connsiteY8" fmla="*/ 2311110 h 2900390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24200 w 4983480"/>
                <a:gd name="connsiteY4" fmla="*/ 6 h 2900051"/>
                <a:gd name="connsiteX5" fmla="*/ 3178175 w 4983480"/>
                <a:gd name="connsiteY5" fmla="*/ 613416 h 2900051"/>
                <a:gd name="connsiteX6" fmla="*/ 3223260 w 4983480"/>
                <a:gd name="connsiteY6" fmla="*/ 119825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24200 w 4983480"/>
                <a:gd name="connsiteY4" fmla="*/ 6 h 2900051"/>
                <a:gd name="connsiteX5" fmla="*/ 3178175 w 4983480"/>
                <a:gd name="connsiteY5" fmla="*/ 613416 h 2900051"/>
                <a:gd name="connsiteX6" fmla="*/ 3223260 w 4983480"/>
                <a:gd name="connsiteY6" fmla="*/ 119825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23260 w 4983480"/>
                <a:gd name="connsiteY6" fmla="*/ 119825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67710 w 4983480"/>
                <a:gd name="connsiteY6" fmla="*/ 1385576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67710 w 4983480"/>
                <a:gd name="connsiteY6" fmla="*/ 1385576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83480" h="2900051">
                  <a:moveTo>
                    <a:pt x="0" y="2900051"/>
                  </a:moveTo>
                  <a:cubicBezTo>
                    <a:pt x="946150" y="2493016"/>
                    <a:pt x="1898650" y="2058464"/>
                    <a:pt x="2391410" y="1809121"/>
                  </a:cubicBezTo>
                  <a:cubicBezTo>
                    <a:pt x="2607945" y="1696303"/>
                    <a:pt x="2838238" y="1604863"/>
                    <a:pt x="2956560" y="1403991"/>
                  </a:cubicBezTo>
                  <a:cubicBezTo>
                    <a:pt x="3074882" y="1203119"/>
                    <a:pt x="3084513" y="847413"/>
                    <a:pt x="3101340" y="603891"/>
                  </a:cubicBezTo>
                  <a:cubicBezTo>
                    <a:pt x="3118167" y="360369"/>
                    <a:pt x="3120919" y="-1582"/>
                    <a:pt x="3133725" y="6"/>
                  </a:cubicBezTo>
                  <a:cubicBezTo>
                    <a:pt x="3146531" y="1594"/>
                    <a:pt x="3173307" y="388837"/>
                    <a:pt x="3178175" y="613416"/>
                  </a:cubicBezTo>
                  <a:cubicBezTo>
                    <a:pt x="3183043" y="837995"/>
                    <a:pt x="3197966" y="1239208"/>
                    <a:pt x="3277235" y="1395101"/>
                  </a:cubicBezTo>
                  <a:cubicBezTo>
                    <a:pt x="3367617" y="1522419"/>
                    <a:pt x="3358303" y="1527922"/>
                    <a:pt x="3910965" y="1805946"/>
                  </a:cubicBezTo>
                  <a:cubicBezTo>
                    <a:pt x="4087389" y="1893470"/>
                    <a:pt x="4379595" y="2041531"/>
                    <a:pt x="4983480" y="2310771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4742969" y="2488111"/>
              <a:ext cx="2457577" cy="1668252"/>
              <a:chOff x="4206240" y="1828800"/>
              <a:chExt cx="4389120" cy="2979420"/>
            </a:xfrm>
          </p:grpSpPr>
          <p:cxnSp>
            <p:nvCxnSpPr>
              <p:cNvPr id="33" name="直接连接符 32"/>
              <p:cNvCxnSpPr/>
              <p:nvPr/>
            </p:nvCxnSpPr>
            <p:spPr>
              <a:xfrm flipV="1">
                <a:off x="5288280" y="1828800"/>
                <a:ext cx="0" cy="297942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6390640" y="1828800"/>
                <a:ext cx="0" cy="297942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V="1">
                <a:off x="7493000" y="1828800"/>
                <a:ext cx="0" cy="297942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8595360" y="1828800"/>
                <a:ext cx="0" cy="297942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206240" y="1828800"/>
                <a:ext cx="438912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206240" y="2327148"/>
                <a:ext cx="438912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4206240" y="2825496"/>
                <a:ext cx="438912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4206240" y="3323844"/>
                <a:ext cx="438912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4206240" y="3822192"/>
                <a:ext cx="438912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4206240" y="4320540"/>
                <a:ext cx="4389120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  <a:alpha val="1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5453065" y="4462777"/>
              <a:ext cx="18339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频率（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Hz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 rot="16200000">
              <a:off x="3365736" y="3159072"/>
              <a:ext cx="15093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|Z|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阻抗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(Ohm)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595682" y="4198594"/>
              <a:ext cx="2921424" cy="315283"/>
              <a:chOff x="3875678" y="4811395"/>
              <a:chExt cx="5217530" cy="5630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3875678" y="4877047"/>
                    <a:ext cx="842263" cy="49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6" name="文本框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75678" y="4877047"/>
                    <a:ext cx="842263" cy="494707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" name="组合 26"/>
              <p:cNvGrpSpPr/>
              <p:nvPr/>
            </p:nvGrpSpPr>
            <p:grpSpPr>
              <a:xfrm>
                <a:off x="4048262" y="4811395"/>
                <a:ext cx="5044946" cy="563080"/>
                <a:chOff x="4048262" y="4811395"/>
                <a:chExt cx="5044946" cy="563080"/>
              </a:xfrm>
            </p:grpSpPr>
            <p:cxnSp>
              <p:nvCxnSpPr>
                <p:cNvPr id="28" name="直接箭头连接符 27"/>
                <p:cNvCxnSpPr/>
                <p:nvPr/>
              </p:nvCxnSpPr>
              <p:spPr>
                <a:xfrm>
                  <a:off x="4048262" y="4811395"/>
                  <a:ext cx="4854465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文本框 28"/>
                    <p:cNvSpPr txBox="1"/>
                    <p:nvPr/>
                  </p:nvSpPr>
                  <p:spPr>
                    <a:xfrm>
                      <a:off x="4947052" y="4875989"/>
                      <a:ext cx="842263" cy="4984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5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文本框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47052" y="4875989"/>
                      <a:ext cx="842263" cy="498486"/>
                    </a:xfrm>
                    <a:prstGeom prst="rect">
                      <a:avLst/>
                    </a:prstGeom>
                    <a:blipFill rotWithShape="0"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文本框 29"/>
                    <p:cNvSpPr txBox="1"/>
                    <p:nvPr/>
                  </p:nvSpPr>
                  <p:spPr>
                    <a:xfrm>
                      <a:off x="6018429" y="4877047"/>
                      <a:ext cx="842263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6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文本框 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18429" y="4877047"/>
                      <a:ext cx="842263" cy="494707"/>
                    </a:xfrm>
                    <a:prstGeom prst="rect">
                      <a:avLst/>
                    </a:prstGeom>
                    <a:blipFill rotWithShape="0"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文本框 30"/>
                    <p:cNvSpPr txBox="1"/>
                    <p:nvPr/>
                  </p:nvSpPr>
                  <p:spPr>
                    <a:xfrm>
                      <a:off x="8250945" y="4877047"/>
                      <a:ext cx="842263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8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文本框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50945" y="4877047"/>
                      <a:ext cx="842263" cy="494707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文本框 31"/>
                    <p:cNvSpPr txBox="1"/>
                    <p:nvPr/>
                  </p:nvSpPr>
                  <p:spPr>
                    <a:xfrm>
                      <a:off x="7179569" y="4877047"/>
                      <a:ext cx="842263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7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文本框 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79569" y="4877047"/>
                      <a:ext cx="842263" cy="494707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7" name="直接箭头连接符 16"/>
            <p:cNvCxnSpPr/>
            <p:nvPr/>
          </p:nvCxnSpPr>
          <p:spPr>
            <a:xfrm flipV="1">
              <a:off x="4697650" y="2337022"/>
              <a:ext cx="0" cy="18640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4211423" y="2351126"/>
              <a:ext cx="471605" cy="1942221"/>
              <a:chOff x="3347525" y="1508844"/>
              <a:chExt cx="842264" cy="34687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3347525" y="4482854"/>
                    <a:ext cx="842262" cy="49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9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525" y="4482854"/>
                    <a:ext cx="842262" cy="494707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/>
                  <p:cNvSpPr txBox="1"/>
                  <p:nvPr/>
                </p:nvSpPr>
                <p:spPr>
                  <a:xfrm>
                    <a:off x="3347525" y="1508844"/>
                    <a:ext cx="842262" cy="49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6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0" name="文本框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525" y="1508844"/>
                    <a:ext cx="842262" cy="494707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/>
                  <p:cNvSpPr txBox="1"/>
                  <p:nvPr/>
                </p:nvSpPr>
                <p:spPr>
                  <a:xfrm>
                    <a:off x="3347525" y="2501986"/>
                    <a:ext cx="842264" cy="49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" name="文本框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525" y="2501986"/>
                    <a:ext cx="842264" cy="494707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/>
                  <p:cNvSpPr txBox="1"/>
                  <p:nvPr/>
                </p:nvSpPr>
                <p:spPr>
                  <a:xfrm>
                    <a:off x="3347525" y="2998554"/>
                    <a:ext cx="842262" cy="49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" name="文本框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525" y="2998554"/>
                    <a:ext cx="842262" cy="494707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3347525" y="3495126"/>
                    <a:ext cx="842262" cy="49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" name="文本框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525" y="3495126"/>
                    <a:ext cx="842262" cy="494707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/>
                  <p:cNvSpPr txBox="1"/>
                  <p:nvPr/>
                </p:nvSpPr>
                <p:spPr>
                  <a:xfrm>
                    <a:off x="3347525" y="3991698"/>
                    <a:ext cx="836420" cy="49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525" y="3991698"/>
                    <a:ext cx="836420" cy="494707"/>
                  </a:xfrm>
                  <a:prstGeom prst="rect">
                    <a:avLst/>
                  </a:prstGeom>
                  <a:blipFill rotWithShape="0"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3347525" y="2005414"/>
                    <a:ext cx="842262" cy="4984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5" name="文本框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525" y="2005414"/>
                    <a:ext cx="842262" cy="498486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直接连接符 12"/>
            <p:cNvCxnSpPr/>
            <p:nvPr/>
          </p:nvCxnSpPr>
          <p:spPr>
            <a:xfrm>
              <a:off x="7465472" y="4041636"/>
              <a:ext cx="298741" cy="0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7465472" y="4196816"/>
              <a:ext cx="298741" cy="0"/>
            </a:xfrm>
            <a:prstGeom prst="line">
              <a:avLst/>
            </a:prstGeom>
            <a:ln w="127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7663329" y="3920630"/>
              <a:ext cx="8071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理想电感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656244" y="4081558"/>
              <a:ext cx="8071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实际电感</a:t>
              </a:r>
            </a:p>
          </p:txBody>
        </p:sp>
        <p:cxnSp>
          <p:nvCxnSpPr>
            <p:cNvPr id="45" name="直接连接符 44"/>
            <p:cNvCxnSpPr>
              <a:stCxn id="44" idx="4"/>
            </p:cNvCxnSpPr>
            <p:nvPr/>
          </p:nvCxnSpPr>
          <p:spPr>
            <a:xfrm>
              <a:off x="6254939" y="2539454"/>
              <a:ext cx="2534" cy="1657362"/>
            </a:xfrm>
            <a:prstGeom prst="line">
              <a:avLst/>
            </a:prstGeom>
            <a:ln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6037627" y="4170173"/>
              <a:ext cx="50281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SRF</a:t>
              </a:r>
              <a:endParaRPr lang="zh-CN" altLang="en-US" sz="10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73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74"/>
    </mc:Choice>
    <mc:Fallback xmlns="">
      <p:transition spd="slow" advTm="100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3958</TotalTime>
  <Words>147</Words>
  <Application>Microsoft Office PowerPoint</Application>
  <PresentationFormat>宽屏</PresentationFormat>
  <Paragraphs>56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468</cp:revision>
  <dcterms:created xsi:type="dcterms:W3CDTF">2020-08-24T03:54:07Z</dcterms:created>
  <dcterms:modified xsi:type="dcterms:W3CDTF">2020-10-20T15:31:00Z</dcterms:modified>
</cp:coreProperties>
</file>