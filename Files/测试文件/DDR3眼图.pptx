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0494E-71E6-9DAD-3DCC-A6B5D139E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BB1455-247E-0131-2C1B-660149ADF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5B985E-5000-E4FA-2E81-B5FB6C51F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6C1926A-55B8-D789-EAA8-D5BC2C88E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C14484-ED04-BD29-5B23-9A1EDAC9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785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70AD52-E33A-9170-CD8E-3764F93C5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432D1-1F9C-3AE4-75DC-C2155719E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5C1A4-6E4B-0FFD-EF58-2BBF536FE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1967C0-1B91-0CDB-48CF-4354136CB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FC3CAB-552E-E837-5188-F9FDD6997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224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16F6C3-8851-B329-D8A1-A07FBA89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BEF4B9-56BB-7265-91BF-D986E6BB4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BD9C8B-4E91-FB65-96D5-88D1FADE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3E1EAE-A98B-B6C3-4186-1C8892C9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C02314-A0F5-AB2B-043B-BD1BD42AC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03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2598B7-C019-EB0B-1C64-821305C0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F89E8D-405F-525D-E46C-75702EB984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935A9C-CCCE-F888-0B2A-740E531146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05F68A-6228-9C06-66F0-51860614F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9276F5-E05B-8635-F2B5-C97EEBEF3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59929A-68BC-75C0-9ACC-1980C3072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043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968532-FAA9-394D-2272-34EBC579E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4453C8-B8D9-EBEF-0A6A-A789CBBA2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B95918-B0C7-9773-12F7-4119F1A47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B5A285-0416-08F6-1456-749A8BC4C5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A27BF51-032D-76D8-DD27-8C9DE8732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CC07D0-AF72-8536-71BE-CF4ACEE6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570D10-D673-F204-B648-7F6F3F659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1BE501-BFA1-C6E3-9B48-A8AA09897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78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C4767B-FD14-33AE-EDBB-A50AB8197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218893-767C-BC73-B9E0-4451A13A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73F40C4-E2A3-7AFA-1D6C-BF76C4B3D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CD190C-21E0-CD54-03BD-4D692DD57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297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D72BA0-79EF-AF22-AB21-21AE558B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F8691F-5127-381E-3DC5-495422D2C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1F4625-5A62-8C19-90E8-DDB121280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710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F1D1D-552D-DC5E-5532-6B63BAB12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A54B5F-4993-488A-C2FC-CEEEB5542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4860E0-C73C-00DF-B1E1-CBFA55FAA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05571D-8D39-2CB0-7C11-1CCFA2707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FC4235-6A98-F4B5-6908-631555A5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785CF8-C288-7E40-00D6-1ECC144E8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143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181D1-9CBF-B007-7A7E-8AED6ECD0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D24A3D0-FDD6-BA45-5FF0-8C9E17457C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821D0C-9E26-CDF8-75FB-98124440C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9B1693A-174B-456B-3C26-36C6153BF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364649-CFA0-696A-81B3-A7B1A0ABF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28E554-3961-F953-AA85-D212AE78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20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A75E52-4C03-49DB-4D03-B5651E221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D9BBD6-CB6B-7915-D31D-04F0826C1F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0748D0-062E-8F55-BD35-7BC2AB80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D0BE96-8841-FD18-1985-50B2AA9B2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3D05A8-D9FB-4FBB-2A48-A58A6E523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205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4F06FF-907C-1F4C-49C5-95BFA47C87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FEBBA0-5ED7-C055-D2F9-9A7414E6E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09BDAA-C699-AD55-34B0-EC999F3B3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62282-B28C-F479-79C9-CB44969E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4F6CBC-2B9E-8D1D-52F7-EEB046D0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910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669F0D-234B-A5E8-94C3-C6569C8CF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2B5220-023E-8589-7315-ED0973D80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EAE5CB-AF0E-C9BB-EB86-F5525EEB7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1C9AD-8D0F-4B7B-AC82-D405C4C0548C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506191-50AF-4826-7094-802F95A66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55BB5A-8910-DEBB-F033-353528D33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590D35-1FF5-41F4-80B1-09DA384A54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511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A587771-23E5-5733-454D-C55BBC19F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022"/>
            <a:ext cx="12192000" cy="56659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44ED915-76E6-3DF7-E6FD-DB86FD7FC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022"/>
            <a:ext cx="12192000" cy="566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05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0E5C6-C8F6-61E0-0504-455BE86EA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2D7DF10-A6D1-1977-013B-905590697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022"/>
            <a:ext cx="12192000" cy="566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525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8508C-9512-76FB-85E9-DE8EC969B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345FBD-AAB9-624D-6E0B-48DC8A889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022"/>
            <a:ext cx="12192000" cy="56659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779C9E3-5927-3AF1-6F8D-DE5CB086A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6022"/>
            <a:ext cx="12192000" cy="566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1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F4C9314-A289-3803-5122-2C058F8CC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7579"/>
            <a:ext cx="12192000" cy="4642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2FA8F-6024-1C0F-646D-3AC528BC7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1E3DC59-530F-1108-E006-54566AE72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63" y="2092257"/>
            <a:ext cx="6229242" cy="32165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9B36012-C6BA-E1A8-1012-3CF542607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047" y="2032043"/>
            <a:ext cx="5182002" cy="333701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0B787FF-8785-DDE3-1DA4-2212C206A2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84" r="57497"/>
          <a:stretch>
            <a:fillRect/>
          </a:stretch>
        </p:blipFill>
        <p:spPr>
          <a:xfrm>
            <a:off x="449178" y="0"/>
            <a:ext cx="4732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269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186FB-C773-45C5-F3A2-81A5489F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68CFD48-71ED-B4F4-779F-A5C0B371E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63" y="2092257"/>
            <a:ext cx="6229242" cy="321658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8A3B4B7-3409-FE21-B396-329141AC3A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84" r="57497" b="56257"/>
          <a:stretch>
            <a:fillRect/>
          </a:stretch>
        </p:blipFill>
        <p:spPr>
          <a:xfrm>
            <a:off x="16150" y="1279358"/>
            <a:ext cx="6782868" cy="4299284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7383E21-B4CF-54DA-34E6-B73E54924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24145"/>
            <a:ext cx="5366788" cy="445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271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0</Words>
  <Application>Microsoft Office PowerPoint</Application>
  <PresentationFormat>宽屏</PresentationFormat>
  <Paragraphs>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Tsz Loong</dc:creator>
  <cp:lastModifiedBy>Tsz Loong</cp:lastModifiedBy>
  <cp:revision>3</cp:revision>
  <dcterms:created xsi:type="dcterms:W3CDTF">2026-01-13T06:45:03Z</dcterms:created>
  <dcterms:modified xsi:type="dcterms:W3CDTF">2026-04-21T09:20:17Z</dcterms:modified>
</cp:coreProperties>
</file>