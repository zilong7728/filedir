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5" r:id="rId3"/>
    <p:sldId id="436" r:id="rId4"/>
    <p:sldId id="563" r:id="rId5"/>
    <p:sldId id="564" r:id="rId6"/>
    <p:sldId id="565" r:id="rId7"/>
    <p:sldId id="566" r:id="rId8"/>
    <p:sldId id="567" r:id="rId9"/>
    <p:sldId id="546" r:id="rId10"/>
    <p:sldId id="497" r:id="rId11"/>
    <p:sldId id="568" r:id="rId12"/>
    <p:sldId id="569" r:id="rId13"/>
    <p:sldId id="570" r:id="rId14"/>
    <p:sldId id="571" r:id="rId15"/>
    <p:sldId id="572" r:id="rId16"/>
    <p:sldId id="573" r:id="rId17"/>
    <p:sldId id="574" r:id="rId18"/>
    <p:sldId id="547" r:id="rId19"/>
    <p:sldId id="548" r:id="rId20"/>
    <p:sldId id="575" r:id="rId21"/>
    <p:sldId id="576" r:id="rId22"/>
    <p:sldId id="577" r:id="rId23"/>
    <p:sldId id="578" r:id="rId24"/>
    <p:sldId id="579" r:id="rId25"/>
    <p:sldId id="580" r:id="rId26"/>
    <p:sldId id="581" r:id="rId27"/>
    <p:sldId id="582" r:id="rId28"/>
    <p:sldId id="549" r:id="rId29"/>
    <p:sldId id="552" r:id="rId30"/>
    <p:sldId id="584" r:id="rId31"/>
    <p:sldId id="585" r:id="rId32"/>
    <p:sldId id="586" r:id="rId33"/>
    <p:sldId id="587" r:id="rId34"/>
    <p:sldId id="588" r:id="rId35"/>
    <p:sldId id="553" r:id="rId36"/>
    <p:sldId id="589" r:id="rId37"/>
    <p:sldId id="590" r:id="rId38"/>
    <p:sldId id="591" r:id="rId39"/>
    <p:sldId id="583" r:id="rId40"/>
    <p:sldId id="498" r:id="rId41"/>
    <p:sldId id="592" r:id="rId42"/>
    <p:sldId id="593" r:id="rId43"/>
    <p:sldId id="594" r:id="rId44"/>
    <p:sldId id="595" r:id="rId45"/>
    <p:sldId id="596" r:id="rId46"/>
    <p:sldId id="597" r:id="rId47"/>
    <p:sldId id="598" r:id="rId48"/>
    <p:sldId id="551" r:id="rId49"/>
    <p:sldId id="554" r:id="rId50"/>
    <p:sldId id="600" r:id="rId51"/>
    <p:sldId id="601" r:id="rId52"/>
    <p:sldId id="602" r:id="rId53"/>
    <p:sldId id="603" r:id="rId54"/>
    <p:sldId id="604" r:id="rId55"/>
    <p:sldId id="605" r:id="rId56"/>
    <p:sldId id="606" r:id="rId57"/>
    <p:sldId id="607" r:id="rId58"/>
    <p:sldId id="608" r:id="rId59"/>
    <p:sldId id="609" r:id="rId60"/>
    <p:sldId id="610" r:id="rId61"/>
    <p:sldId id="611" r:id="rId62"/>
    <p:sldId id="612" r:id="rId63"/>
    <p:sldId id="613" r:id="rId64"/>
    <p:sldId id="614" r:id="rId65"/>
    <p:sldId id="615" r:id="rId66"/>
    <p:sldId id="616" r:id="rId67"/>
    <p:sldId id="617" r:id="rId68"/>
    <p:sldId id="618" r:id="rId69"/>
    <p:sldId id="599" r:id="rId70"/>
    <p:sldId id="555" r:id="rId71"/>
    <p:sldId id="619" r:id="rId72"/>
    <p:sldId id="620" r:id="rId73"/>
    <p:sldId id="621" r:id="rId74"/>
    <p:sldId id="558" r:id="rId75"/>
    <p:sldId id="623" r:id="rId76"/>
    <p:sldId id="624" r:id="rId77"/>
    <p:sldId id="622" r:id="rId78"/>
    <p:sldId id="559" r:id="rId79"/>
    <p:sldId id="626" r:id="rId80"/>
    <p:sldId id="627" r:id="rId81"/>
    <p:sldId id="625" r:id="rId82"/>
    <p:sldId id="560" r:id="rId83"/>
    <p:sldId id="629" r:id="rId84"/>
    <p:sldId id="630" r:id="rId85"/>
    <p:sldId id="628" r:id="rId86"/>
    <p:sldId id="561" r:id="rId87"/>
    <p:sldId id="632" r:id="rId88"/>
    <p:sldId id="633" r:id="rId89"/>
    <p:sldId id="631" r:id="rId90"/>
    <p:sldId id="562" r:id="rId91"/>
    <p:sldId id="634" r:id="rId92"/>
    <p:sldId id="635" r:id="rId93"/>
    <p:sldId id="636" r:id="rId94"/>
    <p:sldId id="637" r:id="rId95"/>
    <p:sldId id="638" r:id="rId96"/>
    <p:sldId id="639" r:id="rId97"/>
    <p:sldId id="640" r:id="rId98"/>
    <p:sldId id="641" r:id="rId99"/>
    <p:sldId id="556" r:id="rId100"/>
    <p:sldId id="463" r:id="rId101"/>
    <p:sldId id="642" r:id="rId102"/>
    <p:sldId id="643" r:id="rId103"/>
    <p:sldId id="644" r:id="rId104"/>
    <p:sldId id="346" r:id="rId10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8AFBDB1-FBD6-49A6-A24F-A7A0E994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59" y="2227988"/>
            <a:ext cx="4412300" cy="3206271"/>
          </a:xfrm>
          <a:prstGeom prst="rect">
            <a:avLst/>
          </a:prstGeom>
        </p:spPr>
      </p:pic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DF8570F6-BD9A-4CC6-8811-FBBC3D720396}"/>
              </a:ext>
            </a:extLst>
          </p:cNvPr>
          <p:cNvGrpSpPr/>
          <p:nvPr/>
        </p:nvGrpSpPr>
        <p:grpSpPr>
          <a:xfrm>
            <a:off x="1254711" y="1375072"/>
            <a:ext cx="1497368" cy="4107856"/>
            <a:chOff x="5791550" y="296215"/>
            <a:chExt cx="385618" cy="1187811"/>
          </a:xfrm>
        </p:grpSpPr>
        <p:sp>
          <p:nvSpPr>
            <p:cNvPr id="2" name="Rectangle 1565">
              <a:extLst>
                <a:ext uri="{FF2B5EF4-FFF2-40B4-BE49-F238E27FC236}">
                  <a16:creationId xmlns:a16="http://schemas.microsoft.com/office/drawing/2014/main" id="{17B13F00-8686-4C71-8349-1B1C3DD3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solidFill>
              <a:srgbClr val="CF9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566">
              <a:extLst>
                <a:ext uri="{FF2B5EF4-FFF2-40B4-BE49-F238E27FC236}">
                  <a16:creationId xmlns:a16="http://schemas.microsoft.com/office/drawing/2014/main" id="{EDD239C6-1192-40E6-BD9C-57F54989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67">
              <a:extLst>
                <a:ext uri="{FF2B5EF4-FFF2-40B4-BE49-F238E27FC236}">
                  <a16:creationId xmlns:a16="http://schemas.microsoft.com/office/drawing/2014/main" id="{38E4D7CF-FD83-4C89-A646-27D7CB34C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68">
              <a:extLst>
                <a:ext uri="{FF2B5EF4-FFF2-40B4-BE49-F238E27FC236}">
                  <a16:creationId xmlns:a16="http://schemas.microsoft.com/office/drawing/2014/main" id="{22810413-8FC8-4C32-BEC8-5C47B95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69">
              <a:extLst>
                <a:ext uri="{FF2B5EF4-FFF2-40B4-BE49-F238E27FC236}">
                  <a16:creationId xmlns:a16="http://schemas.microsoft.com/office/drawing/2014/main" id="{967DCA54-45A1-4550-974D-957D3C22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7" y="1084335"/>
              <a:ext cx="92887" cy="388432"/>
            </a:xfrm>
            <a:custGeom>
              <a:avLst/>
              <a:gdLst>
                <a:gd name="T0" fmla="*/ 21 w 33"/>
                <a:gd name="T1" fmla="*/ 128 h 138"/>
                <a:gd name="T2" fmla="*/ 0 w 33"/>
                <a:gd name="T3" fmla="*/ 0 h 138"/>
                <a:gd name="T4" fmla="*/ 31 w 33"/>
                <a:gd name="T5" fmla="*/ 0 h 138"/>
                <a:gd name="T6" fmla="*/ 33 w 33"/>
                <a:gd name="T7" fmla="*/ 138 h 138"/>
                <a:gd name="T8" fmla="*/ 2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21" y="128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3" y="138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570">
              <a:extLst>
                <a:ext uri="{FF2B5EF4-FFF2-40B4-BE49-F238E27FC236}">
                  <a16:creationId xmlns:a16="http://schemas.microsoft.com/office/drawing/2014/main" id="{6282784E-EA23-4B70-9147-97264E91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14" y="1084335"/>
              <a:ext cx="59110" cy="388432"/>
            </a:xfrm>
            <a:custGeom>
              <a:avLst/>
              <a:gdLst>
                <a:gd name="T0" fmla="*/ 7 w 9"/>
                <a:gd name="T1" fmla="*/ 0 h 58"/>
                <a:gd name="T2" fmla="*/ 5 w 9"/>
                <a:gd name="T3" fmla="*/ 0 h 58"/>
                <a:gd name="T4" fmla="*/ 0 w 9"/>
                <a:gd name="T5" fmla="*/ 36 h 58"/>
                <a:gd name="T6" fmla="*/ 0 w 9"/>
                <a:gd name="T7" fmla="*/ 36 h 58"/>
                <a:gd name="T8" fmla="*/ 3 w 9"/>
                <a:gd name="T9" fmla="*/ 54 h 58"/>
                <a:gd name="T10" fmla="*/ 8 w 9"/>
                <a:gd name="T11" fmla="*/ 58 h 58"/>
                <a:gd name="T12" fmla="*/ 7 w 9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8">
                  <a:moveTo>
                    <a:pt x="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7" y="11"/>
                    <a:pt x="9" y="29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71">
              <a:extLst>
                <a:ext uri="{FF2B5EF4-FFF2-40B4-BE49-F238E27FC236}">
                  <a16:creationId xmlns:a16="http://schemas.microsoft.com/office/drawing/2014/main" id="{319DD380-3115-4A5B-8890-C995D9B1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084335"/>
              <a:ext cx="92887" cy="388432"/>
            </a:xfrm>
            <a:custGeom>
              <a:avLst/>
              <a:gdLst>
                <a:gd name="T0" fmla="*/ 11 w 33"/>
                <a:gd name="T1" fmla="*/ 128 h 138"/>
                <a:gd name="T2" fmla="*/ 33 w 33"/>
                <a:gd name="T3" fmla="*/ 0 h 138"/>
                <a:gd name="T4" fmla="*/ 0 w 33"/>
                <a:gd name="T5" fmla="*/ 0 h 138"/>
                <a:gd name="T6" fmla="*/ 0 w 33"/>
                <a:gd name="T7" fmla="*/ 138 h 138"/>
                <a:gd name="T8" fmla="*/ 1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11" y="12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138"/>
                  </a:lnTo>
                  <a:lnTo>
                    <a:pt x="1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72">
              <a:extLst>
                <a:ext uri="{FF2B5EF4-FFF2-40B4-BE49-F238E27FC236}">
                  <a16:creationId xmlns:a16="http://schemas.microsoft.com/office/drawing/2014/main" id="{F3E48D84-55BC-414B-AB2B-982A417E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99" y="1084335"/>
              <a:ext cx="67553" cy="388432"/>
            </a:xfrm>
            <a:custGeom>
              <a:avLst/>
              <a:gdLst>
                <a:gd name="T0" fmla="*/ 9 w 10"/>
                <a:gd name="T1" fmla="*/ 30 h 58"/>
                <a:gd name="T2" fmla="*/ 3 w 10"/>
                <a:gd name="T3" fmla="*/ 28 h 58"/>
                <a:gd name="T4" fmla="*/ 4 w 10"/>
                <a:gd name="T5" fmla="*/ 0 h 58"/>
                <a:gd name="T6" fmla="*/ 1 w 10"/>
                <a:gd name="T7" fmla="*/ 0 h 58"/>
                <a:gd name="T8" fmla="*/ 1 w 10"/>
                <a:gd name="T9" fmla="*/ 58 h 58"/>
                <a:gd name="T10" fmla="*/ 6 w 10"/>
                <a:gd name="T11" fmla="*/ 54 h 58"/>
                <a:gd name="T12" fmla="*/ 10 w 10"/>
                <a:gd name="T13" fmla="*/ 29 h 58"/>
                <a:gd name="T14" fmla="*/ 9 w 10"/>
                <a:gd name="T15" fmla="*/ 3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8">
                  <a:moveTo>
                    <a:pt x="9" y="30"/>
                  </a:moveTo>
                  <a:cubicBezTo>
                    <a:pt x="7" y="32"/>
                    <a:pt x="4" y="31"/>
                    <a:pt x="3" y="28"/>
                  </a:cubicBezTo>
                  <a:cubicBezTo>
                    <a:pt x="0" y="19"/>
                    <a:pt x="3" y="9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0" y="29"/>
                    <a:pt x="10" y="29"/>
                    <a:pt x="10" y="29"/>
                  </a:cubicBezTo>
                  <a:lnTo>
                    <a:pt x="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573">
              <a:extLst>
                <a:ext uri="{FF2B5EF4-FFF2-40B4-BE49-F238E27FC236}">
                  <a16:creationId xmlns:a16="http://schemas.microsoft.com/office/drawing/2014/main" id="{69E60ACB-190E-47CF-9B99-E21705A5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45239"/>
              <a:ext cx="315249" cy="318063"/>
            </a:xfrm>
            <a:custGeom>
              <a:avLst/>
              <a:gdLst>
                <a:gd name="T0" fmla="*/ 44 w 47"/>
                <a:gd name="T1" fmla="*/ 4 h 48"/>
                <a:gd name="T2" fmla="*/ 24 w 47"/>
                <a:gd name="T3" fmla="*/ 0 h 48"/>
                <a:gd name="T4" fmla="*/ 24 w 47"/>
                <a:gd name="T5" fmla="*/ 0 h 48"/>
                <a:gd name="T6" fmla="*/ 24 w 47"/>
                <a:gd name="T7" fmla="*/ 0 h 48"/>
                <a:gd name="T8" fmla="*/ 23 w 47"/>
                <a:gd name="T9" fmla="*/ 0 h 48"/>
                <a:gd name="T10" fmla="*/ 23 w 47"/>
                <a:gd name="T11" fmla="*/ 0 h 48"/>
                <a:gd name="T12" fmla="*/ 3 w 47"/>
                <a:gd name="T13" fmla="*/ 4 h 48"/>
                <a:gd name="T14" fmla="*/ 4 w 47"/>
                <a:gd name="T15" fmla="*/ 48 h 48"/>
                <a:gd name="T16" fmla="*/ 23 w 47"/>
                <a:gd name="T17" fmla="*/ 48 h 48"/>
                <a:gd name="T18" fmla="*/ 24 w 47"/>
                <a:gd name="T19" fmla="*/ 48 h 48"/>
                <a:gd name="T20" fmla="*/ 43 w 47"/>
                <a:gd name="T21" fmla="*/ 48 h 48"/>
                <a:gd name="T22" fmla="*/ 44 w 47"/>
                <a:gd name="T2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48">
                  <a:moveTo>
                    <a:pt x="44" y="4"/>
                  </a:moveTo>
                  <a:cubicBezTo>
                    <a:pt x="42" y="1"/>
                    <a:pt x="3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3" y="0"/>
                    <a:pt x="6" y="1"/>
                    <a:pt x="3" y="4"/>
                  </a:cubicBezTo>
                  <a:cubicBezTo>
                    <a:pt x="0" y="8"/>
                    <a:pt x="4" y="48"/>
                    <a:pt x="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7" y="9"/>
                    <a:pt x="44" y="4"/>
                  </a:cubicBezTo>
                </a:path>
              </a:pathLst>
            </a:custGeom>
            <a:solidFill>
              <a:srgbClr val="D1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74">
              <a:extLst>
                <a:ext uri="{FF2B5EF4-FFF2-40B4-BE49-F238E27FC236}">
                  <a16:creationId xmlns:a16="http://schemas.microsoft.com/office/drawing/2014/main" id="{FAA06312-9BFA-4DA9-87AB-F9B20989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168883" cy="301174"/>
            </a:xfrm>
            <a:custGeom>
              <a:avLst/>
              <a:gdLst>
                <a:gd name="T0" fmla="*/ 23 w 25"/>
                <a:gd name="T1" fmla="*/ 4 h 45"/>
                <a:gd name="T2" fmla="*/ 21 w 25"/>
                <a:gd name="T3" fmla="*/ 1 h 45"/>
                <a:gd name="T4" fmla="*/ 19 w 25"/>
                <a:gd name="T5" fmla="*/ 0 h 45"/>
                <a:gd name="T6" fmla="*/ 20 w 25"/>
                <a:gd name="T7" fmla="*/ 33 h 45"/>
                <a:gd name="T8" fmla="*/ 18 w 25"/>
                <a:gd name="T9" fmla="*/ 41 h 45"/>
                <a:gd name="T10" fmla="*/ 10 w 25"/>
                <a:gd name="T11" fmla="*/ 43 h 45"/>
                <a:gd name="T12" fmla="*/ 5 w 25"/>
                <a:gd name="T13" fmla="*/ 33 h 45"/>
                <a:gd name="T14" fmla="*/ 6 w 25"/>
                <a:gd name="T15" fmla="*/ 31 h 45"/>
                <a:gd name="T16" fmla="*/ 6 w 25"/>
                <a:gd name="T17" fmla="*/ 21 h 45"/>
                <a:gd name="T18" fmla="*/ 7 w 25"/>
                <a:gd name="T19" fmla="*/ 0 h 45"/>
                <a:gd name="T20" fmla="*/ 2 w 25"/>
                <a:gd name="T21" fmla="*/ 3 h 45"/>
                <a:gd name="T22" fmla="*/ 2 w 25"/>
                <a:gd name="T23" fmla="*/ 44 h 45"/>
                <a:gd name="T24" fmla="*/ 23 w 25"/>
                <a:gd name="T25" fmla="*/ 44 h 45"/>
                <a:gd name="T26" fmla="*/ 23 w 25"/>
                <a:gd name="T27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45">
                  <a:moveTo>
                    <a:pt x="23" y="4"/>
                  </a:moveTo>
                  <a:cubicBezTo>
                    <a:pt x="23" y="2"/>
                    <a:pt x="22" y="2"/>
                    <a:pt x="21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3"/>
                    <a:pt x="18" y="21"/>
                    <a:pt x="20" y="33"/>
                  </a:cubicBezTo>
                  <a:cubicBezTo>
                    <a:pt x="20" y="36"/>
                    <a:pt x="19" y="41"/>
                    <a:pt x="18" y="41"/>
                  </a:cubicBezTo>
                  <a:cubicBezTo>
                    <a:pt x="16" y="45"/>
                    <a:pt x="13" y="43"/>
                    <a:pt x="10" y="43"/>
                  </a:cubicBezTo>
                  <a:cubicBezTo>
                    <a:pt x="7" y="42"/>
                    <a:pt x="5" y="39"/>
                    <a:pt x="5" y="33"/>
                  </a:cubicBezTo>
                  <a:cubicBezTo>
                    <a:pt x="5" y="32"/>
                    <a:pt x="5" y="32"/>
                    <a:pt x="6" y="31"/>
                  </a:cubicBezTo>
                  <a:cubicBezTo>
                    <a:pt x="5" y="27"/>
                    <a:pt x="6" y="24"/>
                    <a:pt x="6" y="21"/>
                  </a:cubicBezTo>
                  <a:cubicBezTo>
                    <a:pt x="6" y="14"/>
                    <a:pt x="11" y="11"/>
                    <a:pt x="7" y="0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5" y="7"/>
                    <a:pt x="23" y="4"/>
                  </a:cubicBezTo>
                </a:path>
              </a:pathLst>
            </a:custGeom>
            <a:solidFill>
              <a:srgbClr val="C7D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1575">
              <a:extLst>
                <a:ext uri="{FF2B5EF4-FFF2-40B4-BE49-F238E27FC236}">
                  <a16:creationId xmlns:a16="http://schemas.microsoft.com/office/drawing/2014/main" id="{5ECECDBA-A7A8-4653-B59C-8FEAAFCB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54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76">
              <a:extLst>
                <a:ext uri="{FF2B5EF4-FFF2-40B4-BE49-F238E27FC236}">
                  <a16:creationId xmlns:a16="http://schemas.microsoft.com/office/drawing/2014/main" id="{32E65056-11D8-4235-ABC1-2417DEAF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77">
              <a:extLst>
                <a:ext uri="{FF2B5EF4-FFF2-40B4-BE49-F238E27FC236}">
                  <a16:creationId xmlns:a16="http://schemas.microsoft.com/office/drawing/2014/main" id="{C2A534E6-DF68-4CCB-9FD9-69156DE1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78">
              <a:extLst>
                <a:ext uri="{FF2B5EF4-FFF2-40B4-BE49-F238E27FC236}">
                  <a16:creationId xmlns:a16="http://schemas.microsoft.com/office/drawing/2014/main" id="{3F9558F9-6E89-4A05-A5DE-B7BE1E69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1579">
              <a:extLst>
                <a:ext uri="{FF2B5EF4-FFF2-40B4-BE49-F238E27FC236}">
                  <a16:creationId xmlns:a16="http://schemas.microsoft.com/office/drawing/2014/main" id="{F0681E54-04BA-4E44-9B55-E80D2E4B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58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580">
              <a:extLst>
                <a:ext uri="{FF2B5EF4-FFF2-40B4-BE49-F238E27FC236}">
                  <a16:creationId xmlns:a16="http://schemas.microsoft.com/office/drawing/2014/main" id="{3848DB35-098B-4E7E-9E7D-00E63B22B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581">
              <a:extLst>
                <a:ext uri="{FF2B5EF4-FFF2-40B4-BE49-F238E27FC236}">
                  <a16:creationId xmlns:a16="http://schemas.microsoft.com/office/drawing/2014/main" id="{A695D0F2-1FAC-4D8A-9AF3-AE8CCD4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6" y="6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82">
              <a:extLst>
                <a:ext uri="{FF2B5EF4-FFF2-40B4-BE49-F238E27FC236}">
                  <a16:creationId xmlns:a16="http://schemas.microsoft.com/office/drawing/2014/main" id="{1FDD5E85-5087-4833-B17C-4FDDF006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8" y="6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83">
              <a:extLst>
                <a:ext uri="{FF2B5EF4-FFF2-40B4-BE49-F238E27FC236}">
                  <a16:creationId xmlns:a16="http://schemas.microsoft.com/office/drawing/2014/main" id="{F7AFE092-D4A9-475F-AD5F-7C492C72F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310288"/>
              <a:ext cx="273029" cy="306804"/>
            </a:xfrm>
            <a:custGeom>
              <a:avLst/>
              <a:gdLst>
                <a:gd name="T0" fmla="*/ 41 w 41"/>
                <a:gd name="T1" fmla="*/ 20 h 46"/>
                <a:gd name="T2" fmla="*/ 20 w 41"/>
                <a:gd name="T3" fmla="*/ 46 h 46"/>
                <a:gd name="T4" fmla="*/ 0 w 41"/>
                <a:gd name="T5" fmla="*/ 20 h 46"/>
                <a:gd name="T6" fmla="*/ 20 w 41"/>
                <a:gd name="T7" fmla="*/ 0 h 46"/>
                <a:gd name="T8" fmla="*/ 41 w 41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6">
                  <a:moveTo>
                    <a:pt x="41" y="20"/>
                  </a:moveTo>
                  <a:cubicBezTo>
                    <a:pt x="41" y="31"/>
                    <a:pt x="34" y="46"/>
                    <a:pt x="20" y="46"/>
                  </a:cubicBezTo>
                  <a:cubicBezTo>
                    <a:pt x="9" y="46"/>
                    <a:pt x="0" y="31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41" y="8"/>
                    <a:pt x="41" y="20"/>
                  </a:cubicBez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84">
              <a:extLst>
                <a:ext uri="{FF2B5EF4-FFF2-40B4-BE49-F238E27FC236}">
                  <a16:creationId xmlns:a16="http://schemas.microsoft.com/office/drawing/2014/main" id="{E9521AA3-A5CF-4C35-9E2F-90C6AE49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490430"/>
              <a:ext cx="42222" cy="87255"/>
            </a:xfrm>
            <a:custGeom>
              <a:avLst/>
              <a:gdLst>
                <a:gd name="T0" fmla="*/ 4 w 6"/>
                <a:gd name="T1" fmla="*/ 5 h 13"/>
                <a:gd name="T2" fmla="*/ 2 w 6"/>
                <a:gd name="T3" fmla="*/ 8 h 13"/>
                <a:gd name="T4" fmla="*/ 6 w 6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4" y="5"/>
                  </a:moveTo>
                  <a:cubicBezTo>
                    <a:pt x="4" y="5"/>
                    <a:pt x="0" y="0"/>
                    <a:pt x="2" y="8"/>
                  </a:cubicBezTo>
                  <a:cubicBezTo>
                    <a:pt x="4" y="13"/>
                    <a:pt x="6" y="12"/>
                    <a:pt x="6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585">
              <a:extLst>
                <a:ext uri="{FF2B5EF4-FFF2-40B4-BE49-F238E27FC236}">
                  <a16:creationId xmlns:a16="http://schemas.microsoft.com/office/drawing/2014/main" id="{E5CE90FB-2426-41E3-A9A5-8447FBD6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356" y="490430"/>
              <a:ext cx="33777" cy="87255"/>
            </a:xfrm>
            <a:custGeom>
              <a:avLst/>
              <a:gdLst>
                <a:gd name="T0" fmla="*/ 2 w 5"/>
                <a:gd name="T1" fmla="*/ 5 h 13"/>
                <a:gd name="T2" fmla="*/ 3 w 5"/>
                <a:gd name="T3" fmla="*/ 8 h 13"/>
                <a:gd name="T4" fmla="*/ 0 w 5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3">
                  <a:moveTo>
                    <a:pt x="2" y="5"/>
                  </a:moveTo>
                  <a:cubicBezTo>
                    <a:pt x="2" y="5"/>
                    <a:pt x="5" y="0"/>
                    <a:pt x="3" y="8"/>
                  </a:cubicBezTo>
                  <a:cubicBezTo>
                    <a:pt x="2" y="13"/>
                    <a:pt x="0" y="12"/>
                    <a:pt x="0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586">
              <a:extLst>
                <a:ext uri="{FF2B5EF4-FFF2-40B4-BE49-F238E27FC236}">
                  <a16:creationId xmlns:a16="http://schemas.microsoft.com/office/drawing/2014/main" id="{A59D93BD-8BA3-46E2-AD57-946D899A2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645239"/>
              <a:ext cx="101330" cy="298361"/>
            </a:xfrm>
            <a:custGeom>
              <a:avLst/>
              <a:gdLst>
                <a:gd name="T0" fmla="*/ 14 w 15"/>
                <a:gd name="T1" fmla="*/ 0 h 45"/>
                <a:gd name="T2" fmla="*/ 3 w 15"/>
                <a:gd name="T3" fmla="*/ 3 h 45"/>
                <a:gd name="T4" fmla="*/ 1 w 15"/>
                <a:gd name="T5" fmla="*/ 32 h 45"/>
                <a:gd name="T6" fmla="*/ 2 w 15"/>
                <a:gd name="T7" fmla="*/ 45 h 45"/>
                <a:gd name="T8" fmla="*/ 12 w 15"/>
                <a:gd name="T9" fmla="*/ 45 h 45"/>
                <a:gd name="T10" fmla="*/ 12 w 15"/>
                <a:gd name="T11" fmla="*/ 45 h 45"/>
                <a:gd name="T12" fmla="*/ 10 w 15"/>
                <a:gd name="T13" fmla="*/ 45 h 45"/>
                <a:gd name="T14" fmla="*/ 10 w 15"/>
                <a:gd name="T15" fmla="*/ 4 h 45"/>
                <a:gd name="T16" fmla="*/ 14 w 15"/>
                <a:gd name="T17" fmla="*/ 1 h 45"/>
                <a:gd name="T18" fmla="*/ 15 w 15"/>
                <a:gd name="T19" fmla="*/ 0 h 45"/>
                <a:gd name="T20" fmla="*/ 14 w 15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5">
                  <a:moveTo>
                    <a:pt x="14" y="0"/>
                  </a:moveTo>
                  <a:cubicBezTo>
                    <a:pt x="8" y="0"/>
                    <a:pt x="3" y="3"/>
                    <a:pt x="3" y="3"/>
                  </a:cubicBezTo>
                  <a:cubicBezTo>
                    <a:pt x="3" y="3"/>
                    <a:pt x="0" y="22"/>
                    <a:pt x="1" y="32"/>
                  </a:cubicBezTo>
                  <a:cubicBezTo>
                    <a:pt x="1" y="37"/>
                    <a:pt x="1" y="42"/>
                    <a:pt x="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8" y="8"/>
                    <a:pt x="10" y="4"/>
                  </a:cubicBezTo>
                  <a:cubicBezTo>
                    <a:pt x="11" y="3"/>
                    <a:pt x="13" y="1"/>
                    <a:pt x="14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587">
              <a:extLst>
                <a:ext uri="{FF2B5EF4-FFF2-40B4-BE49-F238E27FC236}">
                  <a16:creationId xmlns:a16="http://schemas.microsoft.com/office/drawing/2014/main" id="{68FA9F48-A8BB-4456-A542-DDCF7045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39406" cy="292731"/>
            </a:xfrm>
            <a:custGeom>
              <a:avLst/>
              <a:gdLst>
                <a:gd name="T0" fmla="*/ 6 w 6"/>
                <a:gd name="T1" fmla="*/ 0 h 44"/>
                <a:gd name="T2" fmla="*/ 2 w 6"/>
                <a:gd name="T3" fmla="*/ 3 h 44"/>
                <a:gd name="T4" fmla="*/ 2 w 6"/>
                <a:gd name="T5" fmla="*/ 44 h 44"/>
                <a:gd name="T6" fmla="*/ 4 w 6"/>
                <a:gd name="T7" fmla="*/ 44 h 44"/>
                <a:gd name="T8" fmla="*/ 4 w 6"/>
                <a:gd name="T9" fmla="*/ 43 h 44"/>
                <a:gd name="T10" fmla="*/ 6 w 6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4">
                  <a:moveTo>
                    <a:pt x="6" y="0"/>
                  </a:moveTo>
                  <a:cubicBezTo>
                    <a:pt x="5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3"/>
                    <a:pt x="4" y="43"/>
                  </a:cubicBezTo>
                  <a:cubicBezTo>
                    <a:pt x="3" y="36"/>
                    <a:pt x="6" y="3"/>
                    <a:pt x="6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88">
              <a:extLst>
                <a:ext uri="{FF2B5EF4-FFF2-40B4-BE49-F238E27FC236}">
                  <a16:creationId xmlns:a16="http://schemas.microsoft.com/office/drawing/2014/main" id="{78258304-929C-4A28-B06A-7F845AE5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1011152"/>
              <a:ext cx="0" cy="5629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89">
              <a:extLst>
                <a:ext uri="{FF2B5EF4-FFF2-40B4-BE49-F238E27FC236}">
                  <a16:creationId xmlns:a16="http://schemas.microsoft.com/office/drawing/2014/main" id="{46D427CB-C40D-43BC-99A6-2C4544C09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63303"/>
              <a:ext cx="73183" cy="53479"/>
            </a:xfrm>
            <a:custGeom>
              <a:avLst/>
              <a:gdLst>
                <a:gd name="T0" fmla="*/ 2 w 11"/>
                <a:gd name="T1" fmla="*/ 0 h 8"/>
                <a:gd name="T2" fmla="*/ 0 w 11"/>
                <a:gd name="T3" fmla="*/ 0 h 8"/>
                <a:gd name="T4" fmla="*/ 0 w 11"/>
                <a:gd name="T5" fmla="*/ 7 h 8"/>
                <a:gd name="T6" fmla="*/ 0 w 11"/>
                <a:gd name="T7" fmla="*/ 8 h 8"/>
                <a:gd name="T8" fmla="*/ 11 w 11"/>
                <a:gd name="T9" fmla="*/ 8 h 8"/>
                <a:gd name="T10" fmla="*/ 10 w 11"/>
                <a:gd name="T11" fmla="*/ 0 h 8"/>
                <a:gd name="T12" fmla="*/ 2 w 11"/>
                <a:gd name="T13" fmla="*/ 0 h 8"/>
                <a:gd name="T14" fmla="*/ 2 w 11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5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590">
              <a:extLst>
                <a:ext uri="{FF2B5EF4-FFF2-40B4-BE49-F238E27FC236}">
                  <a16:creationId xmlns:a16="http://schemas.microsoft.com/office/drawing/2014/main" id="{2F992E73-501A-424E-864E-0813A556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14074" cy="19702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91">
              <a:extLst>
                <a:ext uri="{FF2B5EF4-FFF2-40B4-BE49-F238E27FC236}">
                  <a16:creationId xmlns:a16="http://schemas.microsoft.com/office/drawing/2014/main" id="{8070AD5C-162A-4064-A491-22DDD765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67553" cy="19702"/>
            </a:xfrm>
            <a:custGeom>
              <a:avLst/>
              <a:gdLst>
                <a:gd name="T0" fmla="*/ 10 w 10"/>
                <a:gd name="T1" fmla="*/ 0 h 3"/>
                <a:gd name="T2" fmla="*/ 0 w 10"/>
                <a:gd name="T3" fmla="*/ 0 h 3"/>
                <a:gd name="T4" fmla="*/ 0 w 10"/>
                <a:gd name="T5" fmla="*/ 0 h 3"/>
                <a:gd name="T6" fmla="*/ 2 w 10"/>
                <a:gd name="T7" fmla="*/ 3 h 3"/>
                <a:gd name="T8" fmla="*/ 2 w 10"/>
                <a:gd name="T9" fmla="*/ 3 h 3"/>
                <a:gd name="T10" fmla="*/ 10 w 10"/>
                <a:gd name="T11" fmla="*/ 3 h 3"/>
                <a:gd name="T12" fmla="*/ 10 w 10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1"/>
                    <a:pt x="1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92">
              <a:extLst>
                <a:ext uri="{FF2B5EF4-FFF2-40B4-BE49-F238E27FC236}">
                  <a16:creationId xmlns:a16="http://schemas.microsoft.com/office/drawing/2014/main" id="{A6FC5B0A-1A4A-4BFD-A4E7-E1A99A7E5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4875" y="645239"/>
              <a:ext cx="73183" cy="19702"/>
            </a:xfrm>
            <a:custGeom>
              <a:avLst/>
              <a:gdLst>
                <a:gd name="T0" fmla="*/ 11 w 11"/>
                <a:gd name="T1" fmla="*/ 3 h 3"/>
                <a:gd name="T2" fmla="*/ 11 w 11"/>
                <a:gd name="T3" fmla="*/ 3 h 3"/>
                <a:gd name="T4" fmla="*/ 11 w 11"/>
                <a:gd name="T5" fmla="*/ 3 h 3"/>
                <a:gd name="T6" fmla="*/ 11 w 11"/>
                <a:gd name="T7" fmla="*/ 3 h 3"/>
                <a:gd name="T8" fmla="*/ 0 w 11"/>
                <a:gd name="T9" fmla="*/ 0 h 3"/>
                <a:gd name="T10" fmla="*/ 5 w 11"/>
                <a:gd name="T11" fmla="*/ 1 h 3"/>
                <a:gd name="T12" fmla="*/ 0 w 1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93">
              <a:extLst>
                <a:ext uri="{FF2B5EF4-FFF2-40B4-BE49-F238E27FC236}">
                  <a16:creationId xmlns:a16="http://schemas.microsoft.com/office/drawing/2014/main" id="{29F79568-F769-4B7A-AEE0-F5E649101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963303"/>
              <a:ext cx="78812" cy="53479"/>
            </a:xfrm>
            <a:custGeom>
              <a:avLst/>
              <a:gdLst>
                <a:gd name="T0" fmla="*/ 12 w 12"/>
                <a:gd name="T1" fmla="*/ 0 h 8"/>
                <a:gd name="T2" fmla="*/ 11 w 12"/>
                <a:gd name="T3" fmla="*/ 0 h 8"/>
                <a:gd name="T4" fmla="*/ 11 w 12"/>
                <a:gd name="T5" fmla="*/ 0 h 8"/>
                <a:gd name="T6" fmla="*/ 1 w 12"/>
                <a:gd name="T7" fmla="*/ 0 h 8"/>
                <a:gd name="T8" fmla="*/ 0 w 12"/>
                <a:gd name="T9" fmla="*/ 8 h 8"/>
                <a:gd name="T10" fmla="*/ 11 w 12"/>
                <a:gd name="T11" fmla="*/ 8 h 8"/>
                <a:gd name="T12" fmla="*/ 12 w 1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1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5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6"/>
                    <a:pt x="1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94">
              <a:extLst>
                <a:ext uri="{FF2B5EF4-FFF2-40B4-BE49-F238E27FC236}">
                  <a16:creationId xmlns:a16="http://schemas.microsoft.com/office/drawing/2014/main" id="{B2038F28-D03E-4D9A-AE35-B6CFF2E8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45239"/>
              <a:ext cx="92887" cy="318063"/>
            </a:xfrm>
            <a:custGeom>
              <a:avLst/>
              <a:gdLst>
                <a:gd name="T0" fmla="*/ 0 w 14"/>
                <a:gd name="T1" fmla="*/ 0 h 48"/>
                <a:gd name="T2" fmla="*/ 0 w 14"/>
                <a:gd name="T3" fmla="*/ 1 h 48"/>
                <a:gd name="T4" fmla="*/ 1 w 14"/>
                <a:gd name="T5" fmla="*/ 2 h 48"/>
                <a:gd name="T6" fmla="*/ 3 w 14"/>
                <a:gd name="T7" fmla="*/ 5 h 48"/>
                <a:gd name="T8" fmla="*/ 3 w 14"/>
                <a:gd name="T9" fmla="*/ 45 h 48"/>
                <a:gd name="T10" fmla="*/ 1 w 14"/>
                <a:gd name="T11" fmla="*/ 45 h 48"/>
                <a:gd name="T12" fmla="*/ 1 w 14"/>
                <a:gd name="T13" fmla="*/ 45 h 48"/>
                <a:gd name="T14" fmla="*/ 12 w 14"/>
                <a:gd name="T15" fmla="*/ 45 h 48"/>
                <a:gd name="T16" fmla="*/ 11 w 14"/>
                <a:gd name="T17" fmla="*/ 48 h 48"/>
                <a:gd name="T18" fmla="*/ 12 w 14"/>
                <a:gd name="T19" fmla="*/ 48 h 48"/>
                <a:gd name="T20" fmla="*/ 13 w 14"/>
                <a:gd name="T21" fmla="*/ 32 h 48"/>
                <a:gd name="T22" fmla="*/ 12 w 14"/>
                <a:gd name="T23" fmla="*/ 3 h 48"/>
                <a:gd name="T24" fmla="*/ 12 w 14"/>
                <a:gd name="T25" fmla="*/ 3 h 48"/>
                <a:gd name="T26" fmla="*/ 6 w 14"/>
                <a:gd name="T27" fmla="*/ 1 h 48"/>
                <a:gd name="T28" fmla="*/ 1 w 14"/>
                <a:gd name="T29" fmla="*/ 0 h 48"/>
                <a:gd name="T30" fmla="*/ 0 w 14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4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3" y="3"/>
                    <a:pt x="3" y="5"/>
                  </a:cubicBezTo>
                  <a:cubicBezTo>
                    <a:pt x="5" y="8"/>
                    <a:pt x="3" y="45"/>
                    <a:pt x="3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0"/>
                    <a:pt x="13" y="32"/>
                  </a:cubicBezTo>
                  <a:cubicBezTo>
                    <a:pt x="14" y="22"/>
                    <a:pt x="12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9" y="2"/>
                    <a:pt x="6" y="1"/>
                  </a:cubicBezTo>
                  <a:cubicBezTo>
                    <a:pt x="5" y="1"/>
                    <a:pt x="3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95">
              <a:extLst>
                <a:ext uri="{FF2B5EF4-FFF2-40B4-BE49-F238E27FC236}">
                  <a16:creationId xmlns:a16="http://schemas.microsoft.com/office/drawing/2014/main" id="{D28A8BCC-E535-474E-94D1-0C694D696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50868"/>
              <a:ext cx="33777" cy="292731"/>
            </a:xfrm>
            <a:custGeom>
              <a:avLst/>
              <a:gdLst>
                <a:gd name="T0" fmla="*/ 0 w 5"/>
                <a:gd name="T1" fmla="*/ 0 h 44"/>
                <a:gd name="T2" fmla="*/ 1 w 5"/>
                <a:gd name="T3" fmla="*/ 43 h 44"/>
                <a:gd name="T4" fmla="*/ 1 w 5"/>
                <a:gd name="T5" fmla="*/ 44 h 44"/>
                <a:gd name="T6" fmla="*/ 3 w 5"/>
                <a:gd name="T7" fmla="*/ 44 h 44"/>
                <a:gd name="T8" fmla="*/ 3 w 5"/>
                <a:gd name="T9" fmla="*/ 4 h 44"/>
                <a:gd name="T10" fmla="*/ 1 w 5"/>
                <a:gd name="T11" fmla="*/ 1 h 44"/>
                <a:gd name="T12" fmla="*/ 0 w 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cubicBezTo>
                    <a:pt x="1" y="6"/>
                    <a:pt x="3" y="36"/>
                    <a:pt x="1" y="43"/>
                  </a:cubicBezTo>
                  <a:cubicBezTo>
                    <a:pt x="1" y="43"/>
                    <a:pt x="1" y="44"/>
                    <a:pt x="1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5" y="7"/>
                    <a:pt x="3" y="4"/>
                  </a:cubicBezTo>
                  <a:cubicBezTo>
                    <a:pt x="3" y="2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596">
              <a:extLst>
                <a:ext uri="{FF2B5EF4-FFF2-40B4-BE49-F238E27FC236}">
                  <a16:creationId xmlns:a16="http://schemas.microsoft.com/office/drawing/2014/main" id="{22E346A2-F9A5-443D-A63E-B0701E692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875" y="943599"/>
              <a:ext cx="73183" cy="19702"/>
            </a:xfrm>
            <a:custGeom>
              <a:avLst/>
              <a:gdLst>
                <a:gd name="T0" fmla="*/ 11 w 11"/>
                <a:gd name="T1" fmla="*/ 0 h 3"/>
                <a:gd name="T2" fmla="*/ 0 w 11"/>
                <a:gd name="T3" fmla="*/ 0 h 3"/>
                <a:gd name="T4" fmla="*/ 0 w 11"/>
                <a:gd name="T5" fmla="*/ 3 h 3"/>
                <a:gd name="T6" fmla="*/ 10 w 11"/>
                <a:gd name="T7" fmla="*/ 3 h 3"/>
                <a:gd name="T8" fmla="*/ 10 w 11"/>
                <a:gd name="T9" fmla="*/ 3 h 3"/>
                <a:gd name="T10" fmla="*/ 11 w 11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">
                  <a:moveTo>
                    <a:pt x="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97">
              <a:extLst>
                <a:ext uri="{FF2B5EF4-FFF2-40B4-BE49-F238E27FC236}">
                  <a16:creationId xmlns:a16="http://schemas.microsoft.com/office/drawing/2014/main" id="{194D246C-9A06-4887-A054-3F984B52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031" y="645239"/>
              <a:ext cx="92887" cy="371543"/>
            </a:xfrm>
            <a:custGeom>
              <a:avLst/>
              <a:gdLst>
                <a:gd name="T0" fmla="*/ 14 w 14"/>
                <a:gd name="T1" fmla="*/ 0 h 56"/>
                <a:gd name="T2" fmla="*/ 12 w 14"/>
                <a:gd name="T3" fmla="*/ 43 h 56"/>
                <a:gd name="T4" fmla="*/ 13 w 14"/>
                <a:gd name="T5" fmla="*/ 56 h 56"/>
                <a:gd name="T6" fmla="*/ 2 w 14"/>
                <a:gd name="T7" fmla="*/ 55 h 56"/>
                <a:gd name="T8" fmla="*/ 1 w 14"/>
                <a:gd name="T9" fmla="*/ 31 h 56"/>
                <a:gd name="T10" fmla="*/ 3 w 14"/>
                <a:gd name="T11" fmla="*/ 3 h 56"/>
                <a:gd name="T12" fmla="*/ 14 w 14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6">
                  <a:moveTo>
                    <a:pt x="14" y="0"/>
                  </a:moveTo>
                  <a:cubicBezTo>
                    <a:pt x="14" y="0"/>
                    <a:pt x="11" y="35"/>
                    <a:pt x="12" y="43"/>
                  </a:cubicBezTo>
                  <a:cubicBezTo>
                    <a:pt x="13" y="50"/>
                    <a:pt x="13" y="56"/>
                    <a:pt x="13" y="56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2" y="55"/>
                    <a:pt x="2" y="51"/>
                    <a:pt x="1" y="31"/>
                  </a:cubicBezTo>
                  <a:cubicBezTo>
                    <a:pt x="0" y="21"/>
                    <a:pt x="3" y="3"/>
                    <a:pt x="3" y="3"/>
                  </a:cubicBezTo>
                  <a:cubicBezTo>
                    <a:pt x="3" y="3"/>
                    <a:pt x="8" y="0"/>
                    <a:pt x="1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598">
              <a:extLst>
                <a:ext uri="{FF2B5EF4-FFF2-40B4-BE49-F238E27FC236}">
                  <a16:creationId xmlns:a16="http://schemas.microsoft.com/office/drawing/2014/main" id="{93D5F1E7-DE33-4784-A347-F99BB98C8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510" y="636795"/>
              <a:ext cx="53481" cy="174513"/>
            </a:xfrm>
            <a:custGeom>
              <a:avLst/>
              <a:gdLst>
                <a:gd name="T0" fmla="*/ 6 w 8"/>
                <a:gd name="T1" fmla="*/ 0 h 26"/>
                <a:gd name="T2" fmla="*/ 8 w 8"/>
                <a:gd name="T3" fmla="*/ 1 h 26"/>
                <a:gd name="T4" fmla="*/ 4 w 8"/>
                <a:gd name="T5" fmla="*/ 26 h 26"/>
                <a:gd name="T6" fmla="*/ 0 w 8"/>
                <a:gd name="T7" fmla="*/ 18 h 26"/>
                <a:gd name="T8" fmla="*/ 1 w 8"/>
                <a:gd name="T9" fmla="*/ 14 h 26"/>
                <a:gd name="T10" fmla="*/ 3 w 8"/>
                <a:gd name="T11" fmla="*/ 13 h 26"/>
                <a:gd name="T12" fmla="*/ 1 w 8"/>
                <a:gd name="T13" fmla="*/ 9 h 26"/>
                <a:gd name="T14" fmla="*/ 2 w 8"/>
                <a:gd name="T15" fmla="*/ 1 h 26"/>
                <a:gd name="T16" fmla="*/ 6 w 8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6">
                  <a:moveTo>
                    <a:pt x="6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99">
              <a:extLst>
                <a:ext uri="{FF2B5EF4-FFF2-40B4-BE49-F238E27FC236}">
                  <a16:creationId xmlns:a16="http://schemas.microsoft.com/office/drawing/2014/main" id="{E407A7B4-7618-45C9-9CF9-F072C51B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92887" cy="379987"/>
            </a:xfrm>
            <a:custGeom>
              <a:avLst/>
              <a:gdLst>
                <a:gd name="T0" fmla="*/ 0 w 14"/>
                <a:gd name="T1" fmla="*/ 0 h 57"/>
                <a:gd name="T2" fmla="*/ 2 w 14"/>
                <a:gd name="T3" fmla="*/ 44 h 57"/>
                <a:gd name="T4" fmla="*/ 1 w 14"/>
                <a:gd name="T5" fmla="*/ 57 h 57"/>
                <a:gd name="T6" fmla="*/ 12 w 14"/>
                <a:gd name="T7" fmla="*/ 56 h 57"/>
                <a:gd name="T8" fmla="*/ 13 w 14"/>
                <a:gd name="T9" fmla="*/ 32 h 57"/>
                <a:gd name="T10" fmla="*/ 11 w 14"/>
                <a:gd name="T11" fmla="*/ 3 h 57"/>
                <a:gd name="T12" fmla="*/ 0 w 14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0"/>
                    <a:pt x="3" y="36"/>
                    <a:pt x="2" y="44"/>
                  </a:cubicBezTo>
                  <a:cubicBezTo>
                    <a:pt x="1" y="51"/>
                    <a:pt x="1" y="57"/>
                    <a:pt x="1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2"/>
                    <a:pt x="13" y="32"/>
                  </a:cubicBezTo>
                  <a:cubicBezTo>
                    <a:pt x="14" y="22"/>
                    <a:pt x="11" y="3"/>
                    <a:pt x="11" y="3"/>
                  </a:cubicBezTo>
                  <a:cubicBezTo>
                    <a:pt x="11" y="3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600">
              <a:extLst>
                <a:ext uri="{FF2B5EF4-FFF2-40B4-BE49-F238E27FC236}">
                  <a16:creationId xmlns:a16="http://schemas.microsoft.com/office/drawing/2014/main" id="{0B57340A-E0D3-4A1C-8627-D7AEAF87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39406" cy="174513"/>
            </a:xfrm>
            <a:custGeom>
              <a:avLst/>
              <a:gdLst>
                <a:gd name="T0" fmla="*/ 1 w 6"/>
                <a:gd name="T1" fmla="*/ 0 h 26"/>
                <a:gd name="T2" fmla="*/ 0 w 6"/>
                <a:gd name="T3" fmla="*/ 0 h 26"/>
                <a:gd name="T4" fmla="*/ 2 w 6"/>
                <a:gd name="T5" fmla="*/ 26 h 26"/>
                <a:gd name="T6" fmla="*/ 6 w 6"/>
                <a:gd name="T7" fmla="*/ 17 h 26"/>
                <a:gd name="T8" fmla="*/ 5 w 6"/>
                <a:gd name="T9" fmla="*/ 14 h 26"/>
                <a:gd name="T10" fmla="*/ 3 w 6"/>
                <a:gd name="T11" fmla="*/ 13 h 26"/>
                <a:gd name="T12" fmla="*/ 5 w 6"/>
                <a:gd name="T13" fmla="*/ 9 h 26"/>
                <a:gd name="T14" fmla="*/ 4 w 6"/>
                <a:gd name="T15" fmla="*/ 1 h 26"/>
                <a:gd name="T16" fmla="*/ 1 w 6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601">
              <a:extLst>
                <a:ext uri="{FF2B5EF4-FFF2-40B4-BE49-F238E27FC236}">
                  <a16:creationId xmlns:a16="http://schemas.microsoft.com/office/drawing/2014/main" id="{230B1AD0-8C22-4FE0-9F00-9FABBC76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45239"/>
              <a:ext cx="98516" cy="258954"/>
            </a:xfrm>
            <a:custGeom>
              <a:avLst/>
              <a:gdLst>
                <a:gd name="T0" fmla="*/ 5 w 15"/>
                <a:gd name="T1" fmla="*/ 2 h 39"/>
                <a:gd name="T2" fmla="*/ 3 w 15"/>
                <a:gd name="T3" fmla="*/ 21 h 39"/>
                <a:gd name="T4" fmla="*/ 0 w 15"/>
                <a:gd name="T5" fmla="*/ 29 h 39"/>
                <a:gd name="T6" fmla="*/ 9 w 15"/>
                <a:gd name="T7" fmla="*/ 39 h 39"/>
                <a:gd name="T8" fmla="*/ 5 w 15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9">
                  <a:moveTo>
                    <a:pt x="5" y="2"/>
                  </a:moveTo>
                  <a:cubicBezTo>
                    <a:pt x="5" y="2"/>
                    <a:pt x="6" y="13"/>
                    <a:pt x="3" y="21"/>
                  </a:cubicBezTo>
                  <a:cubicBezTo>
                    <a:pt x="1" y="25"/>
                    <a:pt x="0" y="29"/>
                    <a:pt x="0" y="29"/>
                  </a:cubicBezTo>
                  <a:cubicBezTo>
                    <a:pt x="0" y="29"/>
                    <a:pt x="5" y="39"/>
                    <a:pt x="9" y="39"/>
                  </a:cubicBezTo>
                  <a:cubicBezTo>
                    <a:pt x="13" y="38"/>
                    <a:pt x="15" y="0"/>
                    <a:pt x="5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602">
              <a:extLst>
                <a:ext uri="{FF2B5EF4-FFF2-40B4-BE49-F238E27FC236}">
                  <a16:creationId xmlns:a16="http://schemas.microsoft.com/office/drawing/2014/main" id="{6D4B28F7-9AB6-498B-82B2-9D28DC81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205476" cy="87255"/>
            </a:xfrm>
            <a:custGeom>
              <a:avLst/>
              <a:gdLst>
                <a:gd name="T0" fmla="*/ 28 w 31"/>
                <a:gd name="T1" fmla="*/ 11 h 13"/>
                <a:gd name="T2" fmla="*/ 0 w 31"/>
                <a:gd name="T3" fmla="*/ 6 h 13"/>
                <a:gd name="T4" fmla="*/ 3 w 31"/>
                <a:gd name="T5" fmla="*/ 0 h 13"/>
                <a:gd name="T6" fmla="*/ 14 w 31"/>
                <a:gd name="T7" fmla="*/ 1 h 13"/>
                <a:gd name="T8" fmla="*/ 28 w 31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28" y="11"/>
                  </a:moveTo>
                  <a:cubicBezTo>
                    <a:pt x="28" y="11"/>
                    <a:pt x="17" y="13"/>
                    <a:pt x="0" y="6"/>
                  </a:cubicBezTo>
                  <a:cubicBezTo>
                    <a:pt x="0" y="6"/>
                    <a:pt x="2" y="0"/>
                    <a:pt x="3" y="0"/>
                  </a:cubicBezTo>
                  <a:cubicBezTo>
                    <a:pt x="3" y="0"/>
                    <a:pt x="8" y="1"/>
                    <a:pt x="14" y="1"/>
                  </a:cubicBezTo>
                  <a:cubicBezTo>
                    <a:pt x="18" y="1"/>
                    <a:pt x="31" y="3"/>
                    <a:pt x="28" y="1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603">
              <a:extLst>
                <a:ext uri="{FF2B5EF4-FFF2-40B4-BE49-F238E27FC236}">
                  <a16:creationId xmlns:a16="http://schemas.microsoft.com/office/drawing/2014/main" id="{0D0D54E6-9822-4AFD-9FB4-D9B2F33B6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56498"/>
              <a:ext cx="53481" cy="208289"/>
            </a:xfrm>
            <a:custGeom>
              <a:avLst/>
              <a:gdLst>
                <a:gd name="T0" fmla="*/ 3 w 8"/>
                <a:gd name="T1" fmla="*/ 31 h 31"/>
                <a:gd name="T2" fmla="*/ 4 w 8"/>
                <a:gd name="T3" fmla="*/ 30 h 31"/>
                <a:gd name="T4" fmla="*/ 4 w 8"/>
                <a:gd name="T5" fmla="*/ 30 h 31"/>
                <a:gd name="T6" fmla="*/ 5 w 8"/>
                <a:gd name="T7" fmla="*/ 19 h 31"/>
                <a:gd name="T8" fmla="*/ 6 w 8"/>
                <a:gd name="T9" fmla="*/ 1 h 31"/>
                <a:gd name="T10" fmla="*/ 6 w 8"/>
                <a:gd name="T11" fmla="*/ 0 h 31"/>
                <a:gd name="T12" fmla="*/ 5 w 8"/>
                <a:gd name="T13" fmla="*/ 0 h 31"/>
                <a:gd name="T14" fmla="*/ 3 w 8"/>
                <a:gd name="T15" fmla="*/ 19 h 31"/>
                <a:gd name="T16" fmla="*/ 0 w 8"/>
                <a:gd name="T17" fmla="*/ 27 h 31"/>
                <a:gd name="T18" fmla="*/ 2 w 8"/>
                <a:gd name="T19" fmla="*/ 31 h 31"/>
                <a:gd name="T20" fmla="*/ 3 w 8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1">
                  <a:moveTo>
                    <a:pt x="3" y="31"/>
                  </a:moveTo>
                  <a:cubicBezTo>
                    <a:pt x="3" y="31"/>
                    <a:pt x="4" y="31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26"/>
                    <a:pt x="3" y="22"/>
                    <a:pt x="5" y="19"/>
                  </a:cubicBezTo>
                  <a:cubicBezTo>
                    <a:pt x="8" y="13"/>
                    <a:pt x="6" y="7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6" y="11"/>
                    <a:pt x="3" y="19"/>
                  </a:cubicBezTo>
                  <a:cubicBezTo>
                    <a:pt x="1" y="23"/>
                    <a:pt x="0" y="27"/>
                    <a:pt x="0" y="27"/>
                  </a:cubicBezTo>
                  <a:cubicBezTo>
                    <a:pt x="0" y="27"/>
                    <a:pt x="1" y="29"/>
                    <a:pt x="2" y="31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04">
              <a:extLst>
                <a:ext uri="{FF2B5EF4-FFF2-40B4-BE49-F238E27FC236}">
                  <a16:creationId xmlns:a16="http://schemas.microsoft.com/office/drawing/2014/main" id="{76F14179-F486-4F3F-9059-0395027CB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151995" cy="59108"/>
            </a:xfrm>
            <a:custGeom>
              <a:avLst/>
              <a:gdLst>
                <a:gd name="T0" fmla="*/ 10 w 23"/>
                <a:gd name="T1" fmla="*/ 8 h 9"/>
                <a:gd name="T2" fmla="*/ 10 w 23"/>
                <a:gd name="T3" fmla="*/ 5 h 9"/>
                <a:gd name="T4" fmla="*/ 18 w 23"/>
                <a:gd name="T5" fmla="*/ 4 h 9"/>
                <a:gd name="T6" fmla="*/ 18 w 23"/>
                <a:gd name="T7" fmla="*/ 4 h 9"/>
                <a:gd name="T8" fmla="*/ 20 w 23"/>
                <a:gd name="T9" fmla="*/ 5 h 9"/>
                <a:gd name="T10" fmla="*/ 21 w 23"/>
                <a:gd name="T11" fmla="*/ 5 h 9"/>
                <a:gd name="T12" fmla="*/ 22 w 23"/>
                <a:gd name="T13" fmla="*/ 5 h 9"/>
                <a:gd name="T14" fmla="*/ 23 w 23"/>
                <a:gd name="T15" fmla="*/ 4 h 9"/>
                <a:gd name="T16" fmla="*/ 23 w 23"/>
                <a:gd name="T17" fmla="*/ 4 h 9"/>
                <a:gd name="T18" fmla="*/ 22 w 23"/>
                <a:gd name="T19" fmla="*/ 2 h 9"/>
                <a:gd name="T20" fmla="*/ 14 w 23"/>
                <a:gd name="T21" fmla="*/ 1 h 9"/>
                <a:gd name="T22" fmla="*/ 3 w 23"/>
                <a:gd name="T23" fmla="*/ 0 h 9"/>
                <a:gd name="T24" fmla="*/ 0 w 23"/>
                <a:gd name="T25" fmla="*/ 6 h 9"/>
                <a:gd name="T26" fmla="*/ 9 w 23"/>
                <a:gd name="T27" fmla="*/ 9 h 9"/>
                <a:gd name="T28" fmla="*/ 10 w 23"/>
                <a:gd name="T2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9">
                  <a:moveTo>
                    <a:pt x="10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12" y="3"/>
                    <a:pt x="15" y="2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5"/>
                    <a:pt x="23" y="5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19" y="1"/>
                    <a:pt x="16" y="1"/>
                    <a:pt x="14" y="1"/>
                  </a:cubicBezTo>
                  <a:cubicBezTo>
                    <a:pt x="8" y="1"/>
                    <a:pt x="3" y="0"/>
                    <a:pt x="3" y="0"/>
                  </a:cubicBezTo>
                  <a:cubicBezTo>
                    <a:pt x="2" y="0"/>
                    <a:pt x="0" y="6"/>
                    <a:pt x="0" y="6"/>
                  </a:cubicBezTo>
                  <a:cubicBezTo>
                    <a:pt x="3" y="7"/>
                    <a:pt x="6" y="8"/>
                    <a:pt x="9" y="9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605">
              <a:extLst>
                <a:ext uri="{FF2B5EF4-FFF2-40B4-BE49-F238E27FC236}">
                  <a16:creationId xmlns:a16="http://schemas.microsoft.com/office/drawing/2014/main" id="{A7073E32-8B96-4EB8-97F9-325FDCC7D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05679"/>
              <a:ext cx="81628" cy="25332"/>
            </a:xfrm>
            <a:custGeom>
              <a:avLst/>
              <a:gdLst>
                <a:gd name="T0" fmla="*/ 12 w 12"/>
                <a:gd name="T1" fmla="*/ 2 h 4"/>
                <a:gd name="T2" fmla="*/ 3 w 12"/>
                <a:gd name="T3" fmla="*/ 1 h 4"/>
                <a:gd name="T4" fmla="*/ 3 w 12"/>
                <a:gd name="T5" fmla="*/ 3 h 4"/>
                <a:gd name="T6" fmla="*/ 12 w 12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2"/>
                  </a:moveTo>
                  <a:cubicBezTo>
                    <a:pt x="12" y="2"/>
                    <a:pt x="5" y="0"/>
                    <a:pt x="3" y="1"/>
                  </a:cubicBezTo>
                  <a:cubicBezTo>
                    <a:pt x="1" y="2"/>
                    <a:pt x="0" y="4"/>
                    <a:pt x="3" y="3"/>
                  </a:cubicBezTo>
                  <a:cubicBezTo>
                    <a:pt x="5" y="3"/>
                    <a:pt x="12" y="2"/>
                    <a:pt x="12" y="2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06">
              <a:extLst>
                <a:ext uri="{FF2B5EF4-FFF2-40B4-BE49-F238E27FC236}">
                  <a16:creationId xmlns:a16="http://schemas.microsoft.com/office/drawing/2014/main" id="{FD6A5F9E-30B9-4B64-8C16-B2EFDBBF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180" y="645239"/>
              <a:ext cx="95701" cy="264584"/>
            </a:xfrm>
            <a:custGeom>
              <a:avLst/>
              <a:gdLst>
                <a:gd name="T0" fmla="*/ 11 w 14"/>
                <a:gd name="T1" fmla="*/ 2 h 40"/>
                <a:gd name="T2" fmla="*/ 11 w 14"/>
                <a:gd name="T3" fmla="*/ 16 h 40"/>
                <a:gd name="T4" fmla="*/ 14 w 14"/>
                <a:gd name="T5" fmla="*/ 31 h 40"/>
                <a:gd name="T6" fmla="*/ 5 w 14"/>
                <a:gd name="T7" fmla="*/ 38 h 40"/>
                <a:gd name="T8" fmla="*/ 11 w 1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0">
                  <a:moveTo>
                    <a:pt x="11" y="2"/>
                  </a:moveTo>
                  <a:cubicBezTo>
                    <a:pt x="11" y="2"/>
                    <a:pt x="9" y="9"/>
                    <a:pt x="11" y="16"/>
                  </a:cubicBezTo>
                  <a:cubicBezTo>
                    <a:pt x="13" y="22"/>
                    <a:pt x="14" y="31"/>
                    <a:pt x="14" y="31"/>
                  </a:cubicBezTo>
                  <a:cubicBezTo>
                    <a:pt x="14" y="31"/>
                    <a:pt x="8" y="40"/>
                    <a:pt x="5" y="38"/>
                  </a:cubicBezTo>
                  <a:cubicBezTo>
                    <a:pt x="1" y="37"/>
                    <a:pt x="0" y="0"/>
                    <a:pt x="11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607">
              <a:extLst>
                <a:ext uri="{FF2B5EF4-FFF2-40B4-BE49-F238E27FC236}">
                  <a16:creationId xmlns:a16="http://schemas.microsoft.com/office/drawing/2014/main" id="{6FBE8126-85AB-46C5-815A-F88E010E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550" y="811308"/>
              <a:ext cx="247696" cy="112589"/>
            </a:xfrm>
            <a:custGeom>
              <a:avLst/>
              <a:gdLst>
                <a:gd name="T0" fmla="*/ 6 w 37"/>
                <a:gd name="T1" fmla="*/ 13 h 17"/>
                <a:gd name="T2" fmla="*/ 37 w 37"/>
                <a:gd name="T3" fmla="*/ 5 h 17"/>
                <a:gd name="T4" fmla="*/ 34 w 37"/>
                <a:gd name="T5" fmla="*/ 0 h 17"/>
                <a:gd name="T6" fmla="*/ 15 w 37"/>
                <a:gd name="T7" fmla="*/ 2 h 17"/>
                <a:gd name="T8" fmla="*/ 6 w 37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">
                  <a:moveTo>
                    <a:pt x="6" y="13"/>
                  </a:moveTo>
                  <a:cubicBezTo>
                    <a:pt x="6" y="13"/>
                    <a:pt x="15" y="17"/>
                    <a:pt x="37" y="5"/>
                  </a:cubicBezTo>
                  <a:cubicBezTo>
                    <a:pt x="37" y="5"/>
                    <a:pt x="35" y="0"/>
                    <a:pt x="34" y="0"/>
                  </a:cubicBezTo>
                  <a:cubicBezTo>
                    <a:pt x="33" y="0"/>
                    <a:pt x="24" y="0"/>
                    <a:pt x="15" y="2"/>
                  </a:cubicBezTo>
                  <a:cubicBezTo>
                    <a:pt x="12" y="3"/>
                    <a:pt x="0" y="6"/>
                    <a:pt x="6" y="13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608">
              <a:extLst>
                <a:ext uri="{FF2B5EF4-FFF2-40B4-BE49-F238E27FC236}">
                  <a16:creationId xmlns:a16="http://schemas.microsoft.com/office/drawing/2014/main" id="{796FCEED-C9E3-4AFA-982B-381B6F3FF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56498"/>
              <a:ext cx="61924" cy="188585"/>
            </a:xfrm>
            <a:custGeom>
              <a:avLst/>
              <a:gdLst>
                <a:gd name="T0" fmla="*/ 3 w 9"/>
                <a:gd name="T1" fmla="*/ 1 h 28"/>
                <a:gd name="T2" fmla="*/ 3 w 9"/>
                <a:gd name="T3" fmla="*/ 16 h 28"/>
                <a:gd name="T4" fmla="*/ 6 w 9"/>
                <a:gd name="T5" fmla="*/ 23 h 28"/>
                <a:gd name="T6" fmla="*/ 6 w 9"/>
                <a:gd name="T7" fmla="*/ 28 h 28"/>
                <a:gd name="T8" fmla="*/ 9 w 9"/>
                <a:gd name="T9" fmla="*/ 27 h 28"/>
                <a:gd name="T10" fmla="*/ 6 w 9"/>
                <a:gd name="T11" fmla="*/ 14 h 28"/>
                <a:gd name="T12" fmla="*/ 6 w 9"/>
                <a:gd name="T13" fmla="*/ 0 h 28"/>
                <a:gd name="T14" fmla="*/ 3 w 9"/>
                <a:gd name="T15" fmla="*/ 0 h 28"/>
                <a:gd name="T16" fmla="*/ 3 w 9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3" y="1"/>
                  </a:moveTo>
                  <a:cubicBezTo>
                    <a:pt x="2" y="5"/>
                    <a:pt x="0" y="11"/>
                    <a:pt x="3" y="16"/>
                  </a:cubicBezTo>
                  <a:cubicBezTo>
                    <a:pt x="4" y="18"/>
                    <a:pt x="6" y="20"/>
                    <a:pt x="6" y="23"/>
                  </a:cubicBezTo>
                  <a:cubicBezTo>
                    <a:pt x="6" y="25"/>
                    <a:pt x="6" y="26"/>
                    <a:pt x="6" y="28"/>
                  </a:cubicBezTo>
                  <a:cubicBezTo>
                    <a:pt x="7" y="28"/>
                    <a:pt x="8" y="27"/>
                    <a:pt x="9" y="27"/>
                  </a:cubicBezTo>
                  <a:cubicBezTo>
                    <a:pt x="8" y="24"/>
                    <a:pt x="8" y="19"/>
                    <a:pt x="6" y="14"/>
                  </a:cubicBezTo>
                  <a:cubicBezTo>
                    <a:pt x="4" y="7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609">
              <a:extLst>
                <a:ext uri="{FF2B5EF4-FFF2-40B4-BE49-F238E27FC236}">
                  <a16:creationId xmlns:a16="http://schemas.microsoft.com/office/drawing/2014/main" id="{D17DEB5C-1962-4F0B-B719-327F91E1C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11308"/>
              <a:ext cx="168883" cy="39406"/>
            </a:xfrm>
            <a:custGeom>
              <a:avLst/>
              <a:gdLst>
                <a:gd name="T0" fmla="*/ 0 w 25"/>
                <a:gd name="T1" fmla="*/ 5 h 6"/>
                <a:gd name="T2" fmla="*/ 20 w 25"/>
                <a:gd name="T3" fmla="*/ 1 h 6"/>
                <a:gd name="T4" fmla="*/ 23 w 25"/>
                <a:gd name="T5" fmla="*/ 6 h 6"/>
                <a:gd name="T6" fmla="*/ 25 w 25"/>
                <a:gd name="T7" fmla="*/ 5 h 6"/>
                <a:gd name="T8" fmla="*/ 22 w 25"/>
                <a:gd name="T9" fmla="*/ 0 h 6"/>
                <a:gd name="T10" fmla="*/ 3 w 25"/>
                <a:gd name="T11" fmla="*/ 2 h 6"/>
                <a:gd name="T12" fmla="*/ 0 w 25"/>
                <a:gd name="T13" fmla="*/ 3 h 6"/>
                <a:gd name="T14" fmla="*/ 0 w 25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6">
                  <a:moveTo>
                    <a:pt x="0" y="5"/>
                  </a:moveTo>
                  <a:cubicBezTo>
                    <a:pt x="6" y="2"/>
                    <a:pt x="15" y="2"/>
                    <a:pt x="20" y="1"/>
                  </a:cubicBezTo>
                  <a:cubicBezTo>
                    <a:pt x="22" y="1"/>
                    <a:pt x="23" y="4"/>
                    <a:pt x="23" y="6"/>
                  </a:cubicBezTo>
                  <a:cubicBezTo>
                    <a:pt x="24" y="6"/>
                    <a:pt x="24" y="5"/>
                    <a:pt x="25" y="5"/>
                  </a:cubicBezTo>
                  <a:cubicBezTo>
                    <a:pt x="25" y="5"/>
                    <a:pt x="23" y="0"/>
                    <a:pt x="22" y="0"/>
                  </a:cubicBezTo>
                  <a:cubicBezTo>
                    <a:pt x="21" y="0"/>
                    <a:pt x="12" y="0"/>
                    <a:pt x="3" y="2"/>
                  </a:cubicBezTo>
                  <a:cubicBezTo>
                    <a:pt x="3" y="2"/>
                    <a:pt x="1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610">
              <a:extLst>
                <a:ext uri="{FF2B5EF4-FFF2-40B4-BE49-F238E27FC236}">
                  <a16:creationId xmlns:a16="http://schemas.microsoft.com/office/drawing/2014/main" id="{570D8DAF-8F44-4DC1-9EE5-4DB52BD5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805679"/>
              <a:ext cx="64739" cy="45036"/>
            </a:xfrm>
            <a:custGeom>
              <a:avLst/>
              <a:gdLst>
                <a:gd name="T0" fmla="*/ 0 w 10"/>
                <a:gd name="T1" fmla="*/ 1 h 7"/>
                <a:gd name="T2" fmla="*/ 10 w 10"/>
                <a:gd name="T3" fmla="*/ 2 h 7"/>
                <a:gd name="T4" fmla="*/ 9 w 10"/>
                <a:gd name="T5" fmla="*/ 5 h 7"/>
                <a:gd name="T6" fmla="*/ 3 w 10"/>
                <a:gd name="T7" fmla="*/ 6 h 7"/>
                <a:gd name="T8" fmla="*/ 0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1"/>
                  </a:moveTo>
                  <a:cubicBezTo>
                    <a:pt x="0" y="1"/>
                    <a:pt x="7" y="0"/>
                    <a:pt x="1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5" y="7"/>
                    <a:pt x="3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1611">
              <a:extLst>
                <a:ext uri="{FF2B5EF4-FFF2-40B4-BE49-F238E27FC236}">
                  <a16:creationId xmlns:a16="http://schemas.microsoft.com/office/drawing/2014/main" id="{AD06F6A4-A45D-4FBC-B95F-F5D67122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631166"/>
              <a:ext cx="78812" cy="19702"/>
            </a:xfrm>
            <a:prstGeom prst="rect">
              <a:avLst/>
            </a:prstGeom>
            <a:solidFill>
              <a:srgbClr val="C5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613">
              <a:extLst>
                <a:ext uri="{FF2B5EF4-FFF2-40B4-BE49-F238E27FC236}">
                  <a16:creationId xmlns:a16="http://schemas.microsoft.com/office/drawing/2014/main" id="{D711B959-8CED-48E1-BD27-B62A95A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395" y="631166"/>
              <a:ext cx="47851" cy="19702"/>
            </a:xfrm>
            <a:custGeom>
              <a:avLst/>
              <a:gdLst>
                <a:gd name="T0" fmla="*/ 0 w 7"/>
                <a:gd name="T1" fmla="*/ 0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0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3" y="2"/>
                    <a:pt x="2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614">
              <a:extLst>
                <a:ext uri="{FF2B5EF4-FFF2-40B4-BE49-F238E27FC236}">
                  <a16:creationId xmlns:a16="http://schemas.microsoft.com/office/drawing/2014/main" id="{9CB661DD-AB71-4600-9D0B-68EDE3180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5765" y="650870"/>
              <a:ext cx="19704" cy="14073"/>
            </a:xfrm>
            <a:custGeom>
              <a:avLst/>
              <a:gdLst>
                <a:gd name="T0" fmla="*/ 0 w 7"/>
                <a:gd name="T1" fmla="*/ 0 h 5"/>
                <a:gd name="T2" fmla="*/ 7 w 7"/>
                <a:gd name="T3" fmla="*/ 0 h 5"/>
                <a:gd name="T4" fmla="*/ 4 w 7"/>
                <a:gd name="T5" fmla="*/ 5 h 5"/>
                <a:gd name="T6" fmla="*/ 0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7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615">
              <a:extLst>
                <a:ext uri="{FF2B5EF4-FFF2-40B4-BE49-F238E27FC236}">
                  <a16:creationId xmlns:a16="http://schemas.microsoft.com/office/drawing/2014/main" id="{D77BAA93-F12A-4114-AE8C-38D8A47A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28147" cy="14073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0 h 2"/>
                <a:gd name="T4" fmla="*/ 1 w 4"/>
                <a:gd name="T5" fmla="*/ 0 h 2"/>
                <a:gd name="T6" fmla="*/ 1 w 4"/>
                <a:gd name="T7" fmla="*/ 2 h 2"/>
                <a:gd name="T8" fmla="*/ 4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16">
              <a:extLst>
                <a:ext uri="{FF2B5EF4-FFF2-40B4-BE49-F238E27FC236}">
                  <a16:creationId xmlns:a16="http://schemas.microsoft.com/office/drawing/2014/main" id="{1611050C-5B00-471D-BD65-26777C75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32291"/>
            </a:xfrm>
            <a:custGeom>
              <a:avLst/>
              <a:gdLst>
                <a:gd name="T0" fmla="*/ 14 w 14"/>
                <a:gd name="T1" fmla="*/ 47 h 47"/>
                <a:gd name="T2" fmla="*/ 0 w 14"/>
                <a:gd name="T3" fmla="*/ 47 h 47"/>
                <a:gd name="T4" fmla="*/ 5 w 14"/>
                <a:gd name="T5" fmla="*/ 0 h 47"/>
                <a:gd name="T6" fmla="*/ 9 w 14"/>
                <a:gd name="T7" fmla="*/ 0 h 47"/>
                <a:gd name="T8" fmla="*/ 14 w 1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7">
                  <a:moveTo>
                    <a:pt x="14" y="47"/>
                  </a:moveTo>
                  <a:lnTo>
                    <a:pt x="0" y="47"/>
                  </a:lnTo>
                  <a:lnTo>
                    <a:pt x="5" y="0"/>
                  </a:lnTo>
                  <a:lnTo>
                    <a:pt x="9" y="0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617">
              <a:extLst>
                <a:ext uri="{FF2B5EF4-FFF2-40B4-BE49-F238E27FC236}">
                  <a16:creationId xmlns:a16="http://schemas.microsoft.com/office/drawing/2014/main" id="{12D65836-9EC3-4E76-AA45-FE9D1291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4073"/>
            </a:xfrm>
            <a:custGeom>
              <a:avLst/>
              <a:gdLst>
                <a:gd name="T0" fmla="*/ 2 w 14"/>
                <a:gd name="T1" fmla="*/ 5 h 5"/>
                <a:gd name="T2" fmla="*/ 0 w 14"/>
                <a:gd name="T3" fmla="*/ 0 h 5"/>
                <a:gd name="T4" fmla="*/ 14 w 14"/>
                <a:gd name="T5" fmla="*/ 0 h 5"/>
                <a:gd name="T6" fmla="*/ 12 w 14"/>
                <a:gd name="T7" fmla="*/ 5 h 5"/>
                <a:gd name="T8" fmla="*/ 2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2" y="5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2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618">
              <a:extLst>
                <a:ext uri="{FF2B5EF4-FFF2-40B4-BE49-F238E27FC236}">
                  <a16:creationId xmlns:a16="http://schemas.microsoft.com/office/drawing/2014/main" id="{8410B92F-6A34-4A80-95C1-7BC387CE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5469" y="636795"/>
              <a:ext cx="5629" cy="14073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619">
              <a:extLst>
                <a:ext uri="{FF2B5EF4-FFF2-40B4-BE49-F238E27FC236}">
                  <a16:creationId xmlns:a16="http://schemas.microsoft.com/office/drawing/2014/main" id="{4DC5F6E7-C0CB-4686-9018-475442C2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8445" cy="14073"/>
            </a:xfrm>
            <a:custGeom>
              <a:avLst/>
              <a:gdLst>
                <a:gd name="T0" fmla="*/ 0 w 1"/>
                <a:gd name="T1" fmla="*/ 2 h 2"/>
                <a:gd name="T2" fmla="*/ 0 w 1"/>
                <a:gd name="T3" fmla="*/ 2 h 2"/>
                <a:gd name="T4" fmla="*/ 1 w 1"/>
                <a:gd name="T5" fmla="*/ 0 h 2"/>
                <a:gd name="T6" fmla="*/ 1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620">
              <a:extLst>
                <a:ext uri="{FF2B5EF4-FFF2-40B4-BE49-F238E27FC236}">
                  <a16:creationId xmlns:a16="http://schemas.microsoft.com/office/drawing/2014/main" id="{78F7B544-628E-45DC-85C9-1B7503E6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545" y="631166"/>
              <a:ext cx="47851" cy="19702"/>
            </a:xfrm>
            <a:custGeom>
              <a:avLst/>
              <a:gdLst>
                <a:gd name="T0" fmla="*/ 7 w 7"/>
                <a:gd name="T1" fmla="*/ 0 h 3"/>
                <a:gd name="T2" fmla="*/ 5 w 7"/>
                <a:gd name="T3" fmla="*/ 3 h 3"/>
                <a:gd name="T4" fmla="*/ 1 w 7"/>
                <a:gd name="T5" fmla="*/ 3 h 3"/>
                <a:gd name="T6" fmla="*/ 1 w 7"/>
                <a:gd name="T7" fmla="*/ 0 h 3"/>
                <a:gd name="T8" fmla="*/ 7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0"/>
                    <a:pt x="5" y="1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1"/>
                    <a:pt x="1" y="0"/>
                  </a:cubicBezTo>
                  <a:cubicBezTo>
                    <a:pt x="1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621">
              <a:extLst>
                <a:ext uri="{FF2B5EF4-FFF2-40B4-BE49-F238E27FC236}">
                  <a16:creationId xmlns:a16="http://schemas.microsoft.com/office/drawing/2014/main" id="{9283FDDF-EC13-4823-9486-9E92997A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058" y="783161"/>
              <a:ext cx="39406" cy="126662"/>
            </a:xfrm>
            <a:custGeom>
              <a:avLst/>
              <a:gdLst>
                <a:gd name="T0" fmla="*/ 6 w 6"/>
                <a:gd name="T1" fmla="*/ 0 h 19"/>
                <a:gd name="T2" fmla="*/ 4 w 6"/>
                <a:gd name="T3" fmla="*/ 17 h 19"/>
                <a:gd name="T4" fmla="*/ 1 w 6"/>
                <a:gd name="T5" fmla="*/ 11 h 19"/>
                <a:gd name="T6" fmla="*/ 3 w 6"/>
                <a:gd name="T7" fmla="*/ 15 h 19"/>
                <a:gd name="T8" fmla="*/ 4 w 6"/>
                <a:gd name="T9" fmla="*/ 5 h 19"/>
                <a:gd name="T10" fmla="*/ 6 w 6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6" y="0"/>
                    <a:pt x="5" y="16"/>
                    <a:pt x="4" y="17"/>
                  </a:cubicBezTo>
                  <a:cubicBezTo>
                    <a:pt x="2" y="18"/>
                    <a:pt x="3" y="13"/>
                    <a:pt x="1" y="11"/>
                  </a:cubicBezTo>
                  <a:cubicBezTo>
                    <a:pt x="0" y="8"/>
                    <a:pt x="2" y="11"/>
                    <a:pt x="3" y="15"/>
                  </a:cubicBezTo>
                  <a:cubicBezTo>
                    <a:pt x="3" y="19"/>
                    <a:pt x="4" y="11"/>
                    <a:pt x="4" y="5"/>
                  </a:cubicBezTo>
                  <a:cubicBezTo>
                    <a:pt x="3" y="0"/>
                    <a:pt x="5" y="12"/>
                    <a:pt x="6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622">
              <a:extLst>
                <a:ext uri="{FF2B5EF4-FFF2-40B4-BE49-F238E27FC236}">
                  <a16:creationId xmlns:a16="http://schemas.microsoft.com/office/drawing/2014/main" id="{D1C17168-E678-40E1-9103-5B0765B7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252" y="791606"/>
              <a:ext cx="39406" cy="118218"/>
            </a:xfrm>
            <a:custGeom>
              <a:avLst/>
              <a:gdLst>
                <a:gd name="T0" fmla="*/ 0 w 6"/>
                <a:gd name="T1" fmla="*/ 0 h 18"/>
                <a:gd name="T2" fmla="*/ 2 w 6"/>
                <a:gd name="T3" fmla="*/ 16 h 18"/>
                <a:gd name="T4" fmla="*/ 5 w 6"/>
                <a:gd name="T5" fmla="*/ 10 h 18"/>
                <a:gd name="T6" fmla="*/ 3 w 6"/>
                <a:gd name="T7" fmla="*/ 14 h 18"/>
                <a:gd name="T8" fmla="*/ 2 w 6"/>
                <a:gd name="T9" fmla="*/ 5 h 18"/>
                <a:gd name="T10" fmla="*/ 0 w 6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0"/>
                  </a:moveTo>
                  <a:cubicBezTo>
                    <a:pt x="0" y="0"/>
                    <a:pt x="1" y="15"/>
                    <a:pt x="2" y="16"/>
                  </a:cubicBezTo>
                  <a:cubicBezTo>
                    <a:pt x="4" y="17"/>
                    <a:pt x="3" y="13"/>
                    <a:pt x="5" y="10"/>
                  </a:cubicBezTo>
                  <a:cubicBezTo>
                    <a:pt x="6" y="8"/>
                    <a:pt x="4" y="10"/>
                    <a:pt x="3" y="14"/>
                  </a:cubicBezTo>
                  <a:cubicBezTo>
                    <a:pt x="3" y="18"/>
                    <a:pt x="2" y="10"/>
                    <a:pt x="2" y="5"/>
                  </a:cubicBezTo>
                  <a:cubicBezTo>
                    <a:pt x="3" y="0"/>
                    <a:pt x="1" y="11"/>
                    <a:pt x="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623">
              <a:extLst>
                <a:ext uri="{FF2B5EF4-FFF2-40B4-BE49-F238E27FC236}">
                  <a16:creationId xmlns:a16="http://schemas.microsoft.com/office/drawing/2014/main" id="{10E59D2D-4FDA-49FD-9A9E-1B092B793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624">
              <a:extLst>
                <a:ext uri="{FF2B5EF4-FFF2-40B4-BE49-F238E27FC236}">
                  <a16:creationId xmlns:a16="http://schemas.microsoft.com/office/drawing/2014/main" id="{C6FC17E9-35E2-4C0F-9048-DD8359E33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625">
              <a:extLst>
                <a:ext uri="{FF2B5EF4-FFF2-40B4-BE49-F238E27FC236}">
                  <a16:creationId xmlns:a16="http://schemas.microsoft.com/office/drawing/2014/main" id="{0BB37B49-7B30-4A5F-B032-28AA27807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6345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626">
              <a:extLst>
                <a:ext uri="{FF2B5EF4-FFF2-40B4-BE49-F238E27FC236}">
                  <a16:creationId xmlns:a16="http://schemas.microsoft.com/office/drawing/2014/main" id="{893932E8-0CDF-43D4-8FD5-B85E9966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1902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627">
              <a:extLst>
                <a:ext uri="{FF2B5EF4-FFF2-40B4-BE49-F238E27FC236}">
                  <a16:creationId xmlns:a16="http://schemas.microsoft.com/office/drawing/2014/main" id="{951F426E-0B83-4C35-983B-4DEDB8F6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628">
              <a:extLst>
                <a:ext uri="{FF2B5EF4-FFF2-40B4-BE49-F238E27FC236}">
                  <a16:creationId xmlns:a16="http://schemas.microsoft.com/office/drawing/2014/main" id="{24FCA1B6-58CB-49B8-A89F-ED3053230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629">
              <a:extLst>
                <a:ext uri="{FF2B5EF4-FFF2-40B4-BE49-F238E27FC236}">
                  <a16:creationId xmlns:a16="http://schemas.microsoft.com/office/drawing/2014/main" id="{B01C94DA-00ED-4DA8-801B-65CB877E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8316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630">
              <a:extLst>
                <a:ext uri="{FF2B5EF4-FFF2-40B4-BE49-F238E27FC236}">
                  <a16:creationId xmlns:a16="http://schemas.microsoft.com/office/drawing/2014/main" id="{5C292C82-CA06-4EE4-B328-15471C453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631">
              <a:extLst>
                <a:ext uri="{FF2B5EF4-FFF2-40B4-BE49-F238E27FC236}">
                  <a16:creationId xmlns:a16="http://schemas.microsoft.com/office/drawing/2014/main" id="{1163D7F2-DAF5-4281-85DD-E43B2D3F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632">
              <a:extLst>
                <a:ext uri="{FF2B5EF4-FFF2-40B4-BE49-F238E27FC236}">
                  <a16:creationId xmlns:a16="http://schemas.microsoft.com/office/drawing/2014/main" id="{C771C5C1-A699-4F30-BAD5-759FDED1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633">
              <a:extLst>
                <a:ext uri="{FF2B5EF4-FFF2-40B4-BE49-F238E27FC236}">
                  <a16:creationId xmlns:a16="http://schemas.microsoft.com/office/drawing/2014/main" id="{12BEF2BB-8F4D-4213-84D1-99462C75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634">
              <a:extLst>
                <a:ext uri="{FF2B5EF4-FFF2-40B4-BE49-F238E27FC236}">
                  <a16:creationId xmlns:a16="http://schemas.microsoft.com/office/drawing/2014/main" id="{C68C8829-29C2-4B75-A17A-A9850041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635">
              <a:extLst>
                <a:ext uri="{FF2B5EF4-FFF2-40B4-BE49-F238E27FC236}">
                  <a16:creationId xmlns:a16="http://schemas.microsoft.com/office/drawing/2014/main" id="{FE763EA6-1348-4CD0-9E82-9472CCC2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11308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636">
              <a:extLst>
                <a:ext uri="{FF2B5EF4-FFF2-40B4-BE49-F238E27FC236}">
                  <a16:creationId xmlns:a16="http://schemas.microsoft.com/office/drawing/2014/main" id="{D83010C5-D180-497E-BF1F-B75AF341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9978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637">
              <a:extLst>
                <a:ext uri="{FF2B5EF4-FFF2-40B4-BE49-F238E27FC236}">
                  <a16:creationId xmlns:a16="http://schemas.microsoft.com/office/drawing/2014/main" id="{FE106D15-93C4-4509-9089-0A2A46993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1842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38">
              <a:extLst>
                <a:ext uri="{FF2B5EF4-FFF2-40B4-BE49-F238E27FC236}">
                  <a16:creationId xmlns:a16="http://schemas.microsoft.com/office/drawing/2014/main" id="{5ADEFE92-C4E9-46A6-B7BE-B99A41D6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639">
              <a:extLst>
                <a:ext uri="{FF2B5EF4-FFF2-40B4-BE49-F238E27FC236}">
                  <a16:creationId xmlns:a16="http://schemas.microsoft.com/office/drawing/2014/main" id="{54594B0F-CD3F-4802-85A6-1722498A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640">
              <a:extLst>
                <a:ext uri="{FF2B5EF4-FFF2-40B4-BE49-F238E27FC236}">
                  <a16:creationId xmlns:a16="http://schemas.microsoft.com/office/drawing/2014/main" id="{5FC6F957-0FD2-4CC8-94AB-3B5D65353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9682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641">
              <a:extLst>
                <a:ext uri="{FF2B5EF4-FFF2-40B4-BE49-F238E27FC236}">
                  <a16:creationId xmlns:a16="http://schemas.microsoft.com/office/drawing/2014/main" id="{4828CB8B-9517-4DD2-ACF4-543ADA3F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642">
              <a:extLst>
                <a:ext uri="{FF2B5EF4-FFF2-40B4-BE49-F238E27FC236}">
                  <a16:creationId xmlns:a16="http://schemas.microsoft.com/office/drawing/2014/main" id="{CD3CDF09-86C6-4B12-B85A-3CDEB8EA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43">
              <a:extLst>
                <a:ext uri="{FF2B5EF4-FFF2-40B4-BE49-F238E27FC236}">
                  <a16:creationId xmlns:a16="http://schemas.microsoft.com/office/drawing/2014/main" id="{F191CBE6-D48F-4EEE-9EBE-86E289F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4375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644">
              <a:extLst>
                <a:ext uri="{FF2B5EF4-FFF2-40B4-BE49-F238E27FC236}">
                  <a16:creationId xmlns:a16="http://schemas.microsoft.com/office/drawing/2014/main" id="{8DCC7DF3-05D4-46E4-82A4-7C3C4B3C4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220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645">
              <a:extLst>
                <a:ext uri="{FF2B5EF4-FFF2-40B4-BE49-F238E27FC236}">
                  <a16:creationId xmlns:a16="http://schemas.microsoft.com/office/drawing/2014/main" id="{22772597-F832-4E3E-8E62-681FB92E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646">
              <a:extLst>
                <a:ext uri="{FF2B5EF4-FFF2-40B4-BE49-F238E27FC236}">
                  <a16:creationId xmlns:a16="http://schemas.microsoft.com/office/drawing/2014/main" id="{A0E4F2AF-BE0D-423B-A3E6-9A232B0F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647">
              <a:extLst>
                <a:ext uri="{FF2B5EF4-FFF2-40B4-BE49-F238E27FC236}">
                  <a16:creationId xmlns:a16="http://schemas.microsoft.com/office/drawing/2014/main" id="{628ED8D3-2B19-416C-8F2E-5A01851B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620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648">
              <a:extLst>
                <a:ext uri="{FF2B5EF4-FFF2-40B4-BE49-F238E27FC236}">
                  <a16:creationId xmlns:a16="http://schemas.microsoft.com/office/drawing/2014/main" id="{78FB4473-525B-4035-A9E7-E0AAE418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649">
              <a:extLst>
                <a:ext uri="{FF2B5EF4-FFF2-40B4-BE49-F238E27FC236}">
                  <a16:creationId xmlns:a16="http://schemas.microsoft.com/office/drawing/2014/main" id="{1690AD27-AC13-48ED-A7FF-036C325C9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650">
              <a:extLst>
                <a:ext uri="{FF2B5EF4-FFF2-40B4-BE49-F238E27FC236}">
                  <a16:creationId xmlns:a16="http://schemas.microsoft.com/office/drawing/2014/main" id="{604E0EBA-3FFD-4956-8044-F9AE44ABE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027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651">
              <a:extLst>
                <a:ext uri="{FF2B5EF4-FFF2-40B4-BE49-F238E27FC236}">
                  <a16:creationId xmlns:a16="http://schemas.microsoft.com/office/drawing/2014/main" id="{88CA8CA2-AA41-44E7-BBB0-D45D4148B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871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652">
              <a:extLst>
                <a:ext uri="{FF2B5EF4-FFF2-40B4-BE49-F238E27FC236}">
                  <a16:creationId xmlns:a16="http://schemas.microsoft.com/office/drawing/2014/main" id="{4C7717D4-D363-4896-8AAC-E38BAF04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653">
              <a:extLst>
                <a:ext uri="{FF2B5EF4-FFF2-40B4-BE49-F238E27FC236}">
                  <a16:creationId xmlns:a16="http://schemas.microsoft.com/office/drawing/2014/main" id="{B589FC56-3A45-426C-9F2C-8A34D980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654">
              <a:extLst>
                <a:ext uri="{FF2B5EF4-FFF2-40B4-BE49-F238E27FC236}">
                  <a16:creationId xmlns:a16="http://schemas.microsoft.com/office/drawing/2014/main" id="{087B52AB-EC27-4DB3-826C-FB241CFC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25536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55">
              <a:extLst>
                <a:ext uri="{FF2B5EF4-FFF2-40B4-BE49-F238E27FC236}">
                  <a16:creationId xmlns:a16="http://schemas.microsoft.com/office/drawing/2014/main" id="{D0C15A53-20A3-498C-A4E0-00B4E648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56">
              <a:extLst>
                <a:ext uri="{FF2B5EF4-FFF2-40B4-BE49-F238E27FC236}">
                  <a16:creationId xmlns:a16="http://schemas.microsoft.com/office/drawing/2014/main" id="{F1778A12-19B7-4C05-A4A2-FEDB6791E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57">
              <a:extLst>
                <a:ext uri="{FF2B5EF4-FFF2-40B4-BE49-F238E27FC236}">
                  <a16:creationId xmlns:a16="http://schemas.microsoft.com/office/drawing/2014/main" id="{BF8DF9C9-A281-4574-BDE8-4A494C420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679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58">
              <a:extLst>
                <a:ext uri="{FF2B5EF4-FFF2-40B4-BE49-F238E27FC236}">
                  <a16:creationId xmlns:a16="http://schemas.microsoft.com/office/drawing/2014/main" id="{1BD0945C-7658-48CF-B91E-F677C9DC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4524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59">
              <a:extLst>
                <a:ext uri="{FF2B5EF4-FFF2-40B4-BE49-F238E27FC236}">
                  <a16:creationId xmlns:a16="http://schemas.microsoft.com/office/drawing/2014/main" id="{7ECF8421-FE35-4F81-B098-081865EE6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660">
              <a:extLst>
                <a:ext uri="{FF2B5EF4-FFF2-40B4-BE49-F238E27FC236}">
                  <a16:creationId xmlns:a16="http://schemas.microsoft.com/office/drawing/2014/main" id="{82DB3B86-C02B-40FC-BA2C-DAC1491C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661">
              <a:extLst>
                <a:ext uri="{FF2B5EF4-FFF2-40B4-BE49-F238E27FC236}">
                  <a16:creationId xmlns:a16="http://schemas.microsoft.com/office/drawing/2014/main" id="{CC220CDD-89F1-463C-AA5C-2AC67DD03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649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662">
              <a:extLst>
                <a:ext uri="{FF2B5EF4-FFF2-40B4-BE49-F238E27FC236}">
                  <a16:creationId xmlns:a16="http://schemas.microsoft.com/office/drawing/2014/main" id="{E4220331-C559-4F4B-A813-898A0345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Freeform 1663">
              <a:extLst>
                <a:ext uri="{FF2B5EF4-FFF2-40B4-BE49-F238E27FC236}">
                  <a16:creationId xmlns:a16="http://schemas.microsoft.com/office/drawing/2014/main" id="{C7832132-0272-42EC-9511-1C91D4C91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58" y="296215"/>
              <a:ext cx="295547" cy="261768"/>
            </a:xfrm>
            <a:custGeom>
              <a:avLst/>
              <a:gdLst>
                <a:gd name="T0" fmla="*/ 10 w 44"/>
                <a:gd name="T1" fmla="*/ 22 h 39"/>
                <a:gd name="T2" fmla="*/ 12 w 44"/>
                <a:gd name="T3" fmla="*/ 22 h 39"/>
                <a:gd name="T4" fmla="*/ 12 w 44"/>
                <a:gd name="T5" fmla="*/ 22 h 39"/>
                <a:gd name="T6" fmla="*/ 13 w 44"/>
                <a:gd name="T7" fmla="*/ 23 h 39"/>
                <a:gd name="T8" fmla="*/ 13 w 44"/>
                <a:gd name="T9" fmla="*/ 22 h 39"/>
                <a:gd name="T10" fmla="*/ 15 w 44"/>
                <a:gd name="T11" fmla="*/ 23 h 39"/>
                <a:gd name="T12" fmla="*/ 16 w 44"/>
                <a:gd name="T13" fmla="*/ 22 h 39"/>
                <a:gd name="T14" fmla="*/ 18 w 44"/>
                <a:gd name="T15" fmla="*/ 24 h 39"/>
                <a:gd name="T16" fmla="*/ 19 w 44"/>
                <a:gd name="T17" fmla="*/ 22 h 39"/>
                <a:gd name="T18" fmla="*/ 21 w 44"/>
                <a:gd name="T19" fmla="*/ 23 h 39"/>
                <a:gd name="T20" fmla="*/ 22 w 44"/>
                <a:gd name="T21" fmla="*/ 22 h 39"/>
                <a:gd name="T22" fmla="*/ 23 w 44"/>
                <a:gd name="T23" fmla="*/ 24 h 39"/>
                <a:gd name="T24" fmla="*/ 24 w 44"/>
                <a:gd name="T25" fmla="*/ 22 h 39"/>
                <a:gd name="T26" fmla="*/ 25 w 44"/>
                <a:gd name="T27" fmla="*/ 24 h 39"/>
                <a:gd name="T28" fmla="*/ 27 w 44"/>
                <a:gd name="T29" fmla="*/ 23 h 39"/>
                <a:gd name="T30" fmla="*/ 28 w 44"/>
                <a:gd name="T31" fmla="*/ 23 h 39"/>
                <a:gd name="T32" fmla="*/ 29 w 44"/>
                <a:gd name="T33" fmla="*/ 22 h 39"/>
                <a:gd name="T34" fmla="*/ 30 w 44"/>
                <a:gd name="T35" fmla="*/ 23 h 39"/>
                <a:gd name="T36" fmla="*/ 32 w 44"/>
                <a:gd name="T37" fmla="*/ 22 h 39"/>
                <a:gd name="T38" fmla="*/ 34 w 44"/>
                <a:gd name="T39" fmla="*/ 22 h 39"/>
                <a:gd name="T40" fmla="*/ 38 w 44"/>
                <a:gd name="T41" fmla="*/ 34 h 39"/>
                <a:gd name="T42" fmla="*/ 41 w 44"/>
                <a:gd name="T43" fmla="*/ 29 h 39"/>
                <a:gd name="T44" fmla="*/ 29 w 44"/>
                <a:gd name="T45" fmla="*/ 2 h 39"/>
                <a:gd name="T46" fmla="*/ 19 w 44"/>
                <a:gd name="T47" fmla="*/ 0 h 39"/>
                <a:gd name="T48" fmla="*/ 20 w 44"/>
                <a:gd name="T49" fmla="*/ 1 h 39"/>
                <a:gd name="T50" fmla="*/ 14 w 44"/>
                <a:gd name="T51" fmla="*/ 1 h 39"/>
                <a:gd name="T52" fmla="*/ 15 w 44"/>
                <a:gd name="T53" fmla="*/ 1 h 39"/>
                <a:gd name="T54" fmla="*/ 12 w 44"/>
                <a:gd name="T55" fmla="*/ 2 h 39"/>
                <a:gd name="T56" fmla="*/ 10 w 44"/>
                <a:gd name="T57" fmla="*/ 2 h 39"/>
                <a:gd name="T58" fmla="*/ 7 w 44"/>
                <a:gd name="T59" fmla="*/ 6 h 39"/>
                <a:gd name="T60" fmla="*/ 6 w 44"/>
                <a:gd name="T61" fmla="*/ 6 h 39"/>
                <a:gd name="T62" fmla="*/ 6 w 44"/>
                <a:gd name="T63" fmla="*/ 7 h 39"/>
                <a:gd name="T64" fmla="*/ 0 w 44"/>
                <a:gd name="T65" fmla="*/ 19 h 39"/>
                <a:gd name="T66" fmla="*/ 4 w 44"/>
                <a:gd name="T67" fmla="*/ 35 h 39"/>
                <a:gd name="T68" fmla="*/ 6 w 44"/>
                <a:gd name="T69" fmla="*/ 33 h 39"/>
                <a:gd name="T70" fmla="*/ 10 w 44"/>
                <a:gd name="T71" fmla="*/ 2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9">
                  <a:moveTo>
                    <a:pt x="10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3" y="24"/>
                    <a:pt x="13" y="23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4" y="22"/>
                    <a:pt x="15" y="24"/>
                    <a:pt x="15" y="23"/>
                  </a:cubicBezTo>
                  <a:cubicBezTo>
                    <a:pt x="15" y="23"/>
                    <a:pt x="16" y="22"/>
                    <a:pt x="16" y="22"/>
                  </a:cubicBezTo>
                  <a:cubicBezTo>
                    <a:pt x="16" y="23"/>
                    <a:pt x="18" y="24"/>
                    <a:pt x="18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3"/>
                    <a:pt x="21" y="24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3"/>
                    <a:pt x="27" y="23"/>
                  </a:cubicBezTo>
                  <a:cubicBezTo>
                    <a:pt x="27" y="22"/>
                    <a:pt x="28" y="22"/>
                    <a:pt x="28" y="23"/>
                  </a:cubicBezTo>
                  <a:cubicBezTo>
                    <a:pt x="28" y="25"/>
                    <a:pt x="29" y="23"/>
                    <a:pt x="29" y="22"/>
                  </a:cubicBezTo>
                  <a:cubicBezTo>
                    <a:pt x="30" y="21"/>
                    <a:pt x="30" y="23"/>
                    <a:pt x="30" y="23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9" y="31"/>
                    <a:pt x="38" y="34"/>
                  </a:cubicBezTo>
                  <a:cubicBezTo>
                    <a:pt x="37" y="37"/>
                    <a:pt x="39" y="36"/>
                    <a:pt x="41" y="29"/>
                  </a:cubicBezTo>
                  <a:cubicBezTo>
                    <a:pt x="42" y="21"/>
                    <a:pt x="44" y="6"/>
                    <a:pt x="29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0" y="14"/>
                    <a:pt x="0" y="19"/>
                  </a:cubicBezTo>
                  <a:cubicBezTo>
                    <a:pt x="0" y="24"/>
                    <a:pt x="2" y="31"/>
                    <a:pt x="4" y="35"/>
                  </a:cubicBezTo>
                  <a:cubicBezTo>
                    <a:pt x="7" y="39"/>
                    <a:pt x="6" y="35"/>
                    <a:pt x="6" y="33"/>
                  </a:cubicBezTo>
                  <a:cubicBezTo>
                    <a:pt x="7" y="28"/>
                    <a:pt x="9" y="22"/>
                    <a:pt x="10" y="22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664">
              <a:extLst>
                <a:ext uri="{FF2B5EF4-FFF2-40B4-BE49-F238E27FC236}">
                  <a16:creationId xmlns:a16="http://schemas.microsoft.com/office/drawing/2014/main" id="{848F4570-F999-47A5-822F-BAF74A21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6" y="369398"/>
              <a:ext cx="239252" cy="188585"/>
            </a:xfrm>
            <a:custGeom>
              <a:avLst/>
              <a:gdLst>
                <a:gd name="T0" fmla="*/ 34 w 36"/>
                <a:gd name="T1" fmla="*/ 15 h 28"/>
                <a:gd name="T2" fmla="*/ 33 w 36"/>
                <a:gd name="T3" fmla="*/ 13 h 28"/>
                <a:gd name="T4" fmla="*/ 33 w 36"/>
                <a:gd name="T5" fmla="*/ 12 h 28"/>
                <a:gd name="T6" fmla="*/ 32 w 36"/>
                <a:gd name="T7" fmla="*/ 8 h 28"/>
                <a:gd name="T8" fmla="*/ 32 w 36"/>
                <a:gd name="T9" fmla="*/ 2 h 28"/>
                <a:gd name="T10" fmla="*/ 32 w 36"/>
                <a:gd name="T11" fmla="*/ 0 h 28"/>
                <a:gd name="T12" fmla="*/ 24 w 36"/>
                <a:gd name="T13" fmla="*/ 9 h 28"/>
                <a:gd name="T14" fmla="*/ 18 w 36"/>
                <a:gd name="T15" fmla="*/ 4 h 28"/>
                <a:gd name="T16" fmla="*/ 13 w 36"/>
                <a:gd name="T17" fmla="*/ 10 h 28"/>
                <a:gd name="T18" fmla="*/ 7 w 36"/>
                <a:gd name="T19" fmla="*/ 5 h 28"/>
                <a:gd name="T20" fmla="*/ 2 w 36"/>
                <a:gd name="T21" fmla="*/ 10 h 28"/>
                <a:gd name="T22" fmla="*/ 1 w 36"/>
                <a:gd name="T23" fmla="*/ 9 h 28"/>
                <a:gd name="T24" fmla="*/ 1 w 36"/>
                <a:gd name="T25" fmla="*/ 24 h 28"/>
                <a:gd name="T26" fmla="*/ 1 w 36"/>
                <a:gd name="T27" fmla="*/ 25 h 28"/>
                <a:gd name="T28" fmla="*/ 2 w 36"/>
                <a:gd name="T29" fmla="*/ 22 h 28"/>
                <a:gd name="T30" fmla="*/ 6 w 36"/>
                <a:gd name="T31" fmla="*/ 11 h 28"/>
                <a:gd name="T32" fmla="*/ 8 w 36"/>
                <a:gd name="T33" fmla="*/ 11 h 28"/>
                <a:gd name="T34" fmla="*/ 8 w 36"/>
                <a:gd name="T35" fmla="*/ 11 h 28"/>
                <a:gd name="T36" fmla="*/ 9 w 36"/>
                <a:gd name="T37" fmla="*/ 12 h 28"/>
                <a:gd name="T38" fmla="*/ 9 w 36"/>
                <a:gd name="T39" fmla="*/ 11 h 28"/>
                <a:gd name="T40" fmla="*/ 11 w 36"/>
                <a:gd name="T41" fmla="*/ 12 h 28"/>
                <a:gd name="T42" fmla="*/ 12 w 36"/>
                <a:gd name="T43" fmla="*/ 11 h 28"/>
                <a:gd name="T44" fmla="*/ 14 w 36"/>
                <a:gd name="T45" fmla="*/ 13 h 28"/>
                <a:gd name="T46" fmla="*/ 15 w 36"/>
                <a:gd name="T47" fmla="*/ 11 h 28"/>
                <a:gd name="T48" fmla="*/ 17 w 36"/>
                <a:gd name="T49" fmla="*/ 12 h 28"/>
                <a:gd name="T50" fmla="*/ 18 w 36"/>
                <a:gd name="T51" fmla="*/ 11 h 28"/>
                <a:gd name="T52" fmla="*/ 19 w 36"/>
                <a:gd name="T53" fmla="*/ 13 h 28"/>
                <a:gd name="T54" fmla="*/ 20 w 36"/>
                <a:gd name="T55" fmla="*/ 11 h 28"/>
                <a:gd name="T56" fmla="*/ 21 w 36"/>
                <a:gd name="T57" fmla="*/ 13 h 28"/>
                <a:gd name="T58" fmla="*/ 23 w 36"/>
                <a:gd name="T59" fmla="*/ 12 h 28"/>
                <a:gd name="T60" fmla="*/ 24 w 36"/>
                <a:gd name="T61" fmla="*/ 12 h 28"/>
                <a:gd name="T62" fmla="*/ 25 w 36"/>
                <a:gd name="T63" fmla="*/ 11 h 28"/>
                <a:gd name="T64" fmla="*/ 26 w 36"/>
                <a:gd name="T65" fmla="*/ 12 h 28"/>
                <a:gd name="T66" fmla="*/ 28 w 36"/>
                <a:gd name="T67" fmla="*/ 11 h 28"/>
                <a:gd name="T68" fmla="*/ 30 w 36"/>
                <a:gd name="T69" fmla="*/ 11 h 28"/>
                <a:gd name="T70" fmla="*/ 34 w 36"/>
                <a:gd name="T71" fmla="*/ 23 h 28"/>
                <a:gd name="T72" fmla="*/ 36 w 36"/>
                <a:gd name="T73" fmla="*/ 19 h 28"/>
                <a:gd name="T74" fmla="*/ 34 w 36"/>
                <a:gd name="T75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28">
                  <a:moveTo>
                    <a:pt x="34" y="15"/>
                  </a:moveTo>
                  <a:cubicBezTo>
                    <a:pt x="34" y="14"/>
                    <a:pt x="34" y="13"/>
                    <a:pt x="33" y="13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3" y="11"/>
                    <a:pt x="32" y="9"/>
                    <a:pt x="32" y="8"/>
                  </a:cubicBezTo>
                  <a:cubicBezTo>
                    <a:pt x="32" y="6"/>
                    <a:pt x="32" y="4"/>
                    <a:pt x="32" y="2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31" y="5"/>
                    <a:pt x="28" y="8"/>
                    <a:pt x="24" y="9"/>
                  </a:cubicBezTo>
                  <a:cubicBezTo>
                    <a:pt x="20" y="10"/>
                    <a:pt x="19" y="7"/>
                    <a:pt x="18" y="4"/>
                  </a:cubicBezTo>
                  <a:cubicBezTo>
                    <a:pt x="17" y="7"/>
                    <a:pt x="15" y="10"/>
                    <a:pt x="13" y="10"/>
                  </a:cubicBezTo>
                  <a:cubicBezTo>
                    <a:pt x="10" y="10"/>
                    <a:pt x="9" y="8"/>
                    <a:pt x="7" y="5"/>
                  </a:cubicBezTo>
                  <a:cubicBezTo>
                    <a:pt x="6" y="8"/>
                    <a:pt x="5" y="10"/>
                    <a:pt x="2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3"/>
                    <a:pt x="1" y="18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" y="28"/>
                    <a:pt x="2" y="24"/>
                    <a:pt x="2" y="22"/>
                  </a:cubicBezTo>
                  <a:cubicBezTo>
                    <a:pt x="3" y="17"/>
                    <a:pt x="5" y="11"/>
                    <a:pt x="6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3"/>
                    <a:pt x="9" y="12"/>
                  </a:cubicBezTo>
                  <a:cubicBezTo>
                    <a:pt x="9" y="12"/>
                    <a:pt x="9" y="11"/>
                    <a:pt x="9" y="11"/>
                  </a:cubicBezTo>
                  <a:cubicBezTo>
                    <a:pt x="10" y="11"/>
                    <a:pt x="11" y="13"/>
                    <a:pt x="11" y="12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12" y="12"/>
                    <a:pt x="14" y="13"/>
                    <a:pt x="14" y="13"/>
                  </a:cubicBezTo>
                  <a:cubicBezTo>
                    <a:pt x="14" y="12"/>
                    <a:pt x="14" y="11"/>
                    <a:pt x="15" y="11"/>
                  </a:cubicBezTo>
                  <a:cubicBezTo>
                    <a:pt x="15" y="12"/>
                    <a:pt x="17" y="13"/>
                    <a:pt x="17" y="12"/>
                  </a:cubicBezTo>
                  <a:cubicBezTo>
                    <a:pt x="17" y="12"/>
                    <a:pt x="17" y="11"/>
                    <a:pt x="18" y="11"/>
                  </a:cubicBezTo>
                  <a:cubicBezTo>
                    <a:pt x="19" y="12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3" y="12"/>
                  </a:cubicBezTo>
                  <a:cubicBezTo>
                    <a:pt x="23" y="11"/>
                    <a:pt x="24" y="11"/>
                    <a:pt x="24" y="12"/>
                  </a:cubicBezTo>
                  <a:cubicBezTo>
                    <a:pt x="24" y="14"/>
                    <a:pt x="25" y="12"/>
                    <a:pt x="25" y="11"/>
                  </a:cubicBezTo>
                  <a:cubicBezTo>
                    <a:pt x="26" y="10"/>
                    <a:pt x="26" y="12"/>
                    <a:pt x="26" y="1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5" y="20"/>
                    <a:pt x="34" y="23"/>
                  </a:cubicBezTo>
                  <a:cubicBezTo>
                    <a:pt x="33" y="26"/>
                    <a:pt x="35" y="25"/>
                    <a:pt x="36" y="19"/>
                  </a:cubicBezTo>
                  <a:cubicBezTo>
                    <a:pt x="35" y="18"/>
                    <a:pt x="35" y="16"/>
                    <a:pt x="34" y="15"/>
                  </a:cubicBezTo>
                  <a:close/>
                </a:path>
              </a:pathLst>
            </a:custGeom>
            <a:solidFill>
              <a:srgbClr val="1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1665">
              <a:extLst>
                <a:ext uri="{FF2B5EF4-FFF2-40B4-BE49-F238E27FC236}">
                  <a16:creationId xmlns:a16="http://schemas.microsoft.com/office/drawing/2014/main" id="{A8740861-34E7-482E-89E2-5576DB73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063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1666">
              <a:extLst>
                <a:ext uri="{FF2B5EF4-FFF2-40B4-BE49-F238E27FC236}">
                  <a16:creationId xmlns:a16="http://schemas.microsoft.com/office/drawing/2014/main" id="{D3495459-8FB5-46C7-A258-1B592D4C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16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1667">
              <a:extLst>
                <a:ext uri="{FF2B5EF4-FFF2-40B4-BE49-F238E27FC236}">
                  <a16:creationId xmlns:a16="http://schemas.microsoft.com/office/drawing/2014/main" id="{99DE6C89-1459-46D3-B33A-5B2F28A6C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801" y="937971"/>
              <a:ext cx="8445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1668">
              <a:extLst>
                <a:ext uri="{FF2B5EF4-FFF2-40B4-BE49-F238E27FC236}">
                  <a16:creationId xmlns:a16="http://schemas.microsoft.com/office/drawing/2014/main" id="{B8DEF164-217F-4D05-A2B8-6C6DDF619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469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816287" y="1593786"/>
            <a:ext cx="10559426" cy="3670428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铝电解电容结构</a:t>
            </a:r>
            <a:endParaRPr lang="en-US" altLang="zh-CN" sz="72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为啥有极性？</a:t>
            </a:r>
            <a:endParaRPr lang="en-US" altLang="zh-CN" sz="4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电容量咋做上去的？</a:t>
            </a:r>
            <a:endParaRPr lang="en-US" altLang="zh-CN" sz="4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52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6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24814EAD-3247-47C0-9EE8-8B57B0879920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电容的本质</a:t>
            </a:r>
          </a:p>
        </p:txBody>
      </p:sp>
    </p:spTree>
    <p:extLst>
      <p:ext uri="{BB962C8B-B14F-4D97-AF65-F5344CB8AC3E}">
        <p14:creationId xmlns:p14="http://schemas.microsoft.com/office/powerpoint/2010/main" val="395409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02B8A30-D9A2-461F-9B5B-FCBFD67662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406" y="1575594"/>
            <a:ext cx="4420617" cy="37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24814EAD-3247-47C0-9EE8-8B57B0879920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电容的本质</a:t>
            </a:r>
          </a:p>
        </p:txBody>
      </p:sp>
    </p:spTree>
    <p:extLst>
      <p:ext uri="{BB962C8B-B14F-4D97-AF65-F5344CB8AC3E}">
        <p14:creationId xmlns:p14="http://schemas.microsoft.com/office/powerpoint/2010/main" val="3452584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02B8A30-D9A2-461F-9B5B-FCBFD67662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406" y="1575594"/>
            <a:ext cx="4420617" cy="37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24814EAD-3247-47C0-9EE8-8B57B0879920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电容的本质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487464-8E15-4FC3-9225-623871BC02FD}"/>
              </a:ext>
            </a:extLst>
          </p:cNvPr>
          <p:cNvSpPr txBox="1"/>
          <p:nvPr/>
        </p:nvSpPr>
        <p:spPr>
          <a:xfrm>
            <a:off x="1846310" y="2600307"/>
            <a:ext cx="4082063" cy="50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106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02B8A30-D9A2-461F-9B5B-FCBFD67662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406" y="1575594"/>
            <a:ext cx="4420617" cy="37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24814EAD-3247-47C0-9EE8-8B57B0879920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电容的本质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487464-8E15-4FC3-9225-623871BC02FD}"/>
              </a:ext>
            </a:extLst>
          </p:cNvPr>
          <p:cNvSpPr txBox="1"/>
          <p:nvPr/>
        </p:nvSpPr>
        <p:spPr>
          <a:xfrm>
            <a:off x="1846310" y="2600307"/>
            <a:ext cx="4082063" cy="9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、两个导电极板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5791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02B8A30-D9A2-461F-9B5B-FCBFD67662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406" y="1575594"/>
            <a:ext cx="4420617" cy="37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24814EAD-3247-47C0-9EE8-8B57B0879920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电容的本质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487464-8E15-4FC3-9225-623871BC02FD}"/>
              </a:ext>
            </a:extLst>
          </p:cNvPr>
          <p:cNvSpPr txBox="1"/>
          <p:nvPr/>
        </p:nvSpPr>
        <p:spPr>
          <a:xfrm>
            <a:off x="1846310" y="2600307"/>
            <a:ext cx="4082063" cy="1424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、两个导电极板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、中间绝缘介质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1330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29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5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</p:spTree>
    <p:extLst>
      <p:ext uri="{BB962C8B-B14F-4D97-AF65-F5344CB8AC3E}">
        <p14:creationId xmlns:p14="http://schemas.microsoft.com/office/powerpoint/2010/main" val="427662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7B1C07-59F1-47CD-93A2-92452EF9D4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25" y="1212591"/>
            <a:ext cx="3268323" cy="2791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8191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7B1C07-59F1-47CD-93A2-92452EF9D4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25" y="1212591"/>
            <a:ext cx="3268323" cy="2791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63AB0-3BA6-45CC-B539-6BA42B3AFC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00" y="1212590"/>
            <a:ext cx="3762802" cy="2791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245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7B1C07-59F1-47CD-93A2-92452EF9D4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25" y="1212591"/>
            <a:ext cx="3268323" cy="2791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63AB0-3BA6-45CC-B539-6BA42B3AFC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00" y="1212590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1846310" y="4134056"/>
            <a:ext cx="4082063" cy="50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514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7B1C07-59F1-47CD-93A2-92452EF9D4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25" y="1212591"/>
            <a:ext cx="3268323" cy="2791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63AB0-3BA6-45CC-B539-6BA42B3AFC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00" y="1212590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1846310" y="4134056"/>
            <a:ext cx="4082063" cy="96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正导电极板：阳极箔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654743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7B1C07-59F1-47CD-93A2-92452EF9D4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25" y="1212591"/>
            <a:ext cx="3268323" cy="2791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63AB0-3BA6-45CC-B539-6BA42B3AFC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00" y="1212590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1846310" y="4134056"/>
            <a:ext cx="4082063" cy="1424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正导电极板：阳极箔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负导电极板：电解液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阴极箔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78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7B1C07-59F1-47CD-93A2-92452EF9D4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25" y="1212591"/>
            <a:ext cx="3268323" cy="2791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63AB0-3BA6-45CC-B539-6BA42B3AFC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00" y="1212590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1846310" y="4134056"/>
            <a:ext cx="4082063" cy="1886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正导电极板：阳极箔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负导电极板：电解液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阴极箔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介质层：氧化铝薄膜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7656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591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25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</p:spTree>
    <p:extLst>
      <p:ext uri="{BB962C8B-B14F-4D97-AF65-F5344CB8AC3E}">
        <p14:creationId xmlns:p14="http://schemas.microsoft.com/office/powerpoint/2010/main" val="335073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2520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390077"/>
            <a:ext cx="5631402" cy="50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特性：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9504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390077"/>
            <a:ext cx="5631402" cy="88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特性：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、厚度与耐压成正比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698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390077"/>
            <a:ext cx="5631402" cy="125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特性：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、厚度与耐压成正比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、介电常数</a:t>
            </a:r>
            <a:r>
              <a:rPr lang="en-US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8-10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3297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390077"/>
            <a:ext cx="5631402" cy="1620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特性：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、厚度与耐压成正比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、介电常数</a:t>
            </a:r>
            <a:r>
              <a:rPr lang="en-US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8-10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、绝缘电阻与耐压成正比，</a:t>
            </a:r>
            <a:r>
              <a:rPr lang="el-GR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10^8~10^9Ω /</a:t>
            </a:r>
            <a:r>
              <a:rPr lang="en-US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8693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390077"/>
            <a:ext cx="5631402" cy="198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特性：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、厚度与耐压成正比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、介电常数</a:t>
            </a:r>
            <a:r>
              <a:rPr lang="en-US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8-10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、绝缘电阻与耐压成正比，</a:t>
            </a:r>
            <a:r>
              <a:rPr lang="el-GR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10^8~10^9Ω /</a:t>
            </a:r>
            <a:r>
              <a:rPr lang="en-US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、具有整流特性，相当于二极管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615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介质层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氧化铝特性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390077"/>
            <a:ext cx="5631402" cy="235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特性：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、厚度与耐压成正比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、介电常数</a:t>
            </a:r>
            <a:r>
              <a:rPr lang="en-US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8-10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、绝缘电阻与耐压成正比，</a:t>
            </a:r>
            <a:r>
              <a:rPr lang="el-GR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10^8~10^9Ω /</a:t>
            </a:r>
            <a:r>
              <a:rPr lang="en-US" altLang="zh-CN" sz="16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、具有整流特性，相当于二极管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、正向电压（相当于二极管导体）会导致氧化铝被破坏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943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721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70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</p:spTree>
    <p:extLst>
      <p:ext uri="{BB962C8B-B14F-4D97-AF65-F5344CB8AC3E}">
        <p14:creationId xmlns:p14="http://schemas.microsoft.com/office/powerpoint/2010/main" val="3407080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0693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66770D-76FB-40CC-A387-1C492BBABA26}"/>
              </a:ext>
            </a:extLst>
          </p:cNvPr>
          <p:cNvSpPr txBox="1"/>
          <p:nvPr/>
        </p:nvSpPr>
        <p:spPr>
          <a:xfrm>
            <a:off x="2775751" y="3425815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23CEE-7E07-4237-BE41-E99985DF2317}"/>
              </a:ext>
            </a:extLst>
          </p:cNvPr>
          <p:cNvSpPr txBox="1"/>
          <p:nvPr/>
        </p:nvSpPr>
        <p:spPr>
          <a:xfrm>
            <a:off x="4472865" y="3425815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971869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283545"/>
            <a:ext cx="3269942" cy="50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正常使用：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66770D-76FB-40CC-A387-1C492BBABA26}"/>
              </a:ext>
            </a:extLst>
          </p:cNvPr>
          <p:cNvSpPr txBox="1"/>
          <p:nvPr/>
        </p:nvSpPr>
        <p:spPr>
          <a:xfrm>
            <a:off x="2775751" y="3425815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23CEE-7E07-4237-BE41-E99985DF2317}"/>
              </a:ext>
            </a:extLst>
          </p:cNvPr>
          <p:cNvSpPr txBox="1"/>
          <p:nvPr/>
        </p:nvSpPr>
        <p:spPr>
          <a:xfrm>
            <a:off x="4472865" y="3425815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610928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283545"/>
            <a:ext cx="3269942" cy="88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正常使用：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反向截止，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导通，正常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66770D-76FB-40CC-A387-1C492BBABA26}"/>
              </a:ext>
            </a:extLst>
          </p:cNvPr>
          <p:cNvSpPr txBox="1"/>
          <p:nvPr/>
        </p:nvSpPr>
        <p:spPr>
          <a:xfrm>
            <a:off x="2775751" y="3425815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23CEE-7E07-4237-BE41-E99985DF2317}"/>
              </a:ext>
            </a:extLst>
          </p:cNvPr>
          <p:cNvSpPr txBox="1"/>
          <p:nvPr/>
        </p:nvSpPr>
        <p:spPr>
          <a:xfrm>
            <a:off x="4472865" y="3425815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984314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283545"/>
            <a:ext cx="3269942" cy="88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正常使用：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反向截止，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导通，正常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66770D-76FB-40CC-A387-1C492BBABA26}"/>
              </a:ext>
            </a:extLst>
          </p:cNvPr>
          <p:cNvSpPr txBox="1"/>
          <p:nvPr/>
        </p:nvSpPr>
        <p:spPr>
          <a:xfrm>
            <a:off x="4475818" y="3425814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23CEE-7E07-4237-BE41-E99985DF2317}"/>
              </a:ext>
            </a:extLst>
          </p:cNvPr>
          <p:cNvSpPr txBox="1"/>
          <p:nvPr/>
        </p:nvSpPr>
        <p:spPr>
          <a:xfrm>
            <a:off x="2863985" y="3425815"/>
            <a:ext cx="757561" cy="134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损坏</a:t>
            </a:r>
            <a:endParaRPr lang="en-US" altLang="zh-CN" sz="16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16029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283545"/>
            <a:ext cx="3269942" cy="88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正常使用：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反向截止，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导通，正常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66770D-76FB-40CC-A387-1C492BBABA26}"/>
              </a:ext>
            </a:extLst>
          </p:cNvPr>
          <p:cNvSpPr txBox="1"/>
          <p:nvPr/>
        </p:nvSpPr>
        <p:spPr>
          <a:xfrm>
            <a:off x="4475818" y="3425814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23CEE-7E07-4237-BE41-E99985DF2317}"/>
              </a:ext>
            </a:extLst>
          </p:cNvPr>
          <p:cNvSpPr txBox="1"/>
          <p:nvPr/>
        </p:nvSpPr>
        <p:spPr>
          <a:xfrm>
            <a:off x="2863985" y="3425815"/>
            <a:ext cx="757561" cy="134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损坏</a:t>
            </a:r>
            <a:endParaRPr lang="en-US" altLang="zh-CN" sz="16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01BBE-C2F1-40EF-A103-254C8B678068}"/>
              </a:ext>
            </a:extLst>
          </p:cNvPr>
          <p:cNvSpPr txBox="1"/>
          <p:nvPr/>
        </p:nvSpPr>
        <p:spPr>
          <a:xfrm>
            <a:off x="6096000" y="2732085"/>
            <a:ext cx="4921188" cy="50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接反使用：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4096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283545"/>
            <a:ext cx="3269942" cy="88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正常使用：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反向截止，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导通，正常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66770D-76FB-40CC-A387-1C492BBABA26}"/>
              </a:ext>
            </a:extLst>
          </p:cNvPr>
          <p:cNvSpPr txBox="1"/>
          <p:nvPr/>
        </p:nvSpPr>
        <p:spPr>
          <a:xfrm>
            <a:off x="4475818" y="3425814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23CEE-7E07-4237-BE41-E99985DF2317}"/>
              </a:ext>
            </a:extLst>
          </p:cNvPr>
          <p:cNvSpPr txBox="1"/>
          <p:nvPr/>
        </p:nvSpPr>
        <p:spPr>
          <a:xfrm>
            <a:off x="2863985" y="3425815"/>
            <a:ext cx="757561" cy="134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损坏</a:t>
            </a:r>
            <a:endParaRPr lang="en-US" altLang="zh-CN" sz="16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01BBE-C2F1-40EF-A103-254C8B678068}"/>
              </a:ext>
            </a:extLst>
          </p:cNvPr>
          <p:cNvSpPr txBox="1"/>
          <p:nvPr/>
        </p:nvSpPr>
        <p:spPr>
          <a:xfrm>
            <a:off x="6096000" y="2732085"/>
            <a:ext cx="4921188" cy="125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接反使用：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正向导通，即介质层氧化铝膜被施加了错误电压而失效，最差的结果导致爆炸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2725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氧化铝施加不同方向电压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FB57EC-2483-4765-9B7A-A471BF7322BC}"/>
              </a:ext>
            </a:extLst>
          </p:cNvPr>
          <p:cNvSpPr txBox="1"/>
          <p:nvPr/>
        </p:nvSpPr>
        <p:spPr>
          <a:xfrm>
            <a:off x="6096000" y="1283545"/>
            <a:ext cx="3269942" cy="88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正常使用：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反向截止，</a:t>
            </a: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导通，正常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C42B20-0036-49A5-B817-4DBDC134D9D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13" y="1390077"/>
            <a:ext cx="3564337" cy="40714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B66770D-76FB-40CC-A387-1C492BBABA26}"/>
              </a:ext>
            </a:extLst>
          </p:cNvPr>
          <p:cNvSpPr txBox="1"/>
          <p:nvPr/>
        </p:nvSpPr>
        <p:spPr>
          <a:xfrm>
            <a:off x="4475818" y="3425814"/>
            <a:ext cx="757561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623CEE-7E07-4237-BE41-E99985DF2317}"/>
              </a:ext>
            </a:extLst>
          </p:cNvPr>
          <p:cNvSpPr txBox="1"/>
          <p:nvPr/>
        </p:nvSpPr>
        <p:spPr>
          <a:xfrm>
            <a:off x="2863985" y="3425815"/>
            <a:ext cx="757561" cy="134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损坏</a:t>
            </a:r>
            <a:endParaRPr lang="en-US" altLang="zh-CN" sz="1600" b="1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01BBE-C2F1-40EF-A103-254C8B678068}"/>
              </a:ext>
            </a:extLst>
          </p:cNvPr>
          <p:cNvSpPr txBox="1"/>
          <p:nvPr/>
        </p:nvSpPr>
        <p:spPr>
          <a:xfrm>
            <a:off x="6096000" y="2732085"/>
            <a:ext cx="4921188" cy="125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接反使用：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</a:t>
            </a: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正向导通，即介质层氧化铝膜被施加了错误电压而失效，最差的结果导致爆炸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709C54-8DF9-4E52-9F3F-F832F379C5C7}"/>
              </a:ext>
            </a:extLst>
          </p:cNvPr>
          <p:cNvSpPr txBox="1"/>
          <p:nvPr/>
        </p:nvSpPr>
        <p:spPr>
          <a:xfrm>
            <a:off x="6096000" y="4395312"/>
            <a:ext cx="5480482" cy="747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有极性，</a:t>
            </a:r>
            <a:r>
              <a:rPr lang="en-US" altLang="zh-CN" sz="32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1V</a:t>
            </a:r>
            <a:r>
              <a:rPr lang="zh-CN" altLang="en-US" sz="32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反向电压都不行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9162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7872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235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电解液和电解纸</a:t>
            </a:r>
          </a:p>
        </p:txBody>
      </p:sp>
    </p:spTree>
    <p:extLst>
      <p:ext uri="{BB962C8B-B14F-4D97-AF65-F5344CB8AC3E}">
        <p14:creationId xmlns:p14="http://schemas.microsoft.com/office/powerpoint/2010/main" val="1504189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电解液和电解纸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95EAA5-F831-4ED2-A64F-06E69ACB2A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64" y="1245487"/>
            <a:ext cx="3762802" cy="2791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6633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电解液和电解纸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95EAA5-F831-4ED2-A64F-06E69ACB2A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64" y="1245487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5FE627E-2FA3-494F-ABB4-A745DBF960F5}"/>
              </a:ext>
            </a:extLst>
          </p:cNvPr>
          <p:cNvSpPr/>
          <p:nvPr/>
        </p:nvSpPr>
        <p:spPr>
          <a:xfrm>
            <a:off x="8717872" y="1571348"/>
            <a:ext cx="932155" cy="213951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97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电解液和电解纸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电解液：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95EAA5-F831-4ED2-A64F-06E69ACB2A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64" y="1245487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5FE627E-2FA3-494F-ABB4-A745DBF960F5}"/>
              </a:ext>
            </a:extLst>
          </p:cNvPr>
          <p:cNvSpPr/>
          <p:nvPr/>
        </p:nvSpPr>
        <p:spPr>
          <a:xfrm>
            <a:off x="8717872" y="1571348"/>
            <a:ext cx="932155" cy="213951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078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电解液和电解纸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6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电解液：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真正意义上的阴极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95EAA5-F831-4ED2-A64F-06E69ACB2A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64" y="1245487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5FE627E-2FA3-494F-ABB4-A745DBF960F5}"/>
              </a:ext>
            </a:extLst>
          </p:cNvPr>
          <p:cNvSpPr/>
          <p:nvPr/>
        </p:nvSpPr>
        <p:spPr>
          <a:xfrm>
            <a:off x="8717872" y="1571348"/>
            <a:ext cx="932155" cy="213951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371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电解液和电解纸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281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电解液：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真正意义上的阴极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电解纸：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95EAA5-F831-4ED2-A64F-06E69ACB2A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64" y="1245487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5FE627E-2FA3-494F-ABB4-A745DBF960F5}"/>
              </a:ext>
            </a:extLst>
          </p:cNvPr>
          <p:cNvSpPr/>
          <p:nvPr/>
        </p:nvSpPr>
        <p:spPr>
          <a:xfrm>
            <a:off x="8717872" y="1571348"/>
            <a:ext cx="932155" cy="213951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2516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电解液和电解纸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72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电解液：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真正意义上的阴极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电解纸：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均衡电解液的分布，以及保持阴阳两个铝箔间隔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95EAA5-F831-4ED2-A64F-06E69ACB2A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464" y="1245487"/>
            <a:ext cx="3762802" cy="27912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5FE627E-2FA3-494F-ABB4-A745DBF960F5}"/>
              </a:ext>
            </a:extLst>
          </p:cNvPr>
          <p:cNvSpPr/>
          <p:nvPr/>
        </p:nvSpPr>
        <p:spPr>
          <a:xfrm>
            <a:off x="8717872" y="1571348"/>
            <a:ext cx="932155" cy="213951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5579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2803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49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</p:spTree>
    <p:extLst>
      <p:ext uri="{BB962C8B-B14F-4D97-AF65-F5344CB8AC3E}">
        <p14:creationId xmlns:p14="http://schemas.microsoft.com/office/powerpoint/2010/main" val="512830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7673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65948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4996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511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99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5888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525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1960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1000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3995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6427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85FAD7-72D0-4C38-83EC-54A71C770E55}"/>
              </a:ext>
            </a:extLst>
          </p:cNvPr>
          <p:cNvSpPr txBox="1"/>
          <p:nvPr/>
        </p:nvSpPr>
        <p:spPr>
          <a:xfrm>
            <a:off x="7067404" y="270169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7086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85FAD7-72D0-4C38-83EC-54A71C770E55}"/>
              </a:ext>
            </a:extLst>
          </p:cNvPr>
          <p:cNvSpPr txBox="1"/>
          <p:nvPr/>
        </p:nvSpPr>
        <p:spPr>
          <a:xfrm>
            <a:off x="7067404" y="270169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32DD03F-124E-4B8D-A3B1-46F6FAE16723}"/>
              </a:ext>
            </a:extLst>
          </p:cNvPr>
          <p:cNvSpPr/>
          <p:nvPr/>
        </p:nvSpPr>
        <p:spPr>
          <a:xfrm>
            <a:off x="7848934" y="2965613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207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965A2-AE49-4300-AC7F-18457C98ABD1}"/>
              </a:ext>
            </a:extLst>
          </p:cNvPr>
          <p:cNvSpPr txBox="1"/>
          <p:nvPr/>
        </p:nvSpPr>
        <p:spPr>
          <a:xfrm>
            <a:off x="8263793" y="2689965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85FAD7-72D0-4C38-83EC-54A71C770E55}"/>
              </a:ext>
            </a:extLst>
          </p:cNvPr>
          <p:cNvSpPr txBox="1"/>
          <p:nvPr/>
        </p:nvSpPr>
        <p:spPr>
          <a:xfrm>
            <a:off x="7067404" y="270169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32DD03F-124E-4B8D-A3B1-46F6FAE16723}"/>
              </a:ext>
            </a:extLst>
          </p:cNvPr>
          <p:cNvSpPr/>
          <p:nvPr/>
        </p:nvSpPr>
        <p:spPr>
          <a:xfrm>
            <a:off x="7848934" y="2965613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3798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965A2-AE49-4300-AC7F-18457C98ABD1}"/>
              </a:ext>
            </a:extLst>
          </p:cNvPr>
          <p:cNvSpPr txBox="1"/>
          <p:nvPr/>
        </p:nvSpPr>
        <p:spPr>
          <a:xfrm>
            <a:off x="8263793" y="2689965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85FAD7-72D0-4C38-83EC-54A71C770E55}"/>
              </a:ext>
            </a:extLst>
          </p:cNvPr>
          <p:cNvSpPr txBox="1"/>
          <p:nvPr/>
        </p:nvSpPr>
        <p:spPr>
          <a:xfrm>
            <a:off x="7067404" y="270169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32DD03F-124E-4B8D-A3B1-46F6FAE16723}"/>
              </a:ext>
            </a:extLst>
          </p:cNvPr>
          <p:cNvSpPr/>
          <p:nvPr/>
        </p:nvSpPr>
        <p:spPr>
          <a:xfrm>
            <a:off x="7848934" y="2965613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8D75AAE3-14CE-4D7B-9321-7554BA85F18F}"/>
              </a:ext>
            </a:extLst>
          </p:cNvPr>
          <p:cNvSpPr/>
          <p:nvPr/>
        </p:nvSpPr>
        <p:spPr>
          <a:xfrm>
            <a:off x="9014992" y="2956649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2670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965A2-AE49-4300-AC7F-18457C98ABD1}"/>
              </a:ext>
            </a:extLst>
          </p:cNvPr>
          <p:cNvSpPr txBox="1"/>
          <p:nvPr/>
        </p:nvSpPr>
        <p:spPr>
          <a:xfrm>
            <a:off x="8263793" y="2689965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85FAD7-72D0-4C38-83EC-54A71C770E55}"/>
              </a:ext>
            </a:extLst>
          </p:cNvPr>
          <p:cNvSpPr txBox="1"/>
          <p:nvPr/>
        </p:nvSpPr>
        <p:spPr>
          <a:xfrm>
            <a:off x="7067404" y="270169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281BEF-41BB-4A4B-95E7-E4CE4F0AD187}"/>
              </a:ext>
            </a:extLst>
          </p:cNvPr>
          <p:cNvSpPr txBox="1"/>
          <p:nvPr/>
        </p:nvSpPr>
        <p:spPr>
          <a:xfrm>
            <a:off x="9380204" y="270169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32DD03F-124E-4B8D-A3B1-46F6FAE16723}"/>
              </a:ext>
            </a:extLst>
          </p:cNvPr>
          <p:cNvSpPr/>
          <p:nvPr/>
        </p:nvSpPr>
        <p:spPr>
          <a:xfrm>
            <a:off x="7848934" y="2965613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8D75AAE3-14CE-4D7B-9321-7554BA85F18F}"/>
              </a:ext>
            </a:extLst>
          </p:cNvPr>
          <p:cNvSpPr/>
          <p:nvPr/>
        </p:nvSpPr>
        <p:spPr>
          <a:xfrm>
            <a:off x="9014992" y="2956649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5857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965A2-AE49-4300-AC7F-18457C98ABD1}"/>
              </a:ext>
            </a:extLst>
          </p:cNvPr>
          <p:cNvSpPr txBox="1"/>
          <p:nvPr/>
        </p:nvSpPr>
        <p:spPr>
          <a:xfrm>
            <a:off x="8263793" y="2689965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85FAD7-72D0-4C38-83EC-54A71C770E55}"/>
              </a:ext>
            </a:extLst>
          </p:cNvPr>
          <p:cNvSpPr txBox="1"/>
          <p:nvPr/>
        </p:nvSpPr>
        <p:spPr>
          <a:xfrm>
            <a:off x="7067404" y="270169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281BEF-41BB-4A4B-95E7-E4CE4F0AD187}"/>
              </a:ext>
            </a:extLst>
          </p:cNvPr>
          <p:cNvSpPr txBox="1"/>
          <p:nvPr/>
        </p:nvSpPr>
        <p:spPr>
          <a:xfrm>
            <a:off x="9380204" y="270169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32DD03F-124E-4B8D-A3B1-46F6FAE16723}"/>
              </a:ext>
            </a:extLst>
          </p:cNvPr>
          <p:cNvSpPr/>
          <p:nvPr/>
        </p:nvSpPr>
        <p:spPr>
          <a:xfrm>
            <a:off x="7848934" y="2965613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8D75AAE3-14CE-4D7B-9321-7554BA85F18F}"/>
              </a:ext>
            </a:extLst>
          </p:cNvPr>
          <p:cNvSpPr/>
          <p:nvPr/>
        </p:nvSpPr>
        <p:spPr>
          <a:xfrm>
            <a:off x="9014992" y="2956649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0908A9F5-BE1D-4E7B-BFE5-351EEA2DF835}"/>
              </a:ext>
            </a:extLst>
          </p:cNvPr>
          <p:cNvSpPr/>
          <p:nvPr/>
        </p:nvSpPr>
        <p:spPr>
          <a:xfrm>
            <a:off x="10118134" y="2952147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5363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2405075" y="2838363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600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铝电解电容制造过程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步骤：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088157-2D43-4FCA-AC5B-7C165DBCF8A8}"/>
              </a:ext>
            </a:extLst>
          </p:cNvPr>
          <p:cNvSpPr txBox="1"/>
          <p:nvPr/>
        </p:nvSpPr>
        <p:spPr>
          <a:xfrm>
            <a:off x="1018699" y="2690342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957D10-A1D3-4BC2-930B-91E30BCD6ABE}"/>
              </a:ext>
            </a:extLst>
          </p:cNvPr>
          <p:cNvSpPr txBox="1"/>
          <p:nvPr/>
        </p:nvSpPr>
        <p:spPr>
          <a:xfrm>
            <a:off x="10496615" y="270169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出货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965A2-AE49-4300-AC7F-18457C98ABD1}"/>
              </a:ext>
            </a:extLst>
          </p:cNvPr>
          <p:cNvSpPr txBox="1"/>
          <p:nvPr/>
        </p:nvSpPr>
        <p:spPr>
          <a:xfrm>
            <a:off x="8263793" y="2689965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85FAD7-72D0-4C38-83EC-54A71C770E55}"/>
              </a:ext>
            </a:extLst>
          </p:cNvPr>
          <p:cNvSpPr txBox="1"/>
          <p:nvPr/>
        </p:nvSpPr>
        <p:spPr>
          <a:xfrm>
            <a:off x="7067404" y="270169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A0E0651-3CF5-41DB-B224-C86D6F99EE45}"/>
              </a:ext>
            </a:extLst>
          </p:cNvPr>
          <p:cNvSpPr txBox="1"/>
          <p:nvPr/>
        </p:nvSpPr>
        <p:spPr>
          <a:xfrm>
            <a:off x="5871015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8CCA9-CADD-41CA-B4F4-93B89FBFB72A}"/>
              </a:ext>
            </a:extLst>
          </p:cNvPr>
          <p:cNvSpPr txBox="1"/>
          <p:nvPr/>
        </p:nvSpPr>
        <p:spPr>
          <a:xfrm>
            <a:off x="2231778" y="2690341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416CE7-F45C-4B40-B412-1BE048170A71}"/>
              </a:ext>
            </a:extLst>
          </p:cNvPr>
          <p:cNvSpPr txBox="1"/>
          <p:nvPr/>
        </p:nvSpPr>
        <p:spPr>
          <a:xfrm>
            <a:off x="4657936" y="2690339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4BC0FE-4BA4-42C2-866F-81625F772EE3}"/>
              </a:ext>
            </a:extLst>
          </p:cNvPr>
          <p:cNvSpPr txBox="1"/>
          <p:nvPr/>
        </p:nvSpPr>
        <p:spPr>
          <a:xfrm>
            <a:off x="3444857" y="269034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281BEF-41BB-4A4B-95E7-E4CE4F0AD187}"/>
              </a:ext>
            </a:extLst>
          </p:cNvPr>
          <p:cNvSpPr txBox="1"/>
          <p:nvPr/>
        </p:nvSpPr>
        <p:spPr>
          <a:xfrm>
            <a:off x="9380204" y="2701690"/>
            <a:ext cx="930664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110CF1A-2A0E-46CB-8650-9E3DCF69605E}"/>
              </a:ext>
            </a:extLst>
          </p:cNvPr>
          <p:cNvSpPr/>
          <p:nvPr/>
        </p:nvSpPr>
        <p:spPr>
          <a:xfrm>
            <a:off x="1846310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972C94F3-3100-4C3B-B45E-A8A8BE902042}"/>
              </a:ext>
            </a:extLst>
          </p:cNvPr>
          <p:cNvSpPr/>
          <p:nvPr/>
        </p:nvSpPr>
        <p:spPr>
          <a:xfrm>
            <a:off x="3040053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366415A9-C8F5-44D1-B266-9511AA541123}"/>
              </a:ext>
            </a:extLst>
          </p:cNvPr>
          <p:cNvSpPr/>
          <p:nvPr/>
        </p:nvSpPr>
        <p:spPr>
          <a:xfrm>
            <a:off x="4255778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F376C42C-9067-4843-AFA1-3633D575BB7B}"/>
              </a:ext>
            </a:extLst>
          </p:cNvPr>
          <p:cNvSpPr/>
          <p:nvPr/>
        </p:nvSpPr>
        <p:spPr>
          <a:xfrm>
            <a:off x="5492534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1A2016CD-19C7-49DD-9A25-356E57E57C5D}"/>
              </a:ext>
            </a:extLst>
          </p:cNvPr>
          <p:cNvSpPr/>
          <p:nvPr/>
        </p:nvSpPr>
        <p:spPr>
          <a:xfrm>
            <a:off x="6682876" y="2956648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32DD03F-124E-4B8D-A3B1-46F6FAE16723}"/>
              </a:ext>
            </a:extLst>
          </p:cNvPr>
          <p:cNvSpPr/>
          <p:nvPr/>
        </p:nvSpPr>
        <p:spPr>
          <a:xfrm>
            <a:off x="7848934" y="2965613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8D75AAE3-14CE-4D7B-9321-7554BA85F18F}"/>
              </a:ext>
            </a:extLst>
          </p:cNvPr>
          <p:cNvSpPr/>
          <p:nvPr/>
        </p:nvSpPr>
        <p:spPr>
          <a:xfrm>
            <a:off x="9014992" y="2956649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0908A9F5-BE1D-4E7B-BFE5-351EEA2DF835}"/>
              </a:ext>
            </a:extLst>
          </p:cNvPr>
          <p:cNvSpPr/>
          <p:nvPr/>
        </p:nvSpPr>
        <p:spPr>
          <a:xfrm>
            <a:off x="10118134" y="2952147"/>
            <a:ext cx="385468" cy="146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97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958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31878" y="555050"/>
            <a:ext cx="4108075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7839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31878" y="555050"/>
            <a:ext cx="4108075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增大铝箔的表面积，以此来做大电容量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57081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4401B8-041F-497A-A04D-E7A8685FD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723" y="2071498"/>
            <a:ext cx="3814554" cy="30114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31878" y="555050"/>
            <a:ext cx="4108075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蚀刻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增大铝箔的表面积，以此来做大电容量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30759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9242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835339" y="555050"/>
            <a:ext cx="2521322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50575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835339" y="555050"/>
            <a:ext cx="2521322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在铝箔表面形成氧化铝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19937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835339" y="555050"/>
            <a:ext cx="2521322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化成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在铝箔表面形成氧化铝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ABF690-B243-43C7-8796-586B60D96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524" y="2071498"/>
            <a:ext cx="3238952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983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4582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</a:p>
        </p:txBody>
      </p:sp>
    </p:spTree>
    <p:extLst>
      <p:ext uri="{BB962C8B-B14F-4D97-AF65-F5344CB8AC3E}">
        <p14:creationId xmlns:p14="http://schemas.microsoft.com/office/powerpoint/2010/main" val="3501549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按照不同产品的尺寸要求将铝箔和电解质裁剪为需要的尺寸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2589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裁剪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按照不同产品的尺寸要求将铝箔和电解质裁剪为需要的尺寸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55C542-1637-47EE-81AA-83112FC46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050" y="2381103"/>
            <a:ext cx="3719900" cy="301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767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53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260256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再铝箔之间插入电解质，然后卷绕成圆柱形，铝箔上插上连接端子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96646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卷绕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再铝箔之间插入电解质，然后卷绕成圆柱形，铝箔上插上连接端子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76FE0C-2F15-4C89-B94B-8BBC87432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671" y="2328708"/>
            <a:ext cx="3882658" cy="301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619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8722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34417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将卷绕后的圆柱浸入电解液中，这一步电解液能对氧化膜进行修复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36976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4017870" y="555050"/>
            <a:ext cx="415626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含浸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将卷绕后的圆柱浸入电解液中，这一步电解液能对氧化膜进行修复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2B67F2-A041-4D46-A127-504B30017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788" y="2404917"/>
            <a:ext cx="2686425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304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2120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419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654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将含浸后的圆柱装入铝壳后密封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6942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将含浸后的圆柱装入铝壳后密封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FBB74-3A0B-4BB3-8097-7E0F2D0C9F63}"/>
              </a:ext>
            </a:extLst>
          </p:cNvPr>
          <p:cNvSpPr txBox="1"/>
          <p:nvPr/>
        </p:nvSpPr>
        <p:spPr>
          <a:xfrm>
            <a:off x="596525" y="1603921"/>
            <a:ext cx="6369051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9480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将含浸后的圆柱装入铝壳后密封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FBB74-3A0B-4BB3-8097-7E0F2D0C9F63}"/>
              </a:ext>
            </a:extLst>
          </p:cNvPr>
          <p:cNvSpPr txBox="1"/>
          <p:nvPr/>
        </p:nvSpPr>
        <p:spPr>
          <a:xfrm>
            <a:off x="596525" y="1603921"/>
            <a:ext cx="636905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也叫再化成，对密封后的电容器在高温下施加电压。这个过程能将裁剪和卷绕过程中出现氧化膜受损进行修复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88545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将含浸后的圆柱装入铝壳后密封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FBB74-3A0B-4BB3-8097-7E0F2D0C9F63}"/>
              </a:ext>
            </a:extLst>
          </p:cNvPr>
          <p:cNvSpPr txBox="1"/>
          <p:nvPr/>
        </p:nvSpPr>
        <p:spPr>
          <a:xfrm>
            <a:off x="596525" y="1603921"/>
            <a:ext cx="636905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也叫再化成，对密封后的电容器在高温下施加电压。这个过程能将裁剪和卷绕过程中出现氧化膜受损进行修复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D4BCF-60A6-4826-B3FB-B22750CC9786}"/>
              </a:ext>
            </a:extLst>
          </p:cNvPr>
          <p:cNvSpPr txBox="1"/>
          <p:nvPr/>
        </p:nvSpPr>
        <p:spPr>
          <a:xfrm>
            <a:off x="596526" y="3076755"/>
            <a:ext cx="6189756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89684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将含浸后的圆柱装入铝壳后密封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FBB74-3A0B-4BB3-8097-7E0F2D0C9F63}"/>
              </a:ext>
            </a:extLst>
          </p:cNvPr>
          <p:cNvSpPr txBox="1"/>
          <p:nvPr/>
        </p:nvSpPr>
        <p:spPr>
          <a:xfrm>
            <a:off x="596525" y="1603921"/>
            <a:ext cx="636905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也叫再化成，对密封后的电容器在高温下施加电压。这个过程能将裁剪和卷绕过程中出现氧化膜受损进行修复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D4BCF-60A6-4826-B3FB-B22750CC9786}"/>
              </a:ext>
            </a:extLst>
          </p:cNvPr>
          <p:cNvSpPr txBox="1"/>
          <p:nvPr/>
        </p:nvSpPr>
        <p:spPr>
          <a:xfrm>
            <a:off x="596526" y="3076755"/>
            <a:ext cx="6189756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对所有产品进行电气特性检查，并进行端子加工，编带等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38503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将含浸后的圆柱装入铝壳后密封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FBB74-3A0B-4BB3-8097-7E0F2D0C9F63}"/>
              </a:ext>
            </a:extLst>
          </p:cNvPr>
          <p:cNvSpPr txBox="1"/>
          <p:nvPr/>
        </p:nvSpPr>
        <p:spPr>
          <a:xfrm>
            <a:off x="596525" y="1603921"/>
            <a:ext cx="636905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也叫再化成，对密封后的电容器在高温下施加电压。这个过程能将裁剪和卷绕过程中出现氧化膜受损进行修复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D4BCF-60A6-4826-B3FB-B22750CC9786}"/>
              </a:ext>
            </a:extLst>
          </p:cNvPr>
          <p:cNvSpPr txBox="1"/>
          <p:nvPr/>
        </p:nvSpPr>
        <p:spPr>
          <a:xfrm>
            <a:off x="596526" y="3076755"/>
            <a:ext cx="6189756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对所有产品进行电气特性检查，并进行端子加工，编带等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A3FF92-5955-4246-AEDB-B552821DE4BD}"/>
              </a:ext>
            </a:extLst>
          </p:cNvPr>
          <p:cNvSpPr txBox="1"/>
          <p:nvPr/>
        </p:nvSpPr>
        <p:spPr>
          <a:xfrm>
            <a:off x="596526" y="4549589"/>
            <a:ext cx="4156261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出货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99709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8C1941-0B84-4D32-B43F-E608540068F7}"/>
              </a:ext>
            </a:extLst>
          </p:cNvPr>
          <p:cNvSpPr txBox="1"/>
          <p:nvPr/>
        </p:nvSpPr>
        <p:spPr>
          <a:xfrm>
            <a:off x="596527" y="330932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密封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将含浸后的圆柱装入铝壳后密封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E54222-2CB8-4B0F-9550-6AAA72AC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117" y="629133"/>
            <a:ext cx="2467319" cy="51156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FBB74-3A0B-4BB3-8097-7E0F2D0C9F63}"/>
              </a:ext>
            </a:extLst>
          </p:cNvPr>
          <p:cNvSpPr txBox="1"/>
          <p:nvPr/>
        </p:nvSpPr>
        <p:spPr>
          <a:xfrm>
            <a:off x="596525" y="1603921"/>
            <a:ext cx="6369051" cy="1522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老化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也叫再化成，对密封后的电容器在高温下施加电压。这个过程能将裁剪和卷绕过程中出现氧化膜受损进行修复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9D4BCF-60A6-4826-B3FB-B22750CC9786}"/>
              </a:ext>
            </a:extLst>
          </p:cNvPr>
          <p:cNvSpPr txBox="1"/>
          <p:nvPr/>
        </p:nvSpPr>
        <p:spPr>
          <a:xfrm>
            <a:off x="596526" y="3076755"/>
            <a:ext cx="6189756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检测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对所有产品进行电气特性检查，并进行端子加工，编带等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A3FF92-5955-4246-AEDB-B552821DE4BD}"/>
              </a:ext>
            </a:extLst>
          </p:cNvPr>
          <p:cNvSpPr txBox="1"/>
          <p:nvPr/>
        </p:nvSpPr>
        <p:spPr>
          <a:xfrm>
            <a:off x="596526" y="4549589"/>
            <a:ext cx="4156261" cy="110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9-</a:t>
            </a: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出货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根据产品检验标准进行出货检验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68129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5851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94323" y="766152"/>
            <a:ext cx="2403355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675679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94323" y="766152"/>
            <a:ext cx="2403355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1605056" y="2083840"/>
            <a:ext cx="8981889" cy="1422954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铝电解电容结构主要包括阳极铝箔和阴极铝箔，作为电介质的氧化膜，还有电解液和电解纸</a:t>
            </a:r>
            <a:endParaRPr lang="en-US" altLang="zh-CN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99821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94323" y="766152"/>
            <a:ext cx="2403355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1605056" y="2083840"/>
            <a:ext cx="8981889" cy="234628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铝电解电容结构主要包括阳极铝箔和阴极铝箔，作为电介质的氧化膜，还有电解液和电解纸</a:t>
            </a:r>
            <a:endParaRPr lang="en-US" altLang="zh-CN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电介质氧化铝膜不能加负压，这也是电解电容有极性的原因</a:t>
            </a:r>
            <a:endParaRPr lang="en-US" altLang="zh-CN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44593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94323" y="766152"/>
            <a:ext cx="2403355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1605056" y="2083840"/>
            <a:ext cx="8981889" cy="326961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铝电解电容结构主要包括阳极铝箔和阴极铝箔，作为电介质的氧化膜，还有电解液和电解纸</a:t>
            </a:r>
            <a:endParaRPr lang="en-US" altLang="zh-CN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电介质氧化铝膜不能加负压，这也是电解电容有极性的原因</a:t>
            </a:r>
            <a:endParaRPr lang="en-US" altLang="zh-CN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0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20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电解电容通过在阳极铝箔上面形成褶皱来，通过增大面积来增加电容量</a:t>
            </a:r>
          </a:p>
        </p:txBody>
      </p:sp>
    </p:spTree>
    <p:extLst>
      <p:ext uri="{BB962C8B-B14F-4D97-AF65-F5344CB8AC3E}">
        <p14:creationId xmlns:p14="http://schemas.microsoft.com/office/powerpoint/2010/main" val="9200268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1446</Words>
  <Application>Microsoft Office PowerPoint</Application>
  <PresentationFormat>宽屏</PresentationFormat>
  <Paragraphs>315</Paragraphs>
  <Slides>104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104</vt:i4>
      </vt:variant>
    </vt:vector>
  </HeadingPairs>
  <TitlesOfParts>
    <vt:vector size="110" baseType="lpstr">
      <vt:lpstr>等线</vt:lpstr>
      <vt:lpstr>等线 Light</vt:lpstr>
      <vt:lpstr>微软雅黑</vt:lpstr>
      <vt:lpstr>微软雅黑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149</cp:revision>
  <dcterms:created xsi:type="dcterms:W3CDTF">2020-06-10T12:57:46Z</dcterms:created>
  <dcterms:modified xsi:type="dcterms:W3CDTF">2020-07-19T06:08:59Z</dcterms:modified>
</cp:coreProperties>
</file>