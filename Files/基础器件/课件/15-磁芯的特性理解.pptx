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56" r:id="rId2"/>
    <p:sldId id="604" r:id="rId3"/>
    <p:sldId id="566" r:id="rId4"/>
    <p:sldId id="606" r:id="rId5"/>
    <p:sldId id="607" r:id="rId6"/>
    <p:sldId id="608" r:id="rId7"/>
    <p:sldId id="609" r:id="rId8"/>
    <p:sldId id="610" r:id="rId9"/>
    <p:sldId id="611" r:id="rId10"/>
    <p:sldId id="612" r:id="rId11"/>
    <p:sldId id="613" r:id="rId12"/>
    <p:sldId id="614" r:id="rId13"/>
    <p:sldId id="615" r:id="rId14"/>
    <p:sldId id="616" r:id="rId15"/>
    <p:sldId id="605" r:id="rId16"/>
    <p:sldId id="599" r:id="rId17"/>
    <p:sldId id="618" r:id="rId18"/>
    <p:sldId id="619" r:id="rId19"/>
    <p:sldId id="620" r:id="rId20"/>
    <p:sldId id="621" r:id="rId21"/>
    <p:sldId id="629" r:id="rId22"/>
    <p:sldId id="630" r:id="rId23"/>
    <p:sldId id="631" r:id="rId24"/>
    <p:sldId id="637" r:id="rId25"/>
    <p:sldId id="632" r:id="rId26"/>
    <p:sldId id="633" r:id="rId27"/>
    <p:sldId id="617" r:id="rId28"/>
    <p:sldId id="600" r:id="rId29"/>
    <p:sldId id="644" r:id="rId30"/>
    <p:sldId id="645" r:id="rId31"/>
    <p:sldId id="638" r:id="rId32"/>
    <p:sldId id="601" r:id="rId33"/>
    <p:sldId id="640" r:id="rId34"/>
    <p:sldId id="641" r:id="rId35"/>
    <p:sldId id="642" r:id="rId36"/>
    <p:sldId id="639" r:id="rId37"/>
    <p:sldId id="602" r:id="rId38"/>
    <p:sldId id="646" r:id="rId39"/>
    <p:sldId id="647" r:id="rId40"/>
    <p:sldId id="656" r:id="rId41"/>
    <p:sldId id="657" r:id="rId42"/>
    <p:sldId id="658" r:id="rId43"/>
    <p:sldId id="659" r:id="rId44"/>
    <p:sldId id="660" r:id="rId45"/>
    <p:sldId id="661" r:id="rId46"/>
    <p:sldId id="662" r:id="rId47"/>
    <p:sldId id="663" r:id="rId48"/>
    <p:sldId id="664" r:id="rId49"/>
    <p:sldId id="665" r:id="rId50"/>
    <p:sldId id="666" r:id="rId51"/>
    <p:sldId id="667" r:id="rId52"/>
    <p:sldId id="668" r:id="rId53"/>
    <p:sldId id="669" r:id="rId54"/>
    <p:sldId id="670" r:id="rId55"/>
    <p:sldId id="671" r:id="rId56"/>
    <p:sldId id="603" r:id="rId57"/>
    <p:sldId id="672" r:id="rId58"/>
    <p:sldId id="643" r:id="rId59"/>
    <p:sldId id="673" r:id="rId60"/>
    <p:sldId id="598" r:id="rId61"/>
    <p:sldId id="674" r:id="rId62"/>
    <p:sldId id="346" r:id="rId6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202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53" autoAdjust="0"/>
    <p:restoredTop sz="96249" autoAdjust="0"/>
  </p:normalViewPr>
  <p:slideViewPr>
    <p:cSldViewPr snapToGrid="0">
      <p:cViewPr>
        <p:scale>
          <a:sx n="100" d="100"/>
          <a:sy n="100" d="100"/>
        </p:scale>
        <p:origin x="76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B3276-4076-4782-9191-1F99B2710E74}" type="datetimeFigureOut">
              <a:rPr lang="zh-CN" altLang="en-US" smtClean="0"/>
              <a:t>2020/9/13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7A3499-1AB1-4CFD-ACB5-8A5CD29C4F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546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706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704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71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15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158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968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002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65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9415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4760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642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4289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2655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3672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2068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1307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696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8883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2786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1592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0827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4690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8917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6984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7352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286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3249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2683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931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1891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02797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8706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0290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9073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3247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1400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1122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8493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A3499-1AB1-4CFD-ACB5-8A5CD29C4FEA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70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44E49-B0D9-4706-868B-5889D3A25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8D9918-3AB5-4BE3-90EF-F94FC2A87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73703E-3322-40FC-8787-F3E20C23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650DC-A624-456A-A126-B8F1F838B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546143-118A-4A28-8A19-6BC35F44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82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0BB6C-6ABB-4B2B-9725-FDC1BE9C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146B91-7420-456E-BD98-D8ABE75E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BB58B1-8F09-450C-886D-B47496AE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3293CC-1DA1-4CD5-8322-6C20B1B0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1A5435-AD74-4105-9E5C-18D1B172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82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6B85F-D98C-4A1B-9F13-1F87A1148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8E2CFF-03E8-414C-AABD-26898041A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B2FCD8-1483-4FAC-8377-81D0AF500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A6A4E9-0DA6-4AEF-941B-DE110A13A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71F056-9F80-4735-98FC-FB9414495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53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580BD-B975-4AF9-9F57-5CBC534EE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25B173-E218-4879-8704-52E0ED008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82506D-508D-4CA9-A154-F079308E8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C18ABC-C9B1-4830-8AD2-83CC9E5B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4C9BCA-8CC4-44E9-97B8-AAD3C5EF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C2B09C-B6F7-47C1-BEBB-2E3C8426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47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2B039D-81CB-4899-AA9C-3B180993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298E01-7DCE-4427-9379-27DC59548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7B538C-7788-45CF-996C-6D3EB2E17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49C056-9795-4D8F-A4CE-B639129FA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C1D8B3-B497-4940-A742-1AF75D447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343125-6FA6-4950-8FE3-FDB5A288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2020/9/13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303CE0-CE25-473A-B5E4-2FA0BB0C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AD48A5-C5FC-4EC0-B676-A9B7CC19A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9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8373AB-BBBC-4686-89C0-63CAB85C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98F6D2-F4E4-47AF-93A0-9DF6A649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2020/9/13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44BCB8-8294-4E7D-AAD5-C1BBB21A6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F6B71C-9DFD-4420-BFB0-76438F071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076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399917-3CB4-491C-9473-890DB8B75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2020/9/13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84501C-9879-44AD-A3B9-85E3E84D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9C6F50-07D4-487A-956A-C292F5E7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350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D4130-3573-4C55-A6D0-028F1CDA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60FE88-9209-4A5D-939C-862D68A89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A9C650-6D5F-437D-BFD2-1A0D82E6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88E517-402D-4380-B17B-35ABBD9FC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D383A3-7C92-4A5D-97F9-5313A829B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4A4F65-D1B8-4A2C-A062-41BDB28C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39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3709C-F489-4048-AEB8-663258ED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A4C458-F1BC-44FE-90B6-954DDCB15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AF3892-E433-45AD-A948-2237EE65A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E72DE0-09AA-48CB-AC0E-D768EA13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7BD1EF-F7AA-4B75-AA5A-1C34962B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8795F0-787D-450E-961D-26A2CEAE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74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3B332-42A7-4B0D-90B8-4A68F4D5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32AC77-0820-4B8F-8819-296149ECA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69B8D-6B48-4BB1-BABF-B8B945A4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032B04-6BE0-4722-8D9D-4C460EE43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52181D-D509-4B8D-822E-128878FB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34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97586C-AC2A-4FC5-A48D-4AA27BA94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9EBCCB-6E4E-43EF-95E4-BA1C7B9C2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06CA1E-3FDB-4E81-A86E-D7907DA2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6831A7-33CF-4637-835A-4AE4D272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C11E3D-8B94-4F61-AA6B-E71FAD6D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727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3A36F2-E160-491C-94CD-186B2ECDC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6E8900-3692-4DEF-8886-461D1A35D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5D4E82-7023-40EA-BEB0-D75ED3944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A7DE3-7461-4351-842C-02EB77888246}" type="datetimeFigureOut">
              <a:rPr lang="zh-CN" altLang="en-US" smtClean="0"/>
              <a:t>2020/9/13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8B27E6-965C-4D6B-9F9F-A4F41511D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84CF8E-8B64-46AC-8247-5696965B3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745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F8886B7-72FA-40A4-928A-611E1D91279F}"/>
              </a:ext>
            </a:extLst>
          </p:cNvPr>
          <p:cNvSpPr txBox="1"/>
          <p:nvPr/>
        </p:nvSpPr>
        <p:spPr>
          <a:xfrm>
            <a:off x="2895600" y="465213"/>
            <a:ext cx="6400800" cy="1320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6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磁芯的特性理解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A271BF1-DBAB-4806-9EC2-EE9147F6D9CF}"/>
              </a:ext>
            </a:extLst>
          </p:cNvPr>
          <p:cNvGrpSpPr/>
          <p:nvPr/>
        </p:nvGrpSpPr>
        <p:grpSpPr>
          <a:xfrm>
            <a:off x="6729328" y="2362890"/>
            <a:ext cx="3600091" cy="3388151"/>
            <a:chOff x="1270910" y="2656459"/>
            <a:chExt cx="3062483" cy="2882192"/>
          </a:xfrm>
        </p:grpSpPr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A77D93DF-6953-4923-9231-E49D9AEBD034}"/>
                </a:ext>
              </a:extLst>
            </p:cNvPr>
            <p:cNvCxnSpPr/>
            <p:nvPr/>
          </p:nvCxnSpPr>
          <p:spPr>
            <a:xfrm>
              <a:off x="1457865" y="4161008"/>
              <a:ext cx="2875528" cy="0"/>
            </a:xfrm>
            <a:prstGeom prst="straightConnector1">
              <a:avLst/>
            </a:prstGeom>
            <a:ln w="2222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DB10CF55-7A36-4F65-8F9E-0C713D8E3F52}"/>
                </a:ext>
              </a:extLst>
            </p:cNvPr>
            <p:cNvCxnSpPr/>
            <p:nvPr/>
          </p:nvCxnSpPr>
          <p:spPr>
            <a:xfrm flipV="1">
              <a:off x="2836550" y="2656459"/>
              <a:ext cx="0" cy="2882192"/>
            </a:xfrm>
            <a:prstGeom prst="straightConnector1">
              <a:avLst/>
            </a:prstGeom>
            <a:ln w="2222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任意多边形 11">
              <a:extLst>
                <a:ext uri="{FF2B5EF4-FFF2-40B4-BE49-F238E27FC236}">
                  <a16:creationId xmlns:a16="http://schemas.microsoft.com/office/drawing/2014/main" id="{BB575805-0EEF-4BCA-AE65-F74698D73E6C}"/>
                </a:ext>
              </a:extLst>
            </p:cNvPr>
            <p:cNvSpPr/>
            <p:nvPr/>
          </p:nvSpPr>
          <p:spPr>
            <a:xfrm>
              <a:off x="2842972" y="2917536"/>
              <a:ext cx="1144559" cy="1243472"/>
            </a:xfrm>
            <a:custGeom>
              <a:avLst/>
              <a:gdLst>
                <a:gd name="connsiteX0" fmla="*/ 0 w 736979"/>
                <a:gd name="connsiteY0" fmla="*/ 800669 h 800669"/>
                <a:gd name="connsiteX1" fmla="*/ 136478 w 736979"/>
                <a:gd name="connsiteY1" fmla="*/ 436729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3727 w 736979"/>
                <a:gd name="connsiteY2" fmla="*/ 86222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3727 w 736979"/>
                <a:gd name="connsiteY2" fmla="*/ 86222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3727 w 736979"/>
                <a:gd name="connsiteY2" fmla="*/ 86222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3727 w 736979"/>
                <a:gd name="connsiteY2" fmla="*/ 86222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3727 w 736979"/>
                <a:gd name="connsiteY2" fmla="*/ 86222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3727 w 736979"/>
                <a:gd name="connsiteY2" fmla="*/ 86222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77409 w 736979"/>
                <a:gd name="connsiteY1" fmla="*/ 612870 h 800669"/>
                <a:gd name="connsiteX2" fmla="*/ 129335 w 736979"/>
                <a:gd name="connsiteY2" fmla="*/ 439110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29335 w 736979"/>
                <a:gd name="connsiteY2" fmla="*/ 439110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29335 w 736979"/>
                <a:gd name="connsiteY2" fmla="*/ 439110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29335 w 736979"/>
                <a:gd name="connsiteY2" fmla="*/ 439110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29335 w 736979"/>
                <a:gd name="connsiteY2" fmla="*/ 439110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29335 w 736979"/>
                <a:gd name="connsiteY2" fmla="*/ 439110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29335 w 736979"/>
                <a:gd name="connsiteY2" fmla="*/ 439110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55977 w 736979"/>
                <a:gd name="connsiteY1" fmla="*/ 596202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55977 w 736979"/>
                <a:gd name="connsiteY1" fmla="*/ 596202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55977 w 736979"/>
                <a:gd name="connsiteY1" fmla="*/ 596202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63121 w 736979"/>
                <a:gd name="connsiteY1" fmla="*/ 600965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63121 w 736979"/>
                <a:gd name="connsiteY1" fmla="*/ 600965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63121 w 736979"/>
                <a:gd name="connsiteY1" fmla="*/ 600965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6979" h="800669">
                  <a:moveTo>
                    <a:pt x="0" y="800669"/>
                  </a:moveTo>
                  <a:cubicBezTo>
                    <a:pt x="12901" y="769369"/>
                    <a:pt x="41565" y="661225"/>
                    <a:pt x="63121" y="600965"/>
                  </a:cubicBezTo>
                  <a:cubicBezTo>
                    <a:pt x="84677" y="540705"/>
                    <a:pt x="95903" y="498706"/>
                    <a:pt x="119810" y="436728"/>
                  </a:cubicBezTo>
                  <a:cubicBezTo>
                    <a:pt x="143717" y="374750"/>
                    <a:pt x="222766" y="159010"/>
                    <a:pt x="363727" y="86222"/>
                  </a:cubicBezTo>
                  <a:cubicBezTo>
                    <a:pt x="504688" y="13434"/>
                    <a:pt x="552770" y="35292"/>
                    <a:pt x="736979" y="0"/>
                  </a:cubicBezTo>
                </a:path>
              </a:pathLst>
            </a:custGeom>
            <a:noFill/>
            <a:ln w="22225">
              <a:solidFill>
                <a:srgbClr val="FFFF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2">
              <a:extLst>
                <a:ext uri="{FF2B5EF4-FFF2-40B4-BE49-F238E27FC236}">
                  <a16:creationId xmlns:a16="http://schemas.microsoft.com/office/drawing/2014/main" id="{825EDD93-D4C6-4FB6-806F-6821F73F522E}"/>
                </a:ext>
              </a:extLst>
            </p:cNvPr>
            <p:cNvSpPr/>
            <p:nvPr/>
          </p:nvSpPr>
          <p:spPr>
            <a:xfrm>
              <a:off x="2841151" y="2918821"/>
              <a:ext cx="1157530" cy="451272"/>
            </a:xfrm>
            <a:custGeom>
              <a:avLst/>
              <a:gdLst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61 h 290573"/>
                <a:gd name="connsiteX1" fmla="*/ 226219 w 745331"/>
                <a:gd name="connsiteY1" fmla="*/ 83405 h 290573"/>
                <a:gd name="connsiteX2" fmla="*/ 0 w 745331"/>
                <a:gd name="connsiteY2" fmla="*/ 290573 h 29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5331" h="290573">
                  <a:moveTo>
                    <a:pt x="745331" y="61"/>
                  </a:moveTo>
                  <a:cubicBezTo>
                    <a:pt x="505023" y="-1527"/>
                    <a:pt x="333772" y="27843"/>
                    <a:pt x="226219" y="83405"/>
                  </a:cubicBezTo>
                  <a:cubicBezTo>
                    <a:pt x="118666" y="138967"/>
                    <a:pt x="50998" y="211198"/>
                    <a:pt x="0" y="290573"/>
                  </a:cubicBezTo>
                </a:path>
              </a:pathLst>
            </a:custGeom>
            <a:noFill/>
            <a:ln w="2222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3">
              <a:extLst>
                <a:ext uri="{FF2B5EF4-FFF2-40B4-BE49-F238E27FC236}">
                  <a16:creationId xmlns:a16="http://schemas.microsoft.com/office/drawing/2014/main" id="{8EFD1CE0-199E-4EE6-92BD-E6D513CD5BD9}"/>
                </a:ext>
              </a:extLst>
            </p:cNvPr>
            <p:cNvSpPr/>
            <p:nvPr/>
          </p:nvSpPr>
          <p:spPr>
            <a:xfrm>
              <a:off x="2585976" y="3370094"/>
              <a:ext cx="255176" cy="791411"/>
            </a:xfrm>
            <a:custGeom>
              <a:avLst/>
              <a:gdLst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4307" h="509588">
                  <a:moveTo>
                    <a:pt x="164307" y="0"/>
                  </a:moveTo>
                  <a:cubicBezTo>
                    <a:pt x="117475" y="76597"/>
                    <a:pt x="94061" y="153194"/>
                    <a:pt x="66676" y="238125"/>
                  </a:cubicBezTo>
                  <a:cubicBezTo>
                    <a:pt x="39292" y="323056"/>
                    <a:pt x="12699" y="447279"/>
                    <a:pt x="0" y="509588"/>
                  </a:cubicBezTo>
                </a:path>
              </a:pathLst>
            </a:custGeom>
            <a:noFill/>
            <a:ln w="2222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6">
              <a:extLst>
                <a:ext uri="{FF2B5EF4-FFF2-40B4-BE49-F238E27FC236}">
                  <a16:creationId xmlns:a16="http://schemas.microsoft.com/office/drawing/2014/main" id="{62A01E0D-56CD-4761-8D8A-4B755635763A}"/>
                </a:ext>
              </a:extLst>
            </p:cNvPr>
            <p:cNvSpPr/>
            <p:nvPr/>
          </p:nvSpPr>
          <p:spPr>
            <a:xfrm>
              <a:off x="1725533" y="4165203"/>
              <a:ext cx="857978" cy="1237658"/>
            </a:xfrm>
            <a:custGeom>
              <a:avLst/>
              <a:gdLst>
                <a:gd name="connsiteX0" fmla="*/ 546100 w 546100"/>
                <a:gd name="connsiteY0" fmla="*/ 0 h 809625"/>
                <a:gd name="connsiteX1" fmla="*/ 428625 w 546100"/>
                <a:gd name="connsiteY1" fmla="*/ 460375 h 809625"/>
                <a:gd name="connsiteX2" fmla="*/ 260350 w 546100"/>
                <a:gd name="connsiteY2" fmla="*/ 717550 h 809625"/>
                <a:gd name="connsiteX3" fmla="*/ 0 w 546100"/>
                <a:gd name="connsiteY3" fmla="*/ 809625 h 809625"/>
                <a:gd name="connsiteX0" fmla="*/ 546100 w 546100"/>
                <a:gd name="connsiteY0" fmla="*/ 0 h 796925"/>
                <a:gd name="connsiteX1" fmla="*/ 428625 w 546100"/>
                <a:gd name="connsiteY1" fmla="*/ 460375 h 796925"/>
                <a:gd name="connsiteX2" fmla="*/ 260350 w 546100"/>
                <a:gd name="connsiteY2" fmla="*/ 717550 h 796925"/>
                <a:gd name="connsiteX3" fmla="*/ 0 w 546100"/>
                <a:gd name="connsiteY3" fmla="*/ 796925 h 796925"/>
                <a:gd name="connsiteX0" fmla="*/ 552450 w 552450"/>
                <a:gd name="connsiteY0" fmla="*/ 0 h 796925"/>
                <a:gd name="connsiteX1" fmla="*/ 428625 w 552450"/>
                <a:gd name="connsiteY1" fmla="*/ 460375 h 796925"/>
                <a:gd name="connsiteX2" fmla="*/ 260350 w 552450"/>
                <a:gd name="connsiteY2" fmla="*/ 717550 h 796925"/>
                <a:gd name="connsiteX3" fmla="*/ 0 w 552450"/>
                <a:gd name="connsiteY3" fmla="*/ 796925 h 796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450" h="796925">
                  <a:moveTo>
                    <a:pt x="552450" y="0"/>
                  </a:moveTo>
                  <a:cubicBezTo>
                    <a:pt x="517525" y="170391"/>
                    <a:pt x="477308" y="340783"/>
                    <a:pt x="428625" y="460375"/>
                  </a:cubicBezTo>
                  <a:cubicBezTo>
                    <a:pt x="379942" y="579967"/>
                    <a:pt x="331787" y="661458"/>
                    <a:pt x="260350" y="717550"/>
                  </a:cubicBezTo>
                  <a:cubicBezTo>
                    <a:pt x="188913" y="773642"/>
                    <a:pt x="94456" y="779991"/>
                    <a:pt x="0" y="796925"/>
                  </a:cubicBezTo>
                </a:path>
              </a:pathLst>
            </a:custGeom>
            <a:noFill/>
            <a:ln w="2222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7">
              <a:extLst>
                <a:ext uri="{FF2B5EF4-FFF2-40B4-BE49-F238E27FC236}">
                  <a16:creationId xmlns:a16="http://schemas.microsoft.com/office/drawing/2014/main" id="{638BCE99-6875-4F6C-A110-F7AE0F31597D}"/>
                </a:ext>
              </a:extLst>
            </p:cNvPr>
            <p:cNvSpPr/>
            <p:nvPr/>
          </p:nvSpPr>
          <p:spPr>
            <a:xfrm>
              <a:off x="1730464" y="4939356"/>
              <a:ext cx="1109454" cy="464490"/>
            </a:xfrm>
            <a:custGeom>
              <a:avLst/>
              <a:gdLst>
                <a:gd name="connsiteX0" fmla="*/ 0 w 714375"/>
                <a:gd name="connsiteY0" fmla="*/ 298450 h 299084"/>
                <a:gd name="connsiteX1" fmla="*/ 292100 w 714375"/>
                <a:gd name="connsiteY1" fmla="*/ 279400 h 299084"/>
                <a:gd name="connsiteX2" fmla="*/ 555625 w 714375"/>
                <a:gd name="connsiteY2" fmla="*/ 168275 h 299084"/>
                <a:gd name="connsiteX3" fmla="*/ 714375 w 714375"/>
                <a:gd name="connsiteY3" fmla="*/ 0 h 299084"/>
                <a:gd name="connsiteX4" fmla="*/ 714375 w 714375"/>
                <a:gd name="connsiteY4" fmla="*/ 0 h 299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4375" h="299084">
                  <a:moveTo>
                    <a:pt x="0" y="298450"/>
                  </a:moveTo>
                  <a:cubicBezTo>
                    <a:pt x="99748" y="299773"/>
                    <a:pt x="199496" y="301096"/>
                    <a:pt x="292100" y="279400"/>
                  </a:cubicBezTo>
                  <a:cubicBezTo>
                    <a:pt x="384704" y="257704"/>
                    <a:pt x="485246" y="214842"/>
                    <a:pt x="555625" y="168275"/>
                  </a:cubicBezTo>
                  <a:cubicBezTo>
                    <a:pt x="626004" y="121708"/>
                    <a:pt x="714375" y="0"/>
                    <a:pt x="714375" y="0"/>
                  </a:cubicBezTo>
                  <a:lnTo>
                    <a:pt x="714375" y="0"/>
                  </a:lnTo>
                </a:path>
              </a:pathLst>
            </a:custGeom>
            <a:noFill/>
            <a:ln w="2222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8">
              <a:extLst>
                <a:ext uri="{FF2B5EF4-FFF2-40B4-BE49-F238E27FC236}">
                  <a16:creationId xmlns:a16="http://schemas.microsoft.com/office/drawing/2014/main" id="{DD5DD691-CEAA-48A3-9DDD-82DE889550E5}"/>
                </a:ext>
              </a:extLst>
            </p:cNvPr>
            <p:cNvSpPr/>
            <p:nvPr/>
          </p:nvSpPr>
          <p:spPr>
            <a:xfrm>
              <a:off x="2839918" y="4165202"/>
              <a:ext cx="241614" cy="774152"/>
            </a:xfrm>
            <a:custGeom>
              <a:avLst/>
              <a:gdLst>
                <a:gd name="connsiteX0" fmla="*/ 0 w 161925"/>
                <a:gd name="connsiteY0" fmla="*/ 495300 h 495300"/>
                <a:gd name="connsiteX1" fmla="*/ 88900 w 161925"/>
                <a:gd name="connsiteY1" fmla="*/ 285750 h 495300"/>
                <a:gd name="connsiteX2" fmla="*/ 161925 w 161925"/>
                <a:gd name="connsiteY2" fmla="*/ 0 h 495300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5575" h="498475">
                  <a:moveTo>
                    <a:pt x="0" y="498475"/>
                  </a:moveTo>
                  <a:cubicBezTo>
                    <a:pt x="30956" y="434975"/>
                    <a:pt x="62971" y="372004"/>
                    <a:pt x="88900" y="288925"/>
                  </a:cubicBezTo>
                  <a:cubicBezTo>
                    <a:pt x="114829" y="205846"/>
                    <a:pt x="151606" y="53975"/>
                    <a:pt x="155575" y="0"/>
                  </a:cubicBezTo>
                </a:path>
              </a:pathLst>
            </a:custGeom>
            <a:noFill/>
            <a:ln w="2222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20">
              <a:extLst>
                <a:ext uri="{FF2B5EF4-FFF2-40B4-BE49-F238E27FC236}">
                  <a16:creationId xmlns:a16="http://schemas.microsoft.com/office/drawing/2014/main" id="{072696E5-F207-4393-970C-1719536C83E4}"/>
                </a:ext>
              </a:extLst>
            </p:cNvPr>
            <p:cNvSpPr/>
            <p:nvPr/>
          </p:nvSpPr>
          <p:spPr>
            <a:xfrm>
              <a:off x="3081533" y="2927546"/>
              <a:ext cx="912218" cy="1242589"/>
            </a:xfrm>
            <a:custGeom>
              <a:avLst/>
              <a:gdLst>
                <a:gd name="connsiteX0" fmla="*/ 0 w 587375"/>
                <a:gd name="connsiteY0" fmla="*/ 800100 h 800100"/>
                <a:gd name="connsiteX1" fmla="*/ 57150 w 587375"/>
                <a:gd name="connsiteY1" fmla="*/ 533400 h 800100"/>
                <a:gd name="connsiteX2" fmla="*/ 187325 w 587375"/>
                <a:gd name="connsiteY2" fmla="*/ 196850 h 800100"/>
                <a:gd name="connsiteX3" fmla="*/ 377825 w 587375"/>
                <a:gd name="connsiteY3" fmla="*/ 60325 h 800100"/>
                <a:gd name="connsiteX4" fmla="*/ 587375 w 587375"/>
                <a:gd name="connsiteY4" fmla="*/ 0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375" h="800100">
                  <a:moveTo>
                    <a:pt x="0" y="800100"/>
                  </a:moveTo>
                  <a:cubicBezTo>
                    <a:pt x="12964" y="717021"/>
                    <a:pt x="25929" y="633942"/>
                    <a:pt x="57150" y="533400"/>
                  </a:cubicBezTo>
                  <a:cubicBezTo>
                    <a:pt x="88371" y="432858"/>
                    <a:pt x="133879" y="275696"/>
                    <a:pt x="187325" y="196850"/>
                  </a:cubicBezTo>
                  <a:cubicBezTo>
                    <a:pt x="240771" y="118004"/>
                    <a:pt x="311150" y="93133"/>
                    <a:pt x="377825" y="60325"/>
                  </a:cubicBezTo>
                  <a:cubicBezTo>
                    <a:pt x="444500" y="27517"/>
                    <a:pt x="515937" y="13758"/>
                    <a:pt x="587375" y="0"/>
                  </a:cubicBezTo>
                </a:path>
              </a:pathLst>
            </a:custGeom>
            <a:noFill/>
            <a:ln w="2222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017581F1-04FA-460E-BF08-39E9A86A92A8}"/>
                </a:ext>
              </a:extLst>
            </p:cNvPr>
            <p:cNvCxnSpPr/>
            <p:nvPr/>
          </p:nvCxnSpPr>
          <p:spPr>
            <a:xfrm>
              <a:off x="1725533" y="4161008"/>
              <a:ext cx="4931" cy="1241852"/>
            </a:xfrm>
            <a:prstGeom prst="line">
              <a:avLst/>
            </a:prstGeom>
            <a:ln w="22225"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0B1A1039-9F80-4BA7-B81F-8B8BF23ABBDF}"/>
                </a:ext>
              </a:extLst>
            </p:cNvPr>
            <p:cNvCxnSpPr/>
            <p:nvPr/>
          </p:nvCxnSpPr>
          <p:spPr>
            <a:xfrm>
              <a:off x="1730464" y="5412723"/>
              <a:ext cx="1109454" cy="0"/>
            </a:xfrm>
            <a:prstGeom prst="line">
              <a:avLst/>
            </a:prstGeom>
            <a:ln w="22225"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4258B638-9143-43C8-9C92-3B5E9979370E}"/>
                </a:ext>
              </a:extLst>
            </p:cNvPr>
            <p:cNvCxnSpPr/>
            <p:nvPr/>
          </p:nvCxnSpPr>
          <p:spPr>
            <a:xfrm>
              <a:off x="3998681" y="2922615"/>
              <a:ext cx="4931" cy="1241852"/>
            </a:xfrm>
            <a:prstGeom prst="line">
              <a:avLst/>
            </a:prstGeom>
            <a:ln w="22225"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9FB3DF29-33A6-4ADF-BD60-5B999F29EE24}"/>
                </a:ext>
              </a:extLst>
            </p:cNvPr>
            <p:cNvCxnSpPr/>
            <p:nvPr/>
          </p:nvCxnSpPr>
          <p:spPr>
            <a:xfrm>
              <a:off x="2840799" y="2907674"/>
              <a:ext cx="1109454" cy="0"/>
            </a:xfrm>
            <a:prstGeom prst="line">
              <a:avLst/>
            </a:prstGeom>
            <a:ln w="22225"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50B4F10-720E-4815-8325-E2EE1E2E6760}"/>
                </a:ext>
              </a:extLst>
            </p:cNvPr>
            <p:cNvSpPr txBox="1"/>
            <p:nvPr/>
          </p:nvSpPr>
          <p:spPr>
            <a:xfrm>
              <a:off x="3927102" y="2692578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S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32329E5-69F7-43F4-AC69-17A8A431938D}"/>
                </a:ext>
              </a:extLst>
            </p:cNvPr>
            <p:cNvSpPr txBox="1"/>
            <p:nvPr/>
          </p:nvSpPr>
          <p:spPr>
            <a:xfrm>
              <a:off x="3805006" y="4075363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Hs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7F749599-8BC4-4AE2-8798-4DFFCC8AEC02}"/>
                </a:ext>
              </a:extLst>
            </p:cNvPr>
            <p:cNvSpPr txBox="1"/>
            <p:nvPr/>
          </p:nvSpPr>
          <p:spPr>
            <a:xfrm>
              <a:off x="3011852" y="4075363"/>
              <a:ext cx="3914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Hc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A8F3D82-BCFF-4257-8D22-FD9275E16609}"/>
                </a:ext>
              </a:extLst>
            </p:cNvPr>
            <p:cNvSpPr txBox="1"/>
            <p:nvPr/>
          </p:nvSpPr>
          <p:spPr>
            <a:xfrm>
              <a:off x="2575555" y="4071305"/>
              <a:ext cx="3209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O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91BD40FA-1A6E-43AF-9E3E-9CFAF2B0D529}"/>
                </a:ext>
              </a:extLst>
            </p:cNvPr>
            <p:cNvSpPr txBox="1"/>
            <p:nvPr/>
          </p:nvSpPr>
          <p:spPr>
            <a:xfrm>
              <a:off x="2083947" y="4061443"/>
              <a:ext cx="4812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-Hc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EB628D8-017D-48B8-AEB7-B4BA90A605EF}"/>
                </a:ext>
              </a:extLst>
            </p:cNvPr>
            <p:cNvSpPr txBox="1"/>
            <p:nvPr/>
          </p:nvSpPr>
          <p:spPr>
            <a:xfrm>
              <a:off x="2475149" y="3090823"/>
              <a:ext cx="3465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Br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996FADB-8041-40FA-980C-F042356BA48A}"/>
                </a:ext>
              </a:extLst>
            </p:cNvPr>
            <p:cNvSpPr txBox="1"/>
            <p:nvPr/>
          </p:nvSpPr>
          <p:spPr>
            <a:xfrm>
              <a:off x="2381645" y="4682368"/>
              <a:ext cx="4363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-Br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DDFDF26-F922-4CF2-844C-41170F84623F}"/>
                </a:ext>
              </a:extLst>
            </p:cNvPr>
            <p:cNvSpPr txBox="1"/>
            <p:nvPr/>
          </p:nvSpPr>
          <p:spPr>
            <a:xfrm>
              <a:off x="1270910" y="4097554"/>
              <a:ext cx="473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-Hs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8E854F8-66E3-429E-89AF-F582E3A893C2}"/>
                </a:ext>
              </a:extLst>
            </p:cNvPr>
            <p:cNvSpPr txBox="1"/>
            <p:nvPr/>
          </p:nvSpPr>
          <p:spPr>
            <a:xfrm>
              <a:off x="2486817" y="2716478"/>
              <a:ext cx="3593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Bs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6DDE629-6DF3-44BF-98E8-9193E956DAB4}"/>
                </a:ext>
              </a:extLst>
            </p:cNvPr>
            <p:cNvSpPr txBox="1"/>
            <p:nvPr/>
          </p:nvSpPr>
          <p:spPr>
            <a:xfrm>
              <a:off x="2395073" y="5105418"/>
              <a:ext cx="4491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-Bs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181" name="任意多边形 65">
            <a:extLst>
              <a:ext uri="{FF2B5EF4-FFF2-40B4-BE49-F238E27FC236}">
                <a16:creationId xmlns:a16="http://schemas.microsoft.com/office/drawing/2014/main" id="{048BD1C1-4FA3-49E8-9ADB-B6BE904B84E0}"/>
              </a:ext>
            </a:extLst>
          </p:cNvPr>
          <p:cNvSpPr/>
          <p:nvPr/>
        </p:nvSpPr>
        <p:spPr>
          <a:xfrm>
            <a:off x="4278048" y="2851052"/>
            <a:ext cx="425729" cy="124642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任意多边形 66">
            <a:extLst>
              <a:ext uri="{FF2B5EF4-FFF2-40B4-BE49-F238E27FC236}">
                <a16:creationId xmlns:a16="http://schemas.microsoft.com/office/drawing/2014/main" id="{F196D432-0B6E-4E25-9140-F30A82DA23EA}"/>
              </a:ext>
            </a:extLst>
          </p:cNvPr>
          <p:cNvSpPr/>
          <p:nvPr/>
        </p:nvSpPr>
        <p:spPr>
          <a:xfrm>
            <a:off x="3913900" y="2851052"/>
            <a:ext cx="425729" cy="124642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任意多边形 67">
            <a:extLst>
              <a:ext uri="{FF2B5EF4-FFF2-40B4-BE49-F238E27FC236}">
                <a16:creationId xmlns:a16="http://schemas.microsoft.com/office/drawing/2014/main" id="{BE81D525-F1D2-4C80-8FC0-9CD4BE5E963C}"/>
              </a:ext>
            </a:extLst>
          </p:cNvPr>
          <p:cNvSpPr/>
          <p:nvPr/>
        </p:nvSpPr>
        <p:spPr>
          <a:xfrm>
            <a:off x="3550984" y="2851052"/>
            <a:ext cx="425729" cy="124642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任意多边形 68">
            <a:extLst>
              <a:ext uri="{FF2B5EF4-FFF2-40B4-BE49-F238E27FC236}">
                <a16:creationId xmlns:a16="http://schemas.microsoft.com/office/drawing/2014/main" id="{ED909326-A242-488B-8863-F40941428895}"/>
              </a:ext>
            </a:extLst>
          </p:cNvPr>
          <p:cNvSpPr/>
          <p:nvPr/>
        </p:nvSpPr>
        <p:spPr>
          <a:xfrm>
            <a:off x="3186836" y="2851052"/>
            <a:ext cx="425729" cy="124642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6" name="组合 185">
            <a:extLst>
              <a:ext uri="{FF2B5EF4-FFF2-40B4-BE49-F238E27FC236}">
                <a16:creationId xmlns:a16="http://schemas.microsoft.com/office/drawing/2014/main" id="{873BCB3B-3C82-4647-A483-0D002F7104B8}"/>
              </a:ext>
            </a:extLst>
          </p:cNvPr>
          <p:cNvGrpSpPr/>
          <p:nvPr/>
        </p:nvGrpSpPr>
        <p:grpSpPr>
          <a:xfrm>
            <a:off x="3090608" y="5051704"/>
            <a:ext cx="1404930" cy="740028"/>
            <a:chOff x="2362927" y="4768729"/>
            <a:chExt cx="1753037" cy="923389"/>
          </a:xfrm>
        </p:grpSpPr>
        <p:sp>
          <p:nvSpPr>
            <p:cNvPr id="228" name="椭圆 227">
              <a:extLst>
                <a:ext uri="{FF2B5EF4-FFF2-40B4-BE49-F238E27FC236}">
                  <a16:creationId xmlns:a16="http://schemas.microsoft.com/office/drawing/2014/main" id="{6C1BD50C-C24D-4840-9836-139F1A2385C2}"/>
                </a:ext>
              </a:extLst>
            </p:cNvPr>
            <p:cNvSpPr/>
            <p:nvPr/>
          </p:nvSpPr>
          <p:spPr>
            <a:xfrm>
              <a:off x="2362927" y="4768729"/>
              <a:ext cx="325160" cy="92338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29" name="椭圆 228">
              <a:extLst>
                <a:ext uri="{FF2B5EF4-FFF2-40B4-BE49-F238E27FC236}">
                  <a16:creationId xmlns:a16="http://schemas.microsoft.com/office/drawing/2014/main" id="{BF3CCE24-8922-4059-B3CD-31891B8569BE}"/>
                </a:ext>
              </a:extLst>
            </p:cNvPr>
            <p:cNvSpPr/>
            <p:nvPr/>
          </p:nvSpPr>
          <p:spPr>
            <a:xfrm>
              <a:off x="2414021" y="4969935"/>
              <a:ext cx="159682" cy="5277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0" name="椭圆 229">
              <a:extLst>
                <a:ext uri="{FF2B5EF4-FFF2-40B4-BE49-F238E27FC236}">
                  <a16:creationId xmlns:a16="http://schemas.microsoft.com/office/drawing/2014/main" id="{DC560DFB-F638-4F8B-BB87-38AE3EC1E865}"/>
                </a:ext>
              </a:extLst>
            </p:cNvPr>
            <p:cNvSpPr/>
            <p:nvPr/>
          </p:nvSpPr>
          <p:spPr>
            <a:xfrm>
              <a:off x="2414719" y="5126488"/>
              <a:ext cx="99973" cy="1991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1" name="任意多边形 73">
              <a:extLst>
                <a:ext uri="{FF2B5EF4-FFF2-40B4-BE49-F238E27FC236}">
                  <a16:creationId xmlns:a16="http://schemas.microsoft.com/office/drawing/2014/main" id="{98BDC9CA-A813-4793-9B57-F4DAB05234C1}"/>
                </a:ext>
              </a:extLst>
            </p:cNvPr>
            <p:cNvSpPr/>
            <p:nvPr/>
          </p:nvSpPr>
          <p:spPr>
            <a:xfrm>
              <a:off x="2544640" y="4768729"/>
              <a:ext cx="1571324" cy="923389"/>
            </a:xfrm>
            <a:custGeom>
              <a:avLst/>
              <a:gdLst>
                <a:gd name="connsiteX0" fmla="*/ 0 w 751645"/>
                <a:gd name="connsiteY0" fmla="*/ 0 h 422278"/>
                <a:gd name="connsiteX1" fmla="*/ 686044 w 751645"/>
                <a:gd name="connsiteY1" fmla="*/ 0 h 422278"/>
                <a:gd name="connsiteX2" fmla="*/ 751645 w 751645"/>
                <a:gd name="connsiteY2" fmla="*/ 211139 h 422278"/>
                <a:gd name="connsiteX3" fmla="*/ 686044 w 751645"/>
                <a:gd name="connsiteY3" fmla="*/ 422278 h 422278"/>
                <a:gd name="connsiteX4" fmla="*/ 686041 w 751645"/>
                <a:gd name="connsiteY4" fmla="*/ 422277 h 422278"/>
                <a:gd name="connsiteX5" fmla="*/ 0 w 751645"/>
                <a:gd name="connsiteY5" fmla="*/ 422277 h 422278"/>
                <a:gd name="connsiteX6" fmla="*/ 0 w 751645"/>
                <a:gd name="connsiteY6" fmla="*/ 419773 h 422278"/>
                <a:gd name="connsiteX7" fmla="*/ 6235 w 751645"/>
                <a:gd name="connsiteY7" fmla="*/ 417989 h 422278"/>
                <a:gd name="connsiteX8" fmla="*/ 65601 w 751645"/>
                <a:gd name="connsiteY8" fmla="*/ 211139 h 422278"/>
                <a:gd name="connsiteX9" fmla="*/ 6235 w 751645"/>
                <a:gd name="connsiteY9" fmla="*/ 4290 h 422278"/>
                <a:gd name="connsiteX10" fmla="*/ 0 w 751645"/>
                <a:gd name="connsiteY10" fmla="*/ 2505 h 42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45" h="422278">
                  <a:moveTo>
                    <a:pt x="0" y="0"/>
                  </a:moveTo>
                  <a:lnTo>
                    <a:pt x="686044" y="0"/>
                  </a:lnTo>
                  <a:cubicBezTo>
                    <a:pt x="722274" y="0"/>
                    <a:pt x="751645" y="94530"/>
                    <a:pt x="751645" y="211139"/>
                  </a:cubicBezTo>
                  <a:cubicBezTo>
                    <a:pt x="751645" y="327748"/>
                    <a:pt x="722274" y="422278"/>
                    <a:pt x="686044" y="422278"/>
                  </a:cubicBezTo>
                  <a:lnTo>
                    <a:pt x="686041" y="422277"/>
                  </a:lnTo>
                  <a:lnTo>
                    <a:pt x="0" y="422277"/>
                  </a:lnTo>
                  <a:lnTo>
                    <a:pt x="0" y="419773"/>
                  </a:lnTo>
                  <a:lnTo>
                    <a:pt x="6235" y="417989"/>
                  </a:lnTo>
                  <a:cubicBezTo>
                    <a:pt x="40115" y="398301"/>
                    <a:pt x="65601" y="313172"/>
                    <a:pt x="65601" y="211139"/>
                  </a:cubicBezTo>
                  <a:cubicBezTo>
                    <a:pt x="65601" y="109106"/>
                    <a:pt x="40115" y="23978"/>
                    <a:pt x="6235" y="4290"/>
                  </a:cubicBezTo>
                  <a:lnTo>
                    <a:pt x="0" y="2505"/>
                  </a:lnTo>
                  <a:close/>
                </a:path>
              </a:pathLst>
            </a:custGeom>
            <a:gradFill>
              <a:gsLst>
                <a:gs pos="26000">
                  <a:schemeClr val="accent1">
                    <a:lumMod val="5000"/>
                    <a:lumOff val="95000"/>
                  </a:schemeClr>
                </a:gs>
                <a:gs pos="93000">
                  <a:schemeClr val="accent6"/>
                </a:gs>
              </a:gsLst>
              <a:lin ang="540000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2" name="椭圆 231">
              <a:extLst>
                <a:ext uri="{FF2B5EF4-FFF2-40B4-BE49-F238E27FC236}">
                  <a16:creationId xmlns:a16="http://schemas.microsoft.com/office/drawing/2014/main" id="{638B092C-EEE8-4F3F-9A40-9281DF9F2F3E}"/>
                </a:ext>
              </a:extLst>
            </p:cNvPr>
            <p:cNvSpPr/>
            <p:nvPr/>
          </p:nvSpPr>
          <p:spPr>
            <a:xfrm>
              <a:off x="3655422" y="5022820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3" name="椭圆 232">
              <a:extLst>
                <a:ext uri="{FF2B5EF4-FFF2-40B4-BE49-F238E27FC236}">
                  <a16:creationId xmlns:a16="http://schemas.microsoft.com/office/drawing/2014/main" id="{91758FEF-8270-427C-A86E-80CD607EB81C}"/>
                </a:ext>
              </a:extLst>
            </p:cNvPr>
            <p:cNvSpPr/>
            <p:nvPr/>
          </p:nvSpPr>
          <p:spPr>
            <a:xfrm>
              <a:off x="2777942" y="5022822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234" name="直接连接符 233">
              <a:extLst>
                <a:ext uri="{FF2B5EF4-FFF2-40B4-BE49-F238E27FC236}">
                  <a16:creationId xmlns:a16="http://schemas.microsoft.com/office/drawing/2014/main" id="{B70F8491-17A7-4C89-AED0-B6CB6C937E1C}"/>
                </a:ext>
              </a:extLst>
            </p:cNvPr>
            <p:cNvCxnSpPr/>
            <p:nvPr/>
          </p:nvCxnSpPr>
          <p:spPr>
            <a:xfrm>
              <a:off x="2845445" y="5207577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>
              <a:extLst>
                <a:ext uri="{FF2B5EF4-FFF2-40B4-BE49-F238E27FC236}">
                  <a16:creationId xmlns:a16="http://schemas.microsoft.com/office/drawing/2014/main" id="{B99861B8-2790-4B3B-B863-141A819A5DA9}"/>
                </a:ext>
              </a:extLst>
            </p:cNvPr>
            <p:cNvCxnSpPr/>
            <p:nvPr/>
          </p:nvCxnSpPr>
          <p:spPr>
            <a:xfrm>
              <a:off x="3725622" y="5199858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>
              <a:extLst>
                <a:ext uri="{FF2B5EF4-FFF2-40B4-BE49-F238E27FC236}">
                  <a16:creationId xmlns:a16="http://schemas.microsoft.com/office/drawing/2014/main" id="{4983DC56-C789-4D01-8B75-1FF95DE984A2}"/>
                </a:ext>
              </a:extLst>
            </p:cNvPr>
            <p:cNvCxnSpPr/>
            <p:nvPr/>
          </p:nvCxnSpPr>
          <p:spPr>
            <a:xfrm>
              <a:off x="2959998" y="5080876"/>
              <a:ext cx="0" cy="2447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7" name="任意多边形 79">
            <a:extLst>
              <a:ext uri="{FF2B5EF4-FFF2-40B4-BE49-F238E27FC236}">
                <a16:creationId xmlns:a16="http://schemas.microsoft.com/office/drawing/2014/main" id="{95B7E1B2-5482-49CA-A88B-B9AE412A3FE8}"/>
              </a:ext>
            </a:extLst>
          </p:cNvPr>
          <p:cNvSpPr/>
          <p:nvPr/>
        </p:nvSpPr>
        <p:spPr>
          <a:xfrm>
            <a:off x="2444869" y="2854824"/>
            <a:ext cx="721566" cy="2645372"/>
          </a:xfrm>
          <a:custGeom>
            <a:avLst/>
            <a:gdLst>
              <a:gd name="connsiteX0" fmla="*/ 416392 w 900352"/>
              <a:gd name="connsiteY0" fmla="*/ 235 h 3300830"/>
              <a:gd name="connsiteX1" fmla="*/ 529862 w 900352"/>
              <a:gd name="connsiteY1" fmla="*/ 60692 h 3300830"/>
              <a:gd name="connsiteX2" fmla="*/ 276793 w 900352"/>
              <a:gd name="connsiteY2" fmla="*/ 438719 h 3300830"/>
              <a:gd name="connsiteX3" fmla="*/ 226120 w 900352"/>
              <a:gd name="connsiteY3" fmla="*/ 815637 h 3300830"/>
              <a:gd name="connsiteX4" fmla="*/ 212865 w 900352"/>
              <a:gd name="connsiteY4" fmla="*/ 2094683 h 3300830"/>
              <a:gd name="connsiteX5" fmla="*/ 219492 w 900352"/>
              <a:gd name="connsiteY5" fmla="*/ 3082133 h 3300830"/>
              <a:gd name="connsiteX6" fmla="*/ 378545 w 900352"/>
              <a:gd name="connsiteY6" fmla="*/ 3128523 h 3300830"/>
              <a:gd name="connsiteX7" fmla="*/ 795229 w 900352"/>
              <a:gd name="connsiteY7" fmla="*/ 3125883 h 3300830"/>
              <a:gd name="connsiteX8" fmla="*/ 900352 w 900352"/>
              <a:gd name="connsiteY8" fmla="*/ 3125745 h 3300830"/>
              <a:gd name="connsiteX9" fmla="*/ 900352 w 900352"/>
              <a:gd name="connsiteY9" fmla="*/ 3300830 h 3300830"/>
              <a:gd name="connsiteX10" fmla="*/ 80322 w 900352"/>
              <a:gd name="connsiteY10" fmla="*/ 3300830 h 3300830"/>
              <a:gd name="connsiteX11" fmla="*/ 14050 w 900352"/>
              <a:gd name="connsiteY11" fmla="*/ 1736816 h 3300830"/>
              <a:gd name="connsiteX12" fmla="*/ 73694 w 900352"/>
              <a:gd name="connsiteY12" fmla="*/ 570432 h 3300830"/>
              <a:gd name="connsiteX13" fmla="*/ 385170 w 900352"/>
              <a:gd name="connsiteY13" fmla="*/ 7121 h 3300830"/>
              <a:gd name="connsiteX14" fmla="*/ 416392 w 900352"/>
              <a:gd name="connsiteY14" fmla="*/ 235 h 3300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00352" h="3300830">
                <a:moveTo>
                  <a:pt x="416392" y="235"/>
                </a:moveTo>
                <a:cubicBezTo>
                  <a:pt x="441709" y="3187"/>
                  <a:pt x="480159" y="20929"/>
                  <a:pt x="529862" y="60692"/>
                </a:cubicBezTo>
                <a:cubicBezTo>
                  <a:pt x="408784" y="124897"/>
                  <a:pt x="327416" y="312894"/>
                  <a:pt x="276793" y="438719"/>
                </a:cubicBezTo>
                <a:cubicBezTo>
                  <a:pt x="226170" y="564543"/>
                  <a:pt x="236773" y="539644"/>
                  <a:pt x="226120" y="815637"/>
                </a:cubicBezTo>
                <a:cubicBezTo>
                  <a:pt x="215466" y="1091631"/>
                  <a:pt x="213969" y="1716934"/>
                  <a:pt x="212865" y="2094683"/>
                </a:cubicBezTo>
                <a:cubicBezTo>
                  <a:pt x="211761" y="2472433"/>
                  <a:pt x="198507" y="2969471"/>
                  <a:pt x="219492" y="3082133"/>
                </a:cubicBezTo>
                <a:cubicBezTo>
                  <a:pt x="227224" y="3135151"/>
                  <a:pt x="317796" y="3134046"/>
                  <a:pt x="378545" y="3128523"/>
                </a:cubicBezTo>
                <a:cubicBezTo>
                  <a:pt x="393732" y="3127143"/>
                  <a:pt x="557134" y="3126315"/>
                  <a:pt x="795229" y="3125883"/>
                </a:cubicBezTo>
                <a:lnTo>
                  <a:pt x="900352" y="3125745"/>
                </a:lnTo>
                <a:lnTo>
                  <a:pt x="900352" y="3300830"/>
                </a:lnTo>
                <a:lnTo>
                  <a:pt x="80322" y="3300830"/>
                </a:lnTo>
                <a:cubicBezTo>
                  <a:pt x="-24609" y="3230139"/>
                  <a:pt x="-2517" y="2301230"/>
                  <a:pt x="14050" y="1736816"/>
                </a:cubicBezTo>
                <a:cubicBezTo>
                  <a:pt x="30617" y="1119384"/>
                  <a:pt x="11841" y="858713"/>
                  <a:pt x="73694" y="570432"/>
                </a:cubicBezTo>
                <a:cubicBezTo>
                  <a:pt x="135547" y="282150"/>
                  <a:pt x="280239" y="83333"/>
                  <a:pt x="385170" y="7121"/>
                </a:cubicBezTo>
                <a:cubicBezTo>
                  <a:pt x="398149" y="1323"/>
                  <a:pt x="407951" y="-748"/>
                  <a:pt x="416392" y="23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9" name="任意多边形 80">
            <a:extLst>
              <a:ext uri="{FF2B5EF4-FFF2-40B4-BE49-F238E27FC236}">
                <a16:creationId xmlns:a16="http://schemas.microsoft.com/office/drawing/2014/main" id="{C9448652-99F6-4D90-A89C-2D4E48560C03}"/>
              </a:ext>
            </a:extLst>
          </p:cNvPr>
          <p:cNvSpPr/>
          <p:nvPr/>
        </p:nvSpPr>
        <p:spPr>
          <a:xfrm>
            <a:off x="2822688" y="2851052"/>
            <a:ext cx="425729" cy="124642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0" name="组合 189">
            <a:extLst>
              <a:ext uri="{FF2B5EF4-FFF2-40B4-BE49-F238E27FC236}">
                <a16:creationId xmlns:a16="http://schemas.microsoft.com/office/drawing/2014/main" id="{4A20704A-B04F-4C66-B50B-814E93D093A7}"/>
              </a:ext>
            </a:extLst>
          </p:cNvPr>
          <p:cNvGrpSpPr/>
          <p:nvPr/>
        </p:nvGrpSpPr>
        <p:grpSpPr>
          <a:xfrm>
            <a:off x="2164687" y="2962054"/>
            <a:ext cx="3223024" cy="1005552"/>
            <a:chOff x="6747990" y="2676691"/>
            <a:chExt cx="4021610" cy="1161146"/>
          </a:xfrm>
        </p:grpSpPr>
        <p:sp>
          <p:nvSpPr>
            <p:cNvPr id="226" name="任意多边形 63">
              <a:extLst>
                <a:ext uri="{FF2B5EF4-FFF2-40B4-BE49-F238E27FC236}">
                  <a16:creationId xmlns:a16="http://schemas.microsoft.com/office/drawing/2014/main" id="{BC5EBE34-B485-40AD-82EC-A5236AD9012E}"/>
                </a:ext>
              </a:extLst>
            </p:cNvPr>
            <p:cNvSpPr/>
            <p:nvPr/>
          </p:nvSpPr>
          <p:spPr>
            <a:xfrm>
              <a:off x="6747990" y="2676691"/>
              <a:ext cx="4021610" cy="1161146"/>
            </a:xfrm>
            <a:custGeom>
              <a:avLst/>
              <a:gdLst>
                <a:gd name="connsiteX0" fmla="*/ 3381829 w 3468915"/>
                <a:gd name="connsiteY0" fmla="*/ 0 h 1161146"/>
                <a:gd name="connsiteX1" fmla="*/ 3468915 w 3468915"/>
                <a:gd name="connsiteY1" fmla="*/ 580572 h 1161146"/>
                <a:gd name="connsiteX2" fmla="*/ 3381829 w 3468915"/>
                <a:gd name="connsiteY2" fmla="*/ 1161144 h 1161146"/>
                <a:gd name="connsiteX3" fmla="*/ 3381828 w 3468915"/>
                <a:gd name="connsiteY3" fmla="*/ 1161143 h 1161146"/>
                <a:gd name="connsiteX4" fmla="*/ 3381828 w 3468915"/>
                <a:gd name="connsiteY4" fmla="*/ 1161144 h 1161146"/>
                <a:gd name="connsiteX5" fmla="*/ 87089 w 3468915"/>
                <a:gd name="connsiteY5" fmla="*/ 1161144 h 1161146"/>
                <a:gd name="connsiteX6" fmla="*/ 87086 w 3468915"/>
                <a:gd name="connsiteY6" fmla="*/ 1161146 h 1161146"/>
                <a:gd name="connsiteX7" fmla="*/ 0 w 3468915"/>
                <a:gd name="connsiteY7" fmla="*/ 580574 h 1161146"/>
                <a:gd name="connsiteX8" fmla="*/ 87086 w 3468915"/>
                <a:gd name="connsiteY8" fmla="*/ 2 h 1161146"/>
                <a:gd name="connsiteX9" fmla="*/ 87086 w 3468915"/>
                <a:gd name="connsiteY9" fmla="*/ 1 h 1161146"/>
                <a:gd name="connsiteX10" fmla="*/ 3381828 w 3468915"/>
                <a:gd name="connsiteY10" fmla="*/ 1 h 116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68915" h="1161146">
                  <a:moveTo>
                    <a:pt x="3381829" y="0"/>
                  </a:moveTo>
                  <a:cubicBezTo>
                    <a:pt x="3429925" y="0"/>
                    <a:pt x="3468915" y="259931"/>
                    <a:pt x="3468915" y="580572"/>
                  </a:cubicBezTo>
                  <a:cubicBezTo>
                    <a:pt x="3468915" y="901213"/>
                    <a:pt x="3429925" y="1161144"/>
                    <a:pt x="3381829" y="1161144"/>
                  </a:cubicBezTo>
                  <a:lnTo>
                    <a:pt x="3381828" y="1161143"/>
                  </a:lnTo>
                  <a:lnTo>
                    <a:pt x="3381828" y="1161144"/>
                  </a:lnTo>
                  <a:lnTo>
                    <a:pt x="87089" y="1161144"/>
                  </a:lnTo>
                  <a:lnTo>
                    <a:pt x="87086" y="1161146"/>
                  </a:lnTo>
                  <a:cubicBezTo>
                    <a:pt x="38990" y="1161146"/>
                    <a:pt x="0" y="901215"/>
                    <a:pt x="0" y="580574"/>
                  </a:cubicBezTo>
                  <a:cubicBezTo>
                    <a:pt x="0" y="259933"/>
                    <a:pt x="38990" y="2"/>
                    <a:pt x="87086" y="2"/>
                  </a:cubicBezTo>
                  <a:lnTo>
                    <a:pt x="87086" y="1"/>
                  </a:lnTo>
                  <a:lnTo>
                    <a:pt x="3381828" y="1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7" name="椭圆 226">
              <a:extLst>
                <a:ext uri="{FF2B5EF4-FFF2-40B4-BE49-F238E27FC236}">
                  <a16:creationId xmlns:a16="http://schemas.microsoft.com/office/drawing/2014/main" id="{D46DC239-EC20-4210-835A-2443F1032AFF}"/>
                </a:ext>
              </a:extLst>
            </p:cNvPr>
            <p:cNvSpPr/>
            <p:nvPr/>
          </p:nvSpPr>
          <p:spPr>
            <a:xfrm>
              <a:off x="6750432" y="2676691"/>
              <a:ext cx="201921" cy="116114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91" name="直接箭头连接符 190">
            <a:extLst>
              <a:ext uri="{FF2B5EF4-FFF2-40B4-BE49-F238E27FC236}">
                <a16:creationId xmlns:a16="http://schemas.microsoft.com/office/drawing/2014/main" id="{D54BD626-8AAA-44BA-BFEE-76DADFF264FD}"/>
              </a:ext>
            </a:extLst>
          </p:cNvPr>
          <p:cNvCxnSpPr/>
          <p:nvPr/>
        </p:nvCxnSpPr>
        <p:spPr>
          <a:xfrm>
            <a:off x="1862581" y="3492586"/>
            <a:ext cx="3867683" cy="0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上箭头 92">
            <a:extLst>
              <a:ext uri="{FF2B5EF4-FFF2-40B4-BE49-F238E27FC236}">
                <a16:creationId xmlns:a16="http://schemas.microsoft.com/office/drawing/2014/main" id="{E00444D5-2D5B-439D-819C-76C97695B532}"/>
              </a:ext>
            </a:extLst>
          </p:cNvPr>
          <p:cNvSpPr/>
          <p:nvPr/>
        </p:nvSpPr>
        <p:spPr>
          <a:xfrm flipH="1">
            <a:off x="2477586" y="4528942"/>
            <a:ext cx="116007" cy="363513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上箭头 93">
            <a:extLst>
              <a:ext uri="{FF2B5EF4-FFF2-40B4-BE49-F238E27FC236}">
                <a16:creationId xmlns:a16="http://schemas.microsoft.com/office/drawing/2014/main" id="{41FB1E44-5D74-4B47-81B3-51A0A5352FE1}"/>
              </a:ext>
            </a:extLst>
          </p:cNvPr>
          <p:cNvSpPr/>
          <p:nvPr/>
        </p:nvSpPr>
        <p:spPr>
          <a:xfrm rot="10800000" flipH="1">
            <a:off x="4900370" y="4544031"/>
            <a:ext cx="98123" cy="333334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椭圆 217">
            <a:extLst>
              <a:ext uri="{FF2B5EF4-FFF2-40B4-BE49-F238E27FC236}">
                <a16:creationId xmlns:a16="http://schemas.microsoft.com/office/drawing/2014/main" id="{92BBC810-5D12-4C45-817C-E964D6E552AF}"/>
              </a:ext>
            </a:extLst>
          </p:cNvPr>
          <p:cNvSpPr/>
          <p:nvPr/>
        </p:nvSpPr>
        <p:spPr>
          <a:xfrm>
            <a:off x="2342635" y="3694427"/>
            <a:ext cx="2914532" cy="929205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椭圆 218">
            <a:extLst>
              <a:ext uri="{FF2B5EF4-FFF2-40B4-BE49-F238E27FC236}">
                <a16:creationId xmlns:a16="http://schemas.microsoft.com/office/drawing/2014/main" id="{1C497EE8-C91C-4669-AFD5-A10C7D3A757B}"/>
              </a:ext>
            </a:extLst>
          </p:cNvPr>
          <p:cNvSpPr/>
          <p:nvPr/>
        </p:nvSpPr>
        <p:spPr>
          <a:xfrm>
            <a:off x="2597511" y="3749923"/>
            <a:ext cx="2428146" cy="622036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椭圆 219">
            <a:extLst>
              <a:ext uri="{FF2B5EF4-FFF2-40B4-BE49-F238E27FC236}">
                <a16:creationId xmlns:a16="http://schemas.microsoft.com/office/drawing/2014/main" id="{2A38D29F-72F4-4949-A685-92C825C46281}"/>
              </a:ext>
            </a:extLst>
          </p:cNvPr>
          <p:cNvSpPr/>
          <p:nvPr/>
        </p:nvSpPr>
        <p:spPr>
          <a:xfrm>
            <a:off x="2735194" y="3823721"/>
            <a:ext cx="2169248" cy="391013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椭圆 220">
            <a:extLst>
              <a:ext uri="{FF2B5EF4-FFF2-40B4-BE49-F238E27FC236}">
                <a16:creationId xmlns:a16="http://schemas.microsoft.com/office/drawing/2014/main" id="{9306FB9F-1905-441D-B866-42619B9757C0}"/>
              </a:ext>
            </a:extLst>
          </p:cNvPr>
          <p:cNvSpPr/>
          <p:nvPr/>
        </p:nvSpPr>
        <p:spPr>
          <a:xfrm>
            <a:off x="2527918" y="3731642"/>
            <a:ext cx="2554201" cy="746535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3ECF74E-44CD-44EE-8AED-4F18D3307B6B}"/>
              </a:ext>
            </a:extLst>
          </p:cNvPr>
          <p:cNvGrpSpPr/>
          <p:nvPr/>
        </p:nvGrpSpPr>
        <p:grpSpPr>
          <a:xfrm rot="10800000">
            <a:off x="3745864" y="4216284"/>
            <a:ext cx="106713" cy="408407"/>
            <a:chOff x="3745864" y="4216284"/>
            <a:chExt cx="106713" cy="408407"/>
          </a:xfrm>
        </p:grpSpPr>
        <p:cxnSp>
          <p:nvCxnSpPr>
            <p:cNvPr id="222" name="直接箭头连接符 221">
              <a:extLst>
                <a:ext uri="{FF2B5EF4-FFF2-40B4-BE49-F238E27FC236}">
                  <a16:creationId xmlns:a16="http://schemas.microsoft.com/office/drawing/2014/main" id="{4BD10CD4-6A6E-4910-A668-BD4738907C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5864" y="4216284"/>
              <a:ext cx="106713" cy="1283"/>
            </a:xfrm>
            <a:prstGeom prst="straightConnector1">
              <a:avLst/>
            </a:prstGeom>
            <a:ln w="31750">
              <a:prstDash val="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箭头连接符 222">
              <a:extLst>
                <a:ext uri="{FF2B5EF4-FFF2-40B4-BE49-F238E27FC236}">
                  <a16:creationId xmlns:a16="http://schemas.microsoft.com/office/drawing/2014/main" id="{8C7BABB2-DC8D-40D5-88C4-03F107AF9721}"/>
                </a:ext>
              </a:extLst>
            </p:cNvPr>
            <p:cNvCxnSpPr/>
            <p:nvPr/>
          </p:nvCxnSpPr>
          <p:spPr>
            <a:xfrm flipV="1">
              <a:off x="3745864" y="4363866"/>
              <a:ext cx="106713" cy="1283"/>
            </a:xfrm>
            <a:prstGeom prst="straightConnector1">
              <a:avLst/>
            </a:prstGeom>
            <a:ln w="31750">
              <a:prstDash val="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箭头连接符 223">
              <a:extLst>
                <a:ext uri="{FF2B5EF4-FFF2-40B4-BE49-F238E27FC236}">
                  <a16:creationId xmlns:a16="http://schemas.microsoft.com/office/drawing/2014/main" id="{B6A4D518-3556-4FAB-A61B-0AB1855BB515}"/>
                </a:ext>
              </a:extLst>
            </p:cNvPr>
            <p:cNvCxnSpPr/>
            <p:nvPr/>
          </p:nvCxnSpPr>
          <p:spPr>
            <a:xfrm flipV="1">
              <a:off x="3745864" y="4486003"/>
              <a:ext cx="106713" cy="1283"/>
            </a:xfrm>
            <a:prstGeom prst="straightConnector1">
              <a:avLst/>
            </a:prstGeom>
            <a:ln w="31750">
              <a:prstDash val="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箭头连接符 224">
              <a:extLst>
                <a:ext uri="{FF2B5EF4-FFF2-40B4-BE49-F238E27FC236}">
                  <a16:creationId xmlns:a16="http://schemas.microsoft.com/office/drawing/2014/main" id="{EDE521A2-988C-4883-BC1F-03326576B1B6}"/>
                </a:ext>
              </a:extLst>
            </p:cNvPr>
            <p:cNvCxnSpPr/>
            <p:nvPr/>
          </p:nvCxnSpPr>
          <p:spPr>
            <a:xfrm flipV="1">
              <a:off x="3745864" y="4623408"/>
              <a:ext cx="106713" cy="1283"/>
            </a:xfrm>
            <a:prstGeom prst="straightConnector1">
              <a:avLst/>
            </a:prstGeom>
            <a:ln w="31750">
              <a:prstDash val="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5" name="组合 194">
            <a:extLst>
              <a:ext uri="{FF2B5EF4-FFF2-40B4-BE49-F238E27FC236}">
                <a16:creationId xmlns:a16="http://schemas.microsoft.com/office/drawing/2014/main" id="{3F5D27D5-2636-405F-85A4-4B5F47E53CB6}"/>
              </a:ext>
            </a:extLst>
          </p:cNvPr>
          <p:cNvGrpSpPr/>
          <p:nvPr/>
        </p:nvGrpSpPr>
        <p:grpSpPr>
          <a:xfrm rot="10800000">
            <a:off x="2342635" y="2322198"/>
            <a:ext cx="2914532" cy="930264"/>
            <a:chOff x="6902589" y="-539314"/>
            <a:chExt cx="3636682" cy="1160761"/>
          </a:xfrm>
        </p:grpSpPr>
        <p:sp>
          <p:nvSpPr>
            <p:cNvPr id="210" name="椭圆 209">
              <a:extLst>
                <a:ext uri="{FF2B5EF4-FFF2-40B4-BE49-F238E27FC236}">
                  <a16:creationId xmlns:a16="http://schemas.microsoft.com/office/drawing/2014/main" id="{D3C1D72E-41F9-42B1-9AA7-456EFFDBB080}"/>
                </a:ext>
              </a:extLst>
            </p:cNvPr>
            <p:cNvSpPr/>
            <p:nvPr/>
          </p:nvSpPr>
          <p:spPr>
            <a:xfrm>
              <a:off x="6902589" y="-539314"/>
              <a:ext cx="3636682" cy="1159440"/>
            </a:xfrm>
            <a:prstGeom prst="ellipse">
              <a:avLst/>
            </a:prstGeom>
            <a:noFill/>
            <a:ln w="31750">
              <a:solidFill>
                <a:srgbClr val="5B9BD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1" name="椭圆 210">
              <a:extLst>
                <a:ext uri="{FF2B5EF4-FFF2-40B4-BE49-F238E27FC236}">
                  <a16:creationId xmlns:a16="http://schemas.microsoft.com/office/drawing/2014/main" id="{AA7BE9DB-42A7-49B5-9EBE-42F697E56EF4}"/>
                </a:ext>
              </a:extLst>
            </p:cNvPr>
            <p:cNvSpPr/>
            <p:nvPr/>
          </p:nvSpPr>
          <p:spPr>
            <a:xfrm>
              <a:off x="7220617" y="-470067"/>
              <a:ext cx="3029782" cy="776162"/>
            </a:xfrm>
            <a:prstGeom prst="ellipse">
              <a:avLst/>
            </a:prstGeom>
            <a:noFill/>
            <a:ln w="31750">
              <a:solidFill>
                <a:srgbClr val="5B9BD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椭圆 211">
              <a:extLst>
                <a:ext uri="{FF2B5EF4-FFF2-40B4-BE49-F238E27FC236}">
                  <a16:creationId xmlns:a16="http://schemas.microsoft.com/office/drawing/2014/main" id="{BCE1A8C9-5970-4966-8A0E-2BE67E42C0DB}"/>
                </a:ext>
              </a:extLst>
            </p:cNvPr>
            <p:cNvSpPr/>
            <p:nvPr/>
          </p:nvSpPr>
          <p:spPr>
            <a:xfrm>
              <a:off x="7392414" y="-377984"/>
              <a:ext cx="2706735" cy="487896"/>
            </a:xfrm>
            <a:prstGeom prst="ellipse">
              <a:avLst/>
            </a:prstGeom>
            <a:noFill/>
            <a:ln w="31750">
              <a:solidFill>
                <a:srgbClr val="5B9BD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椭圆 212">
              <a:extLst>
                <a:ext uri="{FF2B5EF4-FFF2-40B4-BE49-F238E27FC236}">
                  <a16:creationId xmlns:a16="http://schemas.microsoft.com/office/drawing/2014/main" id="{8DCB5822-E193-481C-B285-27BB0AFD7E98}"/>
                </a:ext>
              </a:extLst>
            </p:cNvPr>
            <p:cNvSpPr/>
            <p:nvPr/>
          </p:nvSpPr>
          <p:spPr>
            <a:xfrm>
              <a:off x="7133780" y="-492878"/>
              <a:ext cx="3187070" cy="931508"/>
            </a:xfrm>
            <a:prstGeom prst="ellipse">
              <a:avLst/>
            </a:prstGeom>
            <a:noFill/>
            <a:ln w="31750">
              <a:solidFill>
                <a:srgbClr val="5B9BD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4" name="直接箭头连接符 213">
              <a:extLst>
                <a:ext uri="{FF2B5EF4-FFF2-40B4-BE49-F238E27FC236}">
                  <a16:creationId xmlns:a16="http://schemas.microsoft.com/office/drawing/2014/main" id="{1B66C79A-460D-4188-AE2A-1C02C8829042}"/>
                </a:ext>
              </a:extLst>
            </p:cNvPr>
            <p:cNvCxnSpPr/>
            <p:nvPr/>
          </p:nvCxnSpPr>
          <p:spPr>
            <a:xfrm flipV="1">
              <a:off x="8653504" y="111846"/>
              <a:ext cx="133154" cy="1601"/>
            </a:xfrm>
            <a:prstGeom prst="straightConnector1">
              <a:avLst/>
            </a:prstGeom>
            <a:ln w="31750">
              <a:prstDash val="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箭头连接符 214">
              <a:extLst>
                <a:ext uri="{FF2B5EF4-FFF2-40B4-BE49-F238E27FC236}">
                  <a16:creationId xmlns:a16="http://schemas.microsoft.com/office/drawing/2014/main" id="{27DD471F-0FAE-468F-9B9C-62521452B756}"/>
                </a:ext>
              </a:extLst>
            </p:cNvPr>
            <p:cNvCxnSpPr/>
            <p:nvPr/>
          </p:nvCxnSpPr>
          <p:spPr>
            <a:xfrm flipV="1">
              <a:off x="8653504" y="295996"/>
              <a:ext cx="133154" cy="1601"/>
            </a:xfrm>
            <a:prstGeom prst="straightConnector1">
              <a:avLst/>
            </a:prstGeom>
            <a:ln w="31750">
              <a:prstDash val="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箭头连接符 215">
              <a:extLst>
                <a:ext uri="{FF2B5EF4-FFF2-40B4-BE49-F238E27FC236}">
                  <a16:creationId xmlns:a16="http://schemas.microsoft.com/office/drawing/2014/main" id="{373FF4D4-E109-43A2-A83C-DBC93B61BCFA}"/>
                </a:ext>
              </a:extLst>
            </p:cNvPr>
            <p:cNvCxnSpPr/>
            <p:nvPr/>
          </p:nvCxnSpPr>
          <p:spPr>
            <a:xfrm flipV="1">
              <a:off x="8653504" y="448396"/>
              <a:ext cx="133154" cy="1601"/>
            </a:xfrm>
            <a:prstGeom prst="straightConnector1">
              <a:avLst/>
            </a:prstGeom>
            <a:ln w="31750">
              <a:prstDash val="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箭头连接符 216">
              <a:extLst>
                <a:ext uri="{FF2B5EF4-FFF2-40B4-BE49-F238E27FC236}">
                  <a16:creationId xmlns:a16="http://schemas.microsoft.com/office/drawing/2014/main" id="{1CFFDE54-C1B5-4DDA-B103-B554C5870F10}"/>
                </a:ext>
              </a:extLst>
            </p:cNvPr>
            <p:cNvCxnSpPr/>
            <p:nvPr/>
          </p:nvCxnSpPr>
          <p:spPr>
            <a:xfrm flipV="1">
              <a:off x="8653504" y="619846"/>
              <a:ext cx="133154" cy="1601"/>
            </a:xfrm>
            <a:prstGeom prst="straightConnector1">
              <a:avLst/>
            </a:prstGeom>
            <a:ln w="31750">
              <a:prstDash val="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任意多边形 160">
            <a:extLst>
              <a:ext uri="{FF2B5EF4-FFF2-40B4-BE49-F238E27FC236}">
                <a16:creationId xmlns:a16="http://schemas.microsoft.com/office/drawing/2014/main" id="{F68AFA3F-2BC6-438D-A478-9165BB6168A5}"/>
              </a:ext>
            </a:extLst>
          </p:cNvPr>
          <p:cNvSpPr/>
          <p:nvPr/>
        </p:nvSpPr>
        <p:spPr>
          <a:xfrm>
            <a:off x="1872759" y="3252361"/>
            <a:ext cx="3796436" cy="163342"/>
          </a:xfrm>
          <a:custGeom>
            <a:avLst/>
            <a:gdLst>
              <a:gd name="connsiteX0" fmla="*/ 0 w 4737100"/>
              <a:gd name="connsiteY0" fmla="*/ 0 h 203814"/>
              <a:gd name="connsiteX1" fmla="*/ 2463800 w 4737100"/>
              <a:gd name="connsiteY1" fmla="*/ 203200 h 203814"/>
              <a:gd name="connsiteX2" fmla="*/ 4737100 w 4737100"/>
              <a:gd name="connsiteY2" fmla="*/ 50800 h 20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37100" h="203814">
                <a:moveTo>
                  <a:pt x="0" y="0"/>
                </a:moveTo>
                <a:cubicBezTo>
                  <a:pt x="837141" y="97366"/>
                  <a:pt x="1674283" y="194733"/>
                  <a:pt x="2463800" y="203200"/>
                </a:cubicBezTo>
                <a:cubicBezTo>
                  <a:pt x="3253317" y="211667"/>
                  <a:pt x="3995208" y="131233"/>
                  <a:pt x="4737100" y="50800"/>
                </a:cubicBezTo>
              </a:path>
            </a:pathLst>
          </a:cu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任意多边形 161">
            <a:extLst>
              <a:ext uri="{FF2B5EF4-FFF2-40B4-BE49-F238E27FC236}">
                <a16:creationId xmlns:a16="http://schemas.microsoft.com/office/drawing/2014/main" id="{ABA322C9-1CFB-497C-8085-66F0893AAA53}"/>
              </a:ext>
            </a:extLst>
          </p:cNvPr>
          <p:cNvSpPr/>
          <p:nvPr/>
        </p:nvSpPr>
        <p:spPr>
          <a:xfrm>
            <a:off x="1893115" y="3038621"/>
            <a:ext cx="3776080" cy="305357"/>
          </a:xfrm>
          <a:custGeom>
            <a:avLst/>
            <a:gdLst>
              <a:gd name="connsiteX0" fmla="*/ 0 w 4711700"/>
              <a:gd name="connsiteY0" fmla="*/ 0 h 381017"/>
              <a:gd name="connsiteX1" fmla="*/ 2362200 w 4711700"/>
              <a:gd name="connsiteY1" fmla="*/ 381000 h 381017"/>
              <a:gd name="connsiteX2" fmla="*/ 4711700 w 4711700"/>
              <a:gd name="connsiteY2" fmla="*/ 12700 h 381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11700" h="381017">
                <a:moveTo>
                  <a:pt x="0" y="0"/>
                </a:moveTo>
                <a:cubicBezTo>
                  <a:pt x="788458" y="189441"/>
                  <a:pt x="1576917" y="378883"/>
                  <a:pt x="2362200" y="381000"/>
                </a:cubicBezTo>
                <a:cubicBezTo>
                  <a:pt x="3147483" y="383117"/>
                  <a:pt x="3929591" y="197908"/>
                  <a:pt x="4711700" y="12700"/>
                </a:cubicBezTo>
              </a:path>
            </a:pathLst>
          </a:cu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任意多边形 162">
            <a:extLst>
              <a:ext uri="{FF2B5EF4-FFF2-40B4-BE49-F238E27FC236}">
                <a16:creationId xmlns:a16="http://schemas.microsoft.com/office/drawing/2014/main" id="{902BCD95-CCB9-4DF9-839C-77ED6A9114C3}"/>
              </a:ext>
            </a:extLst>
          </p:cNvPr>
          <p:cNvSpPr/>
          <p:nvPr/>
        </p:nvSpPr>
        <p:spPr>
          <a:xfrm>
            <a:off x="1882937" y="3567809"/>
            <a:ext cx="3776080" cy="152745"/>
          </a:xfrm>
          <a:custGeom>
            <a:avLst/>
            <a:gdLst>
              <a:gd name="connsiteX0" fmla="*/ 0 w 4711700"/>
              <a:gd name="connsiteY0" fmla="*/ 190592 h 190592"/>
              <a:gd name="connsiteX1" fmla="*/ 2463800 w 4711700"/>
              <a:gd name="connsiteY1" fmla="*/ 92 h 190592"/>
              <a:gd name="connsiteX2" fmla="*/ 4711700 w 4711700"/>
              <a:gd name="connsiteY2" fmla="*/ 165192 h 190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11700" h="190592">
                <a:moveTo>
                  <a:pt x="0" y="190592"/>
                </a:moveTo>
                <a:cubicBezTo>
                  <a:pt x="839258" y="97458"/>
                  <a:pt x="1678517" y="4325"/>
                  <a:pt x="2463800" y="92"/>
                </a:cubicBezTo>
                <a:cubicBezTo>
                  <a:pt x="3249083" y="-4141"/>
                  <a:pt x="4351867" y="137675"/>
                  <a:pt x="4711700" y="165192"/>
                </a:cubicBezTo>
              </a:path>
            </a:pathLst>
          </a:cu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任意多边形 163">
            <a:extLst>
              <a:ext uri="{FF2B5EF4-FFF2-40B4-BE49-F238E27FC236}">
                <a16:creationId xmlns:a16="http://schemas.microsoft.com/office/drawing/2014/main" id="{6F4695BC-9890-4723-A498-6853D02F3369}"/>
              </a:ext>
            </a:extLst>
          </p:cNvPr>
          <p:cNvSpPr/>
          <p:nvPr/>
        </p:nvSpPr>
        <p:spPr>
          <a:xfrm>
            <a:off x="1893115" y="3618499"/>
            <a:ext cx="3786258" cy="366687"/>
          </a:xfrm>
          <a:custGeom>
            <a:avLst/>
            <a:gdLst>
              <a:gd name="connsiteX0" fmla="*/ 0 w 4724400"/>
              <a:gd name="connsiteY0" fmla="*/ 457543 h 457543"/>
              <a:gd name="connsiteX1" fmla="*/ 2463800 w 4724400"/>
              <a:gd name="connsiteY1" fmla="*/ 343 h 457543"/>
              <a:gd name="connsiteX2" fmla="*/ 4724400 w 4724400"/>
              <a:gd name="connsiteY2" fmla="*/ 381343 h 45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24400" h="457543">
                <a:moveTo>
                  <a:pt x="0" y="457543"/>
                </a:moveTo>
                <a:cubicBezTo>
                  <a:pt x="838200" y="235293"/>
                  <a:pt x="1676400" y="13043"/>
                  <a:pt x="2463800" y="343"/>
                </a:cubicBezTo>
                <a:cubicBezTo>
                  <a:pt x="3251200" y="-12357"/>
                  <a:pt x="4353983" y="330543"/>
                  <a:pt x="4724400" y="381343"/>
                </a:cubicBezTo>
              </a:path>
            </a:pathLst>
          </a:cu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0" name="直接箭头连接符 199">
            <a:extLst>
              <a:ext uri="{FF2B5EF4-FFF2-40B4-BE49-F238E27FC236}">
                <a16:creationId xmlns:a16="http://schemas.microsoft.com/office/drawing/2014/main" id="{945AD495-591F-40F7-8BA6-2F4F5F046653}"/>
              </a:ext>
            </a:extLst>
          </p:cNvPr>
          <p:cNvCxnSpPr/>
          <p:nvPr/>
        </p:nvCxnSpPr>
        <p:spPr>
          <a:xfrm>
            <a:off x="5551548" y="3908881"/>
            <a:ext cx="124095" cy="45770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B514F348-88A3-4F53-B206-6F0A14A4D935}"/>
              </a:ext>
            </a:extLst>
          </p:cNvPr>
          <p:cNvCxnSpPr/>
          <p:nvPr/>
        </p:nvCxnSpPr>
        <p:spPr>
          <a:xfrm>
            <a:off x="5602439" y="3684963"/>
            <a:ext cx="127825" cy="18251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>
            <a:extLst>
              <a:ext uri="{FF2B5EF4-FFF2-40B4-BE49-F238E27FC236}">
                <a16:creationId xmlns:a16="http://schemas.microsoft.com/office/drawing/2014/main" id="{0E1D22B0-4106-415E-88E7-4478DE32CE93}"/>
              </a:ext>
            </a:extLst>
          </p:cNvPr>
          <p:cNvCxnSpPr/>
          <p:nvPr/>
        </p:nvCxnSpPr>
        <p:spPr>
          <a:xfrm flipV="1">
            <a:off x="5582166" y="3290032"/>
            <a:ext cx="146445" cy="7650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>
            <a:extLst>
              <a:ext uri="{FF2B5EF4-FFF2-40B4-BE49-F238E27FC236}">
                <a16:creationId xmlns:a16="http://schemas.microsoft.com/office/drawing/2014/main" id="{023F0897-1A97-4A30-95B9-225B4D083709}"/>
              </a:ext>
            </a:extLst>
          </p:cNvPr>
          <p:cNvCxnSpPr/>
          <p:nvPr/>
        </p:nvCxnSpPr>
        <p:spPr>
          <a:xfrm flipV="1">
            <a:off x="5510867" y="3030942"/>
            <a:ext cx="172947" cy="74293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任意多边形 86">
            <a:extLst>
              <a:ext uri="{FF2B5EF4-FFF2-40B4-BE49-F238E27FC236}">
                <a16:creationId xmlns:a16="http://schemas.microsoft.com/office/drawing/2014/main" id="{9F0BC49A-0257-473D-9123-786F692FDC19}"/>
              </a:ext>
            </a:extLst>
          </p:cNvPr>
          <p:cNvSpPr/>
          <p:nvPr/>
        </p:nvSpPr>
        <p:spPr>
          <a:xfrm>
            <a:off x="3118924" y="2819200"/>
            <a:ext cx="467239" cy="1292591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任意多边形 85">
            <a:extLst>
              <a:ext uri="{FF2B5EF4-FFF2-40B4-BE49-F238E27FC236}">
                <a16:creationId xmlns:a16="http://schemas.microsoft.com/office/drawing/2014/main" id="{2B236AC9-8435-4501-A022-16BB7E70A9A4}"/>
              </a:ext>
            </a:extLst>
          </p:cNvPr>
          <p:cNvSpPr/>
          <p:nvPr/>
        </p:nvSpPr>
        <p:spPr>
          <a:xfrm>
            <a:off x="2754776" y="2819200"/>
            <a:ext cx="467239" cy="1292591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任意多边形 87">
            <a:extLst>
              <a:ext uri="{FF2B5EF4-FFF2-40B4-BE49-F238E27FC236}">
                <a16:creationId xmlns:a16="http://schemas.microsoft.com/office/drawing/2014/main" id="{96558F5E-6A34-49D7-BBA6-99C2C54D1B91}"/>
              </a:ext>
            </a:extLst>
          </p:cNvPr>
          <p:cNvSpPr/>
          <p:nvPr/>
        </p:nvSpPr>
        <p:spPr>
          <a:xfrm>
            <a:off x="3483072" y="2819200"/>
            <a:ext cx="467239" cy="1292591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任意多边形 88">
            <a:extLst>
              <a:ext uri="{FF2B5EF4-FFF2-40B4-BE49-F238E27FC236}">
                <a16:creationId xmlns:a16="http://schemas.microsoft.com/office/drawing/2014/main" id="{A4D89047-F95A-4BD0-A47C-BBD9F83D47B6}"/>
              </a:ext>
            </a:extLst>
          </p:cNvPr>
          <p:cNvSpPr/>
          <p:nvPr/>
        </p:nvSpPr>
        <p:spPr>
          <a:xfrm>
            <a:off x="4210136" y="2819200"/>
            <a:ext cx="467239" cy="1292591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任意多边形 89">
            <a:extLst>
              <a:ext uri="{FF2B5EF4-FFF2-40B4-BE49-F238E27FC236}">
                <a16:creationId xmlns:a16="http://schemas.microsoft.com/office/drawing/2014/main" id="{8FA085C3-D175-42AC-9B25-95BD17CCA05A}"/>
              </a:ext>
            </a:extLst>
          </p:cNvPr>
          <p:cNvSpPr/>
          <p:nvPr/>
        </p:nvSpPr>
        <p:spPr>
          <a:xfrm>
            <a:off x="4495221" y="2830696"/>
            <a:ext cx="540420" cy="2649865"/>
          </a:xfrm>
          <a:custGeom>
            <a:avLst/>
            <a:gdLst>
              <a:gd name="connsiteX0" fmla="*/ 202078 w 674323"/>
              <a:gd name="connsiteY0" fmla="*/ 667 h 3306436"/>
              <a:gd name="connsiteX1" fmla="*/ 277035 w 674323"/>
              <a:gd name="connsiteY1" fmla="*/ 3921 h 3306436"/>
              <a:gd name="connsiteX2" fmla="*/ 400504 w 674323"/>
              <a:gd name="connsiteY2" fmla="*/ 56049 h 3306436"/>
              <a:gd name="connsiteX3" fmla="*/ 643645 w 674323"/>
              <a:gd name="connsiteY3" fmla="*/ 698886 h 3306436"/>
              <a:gd name="connsiteX4" fmla="*/ 663526 w 674323"/>
              <a:gd name="connsiteY4" fmla="*/ 2402071 h 3306436"/>
              <a:gd name="connsiteX5" fmla="*/ 577373 w 674323"/>
              <a:gd name="connsiteY5" fmla="*/ 3296741 h 3306436"/>
              <a:gd name="connsiteX6" fmla="*/ 124291 w 674323"/>
              <a:gd name="connsiteY6" fmla="*/ 3305693 h 3306436"/>
              <a:gd name="connsiteX7" fmla="*/ 0 w 674323"/>
              <a:gd name="connsiteY7" fmla="*/ 3306436 h 3306436"/>
              <a:gd name="connsiteX8" fmla="*/ 0 w 674323"/>
              <a:gd name="connsiteY8" fmla="*/ 3135966 h 3306436"/>
              <a:gd name="connsiteX9" fmla="*/ 7022 w 674323"/>
              <a:gd name="connsiteY9" fmla="*/ 3135981 h 3306436"/>
              <a:gd name="connsiteX10" fmla="*/ 444829 w 674323"/>
              <a:gd name="connsiteY10" fmla="*/ 3137688 h 3306436"/>
              <a:gd name="connsiteX11" fmla="*/ 471338 w 674323"/>
              <a:gd name="connsiteY11" fmla="*/ 2594259 h 3306436"/>
              <a:gd name="connsiteX12" fmla="*/ 451456 w 674323"/>
              <a:gd name="connsiteY12" fmla="*/ 1308587 h 3306436"/>
              <a:gd name="connsiteX13" fmla="*/ 365303 w 674323"/>
              <a:gd name="connsiteY13" fmla="*/ 354273 h 3306436"/>
              <a:gd name="connsiteX14" fmla="*/ 120615 w 674323"/>
              <a:gd name="connsiteY14" fmla="*/ 22083 h 3306436"/>
              <a:gd name="connsiteX15" fmla="*/ 202078 w 674323"/>
              <a:gd name="connsiteY15" fmla="*/ 667 h 3306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74323" h="3306436">
                <a:moveTo>
                  <a:pt x="202078" y="667"/>
                </a:moveTo>
                <a:cubicBezTo>
                  <a:pt x="228437" y="-1178"/>
                  <a:pt x="253712" y="1091"/>
                  <a:pt x="277035" y="3921"/>
                </a:cubicBezTo>
                <a:cubicBezTo>
                  <a:pt x="323684" y="9582"/>
                  <a:pt x="350327" y="28036"/>
                  <a:pt x="400504" y="56049"/>
                </a:cubicBezTo>
                <a:cubicBezTo>
                  <a:pt x="444224" y="80458"/>
                  <a:pt x="599807" y="307882"/>
                  <a:pt x="643645" y="698886"/>
                </a:cubicBezTo>
                <a:cubicBezTo>
                  <a:pt x="687482" y="1089890"/>
                  <a:pt x="674572" y="1969096"/>
                  <a:pt x="663526" y="2402071"/>
                </a:cubicBezTo>
                <a:cubicBezTo>
                  <a:pt x="652480" y="2835046"/>
                  <a:pt x="732006" y="3284591"/>
                  <a:pt x="577373" y="3296741"/>
                </a:cubicBezTo>
                <a:cubicBezTo>
                  <a:pt x="519386" y="3301297"/>
                  <a:pt x="345526" y="3303990"/>
                  <a:pt x="124291" y="3305693"/>
                </a:cubicBezTo>
                <a:lnTo>
                  <a:pt x="0" y="3306436"/>
                </a:lnTo>
                <a:lnTo>
                  <a:pt x="0" y="3135966"/>
                </a:lnTo>
                <a:lnTo>
                  <a:pt x="7022" y="3135981"/>
                </a:lnTo>
                <a:lnTo>
                  <a:pt x="444829" y="3137688"/>
                </a:lnTo>
                <a:cubicBezTo>
                  <a:pt x="490116" y="3073625"/>
                  <a:pt x="470234" y="2899110"/>
                  <a:pt x="471338" y="2594259"/>
                </a:cubicBezTo>
                <a:cubicBezTo>
                  <a:pt x="472442" y="2289409"/>
                  <a:pt x="469130" y="1681917"/>
                  <a:pt x="451456" y="1308587"/>
                </a:cubicBezTo>
                <a:cubicBezTo>
                  <a:pt x="433783" y="935256"/>
                  <a:pt x="421635" y="571865"/>
                  <a:pt x="365303" y="354273"/>
                </a:cubicBezTo>
                <a:cubicBezTo>
                  <a:pt x="308971" y="136680"/>
                  <a:pt x="233812" y="83694"/>
                  <a:pt x="120615" y="22083"/>
                </a:cubicBezTo>
                <a:cubicBezTo>
                  <a:pt x="148276" y="8466"/>
                  <a:pt x="175719" y="2511"/>
                  <a:pt x="202078" y="667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9" name="任意多边形 81">
            <a:extLst>
              <a:ext uri="{FF2B5EF4-FFF2-40B4-BE49-F238E27FC236}">
                <a16:creationId xmlns:a16="http://schemas.microsoft.com/office/drawing/2014/main" id="{459121FF-E467-449F-87C2-99C48297FABB}"/>
              </a:ext>
            </a:extLst>
          </p:cNvPr>
          <p:cNvSpPr/>
          <p:nvPr/>
        </p:nvSpPr>
        <p:spPr>
          <a:xfrm>
            <a:off x="3845988" y="2819200"/>
            <a:ext cx="467239" cy="1292591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上箭头 176">
            <a:extLst>
              <a:ext uri="{FF2B5EF4-FFF2-40B4-BE49-F238E27FC236}">
                <a16:creationId xmlns:a16="http://schemas.microsoft.com/office/drawing/2014/main" id="{B0C62157-A7E4-4C29-80A9-632C4900EC24}"/>
              </a:ext>
            </a:extLst>
          </p:cNvPr>
          <p:cNvSpPr/>
          <p:nvPr/>
        </p:nvSpPr>
        <p:spPr>
          <a:xfrm rot="10800000" flipH="1">
            <a:off x="4904168" y="4439735"/>
            <a:ext cx="98123" cy="333334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951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29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文本框 127">
            <a:extLst>
              <a:ext uri="{FF2B5EF4-FFF2-40B4-BE49-F238E27FC236}">
                <a16:creationId xmlns:a16="http://schemas.microsoft.com/office/drawing/2014/main" id="{C1F5D782-BEA3-43C4-BA39-6134339BBD4D}"/>
              </a:ext>
            </a:extLst>
          </p:cNvPr>
          <p:cNvSpPr txBox="1"/>
          <p:nvPr/>
        </p:nvSpPr>
        <p:spPr>
          <a:xfrm>
            <a:off x="961680" y="9887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分子电流</a:t>
            </a:r>
          </a:p>
        </p:txBody>
      </p:sp>
    </p:spTree>
    <p:extLst>
      <p:ext uri="{BB962C8B-B14F-4D97-AF65-F5344CB8AC3E}">
        <p14:creationId xmlns:p14="http://schemas.microsoft.com/office/powerpoint/2010/main" val="2386458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9E8B8073-9B63-4237-BCF9-FA1FDDE1E3D3}"/>
              </a:ext>
            </a:extLst>
          </p:cNvPr>
          <p:cNvGrpSpPr/>
          <p:nvPr/>
        </p:nvGrpSpPr>
        <p:grpSpPr>
          <a:xfrm rot="10800000">
            <a:off x="1180995" y="1765867"/>
            <a:ext cx="669368" cy="598318"/>
            <a:chOff x="10293350" y="4991100"/>
            <a:chExt cx="454660" cy="406400"/>
          </a:xfrm>
        </p:grpSpPr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C263FCE0-D403-4B73-A093-42B17B91528D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DE47FF8F-D417-40F4-811F-437CDC45E2E5}"/>
                </a:ext>
              </a:extLst>
            </p:cNvPr>
            <p:cNvCxnSpPr>
              <a:stCxn id="125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22ED9434-D65F-400B-B6F0-429EA116D3A0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文本框 127">
            <a:extLst>
              <a:ext uri="{FF2B5EF4-FFF2-40B4-BE49-F238E27FC236}">
                <a16:creationId xmlns:a16="http://schemas.microsoft.com/office/drawing/2014/main" id="{C1F5D782-BEA3-43C4-BA39-6134339BBD4D}"/>
              </a:ext>
            </a:extLst>
          </p:cNvPr>
          <p:cNvSpPr txBox="1"/>
          <p:nvPr/>
        </p:nvSpPr>
        <p:spPr>
          <a:xfrm>
            <a:off x="961680" y="9887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分子电流</a:t>
            </a:r>
          </a:p>
        </p:txBody>
      </p:sp>
    </p:spTree>
    <p:extLst>
      <p:ext uri="{BB962C8B-B14F-4D97-AF65-F5344CB8AC3E}">
        <p14:creationId xmlns:p14="http://schemas.microsoft.com/office/powerpoint/2010/main" val="382547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9E8B8073-9B63-4237-BCF9-FA1FDDE1E3D3}"/>
              </a:ext>
            </a:extLst>
          </p:cNvPr>
          <p:cNvGrpSpPr/>
          <p:nvPr/>
        </p:nvGrpSpPr>
        <p:grpSpPr>
          <a:xfrm rot="10800000">
            <a:off x="1180995" y="1765867"/>
            <a:ext cx="669368" cy="598318"/>
            <a:chOff x="10293350" y="4991100"/>
            <a:chExt cx="454660" cy="406400"/>
          </a:xfrm>
        </p:grpSpPr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C263FCE0-D403-4B73-A093-42B17B91528D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DE47FF8F-D417-40F4-811F-437CDC45E2E5}"/>
                </a:ext>
              </a:extLst>
            </p:cNvPr>
            <p:cNvCxnSpPr>
              <a:stCxn id="125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22ED9434-D65F-400B-B6F0-429EA116D3A0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文本框 127">
            <a:extLst>
              <a:ext uri="{FF2B5EF4-FFF2-40B4-BE49-F238E27FC236}">
                <a16:creationId xmlns:a16="http://schemas.microsoft.com/office/drawing/2014/main" id="{C1F5D782-BEA3-43C4-BA39-6134339BBD4D}"/>
              </a:ext>
            </a:extLst>
          </p:cNvPr>
          <p:cNvSpPr txBox="1"/>
          <p:nvPr/>
        </p:nvSpPr>
        <p:spPr>
          <a:xfrm>
            <a:off x="961680" y="9887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分子电流</a:t>
            </a:r>
          </a:p>
        </p:txBody>
      </p:sp>
      <p:sp>
        <p:nvSpPr>
          <p:cNvPr id="294" name="文本框 293">
            <a:extLst>
              <a:ext uri="{FF2B5EF4-FFF2-40B4-BE49-F238E27FC236}">
                <a16:creationId xmlns:a16="http://schemas.microsoft.com/office/drawing/2014/main" id="{4F5C70C1-FC92-4E0E-8DF0-3B93B614B2F2}"/>
              </a:ext>
            </a:extLst>
          </p:cNvPr>
          <p:cNvSpPr txBox="1"/>
          <p:nvPr/>
        </p:nvSpPr>
        <p:spPr>
          <a:xfrm>
            <a:off x="1077097" y="379921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小磁铁</a:t>
            </a:r>
          </a:p>
        </p:txBody>
      </p:sp>
    </p:spTree>
    <p:extLst>
      <p:ext uri="{BB962C8B-B14F-4D97-AF65-F5344CB8AC3E}">
        <p14:creationId xmlns:p14="http://schemas.microsoft.com/office/powerpoint/2010/main" val="2380465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9E8B8073-9B63-4237-BCF9-FA1FDDE1E3D3}"/>
              </a:ext>
            </a:extLst>
          </p:cNvPr>
          <p:cNvGrpSpPr/>
          <p:nvPr/>
        </p:nvGrpSpPr>
        <p:grpSpPr>
          <a:xfrm rot="10800000">
            <a:off x="1180995" y="1765867"/>
            <a:ext cx="669368" cy="598318"/>
            <a:chOff x="10293350" y="4991100"/>
            <a:chExt cx="454660" cy="406400"/>
          </a:xfrm>
        </p:grpSpPr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C263FCE0-D403-4B73-A093-42B17B91528D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DE47FF8F-D417-40F4-811F-437CDC45E2E5}"/>
                </a:ext>
              </a:extLst>
            </p:cNvPr>
            <p:cNvCxnSpPr>
              <a:stCxn id="125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22ED9434-D65F-400B-B6F0-429EA116D3A0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文本框 127">
            <a:extLst>
              <a:ext uri="{FF2B5EF4-FFF2-40B4-BE49-F238E27FC236}">
                <a16:creationId xmlns:a16="http://schemas.microsoft.com/office/drawing/2014/main" id="{C1F5D782-BEA3-43C4-BA39-6134339BBD4D}"/>
              </a:ext>
            </a:extLst>
          </p:cNvPr>
          <p:cNvSpPr txBox="1"/>
          <p:nvPr/>
        </p:nvSpPr>
        <p:spPr>
          <a:xfrm>
            <a:off x="961680" y="9887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分子电流</a:t>
            </a:r>
          </a:p>
        </p:txBody>
      </p:sp>
      <p:grpSp>
        <p:nvGrpSpPr>
          <p:cNvPr id="292" name="组合 291">
            <a:extLst>
              <a:ext uri="{FF2B5EF4-FFF2-40B4-BE49-F238E27FC236}">
                <a16:creationId xmlns:a16="http://schemas.microsoft.com/office/drawing/2014/main" id="{4213A231-C82D-498C-90CA-3FE8FE7CCD21}"/>
              </a:ext>
            </a:extLst>
          </p:cNvPr>
          <p:cNvGrpSpPr/>
          <p:nvPr/>
        </p:nvGrpSpPr>
        <p:grpSpPr>
          <a:xfrm>
            <a:off x="1066347" y="4771960"/>
            <a:ext cx="898662" cy="244567"/>
            <a:chOff x="2618884" y="2393547"/>
            <a:chExt cx="1334674" cy="363226"/>
          </a:xfrm>
        </p:grpSpPr>
        <p:sp>
          <p:nvSpPr>
            <p:cNvPr id="267" name="任意多边形 12">
              <a:extLst>
                <a:ext uri="{FF2B5EF4-FFF2-40B4-BE49-F238E27FC236}">
                  <a16:creationId xmlns:a16="http://schemas.microsoft.com/office/drawing/2014/main" id="{07682192-2D58-4CB4-8134-CCE865CAF949}"/>
                </a:ext>
              </a:extLst>
            </p:cNvPr>
            <p:cNvSpPr/>
            <p:nvPr/>
          </p:nvSpPr>
          <p:spPr>
            <a:xfrm>
              <a:off x="2682619" y="2479673"/>
              <a:ext cx="1270939" cy="277100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DA75DB77-50DD-487A-8B27-7C1CC3FBBFBE}"/>
                </a:ext>
              </a:extLst>
            </p:cNvPr>
            <p:cNvSpPr/>
            <p:nvPr/>
          </p:nvSpPr>
          <p:spPr>
            <a:xfrm>
              <a:off x="3318088" y="2479673"/>
              <a:ext cx="635470" cy="277100"/>
            </a:xfrm>
            <a:prstGeom prst="rect">
              <a:avLst/>
            </a:prstGeom>
            <a:solidFill>
              <a:srgbClr val="85B4D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任意多边形 19">
              <a:extLst>
                <a:ext uri="{FF2B5EF4-FFF2-40B4-BE49-F238E27FC236}">
                  <a16:creationId xmlns:a16="http://schemas.microsoft.com/office/drawing/2014/main" id="{F6DCEC28-25E4-41D4-A167-A95957398B93}"/>
                </a:ext>
              </a:extLst>
            </p:cNvPr>
            <p:cNvSpPr/>
            <p:nvPr/>
          </p:nvSpPr>
          <p:spPr>
            <a:xfrm>
              <a:off x="3254354" y="2393547"/>
              <a:ext cx="699203" cy="86126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任意多边形 20">
              <a:extLst>
                <a:ext uri="{FF2B5EF4-FFF2-40B4-BE49-F238E27FC236}">
                  <a16:creationId xmlns:a16="http://schemas.microsoft.com/office/drawing/2014/main" id="{3E5C93D1-0ABC-400A-96BD-57EC0DB2D704}"/>
                </a:ext>
              </a:extLst>
            </p:cNvPr>
            <p:cNvSpPr/>
            <p:nvPr/>
          </p:nvSpPr>
          <p:spPr>
            <a:xfrm>
              <a:off x="2618885" y="2393547"/>
              <a:ext cx="699203" cy="86126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1" name="任意多边形 26">
              <a:extLst>
                <a:ext uri="{FF2B5EF4-FFF2-40B4-BE49-F238E27FC236}">
                  <a16:creationId xmlns:a16="http://schemas.microsoft.com/office/drawing/2014/main" id="{89F17144-20DB-4399-898C-0458D76D9BE3}"/>
                </a:ext>
              </a:extLst>
            </p:cNvPr>
            <p:cNvSpPr/>
            <p:nvPr/>
          </p:nvSpPr>
          <p:spPr>
            <a:xfrm>
              <a:off x="2618884" y="2396284"/>
              <a:ext cx="63734" cy="360489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72" name="组合 271">
              <a:extLst>
                <a:ext uri="{FF2B5EF4-FFF2-40B4-BE49-F238E27FC236}">
                  <a16:creationId xmlns:a16="http://schemas.microsoft.com/office/drawing/2014/main" id="{D0F1BE10-C1A9-4C01-9AB3-4AAEC622C0E9}"/>
                </a:ext>
              </a:extLst>
            </p:cNvPr>
            <p:cNvGrpSpPr/>
            <p:nvPr/>
          </p:nvGrpSpPr>
          <p:grpSpPr>
            <a:xfrm>
              <a:off x="2746352" y="2542466"/>
              <a:ext cx="63547" cy="143793"/>
              <a:chOff x="4058285" y="3817620"/>
              <a:chExt cx="215265" cy="365760"/>
            </a:xfrm>
          </p:grpSpPr>
          <p:cxnSp>
            <p:nvCxnSpPr>
              <p:cNvPr id="288" name="直接连接符 287">
                <a:extLst>
                  <a:ext uri="{FF2B5EF4-FFF2-40B4-BE49-F238E27FC236}">
                    <a16:creationId xmlns:a16="http://schemas.microsoft.com/office/drawing/2014/main" id="{0DA790DF-52DC-4214-BE33-BBDB289DEF6D}"/>
                  </a:ext>
                </a:extLst>
              </p:cNvPr>
              <p:cNvCxnSpPr/>
              <p:nvPr/>
            </p:nvCxnSpPr>
            <p:spPr>
              <a:xfrm>
                <a:off x="4058285" y="3817620"/>
                <a:ext cx="0" cy="36576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直接连接符 288">
                <a:extLst>
                  <a:ext uri="{FF2B5EF4-FFF2-40B4-BE49-F238E27FC236}">
                    <a16:creationId xmlns:a16="http://schemas.microsoft.com/office/drawing/2014/main" id="{1C341723-A888-41D1-A413-1E9F084E2858}"/>
                  </a:ext>
                </a:extLst>
              </p:cNvPr>
              <p:cNvCxnSpPr/>
              <p:nvPr/>
            </p:nvCxnSpPr>
            <p:spPr>
              <a:xfrm>
                <a:off x="4060190" y="3822065"/>
                <a:ext cx="213360" cy="3581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直接连接符 289">
                <a:extLst>
                  <a:ext uri="{FF2B5EF4-FFF2-40B4-BE49-F238E27FC236}">
                    <a16:creationId xmlns:a16="http://schemas.microsoft.com/office/drawing/2014/main" id="{560AD24B-08F2-4F4D-8085-F7E9BEF0B9AB}"/>
                  </a:ext>
                </a:extLst>
              </p:cNvPr>
              <p:cNvCxnSpPr/>
              <p:nvPr/>
            </p:nvCxnSpPr>
            <p:spPr>
              <a:xfrm>
                <a:off x="4273550" y="3817620"/>
                <a:ext cx="0" cy="36576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3" name="任意多边形 44">
              <a:extLst>
                <a:ext uri="{FF2B5EF4-FFF2-40B4-BE49-F238E27FC236}">
                  <a16:creationId xmlns:a16="http://schemas.microsoft.com/office/drawing/2014/main" id="{17CA5885-7465-4128-8BB0-961C9A458175}"/>
                </a:ext>
              </a:extLst>
            </p:cNvPr>
            <p:cNvSpPr/>
            <p:nvPr/>
          </p:nvSpPr>
          <p:spPr>
            <a:xfrm>
              <a:off x="3829838" y="2542926"/>
              <a:ext cx="63547" cy="142872"/>
            </a:xfrm>
            <a:custGeom>
              <a:avLst/>
              <a:gdLst>
                <a:gd name="connsiteX0" fmla="*/ 209550 w 220116"/>
                <a:gd name="connsiteY0" fmla="*/ 61575 h 395155"/>
                <a:gd name="connsiteX1" fmla="*/ 171450 w 220116"/>
                <a:gd name="connsiteY1" fmla="*/ 7600 h 395155"/>
                <a:gd name="connsiteX2" fmla="*/ 88900 w 220116"/>
                <a:gd name="connsiteY2" fmla="*/ 4425 h 395155"/>
                <a:gd name="connsiteX3" fmla="*/ 28575 w 220116"/>
                <a:gd name="connsiteY3" fmla="*/ 45700 h 395155"/>
                <a:gd name="connsiteX4" fmla="*/ 25400 w 220116"/>
                <a:gd name="connsiteY4" fmla="*/ 140950 h 395155"/>
                <a:gd name="connsiteX5" fmla="*/ 101600 w 220116"/>
                <a:gd name="connsiteY5" fmla="*/ 185400 h 395155"/>
                <a:gd name="connsiteX6" fmla="*/ 187325 w 220116"/>
                <a:gd name="connsiteY6" fmla="*/ 226675 h 395155"/>
                <a:gd name="connsiteX7" fmla="*/ 219075 w 220116"/>
                <a:gd name="connsiteY7" fmla="*/ 283825 h 395155"/>
                <a:gd name="connsiteX8" fmla="*/ 209550 w 220116"/>
                <a:gd name="connsiteY8" fmla="*/ 369550 h 395155"/>
                <a:gd name="connsiteX9" fmla="*/ 180975 w 220116"/>
                <a:gd name="connsiteY9" fmla="*/ 388600 h 395155"/>
                <a:gd name="connsiteX10" fmla="*/ 95250 w 220116"/>
                <a:gd name="connsiteY10" fmla="*/ 394950 h 395155"/>
                <a:gd name="connsiteX11" fmla="*/ 22225 w 220116"/>
                <a:gd name="connsiteY11" fmla="*/ 382250 h 395155"/>
                <a:gd name="connsiteX12" fmla="*/ 0 w 220116"/>
                <a:gd name="connsiteY12" fmla="*/ 315575 h 395155"/>
                <a:gd name="connsiteX0" fmla="*/ 209550 w 220116"/>
                <a:gd name="connsiteY0" fmla="*/ 61575 h 395325"/>
                <a:gd name="connsiteX1" fmla="*/ 171450 w 220116"/>
                <a:gd name="connsiteY1" fmla="*/ 7600 h 395325"/>
                <a:gd name="connsiteX2" fmla="*/ 88900 w 220116"/>
                <a:gd name="connsiteY2" fmla="*/ 4425 h 395325"/>
                <a:gd name="connsiteX3" fmla="*/ 28575 w 220116"/>
                <a:gd name="connsiteY3" fmla="*/ 45700 h 395325"/>
                <a:gd name="connsiteX4" fmla="*/ 25400 w 220116"/>
                <a:gd name="connsiteY4" fmla="*/ 140950 h 395325"/>
                <a:gd name="connsiteX5" fmla="*/ 101600 w 220116"/>
                <a:gd name="connsiteY5" fmla="*/ 185400 h 395325"/>
                <a:gd name="connsiteX6" fmla="*/ 187325 w 220116"/>
                <a:gd name="connsiteY6" fmla="*/ 226675 h 395325"/>
                <a:gd name="connsiteX7" fmla="*/ 219075 w 220116"/>
                <a:gd name="connsiteY7" fmla="*/ 283825 h 395325"/>
                <a:gd name="connsiteX8" fmla="*/ 209550 w 220116"/>
                <a:gd name="connsiteY8" fmla="*/ 369550 h 395325"/>
                <a:gd name="connsiteX9" fmla="*/ 180975 w 220116"/>
                <a:gd name="connsiteY9" fmla="*/ 388600 h 395325"/>
                <a:gd name="connsiteX10" fmla="*/ 95250 w 220116"/>
                <a:gd name="connsiteY10" fmla="*/ 394950 h 395325"/>
                <a:gd name="connsiteX11" fmla="*/ 28575 w 220116"/>
                <a:gd name="connsiteY11" fmla="*/ 379075 h 395325"/>
                <a:gd name="connsiteX12" fmla="*/ 0 w 220116"/>
                <a:gd name="connsiteY12" fmla="*/ 315575 h 395325"/>
                <a:gd name="connsiteX0" fmla="*/ 209550 w 223457"/>
                <a:gd name="connsiteY0" fmla="*/ 61575 h 394950"/>
                <a:gd name="connsiteX1" fmla="*/ 171450 w 223457"/>
                <a:gd name="connsiteY1" fmla="*/ 7600 h 394950"/>
                <a:gd name="connsiteX2" fmla="*/ 88900 w 223457"/>
                <a:gd name="connsiteY2" fmla="*/ 4425 h 394950"/>
                <a:gd name="connsiteX3" fmla="*/ 28575 w 223457"/>
                <a:gd name="connsiteY3" fmla="*/ 45700 h 394950"/>
                <a:gd name="connsiteX4" fmla="*/ 25400 w 223457"/>
                <a:gd name="connsiteY4" fmla="*/ 140950 h 394950"/>
                <a:gd name="connsiteX5" fmla="*/ 101600 w 223457"/>
                <a:gd name="connsiteY5" fmla="*/ 185400 h 394950"/>
                <a:gd name="connsiteX6" fmla="*/ 187325 w 223457"/>
                <a:gd name="connsiteY6" fmla="*/ 226675 h 394950"/>
                <a:gd name="connsiteX7" fmla="*/ 219075 w 223457"/>
                <a:gd name="connsiteY7" fmla="*/ 283825 h 394950"/>
                <a:gd name="connsiteX8" fmla="*/ 209550 w 223457"/>
                <a:gd name="connsiteY8" fmla="*/ 369550 h 394950"/>
                <a:gd name="connsiteX9" fmla="*/ 95250 w 223457"/>
                <a:gd name="connsiteY9" fmla="*/ 394950 h 394950"/>
                <a:gd name="connsiteX10" fmla="*/ 28575 w 223457"/>
                <a:gd name="connsiteY10" fmla="*/ 379075 h 394950"/>
                <a:gd name="connsiteX11" fmla="*/ 0 w 223457"/>
                <a:gd name="connsiteY11" fmla="*/ 315575 h 394950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351"/>
                <a:gd name="connsiteY0" fmla="*/ 61575 h 398447"/>
                <a:gd name="connsiteX1" fmla="*/ 171450 w 219351"/>
                <a:gd name="connsiteY1" fmla="*/ 7600 h 398447"/>
                <a:gd name="connsiteX2" fmla="*/ 88900 w 219351"/>
                <a:gd name="connsiteY2" fmla="*/ 4425 h 398447"/>
                <a:gd name="connsiteX3" fmla="*/ 28575 w 219351"/>
                <a:gd name="connsiteY3" fmla="*/ 45700 h 398447"/>
                <a:gd name="connsiteX4" fmla="*/ 25400 w 219351"/>
                <a:gd name="connsiteY4" fmla="*/ 140950 h 398447"/>
                <a:gd name="connsiteX5" fmla="*/ 101600 w 219351"/>
                <a:gd name="connsiteY5" fmla="*/ 185400 h 398447"/>
                <a:gd name="connsiteX6" fmla="*/ 187325 w 219351"/>
                <a:gd name="connsiteY6" fmla="*/ 226675 h 398447"/>
                <a:gd name="connsiteX7" fmla="*/ 219075 w 219351"/>
                <a:gd name="connsiteY7" fmla="*/ 283825 h 398447"/>
                <a:gd name="connsiteX8" fmla="*/ 197643 w 219351"/>
                <a:gd name="connsiteY8" fmla="*/ 367168 h 398447"/>
                <a:gd name="connsiteX9" fmla="*/ 117475 w 219351"/>
                <a:gd name="connsiteY9" fmla="*/ 398125 h 398447"/>
                <a:gd name="connsiteX10" fmla="*/ 28575 w 219351"/>
                <a:gd name="connsiteY10" fmla="*/ 379075 h 398447"/>
                <a:gd name="connsiteX11" fmla="*/ 0 w 219351"/>
                <a:gd name="connsiteY11" fmla="*/ 315575 h 398447"/>
                <a:gd name="connsiteX0" fmla="*/ 209550 w 217049"/>
                <a:gd name="connsiteY0" fmla="*/ 61575 h 398447"/>
                <a:gd name="connsiteX1" fmla="*/ 171450 w 217049"/>
                <a:gd name="connsiteY1" fmla="*/ 7600 h 398447"/>
                <a:gd name="connsiteX2" fmla="*/ 88900 w 217049"/>
                <a:gd name="connsiteY2" fmla="*/ 4425 h 398447"/>
                <a:gd name="connsiteX3" fmla="*/ 28575 w 217049"/>
                <a:gd name="connsiteY3" fmla="*/ 45700 h 398447"/>
                <a:gd name="connsiteX4" fmla="*/ 25400 w 217049"/>
                <a:gd name="connsiteY4" fmla="*/ 140950 h 398447"/>
                <a:gd name="connsiteX5" fmla="*/ 101600 w 217049"/>
                <a:gd name="connsiteY5" fmla="*/ 185400 h 398447"/>
                <a:gd name="connsiteX6" fmla="*/ 187325 w 217049"/>
                <a:gd name="connsiteY6" fmla="*/ 226675 h 398447"/>
                <a:gd name="connsiteX7" fmla="*/ 216694 w 217049"/>
                <a:gd name="connsiteY7" fmla="*/ 283825 h 398447"/>
                <a:gd name="connsiteX8" fmla="*/ 197643 w 217049"/>
                <a:gd name="connsiteY8" fmla="*/ 367168 h 398447"/>
                <a:gd name="connsiteX9" fmla="*/ 117475 w 217049"/>
                <a:gd name="connsiteY9" fmla="*/ 398125 h 398447"/>
                <a:gd name="connsiteX10" fmla="*/ 28575 w 217049"/>
                <a:gd name="connsiteY10" fmla="*/ 379075 h 398447"/>
                <a:gd name="connsiteX11" fmla="*/ 0 w 217049"/>
                <a:gd name="connsiteY11" fmla="*/ 315575 h 398447"/>
                <a:gd name="connsiteX0" fmla="*/ 209550 w 217049"/>
                <a:gd name="connsiteY0" fmla="*/ 61575 h 399559"/>
                <a:gd name="connsiteX1" fmla="*/ 171450 w 217049"/>
                <a:gd name="connsiteY1" fmla="*/ 7600 h 399559"/>
                <a:gd name="connsiteX2" fmla="*/ 88900 w 217049"/>
                <a:gd name="connsiteY2" fmla="*/ 4425 h 399559"/>
                <a:gd name="connsiteX3" fmla="*/ 28575 w 217049"/>
                <a:gd name="connsiteY3" fmla="*/ 45700 h 399559"/>
                <a:gd name="connsiteX4" fmla="*/ 25400 w 217049"/>
                <a:gd name="connsiteY4" fmla="*/ 140950 h 399559"/>
                <a:gd name="connsiteX5" fmla="*/ 101600 w 217049"/>
                <a:gd name="connsiteY5" fmla="*/ 185400 h 399559"/>
                <a:gd name="connsiteX6" fmla="*/ 187325 w 217049"/>
                <a:gd name="connsiteY6" fmla="*/ 226675 h 399559"/>
                <a:gd name="connsiteX7" fmla="*/ 216694 w 217049"/>
                <a:gd name="connsiteY7" fmla="*/ 283825 h 399559"/>
                <a:gd name="connsiteX8" fmla="*/ 197643 w 217049"/>
                <a:gd name="connsiteY8" fmla="*/ 367168 h 399559"/>
                <a:gd name="connsiteX9" fmla="*/ 117475 w 217049"/>
                <a:gd name="connsiteY9" fmla="*/ 398125 h 399559"/>
                <a:gd name="connsiteX10" fmla="*/ 40481 w 217049"/>
                <a:gd name="connsiteY10" fmla="*/ 386218 h 399559"/>
                <a:gd name="connsiteX11" fmla="*/ 0 w 217049"/>
                <a:gd name="connsiteY11" fmla="*/ 315575 h 399559"/>
                <a:gd name="connsiteX0" fmla="*/ 195263 w 202762"/>
                <a:gd name="connsiteY0" fmla="*/ 61575 h 399493"/>
                <a:gd name="connsiteX1" fmla="*/ 157163 w 202762"/>
                <a:gd name="connsiteY1" fmla="*/ 7600 h 399493"/>
                <a:gd name="connsiteX2" fmla="*/ 74613 w 202762"/>
                <a:gd name="connsiteY2" fmla="*/ 4425 h 399493"/>
                <a:gd name="connsiteX3" fmla="*/ 14288 w 202762"/>
                <a:gd name="connsiteY3" fmla="*/ 45700 h 399493"/>
                <a:gd name="connsiteX4" fmla="*/ 11113 w 202762"/>
                <a:gd name="connsiteY4" fmla="*/ 140950 h 399493"/>
                <a:gd name="connsiteX5" fmla="*/ 87313 w 202762"/>
                <a:gd name="connsiteY5" fmla="*/ 185400 h 399493"/>
                <a:gd name="connsiteX6" fmla="*/ 173038 w 202762"/>
                <a:gd name="connsiteY6" fmla="*/ 226675 h 399493"/>
                <a:gd name="connsiteX7" fmla="*/ 202407 w 202762"/>
                <a:gd name="connsiteY7" fmla="*/ 283825 h 399493"/>
                <a:gd name="connsiteX8" fmla="*/ 183356 w 202762"/>
                <a:gd name="connsiteY8" fmla="*/ 367168 h 399493"/>
                <a:gd name="connsiteX9" fmla="*/ 103188 w 202762"/>
                <a:gd name="connsiteY9" fmla="*/ 398125 h 399493"/>
                <a:gd name="connsiteX10" fmla="*/ 26194 w 202762"/>
                <a:gd name="connsiteY10" fmla="*/ 386218 h 399493"/>
                <a:gd name="connsiteX11" fmla="*/ 0 w 202762"/>
                <a:gd name="connsiteY11" fmla="*/ 317956 h 399493"/>
                <a:gd name="connsiteX0" fmla="*/ 191348 w 198847"/>
                <a:gd name="connsiteY0" fmla="*/ 61575 h 399493"/>
                <a:gd name="connsiteX1" fmla="*/ 153248 w 198847"/>
                <a:gd name="connsiteY1" fmla="*/ 7600 h 399493"/>
                <a:gd name="connsiteX2" fmla="*/ 70698 w 198847"/>
                <a:gd name="connsiteY2" fmla="*/ 4425 h 399493"/>
                <a:gd name="connsiteX3" fmla="*/ 10373 w 198847"/>
                <a:gd name="connsiteY3" fmla="*/ 45700 h 399493"/>
                <a:gd name="connsiteX4" fmla="*/ 7198 w 198847"/>
                <a:gd name="connsiteY4" fmla="*/ 140950 h 399493"/>
                <a:gd name="connsiteX5" fmla="*/ 83398 w 198847"/>
                <a:gd name="connsiteY5" fmla="*/ 185400 h 399493"/>
                <a:gd name="connsiteX6" fmla="*/ 169123 w 198847"/>
                <a:gd name="connsiteY6" fmla="*/ 226675 h 399493"/>
                <a:gd name="connsiteX7" fmla="*/ 198492 w 198847"/>
                <a:gd name="connsiteY7" fmla="*/ 283825 h 399493"/>
                <a:gd name="connsiteX8" fmla="*/ 179441 w 198847"/>
                <a:gd name="connsiteY8" fmla="*/ 367168 h 399493"/>
                <a:gd name="connsiteX9" fmla="*/ 99273 w 198847"/>
                <a:gd name="connsiteY9" fmla="*/ 398125 h 399493"/>
                <a:gd name="connsiteX10" fmla="*/ 22279 w 198847"/>
                <a:gd name="connsiteY10" fmla="*/ 386218 h 399493"/>
                <a:gd name="connsiteX11" fmla="*/ 3229 w 198847"/>
                <a:gd name="connsiteY11" fmla="*/ 317956 h 399493"/>
                <a:gd name="connsiteX0" fmla="*/ 191348 w 198847"/>
                <a:gd name="connsiteY0" fmla="*/ 61575 h 400217"/>
                <a:gd name="connsiteX1" fmla="*/ 153248 w 198847"/>
                <a:gd name="connsiteY1" fmla="*/ 7600 h 400217"/>
                <a:gd name="connsiteX2" fmla="*/ 70698 w 198847"/>
                <a:gd name="connsiteY2" fmla="*/ 4425 h 400217"/>
                <a:gd name="connsiteX3" fmla="*/ 10373 w 198847"/>
                <a:gd name="connsiteY3" fmla="*/ 45700 h 400217"/>
                <a:gd name="connsiteX4" fmla="*/ 7198 w 198847"/>
                <a:gd name="connsiteY4" fmla="*/ 140950 h 400217"/>
                <a:gd name="connsiteX5" fmla="*/ 83398 w 198847"/>
                <a:gd name="connsiteY5" fmla="*/ 185400 h 400217"/>
                <a:gd name="connsiteX6" fmla="*/ 169123 w 198847"/>
                <a:gd name="connsiteY6" fmla="*/ 226675 h 400217"/>
                <a:gd name="connsiteX7" fmla="*/ 198492 w 198847"/>
                <a:gd name="connsiteY7" fmla="*/ 283825 h 400217"/>
                <a:gd name="connsiteX8" fmla="*/ 179441 w 198847"/>
                <a:gd name="connsiteY8" fmla="*/ 367168 h 400217"/>
                <a:gd name="connsiteX9" fmla="*/ 99273 w 198847"/>
                <a:gd name="connsiteY9" fmla="*/ 398125 h 400217"/>
                <a:gd name="connsiteX10" fmla="*/ 31804 w 198847"/>
                <a:gd name="connsiteY10" fmla="*/ 388599 h 400217"/>
                <a:gd name="connsiteX11" fmla="*/ 3229 w 198847"/>
                <a:gd name="connsiteY11" fmla="*/ 317956 h 400217"/>
                <a:gd name="connsiteX0" fmla="*/ 191348 w 198847"/>
                <a:gd name="connsiteY0" fmla="*/ 61575 h 400745"/>
                <a:gd name="connsiteX1" fmla="*/ 153248 w 198847"/>
                <a:gd name="connsiteY1" fmla="*/ 7600 h 400745"/>
                <a:gd name="connsiteX2" fmla="*/ 70698 w 198847"/>
                <a:gd name="connsiteY2" fmla="*/ 4425 h 400745"/>
                <a:gd name="connsiteX3" fmla="*/ 10373 w 198847"/>
                <a:gd name="connsiteY3" fmla="*/ 45700 h 400745"/>
                <a:gd name="connsiteX4" fmla="*/ 7198 w 198847"/>
                <a:gd name="connsiteY4" fmla="*/ 140950 h 400745"/>
                <a:gd name="connsiteX5" fmla="*/ 83398 w 198847"/>
                <a:gd name="connsiteY5" fmla="*/ 185400 h 400745"/>
                <a:gd name="connsiteX6" fmla="*/ 169123 w 198847"/>
                <a:gd name="connsiteY6" fmla="*/ 226675 h 400745"/>
                <a:gd name="connsiteX7" fmla="*/ 198492 w 198847"/>
                <a:gd name="connsiteY7" fmla="*/ 283825 h 400745"/>
                <a:gd name="connsiteX8" fmla="*/ 179441 w 198847"/>
                <a:gd name="connsiteY8" fmla="*/ 360025 h 400745"/>
                <a:gd name="connsiteX9" fmla="*/ 99273 w 198847"/>
                <a:gd name="connsiteY9" fmla="*/ 398125 h 400745"/>
                <a:gd name="connsiteX10" fmla="*/ 31804 w 198847"/>
                <a:gd name="connsiteY10" fmla="*/ 388599 h 400745"/>
                <a:gd name="connsiteX11" fmla="*/ 3229 w 198847"/>
                <a:gd name="connsiteY11" fmla="*/ 317956 h 400745"/>
                <a:gd name="connsiteX0" fmla="*/ 191348 w 199158"/>
                <a:gd name="connsiteY0" fmla="*/ 61575 h 400393"/>
                <a:gd name="connsiteX1" fmla="*/ 153248 w 199158"/>
                <a:gd name="connsiteY1" fmla="*/ 7600 h 400393"/>
                <a:gd name="connsiteX2" fmla="*/ 70698 w 199158"/>
                <a:gd name="connsiteY2" fmla="*/ 4425 h 400393"/>
                <a:gd name="connsiteX3" fmla="*/ 10373 w 199158"/>
                <a:gd name="connsiteY3" fmla="*/ 45700 h 400393"/>
                <a:gd name="connsiteX4" fmla="*/ 7198 w 199158"/>
                <a:gd name="connsiteY4" fmla="*/ 140950 h 400393"/>
                <a:gd name="connsiteX5" fmla="*/ 83398 w 199158"/>
                <a:gd name="connsiteY5" fmla="*/ 185400 h 400393"/>
                <a:gd name="connsiteX6" fmla="*/ 169123 w 199158"/>
                <a:gd name="connsiteY6" fmla="*/ 226675 h 400393"/>
                <a:gd name="connsiteX7" fmla="*/ 198492 w 199158"/>
                <a:gd name="connsiteY7" fmla="*/ 283825 h 400393"/>
                <a:gd name="connsiteX8" fmla="*/ 181822 w 199158"/>
                <a:gd name="connsiteY8" fmla="*/ 364788 h 400393"/>
                <a:gd name="connsiteX9" fmla="*/ 99273 w 199158"/>
                <a:gd name="connsiteY9" fmla="*/ 398125 h 400393"/>
                <a:gd name="connsiteX10" fmla="*/ 31804 w 199158"/>
                <a:gd name="connsiteY10" fmla="*/ 388599 h 400393"/>
                <a:gd name="connsiteX11" fmla="*/ 3229 w 199158"/>
                <a:gd name="connsiteY11" fmla="*/ 317956 h 400393"/>
                <a:gd name="connsiteX0" fmla="*/ 191348 w 199158"/>
                <a:gd name="connsiteY0" fmla="*/ 61575 h 398784"/>
                <a:gd name="connsiteX1" fmla="*/ 153248 w 199158"/>
                <a:gd name="connsiteY1" fmla="*/ 7600 h 398784"/>
                <a:gd name="connsiteX2" fmla="*/ 70698 w 199158"/>
                <a:gd name="connsiteY2" fmla="*/ 4425 h 398784"/>
                <a:gd name="connsiteX3" fmla="*/ 10373 w 199158"/>
                <a:gd name="connsiteY3" fmla="*/ 45700 h 398784"/>
                <a:gd name="connsiteX4" fmla="*/ 7198 w 199158"/>
                <a:gd name="connsiteY4" fmla="*/ 140950 h 398784"/>
                <a:gd name="connsiteX5" fmla="*/ 83398 w 199158"/>
                <a:gd name="connsiteY5" fmla="*/ 185400 h 398784"/>
                <a:gd name="connsiteX6" fmla="*/ 169123 w 199158"/>
                <a:gd name="connsiteY6" fmla="*/ 226675 h 398784"/>
                <a:gd name="connsiteX7" fmla="*/ 198492 w 199158"/>
                <a:gd name="connsiteY7" fmla="*/ 283825 h 398784"/>
                <a:gd name="connsiteX8" fmla="*/ 181822 w 199158"/>
                <a:gd name="connsiteY8" fmla="*/ 364788 h 398784"/>
                <a:gd name="connsiteX9" fmla="*/ 99273 w 199158"/>
                <a:gd name="connsiteY9" fmla="*/ 398125 h 398784"/>
                <a:gd name="connsiteX10" fmla="*/ 36566 w 199158"/>
                <a:gd name="connsiteY10" fmla="*/ 381456 h 398784"/>
                <a:gd name="connsiteX11" fmla="*/ 3229 w 199158"/>
                <a:gd name="connsiteY11" fmla="*/ 317956 h 398784"/>
                <a:gd name="connsiteX0" fmla="*/ 191348 w 198664"/>
                <a:gd name="connsiteY0" fmla="*/ 61575 h 398920"/>
                <a:gd name="connsiteX1" fmla="*/ 153248 w 198664"/>
                <a:gd name="connsiteY1" fmla="*/ 7600 h 398920"/>
                <a:gd name="connsiteX2" fmla="*/ 70698 w 198664"/>
                <a:gd name="connsiteY2" fmla="*/ 4425 h 398920"/>
                <a:gd name="connsiteX3" fmla="*/ 10373 w 198664"/>
                <a:gd name="connsiteY3" fmla="*/ 45700 h 398920"/>
                <a:gd name="connsiteX4" fmla="*/ 7198 w 198664"/>
                <a:gd name="connsiteY4" fmla="*/ 140950 h 398920"/>
                <a:gd name="connsiteX5" fmla="*/ 83398 w 198664"/>
                <a:gd name="connsiteY5" fmla="*/ 185400 h 398920"/>
                <a:gd name="connsiteX6" fmla="*/ 169123 w 198664"/>
                <a:gd name="connsiteY6" fmla="*/ 226675 h 398920"/>
                <a:gd name="connsiteX7" fmla="*/ 198492 w 198664"/>
                <a:gd name="connsiteY7" fmla="*/ 283825 h 398920"/>
                <a:gd name="connsiteX8" fmla="*/ 177059 w 198664"/>
                <a:gd name="connsiteY8" fmla="*/ 362406 h 398920"/>
                <a:gd name="connsiteX9" fmla="*/ 99273 w 198664"/>
                <a:gd name="connsiteY9" fmla="*/ 398125 h 398920"/>
                <a:gd name="connsiteX10" fmla="*/ 36566 w 198664"/>
                <a:gd name="connsiteY10" fmla="*/ 381456 h 398920"/>
                <a:gd name="connsiteX11" fmla="*/ 3229 w 198664"/>
                <a:gd name="connsiteY11" fmla="*/ 317956 h 398920"/>
                <a:gd name="connsiteX0" fmla="*/ 200873 w 200873"/>
                <a:gd name="connsiteY0" fmla="*/ 64090 h 399054"/>
                <a:gd name="connsiteX1" fmla="*/ 153248 w 200873"/>
                <a:gd name="connsiteY1" fmla="*/ 7734 h 399054"/>
                <a:gd name="connsiteX2" fmla="*/ 70698 w 200873"/>
                <a:gd name="connsiteY2" fmla="*/ 4559 h 399054"/>
                <a:gd name="connsiteX3" fmla="*/ 10373 w 200873"/>
                <a:gd name="connsiteY3" fmla="*/ 45834 h 399054"/>
                <a:gd name="connsiteX4" fmla="*/ 7198 w 200873"/>
                <a:gd name="connsiteY4" fmla="*/ 141084 h 399054"/>
                <a:gd name="connsiteX5" fmla="*/ 83398 w 200873"/>
                <a:gd name="connsiteY5" fmla="*/ 185534 h 399054"/>
                <a:gd name="connsiteX6" fmla="*/ 169123 w 200873"/>
                <a:gd name="connsiteY6" fmla="*/ 226809 h 399054"/>
                <a:gd name="connsiteX7" fmla="*/ 198492 w 200873"/>
                <a:gd name="connsiteY7" fmla="*/ 283959 h 399054"/>
                <a:gd name="connsiteX8" fmla="*/ 177059 w 200873"/>
                <a:gd name="connsiteY8" fmla="*/ 362540 h 399054"/>
                <a:gd name="connsiteX9" fmla="*/ 99273 w 200873"/>
                <a:gd name="connsiteY9" fmla="*/ 398259 h 399054"/>
                <a:gd name="connsiteX10" fmla="*/ 36566 w 200873"/>
                <a:gd name="connsiteY10" fmla="*/ 381590 h 399054"/>
                <a:gd name="connsiteX11" fmla="*/ 3229 w 200873"/>
                <a:gd name="connsiteY11" fmla="*/ 318090 h 399054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67534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300628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2152 h 396415"/>
                <a:gd name="connsiteX1" fmla="*/ 153248 w 200873"/>
                <a:gd name="connsiteY1" fmla="*/ 10558 h 396415"/>
                <a:gd name="connsiteX2" fmla="*/ 70698 w 200873"/>
                <a:gd name="connsiteY2" fmla="*/ 2621 h 396415"/>
                <a:gd name="connsiteX3" fmla="*/ 10373 w 200873"/>
                <a:gd name="connsiteY3" fmla="*/ 43896 h 396415"/>
                <a:gd name="connsiteX4" fmla="*/ 7198 w 200873"/>
                <a:gd name="connsiteY4" fmla="*/ 139146 h 396415"/>
                <a:gd name="connsiteX5" fmla="*/ 83398 w 200873"/>
                <a:gd name="connsiteY5" fmla="*/ 183596 h 396415"/>
                <a:gd name="connsiteX6" fmla="*/ 169123 w 200873"/>
                <a:gd name="connsiteY6" fmla="*/ 224871 h 396415"/>
                <a:gd name="connsiteX7" fmla="*/ 198492 w 200873"/>
                <a:gd name="connsiteY7" fmla="*/ 298690 h 396415"/>
                <a:gd name="connsiteX8" fmla="*/ 172297 w 200873"/>
                <a:gd name="connsiteY8" fmla="*/ 374890 h 396415"/>
                <a:gd name="connsiteX9" fmla="*/ 99273 w 200873"/>
                <a:gd name="connsiteY9" fmla="*/ 396321 h 396415"/>
                <a:gd name="connsiteX10" fmla="*/ 36566 w 200873"/>
                <a:gd name="connsiteY10" fmla="*/ 379652 h 396415"/>
                <a:gd name="connsiteX11" fmla="*/ 3229 w 200873"/>
                <a:gd name="connsiteY11" fmla="*/ 316152 h 39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873" h="396415">
                  <a:moveTo>
                    <a:pt x="200873" y="62152"/>
                  </a:moveTo>
                  <a:cubicBezTo>
                    <a:pt x="191877" y="39927"/>
                    <a:pt x="174944" y="20480"/>
                    <a:pt x="153248" y="10558"/>
                  </a:cubicBezTo>
                  <a:cubicBezTo>
                    <a:pt x="131552" y="636"/>
                    <a:pt x="94510" y="-2935"/>
                    <a:pt x="70698" y="2621"/>
                  </a:cubicBezTo>
                  <a:cubicBezTo>
                    <a:pt x="46886" y="8177"/>
                    <a:pt x="20956" y="21142"/>
                    <a:pt x="10373" y="43896"/>
                  </a:cubicBezTo>
                  <a:cubicBezTo>
                    <a:pt x="-210" y="66650"/>
                    <a:pt x="-4973" y="115863"/>
                    <a:pt x="7198" y="139146"/>
                  </a:cubicBezTo>
                  <a:cubicBezTo>
                    <a:pt x="19369" y="162429"/>
                    <a:pt x="56410" y="169309"/>
                    <a:pt x="83398" y="183596"/>
                  </a:cubicBezTo>
                  <a:cubicBezTo>
                    <a:pt x="110385" y="197884"/>
                    <a:pt x="149941" y="205689"/>
                    <a:pt x="169123" y="224871"/>
                  </a:cubicBezTo>
                  <a:cubicBezTo>
                    <a:pt x="188305" y="244053"/>
                    <a:pt x="197963" y="273687"/>
                    <a:pt x="198492" y="298690"/>
                  </a:cubicBezTo>
                  <a:cubicBezTo>
                    <a:pt x="199021" y="323693"/>
                    <a:pt x="188833" y="358618"/>
                    <a:pt x="172297" y="374890"/>
                  </a:cubicBezTo>
                  <a:cubicBezTo>
                    <a:pt x="155761" y="391162"/>
                    <a:pt x="121895" y="395527"/>
                    <a:pt x="99273" y="396321"/>
                  </a:cubicBezTo>
                  <a:cubicBezTo>
                    <a:pt x="76651" y="397115"/>
                    <a:pt x="52573" y="393014"/>
                    <a:pt x="36566" y="379652"/>
                  </a:cubicBezTo>
                  <a:cubicBezTo>
                    <a:pt x="20559" y="366291"/>
                    <a:pt x="6404" y="342875"/>
                    <a:pt x="3229" y="316152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4" name="文本框 293">
            <a:extLst>
              <a:ext uri="{FF2B5EF4-FFF2-40B4-BE49-F238E27FC236}">
                <a16:creationId xmlns:a16="http://schemas.microsoft.com/office/drawing/2014/main" id="{4F5C70C1-FC92-4E0E-8DF0-3B93B614B2F2}"/>
              </a:ext>
            </a:extLst>
          </p:cNvPr>
          <p:cNvSpPr txBox="1"/>
          <p:nvPr/>
        </p:nvSpPr>
        <p:spPr>
          <a:xfrm>
            <a:off x="1077097" y="379921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小磁铁</a:t>
            </a:r>
          </a:p>
        </p:txBody>
      </p:sp>
    </p:spTree>
    <p:extLst>
      <p:ext uri="{BB962C8B-B14F-4D97-AF65-F5344CB8AC3E}">
        <p14:creationId xmlns:p14="http://schemas.microsoft.com/office/powerpoint/2010/main" val="1928418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9E8B8073-9B63-4237-BCF9-FA1FDDE1E3D3}"/>
              </a:ext>
            </a:extLst>
          </p:cNvPr>
          <p:cNvGrpSpPr/>
          <p:nvPr/>
        </p:nvGrpSpPr>
        <p:grpSpPr>
          <a:xfrm rot="10800000">
            <a:off x="1180995" y="1765867"/>
            <a:ext cx="669368" cy="598318"/>
            <a:chOff x="10293350" y="4991100"/>
            <a:chExt cx="454660" cy="406400"/>
          </a:xfrm>
        </p:grpSpPr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C263FCE0-D403-4B73-A093-42B17B91528D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DE47FF8F-D417-40F4-811F-437CDC45E2E5}"/>
                </a:ext>
              </a:extLst>
            </p:cNvPr>
            <p:cNvCxnSpPr>
              <a:stCxn id="125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22ED9434-D65F-400B-B6F0-429EA116D3A0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文本框 127">
            <a:extLst>
              <a:ext uri="{FF2B5EF4-FFF2-40B4-BE49-F238E27FC236}">
                <a16:creationId xmlns:a16="http://schemas.microsoft.com/office/drawing/2014/main" id="{C1F5D782-BEA3-43C4-BA39-6134339BBD4D}"/>
              </a:ext>
            </a:extLst>
          </p:cNvPr>
          <p:cNvSpPr txBox="1"/>
          <p:nvPr/>
        </p:nvSpPr>
        <p:spPr>
          <a:xfrm>
            <a:off x="961680" y="9887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分子电流</a:t>
            </a:r>
          </a:p>
        </p:txBody>
      </p:sp>
      <p:grpSp>
        <p:nvGrpSpPr>
          <p:cNvPr id="292" name="组合 291">
            <a:extLst>
              <a:ext uri="{FF2B5EF4-FFF2-40B4-BE49-F238E27FC236}">
                <a16:creationId xmlns:a16="http://schemas.microsoft.com/office/drawing/2014/main" id="{4213A231-C82D-498C-90CA-3FE8FE7CCD21}"/>
              </a:ext>
            </a:extLst>
          </p:cNvPr>
          <p:cNvGrpSpPr/>
          <p:nvPr/>
        </p:nvGrpSpPr>
        <p:grpSpPr>
          <a:xfrm>
            <a:off x="1066347" y="4771960"/>
            <a:ext cx="898662" cy="244567"/>
            <a:chOff x="2618884" y="2393547"/>
            <a:chExt cx="1334674" cy="363226"/>
          </a:xfrm>
        </p:grpSpPr>
        <p:sp>
          <p:nvSpPr>
            <p:cNvPr id="267" name="任意多边形 12">
              <a:extLst>
                <a:ext uri="{FF2B5EF4-FFF2-40B4-BE49-F238E27FC236}">
                  <a16:creationId xmlns:a16="http://schemas.microsoft.com/office/drawing/2014/main" id="{07682192-2D58-4CB4-8134-CCE865CAF949}"/>
                </a:ext>
              </a:extLst>
            </p:cNvPr>
            <p:cNvSpPr/>
            <p:nvPr/>
          </p:nvSpPr>
          <p:spPr>
            <a:xfrm>
              <a:off x="2682619" y="2479673"/>
              <a:ext cx="1270939" cy="277100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DA75DB77-50DD-487A-8B27-7C1CC3FBBFBE}"/>
                </a:ext>
              </a:extLst>
            </p:cNvPr>
            <p:cNvSpPr/>
            <p:nvPr/>
          </p:nvSpPr>
          <p:spPr>
            <a:xfrm>
              <a:off x="3318088" y="2479673"/>
              <a:ext cx="635470" cy="277100"/>
            </a:xfrm>
            <a:prstGeom prst="rect">
              <a:avLst/>
            </a:prstGeom>
            <a:solidFill>
              <a:srgbClr val="85B4D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任意多边形 19">
              <a:extLst>
                <a:ext uri="{FF2B5EF4-FFF2-40B4-BE49-F238E27FC236}">
                  <a16:creationId xmlns:a16="http://schemas.microsoft.com/office/drawing/2014/main" id="{F6DCEC28-25E4-41D4-A167-A95957398B93}"/>
                </a:ext>
              </a:extLst>
            </p:cNvPr>
            <p:cNvSpPr/>
            <p:nvPr/>
          </p:nvSpPr>
          <p:spPr>
            <a:xfrm>
              <a:off x="3254354" y="2393547"/>
              <a:ext cx="699203" cy="86126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任意多边形 20">
              <a:extLst>
                <a:ext uri="{FF2B5EF4-FFF2-40B4-BE49-F238E27FC236}">
                  <a16:creationId xmlns:a16="http://schemas.microsoft.com/office/drawing/2014/main" id="{3E5C93D1-0ABC-400A-96BD-57EC0DB2D704}"/>
                </a:ext>
              </a:extLst>
            </p:cNvPr>
            <p:cNvSpPr/>
            <p:nvPr/>
          </p:nvSpPr>
          <p:spPr>
            <a:xfrm>
              <a:off x="2618885" y="2393547"/>
              <a:ext cx="699203" cy="86126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1" name="任意多边形 26">
              <a:extLst>
                <a:ext uri="{FF2B5EF4-FFF2-40B4-BE49-F238E27FC236}">
                  <a16:creationId xmlns:a16="http://schemas.microsoft.com/office/drawing/2014/main" id="{89F17144-20DB-4399-898C-0458D76D9BE3}"/>
                </a:ext>
              </a:extLst>
            </p:cNvPr>
            <p:cNvSpPr/>
            <p:nvPr/>
          </p:nvSpPr>
          <p:spPr>
            <a:xfrm>
              <a:off x="2618884" y="2396284"/>
              <a:ext cx="63734" cy="360489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72" name="组合 271">
              <a:extLst>
                <a:ext uri="{FF2B5EF4-FFF2-40B4-BE49-F238E27FC236}">
                  <a16:creationId xmlns:a16="http://schemas.microsoft.com/office/drawing/2014/main" id="{D0F1BE10-C1A9-4C01-9AB3-4AAEC622C0E9}"/>
                </a:ext>
              </a:extLst>
            </p:cNvPr>
            <p:cNvGrpSpPr/>
            <p:nvPr/>
          </p:nvGrpSpPr>
          <p:grpSpPr>
            <a:xfrm>
              <a:off x="2746352" y="2542466"/>
              <a:ext cx="63547" cy="143793"/>
              <a:chOff x="4058285" y="3817620"/>
              <a:chExt cx="215265" cy="365760"/>
            </a:xfrm>
          </p:grpSpPr>
          <p:cxnSp>
            <p:nvCxnSpPr>
              <p:cNvPr id="288" name="直接连接符 287">
                <a:extLst>
                  <a:ext uri="{FF2B5EF4-FFF2-40B4-BE49-F238E27FC236}">
                    <a16:creationId xmlns:a16="http://schemas.microsoft.com/office/drawing/2014/main" id="{0DA790DF-52DC-4214-BE33-BBDB289DEF6D}"/>
                  </a:ext>
                </a:extLst>
              </p:cNvPr>
              <p:cNvCxnSpPr/>
              <p:nvPr/>
            </p:nvCxnSpPr>
            <p:spPr>
              <a:xfrm>
                <a:off x="4058285" y="3817620"/>
                <a:ext cx="0" cy="36576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直接连接符 288">
                <a:extLst>
                  <a:ext uri="{FF2B5EF4-FFF2-40B4-BE49-F238E27FC236}">
                    <a16:creationId xmlns:a16="http://schemas.microsoft.com/office/drawing/2014/main" id="{1C341723-A888-41D1-A413-1E9F084E2858}"/>
                  </a:ext>
                </a:extLst>
              </p:cNvPr>
              <p:cNvCxnSpPr/>
              <p:nvPr/>
            </p:nvCxnSpPr>
            <p:spPr>
              <a:xfrm>
                <a:off x="4060190" y="3822065"/>
                <a:ext cx="213360" cy="3581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直接连接符 289">
                <a:extLst>
                  <a:ext uri="{FF2B5EF4-FFF2-40B4-BE49-F238E27FC236}">
                    <a16:creationId xmlns:a16="http://schemas.microsoft.com/office/drawing/2014/main" id="{560AD24B-08F2-4F4D-8085-F7E9BEF0B9AB}"/>
                  </a:ext>
                </a:extLst>
              </p:cNvPr>
              <p:cNvCxnSpPr/>
              <p:nvPr/>
            </p:nvCxnSpPr>
            <p:spPr>
              <a:xfrm>
                <a:off x="4273550" y="3817620"/>
                <a:ext cx="0" cy="36576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3" name="任意多边形 44">
              <a:extLst>
                <a:ext uri="{FF2B5EF4-FFF2-40B4-BE49-F238E27FC236}">
                  <a16:creationId xmlns:a16="http://schemas.microsoft.com/office/drawing/2014/main" id="{17CA5885-7465-4128-8BB0-961C9A458175}"/>
                </a:ext>
              </a:extLst>
            </p:cNvPr>
            <p:cNvSpPr/>
            <p:nvPr/>
          </p:nvSpPr>
          <p:spPr>
            <a:xfrm>
              <a:off x="3829838" y="2542926"/>
              <a:ext cx="63547" cy="142872"/>
            </a:xfrm>
            <a:custGeom>
              <a:avLst/>
              <a:gdLst>
                <a:gd name="connsiteX0" fmla="*/ 209550 w 220116"/>
                <a:gd name="connsiteY0" fmla="*/ 61575 h 395155"/>
                <a:gd name="connsiteX1" fmla="*/ 171450 w 220116"/>
                <a:gd name="connsiteY1" fmla="*/ 7600 h 395155"/>
                <a:gd name="connsiteX2" fmla="*/ 88900 w 220116"/>
                <a:gd name="connsiteY2" fmla="*/ 4425 h 395155"/>
                <a:gd name="connsiteX3" fmla="*/ 28575 w 220116"/>
                <a:gd name="connsiteY3" fmla="*/ 45700 h 395155"/>
                <a:gd name="connsiteX4" fmla="*/ 25400 w 220116"/>
                <a:gd name="connsiteY4" fmla="*/ 140950 h 395155"/>
                <a:gd name="connsiteX5" fmla="*/ 101600 w 220116"/>
                <a:gd name="connsiteY5" fmla="*/ 185400 h 395155"/>
                <a:gd name="connsiteX6" fmla="*/ 187325 w 220116"/>
                <a:gd name="connsiteY6" fmla="*/ 226675 h 395155"/>
                <a:gd name="connsiteX7" fmla="*/ 219075 w 220116"/>
                <a:gd name="connsiteY7" fmla="*/ 283825 h 395155"/>
                <a:gd name="connsiteX8" fmla="*/ 209550 w 220116"/>
                <a:gd name="connsiteY8" fmla="*/ 369550 h 395155"/>
                <a:gd name="connsiteX9" fmla="*/ 180975 w 220116"/>
                <a:gd name="connsiteY9" fmla="*/ 388600 h 395155"/>
                <a:gd name="connsiteX10" fmla="*/ 95250 w 220116"/>
                <a:gd name="connsiteY10" fmla="*/ 394950 h 395155"/>
                <a:gd name="connsiteX11" fmla="*/ 22225 w 220116"/>
                <a:gd name="connsiteY11" fmla="*/ 382250 h 395155"/>
                <a:gd name="connsiteX12" fmla="*/ 0 w 220116"/>
                <a:gd name="connsiteY12" fmla="*/ 315575 h 395155"/>
                <a:gd name="connsiteX0" fmla="*/ 209550 w 220116"/>
                <a:gd name="connsiteY0" fmla="*/ 61575 h 395325"/>
                <a:gd name="connsiteX1" fmla="*/ 171450 w 220116"/>
                <a:gd name="connsiteY1" fmla="*/ 7600 h 395325"/>
                <a:gd name="connsiteX2" fmla="*/ 88900 w 220116"/>
                <a:gd name="connsiteY2" fmla="*/ 4425 h 395325"/>
                <a:gd name="connsiteX3" fmla="*/ 28575 w 220116"/>
                <a:gd name="connsiteY3" fmla="*/ 45700 h 395325"/>
                <a:gd name="connsiteX4" fmla="*/ 25400 w 220116"/>
                <a:gd name="connsiteY4" fmla="*/ 140950 h 395325"/>
                <a:gd name="connsiteX5" fmla="*/ 101600 w 220116"/>
                <a:gd name="connsiteY5" fmla="*/ 185400 h 395325"/>
                <a:gd name="connsiteX6" fmla="*/ 187325 w 220116"/>
                <a:gd name="connsiteY6" fmla="*/ 226675 h 395325"/>
                <a:gd name="connsiteX7" fmla="*/ 219075 w 220116"/>
                <a:gd name="connsiteY7" fmla="*/ 283825 h 395325"/>
                <a:gd name="connsiteX8" fmla="*/ 209550 w 220116"/>
                <a:gd name="connsiteY8" fmla="*/ 369550 h 395325"/>
                <a:gd name="connsiteX9" fmla="*/ 180975 w 220116"/>
                <a:gd name="connsiteY9" fmla="*/ 388600 h 395325"/>
                <a:gd name="connsiteX10" fmla="*/ 95250 w 220116"/>
                <a:gd name="connsiteY10" fmla="*/ 394950 h 395325"/>
                <a:gd name="connsiteX11" fmla="*/ 28575 w 220116"/>
                <a:gd name="connsiteY11" fmla="*/ 379075 h 395325"/>
                <a:gd name="connsiteX12" fmla="*/ 0 w 220116"/>
                <a:gd name="connsiteY12" fmla="*/ 315575 h 395325"/>
                <a:gd name="connsiteX0" fmla="*/ 209550 w 223457"/>
                <a:gd name="connsiteY0" fmla="*/ 61575 h 394950"/>
                <a:gd name="connsiteX1" fmla="*/ 171450 w 223457"/>
                <a:gd name="connsiteY1" fmla="*/ 7600 h 394950"/>
                <a:gd name="connsiteX2" fmla="*/ 88900 w 223457"/>
                <a:gd name="connsiteY2" fmla="*/ 4425 h 394950"/>
                <a:gd name="connsiteX3" fmla="*/ 28575 w 223457"/>
                <a:gd name="connsiteY3" fmla="*/ 45700 h 394950"/>
                <a:gd name="connsiteX4" fmla="*/ 25400 w 223457"/>
                <a:gd name="connsiteY4" fmla="*/ 140950 h 394950"/>
                <a:gd name="connsiteX5" fmla="*/ 101600 w 223457"/>
                <a:gd name="connsiteY5" fmla="*/ 185400 h 394950"/>
                <a:gd name="connsiteX6" fmla="*/ 187325 w 223457"/>
                <a:gd name="connsiteY6" fmla="*/ 226675 h 394950"/>
                <a:gd name="connsiteX7" fmla="*/ 219075 w 223457"/>
                <a:gd name="connsiteY7" fmla="*/ 283825 h 394950"/>
                <a:gd name="connsiteX8" fmla="*/ 209550 w 223457"/>
                <a:gd name="connsiteY8" fmla="*/ 369550 h 394950"/>
                <a:gd name="connsiteX9" fmla="*/ 95250 w 223457"/>
                <a:gd name="connsiteY9" fmla="*/ 394950 h 394950"/>
                <a:gd name="connsiteX10" fmla="*/ 28575 w 223457"/>
                <a:gd name="connsiteY10" fmla="*/ 379075 h 394950"/>
                <a:gd name="connsiteX11" fmla="*/ 0 w 223457"/>
                <a:gd name="connsiteY11" fmla="*/ 315575 h 394950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351"/>
                <a:gd name="connsiteY0" fmla="*/ 61575 h 398447"/>
                <a:gd name="connsiteX1" fmla="*/ 171450 w 219351"/>
                <a:gd name="connsiteY1" fmla="*/ 7600 h 398447"/>
                <a:gd name="connsiteX2" fmla="*/ 88900 w 219351"/>
                <a:gd name="connsiteY2" fmla="*/ 4425 h 398447"/>
                <a:gd name="connsiteX3" fmla="*/ 28575 w 219351"/>
                <a:gd name="connsiteY3" fmla="*/ 45700 h 398447"/>
                <a:gd name="connsiteX4" fmla="*/ 25400 w 219351"/>
                <a:gd name="connsiteY4" fmla="*/ 140950 h 398447"/>
                <a:gd name="connsiteX5" fmla="*/ 101600 w 219351"/>
                <a:gd name="connsiteY5" fmla="*/ 185400 h 398447"/>
                <a:gd name="connsiteX6" fmla="*/ 187325 w 219351"/>
                <a:gd name="connsiteY6" fmla="*/ 226675 h 398447"/>
                <a:gd name="connsiteX7" fmla="*/ 219075 w 219351"/>
                <a:gd name="connsiteY7" fmla="*/ 283825 h 398447"/>
                <a:gd name="connsiteX8" fmla="*/ 197643 w 219351"/>
                <a:gd name="connsiteY8" fmla="*/ 367168 h 398447"/>
                <a:gd name="connsiteX9" fmla="*/ 117475 w 219351"/>
                <a:gd name="connsiteY9" fmla="*/ 398125 h 398447"/>
                <a:gd name="connsiteX10" fmla="*/ 28575 w 219351"/>
                <a:gd name="connsiteY10" fmla="*/ 379075 h 398447"/>
                <a:gd name="connsiteX11" fmla="*/ 0 w 219351"/>
                <a:gd name="connsiteY11" fmla="*/ 315575 h 398447"/>
                <a:gd name="connsiteX0" fmla="*/ 209550 w 217049"/>
                <a:gd name="connsiteY0" fmla="*/ 61575 h 398447"/>
                <a:gd name="connsiteX1" fmla="*/ 171450 w 217049"/>
                <a:gd name="connsiteY1" fmla="*/ 7600 h 398447"/>
                <a:gd name="connsiteX2" fmla="*/ 88900 w 217049"/>
                <a:gd name="connsiteY2" fmla="*/ 4425 h 398447"/>
                <a:gd name="connsiteX3" fmla="*/ 28575 w 217049"/>
                <a:gd name="connsiteY3" fmla="*/ 45700 h 398447"/>
                <a:gd name="connsiteX4" fmla="*/ 25400 w 217049"/>
                <a:gd name="connsiteY4" fmla="*/ 140950 h 398447"/>
                <a:gd name="connsiteX5" fmla="*/ 101600 w 217049"/>
                <a:gd name="connsiteY5" fmla="*/ 185400 h 398447"/>
                <a:gd name="connsiteX6" fmla="*/ 187325 w 217049"/>
                <a:gd name="connsiteY6" fmla="*/ 226675 h 398447"/>
                <a:gd name="connsiteX7" fmla="*/ 216694 w 217049"/>
                <a:gd name="connsiteY7" fmla="*/ 283825 h 398447"/>
                <a:gd name="connsiteX8" fmla="*/ 197643 w 217049"/>
                <a:gd name="connsiteY8" fmla="*/ 367168 h 398447"/>
                <a:gd name="connsiteX9" fmla="*/ 117475 w 217049"/>
                <a:gd name="connsiteY9" fmla="*/ 398125 h 398447"/>
                <a:gd name="connsiteX10" fmla="*/ 28575 w 217049"/>
                <a:gd name="connsiteY10" fmla="*/ 379075 h 398447"/>
                <a:gd name="connsiteX11" fmla="*/ 0 w 217049"/>
                <a:gd name="connsiteY11" fmla="*/ 315575 h 398447"/>
                <a:gd name="connsiteX0" fmla="*/ 209550 w 217049"/>
                <a:gd name="connsiteY0" fmla="*/ 61575 h 399559"/>
                <a:gd name="connsiteX1" fmla="*/ 171450 w 217049"/>
                <a:gd name="connsiteY1" fmla="*/ 7600 h 399559"/>
                <a:gd name="connsiteX2" fmla="*/ 88900 w 217049"/>
                <a:gd name="connsiteY2" fmla="*/ 4425 h 399559"/>
                <a:gd name="connsiteX3" fmla="*/ 28575 w 217049"/>
                <a:gd name="connsiteY3" fmla="*/ 45700 h 399559"/>
                <a:gd name="connsiteX4" fmla="*/ 25400 w 217049"/>
                <a:gd name="connsiteY4" fmla="*/ 140950 h 399559"/>
                <a:gd name="connsiteX5" fmla="*/ 101600 w 217049"/>
                <a:gd name="connsiteY5" fmla="*/ 185400 h 399559"/>
                <a:gd name="connsiteX6" fmla="*/ 187325 w 217049"/>
                <a:gd name="connsiteY6" fmla="*/ 226675 h 399559"/>
                <a:gd name="connsiteX7" fmla="*/ 216694 w 217049"/>
                <a:gd name="connsiteY7" fmla="*/ 283825 h 399559"/>
                <a:gd name="connsiteX8" fmla="*/ 197643 w 217049"/>
                <a:gd name="connsiteY8" fmla="*/ 367168 h 399559"/>
                <a:gd name="connsiteX9" fmla="*/ 117475 w 217049"/>
                <a:gd name="connsiteY9" fmla="*/ 398125 h 399559"/>
                <a:gd name="connsiteX10" fmla="*/ 40481 w 217049"/>
                <a:gd name="connsiteY10" fmla="*/ 386218 h 399559"/>
                <a:gd name="connsiteX11" fmla="*/ 0 w 217049"/>
                <a:gd name="connsiteY11" fmla="*/ 315575 h 399559"/>
                <a:gd name="connsiteX0" fmla="*/ 195263 w 202762"/>
                <a:gd name="connsiteY0" fmla="*/ 61575 h 399493"/>
                <a:gd name="connsiteX1" fmla="*/ 157163 w 202762"/>
                <a:gd name="connsiteY1" fmla="*/ 7600 h 399493"/>
                <a:gd name="connsiteX2" fmla="*/ 74613 w 202762"/>
                <a:gd name="connsiteY2" fmla="*/ 4425 h 399493"/>
                <a:gd name="connsiteX3" fmla="*/ 14288 w 202762"/>
                <a:gd name="connsiteY3" fmla="*/ 45700 h 399493"/>
                <a:gd name="connsiteX4" fmla="*/ 11113 w 202762"/>
                <a:gd name="connsiteY4" fmla="*/ 140950 h 399493"/>
                <a:gd name="connsiteX5" fmla="*/ 87313 w 202762"/>
                <a:gd name="connsiteY5" fmla="*/ 185400 h 399493"/>
                <a:gd name="connsiteX6" fmla="*/ 173038 w 202762"/>
                <a:gd name="connsiteY6" fmla="*/ 226675 h 399493"/>
                <a:gd name="connsiteX7" fmla="*/ 202407 w 202762"/>
                <a:gd name="connsiteY7" fmla="*/ 283825 h 399493"/>
                <a:gd name="connsiteX8" fmla="*/ 183356 w 202762"/>
                <a:gd name="connsiteY8" fmla="*/ 367168 h 399493"/>
                <a:gd name="connsiteX9" fmla="*/ 103188 w 202762"/>
                <a:gd name="connsiteY9" fmla="*/ 398125 h 399493"/>
                <a:gd name="connsiteX10" fmla="*/ 26194 w 202762"/>
                <a:gd name="connsiteY10" fmla="*/ 386218 h 399493"/>
                <a:gd name="connsiteX11" fmla="*/ 0 w 202762"/>
                <a:gd name="connsiteY11" fmla="*/ 317956 h 399493"/>
                <a:gd name="connsiteX0" fmla="*/ 191348 w 198847"/>
                <a:gd name="connsiteY0" fmla="*/ 61575 h 399493"/>
                <a:gd name="connsiteX1" fmla="*/ 153248 w 198847"/>
                <a:gd name="connsiteY1" fmla="*/ 7600 h 399493"/>
                <a:gd name="connsiteX2" fmla="*/ 70698 w 198847"/>
                <a:gd name="connsiteY2" fmla="*/ 4425 h 399493"/>
                <a:gd name="connsiteX3" fmla="*/ 10373 w 198847"/>
                <a:gd name="connsiteY3" fmla="*/ 45700 h 399493"/>
                <a:gd name="connsiteX4" fmla="*/ 7198 w 198847"/>
                <a:gd name="connsiteY4" fmla="*/ 140950 h 399493"/>
                <a:gd name="connsiteX5" fmla="*/ 83398 w 198847"/>
                <a:gd name="connsiteY5" fmla="*/ 185400 h 399493"/>
                <a:gd name="connsiteX6" fmla="*/ 169123 w 198847"/>
                <a:gd name="connsiteY6" fmla="*/ 226675 h 399493"/>
                <a:gd name="connsiteX7" fmla="*/ 198492 w 198847"/>
                <a:gd name="connsiteY7" fmla="*/ 283825 h 399493"/>
                <a:gd name="connsiteX8" fmla="*/ 179441 w 198847"/>
                <a:gd name="connsiteY8" fmla="*/ 367168 h 399493"/>
                <a:gd name="connsiteX9" fmla="*/ 99273 w 198847"/>
                <a:gd name="connsiteY9" fmla="*/ 398125 h 399493"/>
                <a:gd name="connsiteX10" fmla="*/ 22279 w 198847"/>
                <a:gd name="connsiteY10" fmla="*/ 386218 h 399493"/>
                <a:gd name="connsiteX11" fmla="*/ 3229 w 198847"/>
                <a:gd name="connsiteY11" fmla="*/ 317956 h 399493"/>
                <a:gd name="connsiteX0" fmla="*/ 191348 w 198847"/>
                <a:gd name="connsiteY0" fmla="*/ 61575 h 400217"/>
                <a:gd name="connsiteX1" fmla="*/ 153248 w 198847"/>
                <a:gd name="connsiteY1" fmla="*/ 7600 h 400217"/>
                <a:gd name="connsiteX2" fmla="*/ 70698 w 198847"/>
                <a:gd name="connsiteY2" fmla="*/ 4425 h 400217"/>
                <a:gd name="connsiteX3" fmla="*/ 10373 w 198847"/>
                <a:gd name="connsiteY3" fmla="*/ 45700 h 400217"/>
                <a:gd name="connsiteX4" fmla="*/ 7198 w 198847"/>
                <a:gd name="connsiteY4" fmla="*/ 140950 h 400217"/>
                <a:gd name="connsiteX5" fmla="*/ 83398 w 198847"/>
                <a:gd name="connsiteY5" fmla="*/ 185400 h 400217"/>
                <a:gd name="connsiteX6" fmla="*/ 169123 w 198847"/>
                <a:gd name="connsiteY6" fmla="*/ 226675 h 400217"/>
                <a:gd name="connsiteX7" fmla="*/ 198492 w 198847"/>
                <a:gd name="connsiteY7" fmla="*/ 283825 h 400217"/>
                <a:gd name="connsiteX8" fmla="*/ 179441 w 198847"/>
                <a:gd name="connsiteY8" fmla="*/ 367168 h 400217"/>
                <a:gd name="connsiteX9" fmla="*/ 99273 w 198847"/>
                <a:gd name="connsiteY9" fmla="*/ 398125 h 400217"/>
                <a:gd name="connsiteX10" fmla="*/ 31804 w 198847"/>
                <a:gd name="connsiteY10" fmla="*/ 388599 h 400217"/>
                <a:gd name="connsiteX11" fmla="*/ 3229 w 198847"/>
                <a:gd name="connsiteY11" fmla="*/ 317956 h 400217"/>
                <a:gd name="connsiteX0" fmla="*/ 191348 w 198847"/>
                <a:gd name="connsiteY0" fmla="*/ 61575 h 400745"/>
                <a:gd name="connsiteX1" fmla="*/ 153248 w 198847"/>
                <a:gd name="connsiteY1" fmla="*/ 7600 h 400745"/>
                <a:gd name="connsiteX2" fmla="*/ 70698 w 198847"/>
                <a:gd name="connsiteY2" fmla="*/ 4425 h 400745"/>
                <a:gd name="connsiteX3" fmla="*/ 10373 w 198847"/>
                <a:gd name="connsiteY3" fmla="*/ 45700 h 400745"/>
                <a:gd name="connsiteX4" fmla="*/ 7198 w 198847"/>
                <a:gd name="connsiteY4" fmla="*/ 140950 h 400745"/>
                <a:gd name="connsiteX5" fmla="*/ 83398 w 198847"/>
                <a:gd name="connsiteY5" fmla="*/ 185400 h 400745"/>
                <a:gd name="connsiteX6" fmla="*/ 169123 w 198847"/>
                <a:gd name="connsiteY6" fmla="*/ 226675 h 400745"/>
                <a:gd name="connsiteX7" fmla="*/ 198492 w 198847"/>
                <a:gd name="connsiteY7" fmla="*/ 283825 h 400745"/>
                <a:gd name="connsiteX8" fmla="*/ 179441 w 198847"/>
                <a:gd name="connsiteY8" fmla="*/ 360025 h 400745"/>
                <a:gd name="connsiteX9" fmla="*/ 99273 w 198847"/>
                <a:gd name="connsiteY9" fmla="*/ 398125 h 400745"/>
                <a:gd name="connsiteX10" fmla="*/ 31804 w 198847"/>
                <a:gd name="connsiteY10" fmla="*/ 388599 h 400745"/>
                <a:gd name="connsiteX11" fmla="*/ 3229 w 198847"/>
                <a:gd name="connsiteY11" fmla="*/ 317956 h 400745"/>
                <a:gd name="connsiteX0" fmla="*/ 191348 w 199158"/>
                <a:gd name="connsiteY0" fmla="*/ 61575 h 400393"/>
                <a:gd name="connsiteX1" fmla="*/ 153248 w 199158"/>
                <a:gd name="connsiteY1" fmla="*/ 7600 h 400393"/>
                <a:gd name="connsiteX2" fmla="*/ 70698 w 199158"/>
                <a:gd name="connsiteY2" fmla="*/ 4425 h 400393"/>
                <a:gd name="connsiteX3" fmla="*/ 10373 w 199158"/>
                <a:gd name="connsiteY3" fmla="*/ 45700 h 400393"/>
                <a:gd name="connsiteX4" fmla="*/ 7198 w 199158"/>
                <a:gd name="connsiteY4" fmla="*/ 140950 h 400393"/>
                <a:gd name="connsiteX5" fmla="*/ 83398 w 199158"/>
                <a:gd name="connsiteY5" fmla="*/ 185400 h 400393"/>
                <a:gd name="connsiteX6" fmla="*/ 169123 w 199158"/>
                <a:gd name="connsiteY6" fmla="*/ 226675 h 400393"/>
                <a:gd name="connsiteX7" fmla="*/ 198492 w 199158"/>
                <a:gd name="connsiteY7" fmla="*/ 283825 h 400393"/>
                <a:gd name="connsiteX8" fmla="*/ 181822 w 199158"/>
                <a:gd name="connsiteY8" fmla="*/ 364788 h 400393"/>
                <a:gd name="connsiteX9" fmla="*/ 99273 w 199158"/>
                <a:gd name="connsiteY9" fmla="*/ 398125 h 400393"/>
                <a:gd name="connsiteX10" fmla="*/ 31804 w 199158"/>
                <a:gd name="connsiteY10" fmla="*/ 388599 h 400393"/>
                <a:gd name="connsiteX11" fmla="*/ 3229 w 199158"/>
                <a:gd name="connsiteY11" fmla="*/ 317956 h 400393"/>
                <a:gd name="connsiteX0" fmla="*/ 191348 w 199158"/>
                <a:gd name="connsiteY0" fmla="*/ 61575 h 398784"/>
                <a:gd name="connsiteX1" fmla="*/ 153248 w 199158"/>
                <a:gd name="connsiteY1" fmla="*/ 7600 h 398784"/>
                <a:gd name="connsiteX2" fmla="*/ 70698 w 199158"/>
                <a:gd name="connsiteY2" fmla="*/ 4425 h 398784"/>
                <a:gd name="connsiteX3" fmla="*/ 10373 w 199158"/>
                <a:gd name="connsiteY3" fmla="*/ 45700 h 398784"/>
                <a:gd name="connsiteX4" fmla="*/ 7198 w 199158"/>
                <a:gd name="connsiteY4" fmla="*/ 140950 h 398784"/>
                <a:gd name="connsiteX5" fmla="*/ 83398 w 199158"/>
                <a:gd name="connsiteY5" fmla="*/ 185400 h 398784"/>
                <a:gd name="connsiteX6" fmla="*/ 169123 w 199158"/>
                <a:gd name="connsiteY6" fmla="*/ 226675 h 398784"/>
                <a:gd name="connsiteX7" fmla="*/ 198492 w 199158"/>
                <a:gd name="connsiteY7" fmla="*/ 283825 h 398784"/>
                <a:gd name="connsiteX8" fmla="*/ 181822 w 199158"/>
                <a:gd name="connsiteY8" fmla="*/ 364788 h 398784"/>
                <a:gd name="connsiteX9" fmla="*/ 99273 w 199158"/>
                <a:gd name="connsiteY9" fmla="*/ 398125 h 398784"/>
                <a:gd name="connsiteX10" fmla="*/ 36566 w 199158"/>
                <a:gd name="connsiteY10" fmla="*/ 381456 h 398784"/>
                <a:gd name="connsiteX11" fmla="*/ 3229 w 199158"/>
                <a:gd name="connsiteY11" fmla="*/ 317956 h 398784"/>
                <a:gd name="connsiteX0" fmla="*/ 191348 w 198664"/>
                <a:gd name="connsiteY0" fmla="*/ 61575 h 398920"/>
                <a:gd name="connsiteX1" fmla="*/ 153248 w 198664"/>
                <a:gd name="connsiteY1" fmla="*/ 7600 h 398920"/>
                <a:gd name="connsiteX2" fmla="*/ 70698 w 198664"/>
                <a:gd name="connsiteY2" fmla="*/ 4425 h 398920"/>
                <a:gd name="connsiteX3" fmla="*/ 10373 w 198664"/>
                <a:gd name="connsiteY3" fmla="*/ 45700 h 398920"/>
                <a:gd name="connsiteX4" fmla="*/ 7198 w 198664"/>
                <a:gd name="connsiteY4" fmla="*/ 140950 h 398920"/>
                <a:gd name="connsiteX5" fmla="*/ 83398 w 198664"/>
                <a:gd name="connsiteY5" fmla="*/ 185400 h 398920"/>
                <a:gd name="connsiteX6" fmla="*/ 169123 w 198664"/>
                <a:gd name="connsiteY6" fmla="*/ 226675 h 398920"/>
                <a:gd name="connsiteX7" fmla="*/ 198492 w 198664"/>
                <a:gd name="connsiteY7" fmla="*/ 283825 h 398920"/>
                <a:gd name="connsiteX8" fmla="*/ 177059 w 198664"/>
                <a:gd name="connsiteY8" fmla="*/ 362406 h 398920"/>
                <a:gd name="connsiteX9" fmla="*/ 99273 w 198664"/>
                <a:gd name="connsiteY9" fmla="*/ 398125 h 398920"/>
                <a:gd name="connsiteX10" fmla="*/ 36566 w 198664"/>
                <a:gd name="connsiteY10" fmla="*/ 381456 h 398920"/>
                <a:gd name="connsiteX11" fmla="*/ 3229 w 198664"/>
                <a:gd name="connsiteY11" fmla="*/ 317956 h 398920"/>
                <a:gd name="connsiteX0" fmla="*/ 200873 w 200873"/>
                <a:gd name="connsiteY0" fmla="*/ 64090 h 399054"/>
                <a:gd name="connsiteX1" fmla="*/ 153248 w 200873"/>
                <a:gd name="connsiteY1" fmla="*/ 7734 h 399054"/>
                <a:gd name="connsiteX2" fmla="*/ 70698 w 200873"/>
                <a:gd name="connsiteY2" fmla="*/ 4559 h 399054"/>
                <a:gd name="connsiteX3" fmla="*/ 10373 w 200873"/>
                <a:gd name="connsiteY3" fmla="*/ 45834 h 399054"/>
                <a:gd name="connsiteX4" fmla="*/ 7198 w 200873"/>
                <a:gd name="connsiteY4" fmla="*/ 141084 h 399054"/>
                <a:gd name="connsiteX5" fmla="*/ 83398 w 200873"/>
                <a:gd name="connsiteY5" fmla="*/ 185534 h 399054"/>
                <a:gd name="connsiteX6" fmla="*/ 169123 w 200873"/>
                <a:gd name="connsiteY6" fmla="*/ 226809 h 399054"/>
                <a:gd name="connsiteX7" fmla="*/ 198492 w 200873"/>
                <a:gd name="connsiteY7" fmla="*/ 283959 h 399054"/>
                <a:gd name="connsiteX8" fmla="*/ 177059 w 200873"/>
                <a:gd name="connsiteY8" fmla="*/ 362540 h 399054"/>
                <a:gd name="connsiteX9" fmla="*/ 99273 w 200873"/>
                <a:gd name="connsiteY9" fmla="*/ 398259 h 399054"/>
                <a:gd name="connsiteX10" fmla="*/ 36566 w 200873"/>
                <a:gd name="connsiteY10" fmla="*/ 381590 h 399054"/>
                <a:gd name="connsiteX11" fmla="*/ 3229 w 200873"/>
                <a:gd name="connsiteY11" fmla="*/ 318090 h 399054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67534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300628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2152 h 396415"/>
                <a:gd name="connsiteX1" fmla="*/ 153248 w 200873"/>
                <a:gd name="connsiteY1" fmla="*/ 10558 h 396415"/>
                <a:gd name="connsiteX2" fmla="*/ 70698 w 200873"/>
                <a:gd name="connsiteY2" fmla="*/ 2621 h 396415"/>
                <a:gd name="connsiteX3" fmla="*/ 10373 w 200873"/>
                <a:gd name="connsiteY3" fmla="*/ 43896 h 396415"/>
                <a:gd name="connsiteX4" fmla="*/ 7198 w 200873"/>
                <a:gd name="connsiteY4" fmla="*/ 139146 h 396415"/>
                <a:gd name="connsiteX5" fmla="*/ 83398 w 200873"/>
                <a:gd name="connsiteY5" fmla="*/ 183596 h 396415"/>
                <a:gd name="connsiteX6" fmla="*/ 169123 w 200873"/>
                <a:gd name="connsiteY6" fmla="*/ 224871 h 396415"/>
                <a:gd name="connsiteX7" fmla="*/ 198492 w 200873"/>
                <a:gd name="connsiteY7" fmla="*/ 298690 h 396415"/>
                <a:gd name="connsiteX8" fmla="*/ 172297 w 200873"/>
                <a:gd name="connsiteY8" fmla="*/ 374890 h 396415"/>
                <a:gd name="connsiteX9" fmla="*/ 99273 w 200873"/>
                <a:gd name="connsiteY9" fmla="*/ 396321 h 396415"/>
                <a:gd name="connsiteX10" fmla="*/ 36566 w 200873"/>
                <a:gd name="connsiteY10" fmla="*/ 379652 h 396415"/>
                <a:gd name="connsiteX11" fmla="*/ 3229 w 200873"/>
                <a:gd name="connsiteY11" fmla="*/ 316152 h 39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873" h="396415">
                  <a:moveTo>
                    <a:pt x="200873" y="62152"/>
                  </a:moveTo>
                  <a:cubicBezTo>
                    <a:pt x="191877" y="39927"/>
                    <a:pt x="174944" y="20480"/>
                    <a:pt x="153248" y="10558"/>
                  </a:cubicBezTo>
                  <a:cubicBezTo>
                    <a:pt x="131552" y="636"/>
                    <a:pt x="94510" y="-2935"/>
                    <a:pt x="70698" y="2621"/>
                  </a:cubicBezTo>
                  <a:cubicBezTo>
                    <a:pt x="46886" y="8177"/>
                    <a:pt x="20956" y="21142"/>
                    <a:pt x="10373" y="43896"/>
                  </a:cubicBezTo>
                  <a:cubicBezTo>
                    <a:pt x="-210" y="66650"/>
                    <a:pt x="-4973" y="115863"/>
                    <a:pt x="7198" y="139146"/>
                  </a:cubicBezTo>
                  <a:cubicBezTo>
                    <a:pt x="19369" y="162429"/>
                    <a:pt x="56410" y="169309"/>
                    <a:pt x="83398" y="183596"/>
                  </a:cubicBezTo>
                  <a:cubicBezTo>
                    <a:pt x="110385" y="197884"/>
                    <a:pt x="149941" y="205689"/>
                    <a:pt x="169123" y="224871"/>
                  </a:cubicBezTo>
                  <a:cubicBezTo>
                    <a:pt x="188305" y="244053"/>
                    <a:pt x="197963" y="273687"/>
                    <a:pt x="198492" y="298690"/>
                  </a:cubicBezTo>
                  <a:cubicBezTo>
                    <a:pt x="199021" y="323693"/>
                    <a:pt x="188833" y="358618"/>
                    <a:pt x="172297" y="374890"/>
                  </a:cubicBezTo>
                  <a:cubicBezTo>
                    <a:pt x="155761" y="391162"/>
                    <a:pt x="121895" y="395527"/>
                    <a:pt x="99273" y="396321"/>
                  </a:cubicBezTo>
                  <a:cubicBezTo>
                    <a:pt x="76651" y="397115"/>
                    <a:pt x="52573" y="393014"/>
                    <a:pt x="36566" y="379652"/>
                  </a:cubicBezTo>
                  <a:cubicBezTo>
                    <a:pt x="20559" y="366291"/>
                    <a:pt x="6404" y="342875"/>
                    <a:pt x="3229" y="316152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4" name="文本框 293">
            <a:extLst>
              <a:ext uri="{FF2B5EF4-FFF2-40B4-BE49-F238E27FC236}">
                <a16:creationId xmlns:a16="http://schemas.microsoft.com/office/drawing/2014/main" id="{4F5C70C1-FC92-4E0E-8DF0-3B93B614B2F2}"/>
              </a:ext>
            </a:extLst>
          </p:cNvPr>
          <p:cNvSpPr txBox="1"/>
          <p:nvPr/>
        </p:nvSpPr>
        <p:spPr>
          <a:xfrm>
            <a:off x="1077097" y="379921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小磁铁</a:t>
            </a:r>
          </a:p>
        </p:txBody>
      </p:sp>
      <p:sp>
        <p:nvSpPr>
          <p:cNvPr id="296" name="文本框 295">
            <a:extLst>
              <a:ext uri="{FF2B5EF4-FFF2-40B4-BE49-F238E27FC236}">
                <a16:creationId xmlns:a16="http://schemas.microsoft.com/office/drawing/2014/main" id="{CD2F968C-AA5F-47A5-8A80-06E0927BEDF3}"/>
              </a:ext>
            </a:extLst>
          </p:cNvPr>
          <p:cNvSpPr txBox="1"/>
          <p:nvPr/>
        </p:nvSpPr>
        <p:spPr>
          <a:xfrm>
            <a:off x="4644897" y="98872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磁畴有序排列</a:t>
            </a:r>
          </a:p>
        </p:txBody>
      </p:sp>
    </p:spTree>
    <p:extLst>
      <p:ext uri="{BB962C8B-B14F-4D97-AF65-F5344CB8AC3E}">
        <p14:creationId xmlns:p14="http://schemas.microsoft.com/office/powerpoint/2010/main" val="3464204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9E8B8073-9B63-4237-BCF9-FA1FDDE1E3D3}"/>
              </a:ext>
            </a:extLst>
          </p:cNvPr>
          <p:cNvGrpSpPr/>
          <p:nvPr/>
        </p:nvGrpSpPr>
        <p:grpSpPr>
          <a:xfrm rot="10800000">
            <a:off x="1180995" y="1765867"/>
            <a:ext cx="669368" cy="598318"/>
            <a:chOff x="10293350" y="4991100"/>
            <a:chExt cx="454660" cy="406400"/>
          </a:xfrm>
        </p:grpSpPr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C263FCE0-D403-4B73-A093-42B17B91528D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DE47FF8F-D417-40F4-811F-437CDC45E2E5}"/>
                </a:ext>
              </a:extLst>
            </p:cNvPr>
            <p:cNvCxnSpPr>
              <a:stCxn id="125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22ED9434-D65F-400B-B6F0-429EA116D3A0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文本框 127">
            <a:extLst>
              <a:ext uri="{FF2B5EF4-FFF2-40B4-BE49-F238E27FC236}">
                <a16:creationId xmlns:a16="http://schemas.microsoft.com/office/drawing/2014/main" id="{C1F5D782-BEA3-43C4-BA39-6134339BBD4D}"/>
              </a:ext>
            </a:extLst>
          </p:cNvPr>
          <p:cNvSpPr txBox="1"/>
          <p:nvPr/>
        </p:nvSpPr>
        <p:spPr>
          <a:xfrm>
            <a:off x="961680" y="9887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分子电流</a:t>
            </a:r>
          </a:p>
        </p:txBody>
      </p: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0E022382-6E15-424E-89B0-4081C464223B}"/>
              </a:ext>
            </a:extLst>
          </p:cNvPr>
          <p:cNvGrpSpPr/>
          <p:nvPr/>
        </p:nvGrpSpPr>
        <p:grpSpPr>
          <a:xfrm rot="10800000">
            <a:off x="4190707" y="1605897"/>
            <a:ext cx="2478040" cy="771416"/>
            <a:chOff x="7187526" y="5005783"/>
            <a:chExt cx="3684885" cy="1147108"/>
          </a:xfrm>
        </p:grpSpPr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D36AAB94-B902-453E-8047-0FF92DFB50FC}"/>
                </a:ext>
              </a:extLst>
            </p:cNvPr>
            <p:cNvGrpSpPr/>
            <p:nvPr/>
          </p:nvGrpSpPr>
          <p:grpSpPr>
            <a:xfrm>
              <a:off x="7187526" y="5005783"/>
              <a:ext cx="3684885" cy="1147108"/>
              <a:chOff x="2228798" y="4344326"/>
              <a:chExt cx="6231066" cy="1358545"/>
            </a:xfrm>
          </p:grpSpPr>
          <p:sp>
            <p:nvSpPr>
              <p:cNvPr id="147" name="任意多边形 386">
                <a:extLst>
                  <a:ext uri="{FF2B5EF4-FFF2-40B4-BE49-F238E27FC236}">
                    <a16:creationId xmlns:a16="http://schemas.microsoft.com/office/drawing/2014/main" id="{1F67E853-5684-4A8E-8A1F-F5D311004C79}"/>
                  </a:ext>
                </a:extLst>
              </p:cNvPr>
              <p:cNvSpPr/>
              <p:nvPr/>
            </p:nvSpPr>
            <p:spPr>
              <a:xfrm>
                <a:off x="2228798" y="4344326"/>
                <a:ext cx="6231066" cy="1358545"/>
              </a:xfrm>
              <a:custGeom>
                <a:avLst/>
                <a:gdLst>
                  <a:gd name="connsiteX0" fmla="*/ 0 w 4305298"/>
                  <a:gd name="connsiteY0" fmla="*/ 0 h 704850"/>
                  <a:gd name="connsiteX1" fmla="*/ 2152649 w 4305298"/>
                  <a:gd name="connsiteY1" fmla="*/ 0 h 704850"/>
                  <a:gd name="connsiteX2" fmla="*/ 4305298 w 4305298"/>
                  <a:gd name="connsiteY2" fmla="*/ 0 h 704850"/>
                  <a:gd name="connsiteX3" fmla="*/ 4305298 w 4305298"/>
                  <a:gd name="connsiteY3" fmla="*/ 704850 h 704850"/>
                  <a:gd name="connsiteX4" fmla="*/ 2152649 w 4305298"/>
                  <a:gd name="connsiteY4" fmla="*/ 704850 h 704850"/>
                  <a:gd name="connsiteX5" fmla="*/ 0 w 4305298"/>
                  <a:gd name="connsiteY5" fmla="*/ 704850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05298" h="704850">
                    <a:moveTo>
                      <a:pt x="0" y="0"/>
                    </a:moveTo>
                    <a:lnTo>
                      <a:pt x="2152649" y="0"/>
                    </a:lnTo>
                    <a:lnTo>
                      <a:pt x="4305298" y="0"/>
                    </a:lnTo>
                    <a:lnTo>
                      <a:pt x="4305298" y="704850"/>
                    </a:lnTo>
                    <a:lnTo>
                      <a:pt x="2152649" y="704850"/>
                    </a:lnTo>
                    <a:lnTo>
                      <a:pt x="0" y="70485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8" name="直接连接符 147">
                <a:extLst>
                  <a:ext uri="{FF2B5EF4-FFF2-40B4-BE49-F238E27FC236}">
                    <a16:creationId xmlns:a16="http://schemas.microsoft.com/office/drawing/2014/main" id="{840370D7-1008-4E19-AC4A-D223A82F1C9D}"/>
                  </a:ext>
                </a:extLst>
              </p:cNvPr>
              <p:cNvCxnSpPr/>
              <p:nvPr/>
            </p:nvCxnSpPr>
            <p:spPr>
              <a:xfrm>
                <a:off x="2832155" y="4344326"/>
                <a:ext cx="265543" cy="4222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>
                <a:extLst>
                  <a:ext uri="{FF2B5EF4-FFF2-40B4-BE49-F238E27FC236}">
                    <a16:creationId xmlns:a16="http://schemas.microsoft.com/office/drawing/2014/main" id="{BDCCCCA5-87DD-4B34-A582-B5D7927C7DDF}"/>
                  </a:ext>
                </a:extLst>
              </p:cNvPr>
              <p:cNvCxnSpPr/>
              <p:nvPr/>
            </p:nvCxnSpPr>
            <p:spPr>
              <a:xfrm flipH="1">
                <a:off x="2228798" y="4766577"/>
                <a:ext cx="868900" cy="4658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>
                <a:extLst>
                  <a:ext uri="{FF2B5EF4-FFF2-40B4-BE49-F238E27FC236}">
                    <a16:creationId xmlns:a16="http://schemas.microsoft.com/office/drawing/2014/main" id="{0FF23E60-B05B-4A27-879A-11DFBEF49809}"/>
                  </a:ext>
                </a:extLst>
              </p:cNvPr>
              <p:cNvCxnSpPr/>
              <p:nvPr/>
            </p:nvCxnSpPr>
            <p:spPr>
              <a:xfrm>
                <a:off x="2640070" y="5014368"/>
                <a:ext cx="369100" cy="37935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>
                <a:extLst>
                  <a:ext uri="{FF2B5EF4-FFF2-40B4-BE49-F238E27FC236}">
                    <a16:creationId xmlns:a16="http://schemas.microsoft.com/office/drawing/2014/main" id="{2EE005F8-F4C2-422E-94EA-C5F00DB8CD09}"/>
                  </a:ext>
                </a:extLst>
              </p:cNvPr>
              <p:cNvCxnSpPr/>
              <p:nvPr/>
            </p:nvCxnSpPr>
            <p:spPr>
              <a:xfrm>
                <a:off x="3009170" y="5393722"/>
                <a:ext cx="88528" cy="3091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接连接符 151">
                <a:extLst>
                  <a:ext uri="{FF2B5EF4-FFF2-40B4-BE49-F238E27FC236}">
                    <a16:creationId xmlns:a16="http://schemas.microsoft.com/office/drawing/2014/main" id="{F1BB5976-9723-4FC0-8D28-2BE2C6CBBF12}"/>
                  </a:ext>
                </a:extLst>
              </p:cNvPr>
              <p:cNvCxnSpPr/>
              <p:nvPr/>
            </p:nvCxnSpPr>
            <p:spPr>
              <a:xfrm>
                <a:off x="3009170" y="5393722"/>
                <a:ext cx="90566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接连接符 152">
                <a:extLst>
                  <a:ext uri="{FF2B5EF4-FFF2-40B4-BE49-F238E27FC236}">
                    <a16:creationId xmlns:a16="http://schemas.microsoft.com/office/drawing/2014/main" id="{C8CDD7B4-A19B-4AD1-9BAE-B9FD0B9A9036}"/>
                  </a:ext>
                </a:extLst>
              </p:cNvPr>
              <p:cNvCxnSpPr/>
              <p:nvPr/>
            </p:nvCxnSpPr>
            <p:spPr>
              <a:xfrm>
                <a:off x="3914833" y="5391511"/>
                <a:ext cx="259738" cy="31136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>
                <a:extLst>
                  <a:ext uri="{FF2B5EF4-FFF2-40B4-BE49-F238E27FC236}">
                    <a16:creationId xmlns:a16="http://schemas.microsoft.com/office/drawing/2014/main" id="{DE1EB493-4347-4495-A96B-07732FC4FFAC}"/>
                  </a:ext>
                </a:extLst>
              </p:cNvPr>
              <p:cNvCxnSpPr/>
              <p:nvPr/>
            </p:nvCxnSpPr>
            <p:spPr>
              <a:xfrm>
                <a:off x="3097698" y="4766577"/>
                <a:ext cx="1068529" cy="15899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>
                <a:extLst>
                  <a:ext uri="{FF2B5EF4-FFF2-40B4-BE49-F238E27FC236}">
                    <a16:creationId xmlns:a16="http://schemas.microsoft.com/office/drawing/2014/main" id="{4EDE0783-511B-4A11-A5E4-DF12E1E168C3}"/>
                  </a:ext>
                </a:extLst>
              </p:cNvPr>
              <p:cNvCxnSpPr/>
              <p:nvPr/>
            </p:nvCxnSpPr>
            <p:spPr>
              <a:xfrm flipV="1">
                <a:off x="4166227" y="4344327"/>
                <a:ext cx="876414" cy="58124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>
                <a:extLst>
                  <a:ext uri="{FF2B5EF4-FFF2-40B4-BE49-F238E27FC236}">
                    <a16:creationId xmlns:a16="http://schemas.microsoft.com/office/drawing/2014/main" id="{ED668856-F9A4-4FA8-BB46-8BC6B35B5A5A}"/>
                  </a:ext>
                </a:extLst>
              </p:cNvPr>
              <p:cNvCxnSpPr/>
              <p:nvPr/>
            </p:nvCxnSpPr>
            <p:spPr>
              <a:xfrm>
                <a:off x="4166227" y="4925575"/>
                <a:ext cx="327770" cy="2020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>
                <a:extLst>
                  <a:ext uri="{FF2B5EF4-FFF2-40B4-BE49-F238E27FC236}">
                    <a16:creationId xmlns:a16="http://schemas.microsoft.com/office/drawing/2014/main" id="{A4331077-66BB-4FFB-80E7-5891BC250A63}"/>
                  </a:ext>
                </a:extLst>
              </p:cNvPr>
              <p:cNvCxnSpPr/>
              <p:nvPr/>
            </p:nvCxnSpPr>
            <p:spPr>
              <a:xfrm flipV="1">
                <a:off x="3914834" y="4766578"/>
                <a:ext cx="1363943" cy="6283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>
                <a:extLst>
                  <a:ext uri="{FF2B5EF4-FFF2-40B4-BE49-F238E27FC236}">
                    <a16:creationId xmlns:a16="http://schemas.microsoft.com/office/drawing/2014/main" id="{A21E4C86-3C08-493B-91EC-C4C7BA762506}"/>
                  </a:ext>
                </a:extLst>
              </p:cNvPr>
              <p:cNvCxnSpPr>
                <a:endCxn id="147" idx="1"/>
              </p:cNvCxnSpPr>
              <p:nvPr/>
            </p:nvCxnSpPr>
            <p:spPr>
              <a:xfrm flipV="1">
                <a:off x="5271878" y="4344326"/>
                <a:ext cx="72453" cy="42917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>
                <a:extLst>
                  <a:ext uri="{FF2B5EF4-FFF2-40B4-BE49-F238E27FC236}">
                    <a16:creationId xmlns:a16="http://schemas.microsoft.com/office/drawing/2014/main" id="{31A4674B-A957-4277-99DD-9CD631182739}"/>
                  </a:ext>
                </a:extLst>
              </p:cNvPr>
              <p:cNvCxnSpPr/>
              <p:nvPr/>
            </p:nvCxnSpPr>
            <p:spPr>
              <a:xfrm>
                <a:off x="5268525" y="4766573"/>
                <a:ext cx="808891" cy="4883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接连接符 159">
                <a:extLst>
                  <a:ext uri="{FF2B5EF4-FFF2-40B4-BE49-F238E27FC236}">
                    <a16:creationId xmlns:a16="http://schemas.microsoft.com/office/drawing/2014/main" id="{B4E151F6-8D9B-4443-A6CF-954C4D1887EC}"/>
                  </a:ext>
                </a:extLst>
              </p:cNvPr>
              <p:cNvCxnSpPr>
                <a:endCxn id="147" idx="4"/>
              </p:cNvCxnSpPr>
              <p:nvPr/>
            </p:nvCxnSpPr>
            <p:spPr>
              <a:xfrm flipH="1">
                <a:off x="5344332" y="5254924"/>
                <a:ext cx="733083" cy="44794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>
                <a:extLst>
                  <a:ext uri="{FF2B5EF4-FFF2-40B4-BE49-F238E27FC236}">
                    <a16:creationId xmlns:a16="http://schemas.microsoft.com/office/drawing/2014/main" id="{1636BE4C-18CA-4949-AC77-F5F60E94F183}"/>
                  </a:ext>
                </a:extLst>
              </p:cNvPr>
              <p:cNvCxnSpPr/>
              <p:nvPr/>
            </p:nvCxnSpPr>
            <p:spPr>
              <a:xfrm flipV="1">
                <a:off x="6077415" y="4346539"/>
                <a:ext cx="636299" cy="90838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>
                <a:extLst>
                  <a:ext uri="{FF2B5EF4-FFF2-40B4-BE49-F238E27FC236}">
                    <a16:creationId xmlns:a16="http://schemas.microsoft.com/office/drawing/2014/main" id="{898BD566-0457-4693-B117-376FC9EB75AD}"/>
                  </a:ext>
                </a:extLst>
              </p:cNvPr>
              <p:cNvCxnSpPr/>
              <p:nvPr/>
            </p:nvCxnSpPr>
            <p:spPr>
              <a:xfrm>
                <a:off x="6405186" y="4780437"/>
                <a:ext cx="645487" cy="5013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>
                <a:extLst>
                  <a:ext uri="{FF2B5EF4-FFF2-40B4-BE49-F238E27FC236}">
                    <a16:creationId xmlns:a16="http://schemas.microsoft.com/office/drawing/2014/main" id="{EB405520-213F-4016-9D94-45F83604D637}"/>
                  </a:ext>
                </a:extLst>
              </p:cNvPr>
              <p:cNvCxnSpPr/>
              <p:nvPr/>
            </p:nvCxnSpPr>
            <p:spPr>
              <a:xfrm flipH="1">
                <a:off x="6632795" y="5281752"/>
                <a:ext cx="417878" cy="4211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>
                <a:extLst>
                  <a:ext uri="{FF2B5EF4-FFF2-40B4-BE49-F238E27FC236}">
                    <a16:creationId xmlns:a16="http://schemas.microsoft.com/office/drawing/2014/main" id="{B94166EE-D740-4C84-BC90-F970EC39973C}"/>
                  </a:ext>
                </a:extLst>
              </p:cNvPr>
              <p:cNvCxnSpPr/>
              <p:nvPr/>
            </p:nvCxnSpPr>
            <p:spPr>
              <a:xfrm flipV="1">
                <a:off x="7050674" y="5168163"/>
                <a:ext cx="685033" cy="11358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>
                <a:extLst>
                  <a:ext uri="{FF2B5EF4-FFF2-40B4-BE49-F238E27FC236}">
                    <a16:creationId xmlns:a16="http://schemas.microsoft.com/office/drawing/2014/main" id="{47FD038B-C9A7-4426-A27F-6AE1DDCDA699}"/>
                  </a:ext>
                </a:extLst>
              </p:cNvPr>
              <p:cNvCxnSpPr/>
              <p:nvPr/>
            </p:nvCxnSpPr>
            <p:spPr>
              <a:xfrm flipH="1" flipV="1">
                <a:off x="7411253" y="4359320"/>
                <a:ext cx="324453" cy="80884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>
                <a:extLst>
                  <a:ext uri="{FF2B5EF4-FFF2-40B4-BE49-F238E27FC236}">
                    <a16:creationId xmlns:a16="http://schemas.microsoft.com/office/drawing/2014/main" id="{E6ABA5A1-286C-4C3F-8ECD-A64B4D529845}"/>
                  </a:ext>
                </a:extLst>
              </p:cNvPr>
              <p:cNvCxnSpPr/>
              <p:nvPr/>
            </p:nvCxnSpPr>
            <p:spPr>
              <a:xfrm>
                <a:off x="7575860" y="4780437"/>
                <a:ext cx="879019" cy="612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>
                <a:extLst>
                  <a:ext uri="{FF2B5EF4-FFF2-40B4-BE49-F238E27FC236}">
                    <a16:creationId xmlns:a16="http://schemas.microsoft.com/office/drawing/2014/main" id="{0338D03A-89EB-4BCB-AA7B-5C2D2BE712B3}"/>
                  </a:ext>
                </a:extLst>
              </p:cNvPr>
              <p:cNvCxnSpPr/>
              <p:nvPr/>
            </p:nvCxnSpPr>
            <p:spPr>
              <a:xfrm flipH="1">
                <a:off x="7573479" y="5168163"/>
                <a:ext cx="162228" cy="53470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>
                <a:extLst>
                  <a:ext uri="{FF2B5EF4-FFF2-40B4-BE49-F238E27FC236}">
                    <a16:creationId xmlns:a16="http://schemas.microsoft.com/office/drawing/2014/main" id="{83B467A9-690B-4497-A0BA-A7595727D589}"/>
                  </a:ext>
                </a:extLst>
              </p:cNvPr>
              <p:cNvCxnSpPr/>
              <p:nvPr/>
            </p:nvCxnSpPr>
            <p:spPr>
              <a:xfrm flipV="1">
                <a:off x="7654592" y="5354388"/>
                <a:ext cx="805272" cy="8112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EE0E313F-589D-4484-A718-DD84117973B0}"/>
                </a:ext>
              </a:extLst>
            </p:cNvPr>
            <p:cNvCxnSpPr/>
            <p:nvPr/>
          </p:nvCxnSpPr>
          <p:spPr>
            <a:xfrm flipV="1">
              <a:off x="7233976" y="5294860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6C2F27B3-A825-4F6B-8E90-10B255DE8AC7}"/>
                </a:ext>
              </a:extLst>
            </p:cNvPr>
            <p:cNvCxnSpPr/>
            <p:nvPr/>
          </p:nvCxnSpPr>
          <p:spPr>
            <a:xfrm flipV="1">
              <a:off x="7227130" y="5923693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FE2B6ACA-12E2-477B-88D7-EB742A48971D}"/>
                </a:ext>
              </a:extLst>
            </p:cNvPr>
            <p:cNvCxnSpPr/>
            <p:nvPr/>
          </p:nvCxnSpPr>
          <p:spPr>
            <a:xfrm flipV="1">
              <a:off x="7738097" y="5661130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E8D1171C-525C-43D5-A89C-8D76E9EFBC16}"/>
                </a:ext>
              </a:extLst>
            </p:cNvPr>
            <p:cNvCxnSpPr/>
            <p:nvPr/>
          </p:nvCxnSpPr>
          <p:spPr>
            <a:xfrm flipV="1">
              <a:off x="7985431" y="5289929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979E9141-DF0C-49FD-A5C4-EA1F3BA127A1}"/>
                </a:ext>
              </a:extLst>
            </p:cNvPr>
            <p:cNvCxnSpPr/>
            <p:nvPr/>
          </p:nvCxnSpPr>
          <p:spPr>
            <a:xfrm flipV="1">
              <a:off x="7801726" y="5993852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箭头连接符 137">
              <a:extLst>
                <a:ext uri="{FF2B5EF4-FFF2-40B4-BE49-F238E27FC236}">
                  <a16:creationId xmlns:a16="http://schemas.microsoft.com/office/drawing/2014/main" id="{2D46F52A-5AC6-4DEE-9BA8-24AF72CBD462}"/>
                </a:ext>
              </a:extLst>
            </p:cNvPr>
            <p:cNvCxnSpPr/>
            <p:nvPr/>
          </p:nvCxnSpPr>
          <p:spPr>
            <a:xfrm flipV="1">
              <a:off x="8582288" y="5311316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BB7C23A1-3F5B-48DC-A012-139B6405D836}"/>
                </a:ext>
              </a:extLst>
            </p:cNvPr>
            <p:cNvCxnSpPr/>
            <p:nvPr/>
          </p:nvCxnSpPr>
          <p:spPr>
            <a:xfrm flipV="1">
              <a:off x="8634593" y="5957473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6675AB80-A468-465E-8263-C687CBBB3FEA}"/>
                </a:ext>
              </a:extLst>
            </p:cNvPr>
            <p:cNvCxnSpPr/>
            <p:nvPr/>
          </p:nvCxnSpPr>
          <p:spPr>
            <a:xfrm flipV="1">
              <a:off x="9196694" y="5288817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1F8BC8DB-3834-46A6-A294-A258CC2AB12E}"/>
                </a:ext>
              </a:extLst>
            </p:cNvPr>
            <p:cNvCxnSpPr/>
            <p:nvPr/>
          </p:nvCxnSpPr>
          <p:spPr>
            <a:xfrm flipV="1">
              <a:off x="9438527" y="5966038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B5C1D1A6-5DAE-446A-812B-CBC02DF406F8}"/>
                </a:ext>
              </a:extLst>
            </p:cNvPr>
            <p:cNvCxnSpPr/>
            <p:nvPr/>
          </p:nvCxnSpPr>
          <p:spPr>
            <a:xfrm flipV="1">
              <a:off x="9856044" y="5314798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66FF1075-0B37-4986-BD38-EC1F4492AD26}"/>
                </a:ext>
              </a:extLst>
            </p:cNvPr>
            <p:cNvCxnSpPr/>
            <p:nvPr/>
          </p:nvCxnSpPr>
          <p:spPr>
            <a:xfrm flipV="1">
              <a:off x="10475198" y="5237375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57C814EA-4CD6-4643-9EE5-37B0846336C3}"/>
                </a:ext>
              </a:extLst>
            </p:cNvPr>
            <p:cNvCxnSpPr/>
            <p:nvPr/>
          </p:nvCxnSpPr>
          <p:spPr>
            <a:xfrm flipV="1">
              <a:off x="10482020" y="5580605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箭头连接符 144">
              <a:extLst>
                <a:ext uri="{FF2B5EF4-FFF2-40B4-BE49-F238E27FC236}">
                  <a16:creationId xmlns:a16="http://schemas.microsoft.com/office/drawing/2014/main" id="{8D068641-22CA-4B1E-B283-85436511D43E}"/>
                </a:ext>
              </a:extLst>
            </p:cNvPr>
            <p:cNvCxnSpPr/>
            <p:nvPr/>
          </p:nvCxnSpPr>
          <p:spPr>
            <a:xfrm flipV="1">
              <a:off x="10017902" y="5975102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391EAAB3-09B4-4B55-8FEE-C3B7DC4B7CEA}"/>
                </a:ext>
              </a:extLst>
            </p:cNvPr>
            <p:cNvCxnSpPr/>
            <p:nvPr/>
          </p:nvCxnSpPr>
          <p:spPr>
            <a:xfrm flipV="1">
              <a:off x="10490093" y="5993426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2" name="组合 291">
            <a:extLst>
              <a:ext uri="{FF2B5EF4-FFF2-40B4-BE49-F238E27FC236}">
                <a16:creationId xmlns:a16="http://schemas.microsoft.com/office/drawing/2014/main" id="{4213A231-C82D-498C-90CA-3FE8FE7CCD21}"/>
              </a:ext>
            </a:extLst>
          </p:cNvPr>
          <p:cNvGrpSpPr/>
          <p:nvPr/>
        </p:nvGrpSpPr>
        <p:grpSpPr>
          <a:xfrm>
            <a:off x="1066347" y="4771960"/>
            <a:ext cx="898662" cy="244567"/>
            <a:chOff x="2618884" y="2393547"/>
            <a:chExt cx="1334674" cy="363226"/>
          </a:xfrm>
        </p:grpSpPr>
        <p:sp>
          <p:nvSpPr>
            <p:cNvPr id="267" name="任意多边形 12">
              <a:extLst>
                <a:ext uri="{FF2B5EF4-FFF2-40B4-BE49-F238E27FC236}">
                  <a16:creationId xmlns:a16="http://schemas.microsoft.com/office/drawing/2014/main" id="{07682192-2D58-4CB4-8134-CCE865CAF949}"/>
                </a:ext>
              </a:extLst>
            </p:cNvPr>
            <p:cNvSpPr/>
            <p:nvPr/>
          </p:nvSpPr>
          <p:spPr>
            <a:xfrm>
              <a:off x="2682619" y="2479673"/>
              <a:ext cx="1270939" cy="277100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DA75DB77-50DD-487A-8B27-7C1CC3FBBFBE}"/>
                </a:ext>
              </a:extLst>
            </p:cNvPr>
            <p:cNvSpPr/>
            <p:nvPr/>
          </p:nvSpPr>
          <p:spPr>
            <a:xfrm>
              <a:off x="3318088" y="2479673"/>
              <a:ext cx="635470" cy="277100"/>
            </a:xfrm>
            <a:prstGeom prst="rect">
              <a:avLst/>
            </a:prstGeom>
            <a:solidFill>
              <a:srgbClr val="85B4D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任意多边形 19">
              <a:extLst>
                <a:ext uri="{FF2B5EF4-FFF2-40B4-BE49-F238E27FC236}">
                  <a16:creationId xmlns:a16="http://schemas.microsoft.com/office/drawing/2014/main" id="{F6DCEC28-25E4-41D4-A167-A95957398B93}"/>
                </a:ext>
              </a:extLst>
            </p:cNvPr>
            <p:cNvSpPr/>
            <p:nvPr/>
          </p:nvSpPr>
          <p:spPr>
            <a:xfrm>
              <a:off x="3254354" y="2393547"/>
              <a:ext cx="699203" cy="86126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任意多边形 20">
              <a:extLst>
                <a:ext uri="{FF2B5EF4-FFF2-40B4-BE49-F238E27FC236}">
                  <a16:creationId xmlns:a16="http://schemas.microsoft.com/office/drawing/2014/main" id="{3E5C93D1-0ABC-400A-96BD-57EC0DB2D704}"/>
                </a:ext>
              </a:extLst>
            </p:cNvPr>
            <p:cNvSpPr/>
            <p:nvPr/>
          </p:nvSpPr>
          <p:spPr>
            <a:xfrm>
              <a:off x="2618885" y="2393547"/>
              <a:ext cx="699203" cy="86126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1" name="任意多边形 26">
              <a:extLst>
                <a:ext uri="{FF2B5EF4-FFF2-40B4-BE49-F238E27FC236}">
                  <a16:creationId xmlns:a16="http://schemas.microsoft.com/office/drawing/2014/main" id="{89F17144-20DB-4399-898C-0458D76D9BE3}"/>
                </a:ext>
              </a:extLst>
            </p:cNvPr>
            <p:cNvSpPr/>
            <p:nvPr/>
          </p:nvSpPr>
          <p:spPr>
            <a:xfrm>
              <a:off x="2618884" y="2396284"/>
              <a:ext cx="63734" cy="360489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72" name="组合 271">
              <a:extLst>
                <a:ext uri="{FF2B5EF4-FFF2-40B4-BE49-F238E27FC236}">
                  <a16:creationId xmlns:a16="http://schemas.microsoft.com/office/drawing/2014/main" id="{D0F1BE10-C1A9-4C01-9AB3-4AAEC622C0E9}"/>
                </a:ext>
              </a:extLst>
            </p:cNvPr>
            <p:cNvGrpSpPr/>
            <p:nvPr/>
          </p:nvGrpSpPr>
          <p:grpSpPr>
            <a:xfrm>
              <a:off x="2746352" y="2542466"/>
              <a:ext cx="63547" cy="143793"/>
              <a:chOff x="4058285" y="3817620"/>
              <a:chExt cx="215265" cy="365760"/>
            </a:xfrm>
          </p:grpSpPr>
          <p:cxnSp>
            <p:nvCxnSpPr>
              <p:cNvPr id="288" name="直接连接符 287">
                <a:extLst>
                  <a:ext uri="{FF2B5EF4-FFF2-40B4-BE49-F238E27FC236}">
                    <a16:creationId xmlns:a16="http://schemas.microsoft.com/office/drawing/2014/main" id="{0DA790DF-52DC-4214-BE33-BBDB289DEF6D}"/>
                  </a:ext>
                </a:extLst>
              </p:cNvPr>
              <p:cNvCxnSpPr/>
              <p:nvPr/>
            </p:nvCxnSpPr>
            <p:spPr>
              <a:xfrm>
                <a:off x="4058285" y="3817620"/>
                <a:ext cx="0" cy="36576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直接连接符 288">
                <a:extLst>
                  <a:ext uri="{FF2B5EF4-FFF2-40B4-BE49-F238E27FC236}">
                    <a16:creationId xmlns:a16="http://schemas.microsoft.com/office/drawing/2014/main" id="{1C341723-A888-41D1-A413-1E9F084E2858}"/>
                  </a:ext>
                </a:extLst>
              </p:cNvPr>
              <p:cNvCxnSpPr/>
              <p:nvPr/>
            </p:nvCxnSpPr>
            <p:spPr>
              <a:xfrm>
                <a:off x="4060190" y="3822065"/>
                <a:ext cx="213360" cy="3581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直接连接符 289">
                <a:extLst>
                  <a:ext uri="{FF2B5EF4-FFF2-40B4-BE49-F238E27FC236}">
                    <a16:creationId xmlns:a16="http://schemas.microsoft.com/office/drawing/2014/main" id="{560AD24B-08F2-4F4D-8085-F7E9BEF0B9AB}"/>
                  </a:ext>
                </a:extLst>
              </p:cNvPr>
              <p:cNvCxnSpPr/>
              <p:nvPr/>
            </p:nvCxnSpPr>
            <p:spPr>
              <a:xfrm>
                <a:off x="4273550" y="3817620"/>
                <a:ext cx="0" cy="36576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3" name="任意多边形 44">
              <a:extLst>
                <a:ext uri="{FF2B5EF4-FFF2-40B4-BE49-F238E27FC236}">
                  <a16:creationId xmlns:a16="http://schemas.microsoft.com/office/drawing/2014/main" id="{17CA5885-7465-4128-8BB0-961C9A458175}"/>
                </a:ext>
              </a:extLst>
            </p:cNvPr>
            <p:cNvSpPr/>
            <p:nvPr/>
          </p:nvSpPr>
          <p:spPr>
            <a:xfrm>
              <a:off x="3829838" y="2542926"/>
              <a:ext cx="63547" cy="142872"/>
            </a:xfrm>
            <a:custGeom>
              <a:avLst/>
              <a:gdLst>
                <a:gd name="connsiteX0" fmla="*/ 209550 w 220116"/>
                <a:gd name="connsiteY0" fmla="*/ 61575 h 395155"/>
                <a:gd name="connsiteX1" fmla="*/ 171450 w 220116"/>
                <a:gd name="connsiteY1" fmla="*/ 7600 h 395155"/>
                <a:gd name="connsiteX2" fmla="*/ 88900 w 220116"/>
                <a:gd name="connsiteY2" fmla="*/ 4425 h 395155"/>
                <a:gd name="connsiteX3" fmla="*/ 28575 w 220116"/>
                <a:gd name="connsiteY3" fmla="*/ 45700 h 395155"/>
                <a:gd name="connsiteX4" fmla="*/ 25400 w 220116"/>
                <a:gd name="connsiteY4" fmla="*/ 140950 h 395155"/>
                <a:gd name="connsiteX5" fmla="*/ 101600 w 220116"/>
                <a:gd name="connsiteY5" fmla="*/ 185400 h 395155"/>
                <a:gd name="connsiteX6" fmla="*/ 187325 w 220116"/>
                <a:gd name="connsiteY6" fmla="*/ 226675 h 395155"/>
                <a:gd name="connsiteX7" fmla="*/ 219075 w 220116"/>
                <a:gd name="connsiteY7" fmla="*/ 283825 h 395155"/>
                <a:gd name="connsiteX8" fmla="*/ 209550 w 220116"/>
                <a:gd name="connsiteY8" fmla="*/ 369550 h 395155"/>
                <a:gd name="connsiteX9" fmla="*/ 180975 w 220116"/>
                <a:gd name="connsiteY9" fmla="*/ 388600 h 395155"/>
                <a:gd name="connsiteX10" fmla="*/ 95250 w 220116"/>
                <a:gd name="connsiteY10" fmla="*/ 394950 h 395155"/>
                <a:gd name="connsiteX11" fmla="*/ 22225 w 220116"/>
                <a:gd name="connsiteY11" fmla="*/ 382250 h 395155"/>
                <a:gd name="connsiteX12" fmla="*/ 0 w 220116"/>
                <a:gd name="connsiteY12" fmla="*/ 315575 h 395155"/>
                <a:gd name="connsiteX0" fmla="*/ 209550 w 220116"/>
                <a:gd name="connsiteY0" fmla="*/ 61575 h 395325"/>
                <a:gd name="connsiteX1" fmla="*/ 171450 w 220116"/>
                <a:gd name="connsiteY1" fmla="*/ 7600 h 395325"/>
                <a:gd name="connsiteX2" fmla="*/ 88900 w 220116"/>
                <a:gd name="connsiteY2" fmla="*/ 4425 h 395325"/>
                <a:gd name="connsiteX3" fmla="*/ 28575 w 220116"/>
                <a:gd name="connsiteY3" fmla="*/ 45700 h 395325"/>
                <a:gd name="connsiteX4" fmla="*/ 25400 w 220116"/>
                <a:gd name="connsiteY4" fmla="*/ 140950 h 395325"/>
                <a:gd name="connsiteX5" fmla="*/ 101600 w 220116"/>
                <a:gd name="connsiteY5" fmla="*/ 185400 h 395325"/>
                <a:gd name="connsiteX6" fmla="*/ 187325 w 220116"/>
                <a:gd name="connsiteY6" fmla="*/ 226675 h 395325"/>
                <a:gd name="connsiteX7" fmla="*/ 219075 w 220116"/>
                <a:gd name="connsiteY7" fmla="*/ 283825 h 395325"/>
                <a:gd name="connsiteX8" fmla="*/ 209550 w 220116"/>
                <a:gd name="connsiteY8" fmla="*/ 369550 h 395325"/>
                <a:gd name="connsiteX9" fmla="*/ 180975 w 220116"/>
                <a:gd name="connsiteY9" fmla="*/ 388600 h 395325"/>
                <a:gd name="connsiteX10" fmla="*/ 95250 w 220116"/>
                <a:gd name="connsiteY10" fmla="*/ 394950 h 395325"/>
                <a:gd name="connsiteX11" fmla="*/ 28575 w 220116"/>
                <a:gd name="connsiteY11" fmla="*/ 379075 h 395325"/>
                <a:gd name="connsiteX12" fmla="*/ 0 w 220116"/>
                <a:gd name="connsiteY12" fmla="*/ 315575 h 395325"/>
                <a:gd name="connsiteX0" fmla="*/ 209550 w 223457"/>
                <a:gd name="connsiteY0" fmla="*/ 61575 h 394950"/>
                <a:gd name="connsiteX1" fmla="*/ 171450 w 223457"/>
                <a:gd name="connsiteY1" fmla="*/ 7600 h 394950"/>
                <a:gd name="connsiteX2" fmla="*/ 88900 w 223457"/>
                <a:gd name="connsiteY2" fmla="*/ 4425 h 394950"/>
                <a:gd name="connsiteX3" fmla="*/ 28575 w 223457"/>
                <a:gd name="connsiteY3" fmla="*/ 45700 h 394950"/>
                <a:gd name="connsiteX4" fmla="*/ 25400 w 223457"/>
                <a:gd name="connsiteY4" fmla="*/ 140950 h 394950"/>
                <a:gd name="connsiteX5" fmla="*/ 101600 w 223457"/>
                <a:gd name="connsiteY5" fmla="*/ 185400 h 394950"/>
                <a:gd name="connsiteX6" fmla="*/ 187325 w 223457"/>
                <a:gd name="connsiteY6" fmla="*/ 226675 h 394950"/>
                <a:gd name="connsiteX7" fmla="*/ 219075 w 223457"/>
                <a:gd name="connsiteY7" fmla="*/ 283825 h 394950"/>
                <a:gd name="connsiteX8" fmla="*/ 209550 w 223457"/>
                <a:gd name="connsiteY8" fmla="*/ 369550 h 394950"/>
                <a:gd name="connsiteX9" fmla="*/ 95250 w 223457"/>
                <a:gd name="connsiteY9" fmla="*/ 394950 h 394950"/>
                <a:gd name="connsiteX10" fmla="*/ 28575 w 223457"/>
                <a:gd name="connsiteY10" fmla="*/ 379075 h 394950"/>
                <a:gd name="connsiteX11" fmla="*/ 0 w 223457"/>
                <a:gd name="connsiteY11" fmla="*/ 315575 h 394950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351"/>
                <a:gd name="connsiteY0" fmla="*/ 61575 h 398447"/>
                <a:gd name="connsiteX1" fmla="*/ 171450 w 219351"/>
                <a:gd name="connsiteY1" fmla="*/ 7600 h 398447"/>
                <a:gd name="connsiteX2" fmla="*/ 88900 w 219351"/>
                <a:gd name="connsiteY2" fmla="*/ 4425 h 398447"/>
                <a:gd name="connsiteX3" fmla="*/ 28575 w 219351"/>
                <a:gd name="connsiteY3" fmla="*/ 45700 h 398447"/>
                <a:gd name="connsiteX4" fmla="*/ 25400 w 219351"/>
                <a:gd name="connsiteY4" fmla="*/ 140950 h 398447"/>
                <a:gd name="connsiteX5" fmla="*/ 101600 w 219351"/>
                <a:gd name="connsiteY5" fmla="*/ 185400 h 398447"/>
                <a:gd name="connsiteX6" fmla="*/ 187325 w 219351"/>
                <a:gd name="connsiteY6" fmla="*/ 226675 h 398447"/>
                <a:gd name="connsiteX7" fmla="*/ 219075 w 219351"/>
                <a:gd name="connsiteY7" fmla="*/ 283825 h 398447"/>
                <a:gd name="connsiteX8" fmla="*/ 197643 w 219351"/>
                <a:gd name="connsiteY8" fmla="*/ 367168 h 398447"/>
                <a:gd name="connsiteX9" fmla="*/ 117475 w 219351"/>
                <a:gd name="connsiteY9" fmla="*/ 398125 h 398447"/>
                <a:gd name="connsiteX10" fmla="*/ 28575 w 219351"/>
                <a:gd name="connsiteY10" fmla="*/ 379075 h 398447"/>
                <a:gd name="connsiteX11" fmla="*/ 0 w 219351"/>
                <a:gd name="connsiteY11" fmla="*/ 315575 h 398447"/>
                <a:gd name="connsiteX0" fmla="*/ 209550 w 217049"/>
                <a:gd name="connsiteY0" fmla="*/ 61575 h 398447"/>
                <a:gd name="connsiteX1" fmla="*/ 171450 w 217049"/>
                <a:gd name="connsiteY1" fmla="*/ 7600 h 398447"/>
                <a:gd name="connsiteX2" fmla="*/ 88900 w 217049"/>
                <a:gd name="connsiteY2" fmla="*/ 4425 h 398447"/>
                <a:gd name="connsiteX3" fmla="*/ 28575 w 217049"/>
                <a:gd name="connsiteY3" fmla="*/ 45700 h 398447"/>
                <a:gd name="connsiteX4" fmla="*/ 25400 w 217049"/>
                <a:gd name="connsiteY4" fmla="*/ 140950 h 398447"/>
                <a:gd name="connsiteX5" fmla="*/ 101600 w 217049"/>
                <a:gd name="connsiteY5" fmla="*/ 185400 h 398447"/>
                <a:gd name="connsiteX6" fmla="*/ 187325 w 217049"/>
                <a:gd name="connsiteY6" fmla="*/ 226675 h 398447"/>
                <a:gd name="connsiteX7" fmla="*/ 216694 w 217049"/>
                <a:gd name="connsiteY7" fmla="*/ 283825 h 398447"/>
                <a:gd name="connsiteX8" fmla="*/ 197643 w 217049"/>
                <a:gd name="connsiteY8" fmla="*/ 367168 h 398447"/>
                <a:gd name="connsiteX9" fmla="*/ 117475 w 217049"/>
                <a:gd name="connsiteY9" fmla="*/ 398125 h 398447"/>
                <a:gd name="connsiteX10" fmla="*/ 28575 w 217049"/>
                <a:gd name="connsiteY10" fmla="*/ 379075 h 398447"/>
                <a:gd name="connsiteX11" fmla="*/ 0 w 217049"/>
                <a:gd name="connsiteY11" fmla="*/ 315575 h 398447"/>
                <a:gd name="connsiteX0" fmla="*/ 209550 w 217049"/>
                <a:gd name="connsiteY0" fmla="*/ 61575 h 399559"/>
                <a:gd name="connsiteX1" fmla="*/ 171450 w 217049"/>
                <a:gd name="connsiteY1" fmla="*/ 7600 h 399559"/>
                <a:gd name="connsiteX2" fmla="*/ 88900 w 217049"/>
                <a:gd name="connsiteY2" fmla="*/ 4425 h 399559"/>
                <a:gd name="connsiteX3" fmla="*/ 28575 w 217049"/>
                <a:gd name="connsiteY3" fmla="*/ 45700 h 399559"/>
                <a:gd name="connsiteX4" fmla="*/ 25400 w 217049"/>
                <a:gd name="connsiteY4" fmla="*/ 140950 h 399559"/>
                <a:gd name="connsiteX5" fmla="*/ 101600 w 217049"/>
                <a:gd name="connsiteY5" fmla="*/ 185400 h 399559"/>
                <a:gd name="connsiteX6" fmla="*/ 187325 w 217049"/>
                <a:gd name="connsiteY6" fmla="*/ 226675 h 399559"/>
                <a:gd name="connsiteX7" fmla="*/ 216694 w 217049"/>
                <a:gd name="connsiteY7" fmla="*/ 283825 h 399559"/>
                <a:gd name="connsiteX8" fmla="*/ 197643 w 217049"/>
                <a:gd name="connsiteY8" fmla="*/ 367168 h 399559"/>
                <a:gd name="connsiteX9" fmla="*/ 117475 w 217049"/>
                <a:gd name="connsiteY9" fmla="*/ 398125 h 399559"/>
                <a:gd name="connsiteX10" fmla="*/ 40481 w 217049"/>
                <a:gd name="connsiteY10" fmla="*/ 386218 h 399559"/>
                <a:gd name="connsiteX11" fmla="*/ 0 w 217049"/>
                <a:gd name="connsiteY11" fmla="*/ 315575 h 399559"/>
                <a:gd name="connsiteX0" fmla="*/ 195263 w 202762"/>
                <a:gd name="connsiteY0" fmla="*/ 61575 h 399493"/>
                <a:gd name="connsiteX1" fmla="*/ 157163 w 202762"/>
                <a:gd name="connsiteY1" fmla="*/ 7600 h 399493"/>
                <a:gd name="connsiteX2" fmla="*/ 74613 w 202762"/>
                <a:gd name="connsiteY2" fmla="*/ 4425 h 399493"/>
                <a:gd name="connsiteX3" fmla="*/ 14288 w 202762"/>
                <a:gd name="connsiteY3" fmla="*/ 45700 h 399493"/>
                <a:gd name="connsiteX4" fmla="*/ 11113 w 202762"/>
                <a:gd name="connsiteY4" fmla="*/ 140950 h 399493"/>
                <a:gd name="connsiteX5" fmla="*/ 87313 w 202762"/>
                <a:gd name="connsiteY5" fmla="*/ 185400 h 399493"/>
                <a:gd name="connsiteX6" fmla="*/ 173038 w 202762"/>
                <a:gd name="connsiteY6" fmla="*/ 226675 h 399493"/>
                <a:gd name="connsiteX7" fmla="*/ 202407 w 202762"/>
                <a:gd name="connsiteY7" fmla="*/ 283825 h 399493"/>
                <a:gd name="connsiteX8" fmla="*/ 183356 w 202762"/>
                <a:gd name="connsiteY8" fmla="*/ 367168 h 399493"/>
                <a:gd name="connsiteX9" fmla="*/ 103188 w 202762"/>
                <a:gd name="connsiteY9" fmla="*/ 398125 h 399493"/>
                <a:gd name="connsiteX10" fmla="*/ 26194 w 202762"/>
                <a:gd name="connsiteY10" fmla="*/ 386218 h 399493"/>
                <a:gd name="connsiteX11" fmla="*/ 0 w 202762"/>
                <a:gd name="connsiteY11" fmla="*/ 317956 h 399493"/>
                <a:gd name="connsiteX0" fmla="*/ 191348 w 198847"/>
                <a:gd name="connsiteY0" fmla="*/ 61575 h 399493"/>
                <a:gd name="connsiteX1" fmla="*/ 153248 w 198847"/>
                <a:gd name="connsiteY1" fmla="*/ 7600 h 399493"/>
                <a:gd name="connsiteX2" fmla="*/ 70698 w 198847"/>
                <a:gd name="connsiteY2" fmla="*/ 4425 h 399493"/>
                <a:gd name="connsiteX3" fmla="*/ 10373 w 198847"/>
                <a:gd name="connsiteY3" fmla="*/ 45700 h 399493"/>
                <a:gd name="connsiteX4" fmla="*/ 7198 w 198847"/>
                <a:gd name="connsiteY4" fmla="*/ 140950 h 399493"/>
                <a:gd name="connsiteX5" fmla="*/ 83398 w 198847"/>
                <a:gd name="connsiteY5" fmla="*/ 185400 h 399493"/>
                <a:gd name="connsiteX6" fmla="*/ 169123 w 198847"/>
                <a:gd name="connsiteY6" fmla="*/ 226675 h 399493"/>
                <a:gd name="connsiteX7" fmla="*/ 198492 w 198847"/>
                <a:gd name="connsiteY7" fmla="*/ 283825 h 399493"/>
                <a:gd name="connsiteX8" fmla="*/ 179441 w 198847"/>
                <a:gd name="connsiteY8" fmla="*/ 367168 h 399493"/>
                <a:gd name="connsiteX9" fmla="*/ 99273 w 198847"/>
                <a:gd name="connsiteY9" fmla="*/ 398125 h 399493"/>
                <a:gd name="connsiteX10" fmla="*/ 22279 w 198847"/>
                <a:gd name="connsiteY10" fmla="*/ 386218 h 399493"/>
                <a:gd name="connsiteX11" fmla="*/ 3229 w 198847"/>
                <a:gd name="connsiteY11" fmla="*/ 317956 h 399493"/>
                <a:gd name="connsiteX0" fmla="*/ 191348 w 198847"/>
                <a:gd name="connsiteY0" fmla="*/ 61575 h 400217"/>
                <a:gd name="connsiteX1" fmla="*/ 153248 w 198847"/>
                <a:gd name="connsiteY1" fmla="*/ 7600 h 400217"/>
                <a:gd name="connsiteX2" fmla="*/ 70698 w 198847"/>
                <a:gd name="connsiteY2" fmla="*/ 4425 h 400217"/>
                <a:gd name="connsiteX3" fmla="*/ 10373 w 198847"/>
                <a:gd name="connsiteY3" fmla="*/ 45700 h 400217"/>
                <a:gd name="connsiteX4" fmla="*/ 7198 w 198847"/>
                <a:gd name="connsiteY4" fmla="*/ 140950 h 400217"/>
                <a:gd name="connsiteX5" fmla="*/ 83398 w 198847"/>
                <a:gd name="connsiteY5" fmla="*/ 185400 h 400217"/>
                <a:gd name="connsiteX6" fmla="*/ 169123 w 198847"/>
                <a:gd name="connsiteY6" fmla="*/ 226675 h 400217"/>
                <a:gd name="connsiteX7" fmla="*/ 198492 w 198847"/>
                <a:gd name="connsiteY7" fmla="*/ 283825 h 400217"/>
                <a:gd name="connsiteX8" fmla="*/ 179441 w 198847"/>
                <a:gd name="connsiteY8" fmla="*/ 367168 h 400217"/>
                <a:gd name="connsiteX9" fmla="*/ 99273 w 198847"/>
                <a:gd name="connsiteY9" fmla="*/ 398125 h 400217"/>
                <a:gd name="connsiteX10" fmla="*/ 31804 w 198847"/>
                <a:gd name="connsiteY10" fmla="*/ 388599 h 400217"/>
                <a:gd name="connsiteX11" fmla="*/ 3229 w 198847"/>
                <a:gd name="connsiteY11" fmla="*/ 317956 h 400217"/>
                <a:gd name="connsiteX0" fmla="*/ 191348 w 198847"/>
                <a:gd name="connsiteY0" fmla="*/ 61575 h 400745"/>
                <a:gd name="connsiteX1" fmla="*/ 153248 w 198847"/>
                <a:gd name="connsiteY1" fmla="*/ 7600 h 400745"/>
                <a:gd name="connsiteX2" fmla="*/ 70698 w 198847"/>
                <a:gd name="connsiteY2" fmla="*/ 4425 h 400745"/>
                <a:gd name="connsiteX3" fmla="*/ 10373 w 198847"/>
                <a:gd name="connsiteY3" fmla="*/ 45700 h 400745"/>
                <a:gd name="connsiteX4" fmla="*/ 7198 w 198847"/>
                <a:gd name="connsiteY4" fmla="*/ 140950 h 400745"/>
                <a:gd name="connsiteX5" fmla="*/ 83398 w 198847"/>
                <a:gd name="connsiteY5" fmla="*/ 185400 h 400745"/>
                <a:gd name="connsiteX6" fmla="*/ 169123 w 198847"/>
                <a:gd name="connsiteY6" fmla="*/ 226675 h 400745"/>
                <a:gd name="connsiteX7" fmla="*/ 198492 w 198847"/>
                <a:gd name="connsiteY7" fmla="*/ 283825 h 400745"/>
                <a:gd name="connsiteX8" fmla="*/ 179441 w 198847"/>
                <a:gd name="connsiteY8" fmla="*/ 360025 h 400745"/>
                <a:gd name="connsiteX9" fmla="*/ 99273 w 198847"/>
                <a:gd name="connsiteY9" fmla="*/ 398125 h 400745"/>
                <a:gd name="connsiteX10" fmla="*/ 31804 w 198847"/>
                <a:gd name="connsiteY10" fmla="*/ 388599 h 400745"/>
                <a:gd name="connsiteX11" fmla="*/ 3229 w 198847"/>
                <a:gd name="connsiteY11" fmla="*/ 317956 h 400745"/>
                <a:gd name="connsiteX0" fmla="*/ 191348 w 199158"/>
                <a:gd name="connsiteY0" fmla="*/ 61575 h 400393"/>
                <a:gd name="connsiteX1" fmla="*/ 153248 w 199158"/>
                <a:gd name="connsiteY1" fmla="*/ 7600 h 400393"/>
                <a:gd name="connsiteX2" fmla="*/ 70698 w 199158"/>
                <a:gd name="connsiteY2" fmla="*/ 4425 h 400393"/>
                <a:gd name="connsiteX3" fmla="*/ 10373 w 199158"/>
                <a:gd name="connsiteY3" fmla="*/ 45700 h 400393"/>
                <a:gd name="connsiteX4" fmla="*/ 7198 w 199158"/>
                <a:gd name="connsiteY4" fmla="*/ 140950 h 400393"/>
                <a:gd name="connsiteX5" fmla="*/ 83398 w 199158"/>
                <a:gd name="connsiteY5" fmla="*/ 185400 h 400393"/>
                <a:gd name="connsiteX6" fmla="*/ 169123 w 199158"/>
                <a:gd name="connsiteY6" fmla="*/ 226675 h 400393"/>
                <a:gd name="connsiteX7" fmla="*/ 198492 w 199158"/>
                <a:gd name="connsiteY7" fmla="*/ 283825 h 400393"/>
                <a:gd name="connsiteX8" fmla="*/ 181822 w 199158"/>
                <a:gd name="connsiteY8" fmla="*/ 364788 h 400393"/>
                <a:gd name="connsiteX9" fmla="*/ 99273 w 199158"/>
                <a:gd name="connsiteY9" fmla="*/ 398125 h 400393"/>
                <a:gd name="connsiteX10" fmla="*/ 31804 w 199158"/>
                <a:gd name="connsiteY10" fmla="*/ 388599 h 400393"/>
                <a:gd name="connsiteX11" fmla="*/ 3229 w 199158"/>
                <a:gd name="connsiteY11" fmla="*/ 317956 h 400393"/>
                <a:gd name="connsiteX0" fmla="*/ 191348 w 199158"/>
                <a:gd name="connsiteY0" fmla="*/ 61575 h 398784"/>
                <a:gd name="connsiteX1" fmla="*/ 153248 w 199158"/>
                <a:gd name="connsiteY1" fmla="*/ 7600 h 398784"/>
                <a:gd name="connsiteX2" fmla="*/ 70698 w 199158"/>
                <a:gd name="connsiteY2" fmla="*/ 4425 h 398784"/>
                <a:gd name="connsiteX3" fmla="*/ 10373 w 199158"/>
                <a:gd name="connsiteY3" fmla="*/ 45700 h 398784"/>
                <a:gd name="connsiteX4" fmla="*/ 7198 w 199158"/>
                <a:gd name="connsiteY4" fmla="*/ 140950 h 398784"/>
                <a:gd name="connsiteX5" fmla="*/ 83398 w 199158"/>
                <a:gd name="connsiteY5" fmla="*/ 185400 h 398784"/>
                <a:gd name="connsiteX6" fmla="*/ 169123 w 199158"/>
                <a:gd name="connsiteY6" fmla="*/ 226675 h 398784"/>
                <a:gd name="connsiteX7" fmla="*/ 198492 w 199158"/>
                <a:gd name="connsiteY7" fmla="*/ 283825 h 398784"/>
                <a:gd name="connsiteX8" fmla="*/ 181822 w 199158"/>
                <a:gd name="connsiteY8" fmla="*/ 364788 h 398784"/>
                <a:gd name="connsiteX9" fmla="*/ 99273 w 199158"/>
                <a:gd name="connsiteY9" fmla="*/ 398125 h 398784"/>
                <a:gd name="connsiteX10" fmla="*/ 36566 w 199158"/>
                <a:gd name="connsiteY10" fmla="*/ 381456 h 398784"/>
                <a:gd name="connsiteX11" fmla="*/ 3229 w 199158"/>
                <a:gd name="connsiteY11" fmla="*/ 317956 h 398784"/>
                <a:gd name="connsiteX0" fmla="*/ 191348 w 198664"/>
                <a:gd name="connsiteY0" fmla="*/ 61575 h 398920"/>
                <a:gd name="connsiteX1" fmla="*/ 153248 w 198664"/>
                <a:gd name="connsiteY1" fmla="*/ 7600 h 398920"/>
                <a:gd name="connsiteX2" fmla="*/ 70698 w 198664"/>
                <a:gd name="connsiteY2" fmla="*/ 4425 h 398920"/>
                <a:gd name="connsiteX3" fmla="*/ 10373 w 198664"/>
                <a:gd name="connsiteY3" fmla="*/ 45700 h 398920"/>
                <a:gd name="connsiteX4" fmla="*/ 7198 w 198664"/>
                <a:gd name="connsiteY4" fmla="*/ 140950 h 398920"/>
                <a:gd name="connsiteX5" fmla="*/ 83398 w 198664"/>
                <a:gd name="connsiteY5" fmla="*/ 185400 h 398920"/>
                <a:gd name="connsiteX6" fmla="*/ 169123 w 198664"/>
                <a:gd name="connsiteY6" fmla="*/ 226675 h 398920"/>
                <a:gd name="connsiteX7" fmla="*/ 198492 w 198664"/>
                <a:gd name="connsiteY7" fmla="*/ 283825 h 398920"/>
                <a:gd name="connsiteX8" fmla="*/ 177059 w 198664"/>
                <a:gd name="connsiteY8" fmla="*/ 362406 h 398920"/>
                <a:gd name="connsiteX9" fmla="*/ 99273 w 198664"/>
                <a:gd name="connsiteY9" fmla="*/ 398125 h 398920"/>
                <a:gd name="connsiteX10" fmla="*/ 36566 w 198664"/>
                <a:gd name="connsiteY10" fmla="*/ 381456 h 398920"/>
                <a:gd name="connsiteX11" fmla="*/ 3229 w 198664"/>
                <a:gd name="connsiteY11" fmla="*/ 317956 h 398920"/>
                <a:gd name="connsiteX0" fmla="*/ 200873 w 200873"/>
                <a:gd name="connsiteY0" fmla="*/ 64090 h 399054"/>
                <a:gd name="connsiteX1" fmla="*/ 153248 w 200873"/>
                <a:gd name="connsiteY1" fmla="*/ 7734 h 399054"/>
                <a:gd name="connsiteX2" fmla="*/ 70698 w 200873"/>
                <a:gd name="connsiteY2" fmla="*/ 4559 h 399054"/>
                <a:gd name="connsiteX3" fmla="*/ 10373 w 200873"/>
                <a:gd name="connsiteY3" fmla="*/ 45834 h 399054"/>
                <a:gd name="connsiteX4" fmla="*/ 7198 w 200873"/>
                <a:gd name="connsiteY4" fmla="*/ 141084 h 399054"/>
                <a:gd name="connsiteX5" fmla="*/ 83398 w 200873"/>
                <a:gd name="connsiteY5" fmla="*/ 185534 h 399054"/>
                <a:gd name="connsiteX6" fmla="*/ 169123 w 200873"/>
                <a:gd name="connsiteY6" fmla="*/ 226809 h 399054"/>
                <a:gd name="connsiteX7" fmla="*/ 198492 w 200873"/>
                <a:gd name="connsiteY7" fmla="*/ 283959 h 399054"/>
                <a:gd name="connsiteX8" fmla="*/ 177059 w 200873"/>
                <a:gd name="connsiteY8" fmla="*/ 362540 h 399054"/>
                <a:gd name="connsiteX9" fmla="*/ 99273 w 200873"/>
                <a:gd name="connsiteY9" fmla="*/ 398259 h 399054"/>
                <a:gd name="connsiteX10" fmla="*/ 36566 w 200873"/>
                <a:gd name="connsiteY10" fmla="*/ 381590 h 399054"/>
                <a:gd name="connsiteX11" fmla="*/ 3229 w 200873"/>
                <a:gd name="connsiteY11" fmla="*/ 318090 h 399054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67534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300628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2152 h 396415"/>
                <a:gd name="connsiteX1" fmla="*/ 153248 w 200873"/>
                <a:gd name="connsiteY1" fmla="*/ 10558 h 396415"/>
                <a:gd name="connsiteX2" fmla="*/ 70698 w 200873"/>
                <a:gd name="connsiteY2" fmla="*/ 2621 h 396415"/>
                <a:gd name="connsiteX3" fmla="*/ 10373 w 200873"/>
                <a:gd name="connsiteY3" fmla="*/ 43896 h 396415"/>
                <a:gd name="connsiteX4" fmla="*/ 7198 w 200873"/>
                <a:gd name="connsiteY4" fmla="*/ 139146 h 396415"/>
                <a:gd name="connsiteX5" fmla="*/ 83398 w 200873"/>
                <a:gd name="connsiteY5" fmla="*/ 183596 h 396415"/>
                <a:gd name="connsiteX6" fmla="*/ 169123 w 200873"/>
                <a:gd name="connsiteY6" fmla="*/ 224871 h 396415"/>
                <a:gd name="connsiteX7" fmla="*/ 198492 w 200873"/>
                <a:gd name="connsiteY7" fmla="*/ 298690 h 396415"/>
                <a:gd name="connsiteX8" fmla="*/ 172297 w 200873"/>
                <a:gd name="connsiteY8" fmla="*/ 374890 h 396415"/>
                <a:gd name="connsiteX9" fmla="*/ 99273 w 200873"/>
                <a:gd name="connsiteY9" fmla="*/ 396321 h 396415"/>
                <a:gd name="connsiteX10" fmla="*/ 36566 w 200873"/>
                <a:gd name="connsiteY10" fmla="*/ 379652 h 396415"/>
                <a:gd name="connsiteX11" fmla="*/ 3229 w 200873"/>
                <a:gd name="connsiteY11" fmla="*/ 316152 h 39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873" h="396415">
                  <a:moveTo>
                    <a:pt x="200873" y="62152"/>
                  </a:moveTo>
                  <a:cubicBezTo>
                    <a:pt x="191877" y="39927"/>
                    <a:pt x="174944" y="20480"/>
                    <a:pt x="153248" y="10558"/>
                  </a:cubicBezTo>
                  <a:cubicBezTo>
                    <a:pt x="131552" y="636"/>
                    <a:pt x="94510" y="-2935"/>
                    <a:pt x="70698" y="2621"/>
                  </a:cubicBezTo>
                  <a:cubicBezTo>
                    <a:pt x="46886" y="8177"/>
                    <a:pt x="20956" y="21142"/>
                    <a:pt x="10373" y="43896"/>
                  </a:cubicBezTo>
                  <a:cubicBezTo>
                    <a:pt x="-210" y="66650"/>
                    <a:pt x="-4973" y="115863"/>
                    <a:pt x="7198" y="139146"/>
                  </a:cubicBezTo>
                  <a:cubicBezTo>
                    <a:pt x="19369" y="162429"/>
                    <a:pt x="56410" y="169309"/>
                    <a:pt x="83398" y="183596"/>
                  </a:cubicBezTo>
                  <a:cubicBezTo>
                    <a:pt x="110385" y="197884"/>
                    <a:pt x="149941" y="205689"/>
                    <a:pt x="169123" y="224871"/>
                  </a:cubicBezTo>
                  <a:cubicBezTo>
                    <a:pt x="188305" y="244053"/>
                    <a:pt x="197963" y="273687"/>
                    <a:pt x="198492" y="298690"/>
                  </a:cubicBezTo>
                  <a:cubicBezTo>
                    <a:pt x="199021" y="323693"/>
                    <a:pt x="188833" y="358618"/>
                    <a:pt x="172297" y="374890"/>
                  </a:cubicBezTo>
                  <a:cubicBezTo>
                    <a:pt x="155761" y="391162"/>
                    <a:pt x="121895" y="395527"/>
                    <a:pt x="99273" y="396321"/>
                  </a:cubicBezTo>
                  <a:cubicBezTo>
                    <a:pt x="76651" y="397115"/>
                    <a:pt x="52573" y="393014"/>
                    <a:pt x="36566" y="379652"/>
                  </a:cubicBezTo>
                  <a:cubicBezTo>
                    <a:pt x="20559" y="366291"/>
                    <a:pt x="6404" y="342875"/>
                    <a:pt x="3229" y="316152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4" name="文本框 293">
            <a:extLst>
              <a:ext uri="{FF2B5EF4-FFF2-40B4-BE49-F238E27FC236}">
                <a16:creationId xmlns:a16="http://schemas.microsoft.com/office/drawing/2014/main" id="{4F5C70C1-FC92-4E0E-8DF0-3B93B614B2F2}"/>
              </a:ext>
            </a:extLst>
          </p:cNvPr>
          <p:cNvSpPr txBox="1"/>
          <p:nvPr/>
        </p:nvSpPr>
        <p:spPr>
          <a:xfrm>
            <a:off x="1077097" y="379921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小磁铁</a:t>
            </a:r>
          </a:p>
        </p:txBody>
      </p:sp>
      <p:sp>
        <p:nvSpPr>
          <p:cNvPr id="296" name="文本框 295">
            <a:extLst>
              <a:ext uri="{FF2B5EF4-FFF2-40B4-BE49-F238E27FC236}">
                <a16:creationId xmlns:a16="http://schemas.microsoft.com/office/drawing/2014/main" id="{CD2F968C-AA5F-47A5-8A80-06E0927BEDF3}"/>
              </a:ext>
            </a:extLst>
          </p:cNvPr>
          <p:cNvSpPr txBox="1"/>
          <p:nvPr/>
        </p:nvSpPr>
        <p:spPr>
          <a:xfrm>
            <a:off x="4644897" y="98872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磁畴有序排列</a:t>
            </a:r>
          </a:p>
        </p:txBody>
      </p:sp>
    </p:spTree>
    <p:extLst>
      <p:ext uri="{BB962C8B-B14F-4D97-AF65-F5344CB8AC3E}">
        <p14:creationId xmlns:p14="http://schemas.microsoft.com/office/powerpoint/2010/main" val="1792229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9E8B8073-9B63-4237-BCF9-FA1FDDE1E3D3}"/>
              </a:ext>
            </a:extLst>
          </p:cNvPr>
          <p:cNvGrpSpPr/>
          <p:nvPr/>
        </p:nvGrpSpPr>
        <p:grpSpPr>
          <a:xfrm rot="10800000">
            <a:off x="1180995" y="1765867"/>
            <a:ext cx="669368" cy="598318"/>
            <a:chOff x="10293350" y="4991100"/>
            <a:chExt cx="454660" cy="406400"/>
          </a:xfrm>
        </p:grpSpPr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C263FCE0-D403-4B73-A093-42B17B91528D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DE47FF8F-D417-40F4-811F-437CDC45E2E5}"/>
                </a:ext>
              </a:extLst>
            </p:cNvPr>
            <p:cNvCxnSpPr>
              <a:stCxn id="125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22ED9434-D65F-400B-B6F0-429EA116D3A0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文本框 127">
            <a:extLst>
              <a:ext uri="{FF2B5EF4-FFF2-40B4-BE49-F238E27FC236}">
                <a16:creationId xmlns:a16="http://schemas.microsoft.com/office/drawing/2014/main" id="{C1F5D782-BEA3-43C4-BA39-6134339BBD4D}"/>
              </a:ext>
            </a:extLst>
          </p:cNvPr>
          <p:cNvSpPr txBox="1"/>
          <p:nvPr/>
        </p:nvSpPr>
        <p:spPr>
          <a:xfrm>
            <a:off x="961680" y="9887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分子电流</a:t>
            </a:r>
          </a:p>
        </p:txBody>
      </p: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0E022382-6E15-424E-89B0-4081C464223B}"/>
              </a:ext>
            </a:extLst>
          </p:cNvPr>
          <p:cNvGrpSpPr/>
          <p:nvPr/>
        </p:nvGrpSpPr>
        <p:grpSpPr>
          <a:xfrm rot="10800000">
            <a:off x="4190707" y="1605897"/>
            <a:ext cx="2478040" cy="771416"/>
            <a:chOff x="7187526" y="5005783"/>
            <a:chExt cx="3684885" cy="1147108"/>
          </a:xfrm>
        </p:grpSpPr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D36AAB94-B902-453E-8047-0FF92DFB50FC}"/>
                </a:ext>
              </a:extLst>
            </p:cNvPr>
            <p:cNvGrpSpPr/>
            <p:nvPr/>
          </p:nvGrpSpPr>
          <p:grpSpPr>
            <a:xfrm>
              <a:off x="7187526" y="5005783"/>
              <a:ext cx="3684885" cy="1147108"/>
              <a:chOff x="2228798" y="4344326"/>
              <a:chExt cx="6231066" cy="1358545"/>
            </a:xfrm>
          </p:grpSpPr>
          <p:sp>
            <p:nvSpPr>
              <p:cNvPr id="147" name="任意多边形 386">
                <a:extLst>
                  <a:ext uri="{FF2B5EF4-FFF2-40B4-BE49-F238E27FC236}">
                    <a16:creationId xmlns:a16="http://schemas.microsoft.com/office/drawing/2014/main" id="{1F67E853-5684-4A8E-8A1F-F5D311004C79}"/>
                  </a:ext>
                </a:extLst>
              </p:cNvPr>
              <p:cNvSpPr/>
              <p:nvPr/>
            </p:nvSpPr>
            <p:spPr>
              <a:xfrm>
                <a:off x="2228798" y="4344326"/>
                <a:ext cx="6231066" cy="1358545"/>
              </a:xfrm>
              <a:custGeom>
                <a:avLst/>
                <a:gdLst>
                  <a:gd name="connsiteX0" fmla="*/ 0 w 4305298"/>
                  <a:gd name="connsiteY0" fmla="*/ 0 h 704850"/>
                  <a:gd name="connsiteX1" fmla="*/ 2152649 w 4305298"/>
                  <a:gd name="connsiteY1" fmla="*/ 0 h 704850"/>
                  <a:gd name="connsiteX2" fmla="*/ 4305298 w 4305298"/>
                  <a:gd name="connsiteY2" fmla="*/ 0 h 704850"/>
                  <a:gd name="connsiteX3" fmla="*/ 4305298 w 4305298"/>
                  <a:gd name="connsiteY3" fmla="*/ 704850 h 704850"/>
                  <a:gd name="connsiteX4" fmla="*/ 2152649 w 4305298"/>
                  <a:gd name="connsiteY4" fmla="*/ 704850 h 704850"/>
                  <a:gd name="connsiteX5" fmla="*/ 0 w 4305298"/>
                  <a:gd name="connsiteY5" fmla="*/ 704850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05298" h="704850">
                    <a:moveTo>
                      <a:pt x="0" y="0"/>
                    </a:moveTo>
                    <a:lnTo>
                      <a:pt x="2152649" y="0"/>
                    </a:lnTo>
                    <a:lnTo>
                      <a:pt x="4305298" y="0"/>
                    </a:lnTo>
                    <a:lnTo>
                      <a:pt x="4305298" y="704850"/>
                    </a:lnTo>
                    <a:lnTo>
                      <a:pt x="2152649" y="704850"/>
                    </a:lnTo>
                    <a:lnTo>
                      <a:pt x="0" y="70485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8" name="直接连接符 147">
                <a:extLst>
                  <a:ext uri="{FF2B5EF4-FFF2-40B4-BE49-F238E27FC236}">
                    <a16:creationId xmlns:a16="http://schemas.microsoft.com/office/drawing/2014/main" id="{840370D7-1008-4E19-AC4A-D223A82F1C9D}"/>
                  </a:ext>
                </a:extLst>
              </p:cNvPr>
              <p:cNvCxnSpPr/>
              <p:nvPr/>
            </p:nvCxnSpPr>
            <p:spPr>
              <a:xfrm>
                <a:off x="2832155" y="4344326"/>
                <a:ext cx="265543" cy="4222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>
                <a:extLst>
                  <a:ext uri="{FF2B5EF4-FFF2-40B4-BE49-F238E27FC236}">
                    <a16:creationId xmlns:a16="http://schemas.microsoft.com/office/drawing/2014/main" id="{BDCCCCA5-87DD-4B34-A582-B5D7927C7DDF}"/>
                  </a:ext>
                </a:extLst>
              </p:cNvPr>
              <p:cNvCxnSpPr/>
              <p:nvPr/>
            </p:nvCxnSpPr>
            <p:spPr>
              <a:xfrm flipH="1">
                <a:off x="2228798" y="4766577"/>
                <a:ext cx="868900" cy="4658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>
                <a:extLst>
                  <a:ext uri="{FF2B5EF4-FFF2-40B4-BE49-F238E27FC236}">
                    <a16:creationId xmlns:a16="http://schemas.microsoft.com/office/drawing/2014/main" id="{0FF23E60-B05B-4A27-879A-11DFBEF49809}"/>
                  </a:ext>
                </a:extLst>
              </p:cNvPr>
              <p:cNvCxnSpPr/>
              <p:nvPr/>
            </p:nvCxnSpPr>
            <p:spPr>
              <a:xfrm>
                <a:off x="2640070" y="5014368"/>
                <a:ext cx="369100" cy="37935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>
                <a:extLst>
                  <a:ext uri="{FF2B5EF4-FFF2-40B4-BE49-F238E27FC236}">
                    <a16:creationId xmlns:a16="http://schemas.microsoft.com/office/drawing/2014/main" id="{2EE005F8-F4C2-422E-94EA-C5F00DB8CD09}"/>
                  </a:ext>
                </a:extLst>
              </p:cNvPr>
              <p:cNvCxnSpPr/>
              <p:nvPr/>
            </p:nvCxnSpPr>
            <p:spPr>
              <a:xfrm>
                <a:off x="3009170" y="5393722"/>
                <a:ext cx="88528" cy="3091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接连接符 151">
                <a:extLst>
                  <a:ext uri="{FF2B5EF4-FFF2-40B4-BE49-F238E27FC236}">
                    <a16:creationId xmlns:a16="http://schemas.microsoft.com/office/drawing/2014/main" id="{F1BB5976-9723-4FC0-8D28-2BE2C6CBBF12}"/>
                  </a:ext>
                </a:extLst>
              </p:cNvPr>
              <p:cNvCxnSpPr/>
              <p:nvPr/>
            </p:nvCxnSpPr>
            <p:spPr>
              <a:xfrm>
                <a:off x="3009170" y="5393722"/>
                <a:ext cx="90566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接连接符 152">
                <a:extLst>
                  <a:ext uri="{FF2B5EF4-FFF2-40B4-BE49-F238E27FC236}">
                    <a16:creationId xmlns:a16="http://schemas.microsoft.com/office/drawing/2014/main" id="{C8CDD7B4-A19B-4AD1-9BAE-B9FD0B9A9036}"/>
                  </a:ext>
                </a:extLst>
              </p:cNvPr>
              <p:cNvCxnSpPr/>
              <p:nvPr/>
            </p:nvCxnSpPr>
            <p:spPr>
              <a:xfrm>
                <a:off x="3914833" y="5391511"/>
                <a:ext cx="259738" cy="31136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>
                <a:extLst>
                  <a:ext uri="{FF2B5EF4-FFF2-40B4-BE49-F238E27FC236}">
                    <a16:creationId xmlns:a16="http://schemas.microsoft.com/office/drawing/2014/main" id="{DE1EB493-4347-4495-A96B-07732FC4FFAC}"/>
                  </a:ext>
                </a:extLst>
              </p:cNvPr>
              <p:cNvCxnSpPr/>
              <p:nvPr/>
            </p:nvCxnSpPr>
            <p:spPr>
              <a:xfrm>
                <a:off x="3097698" y="4766577"/>
                <a:ext cx="1068529" cy="15899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>
                <a:extLst>
                  <a:ext uri="{FF2B5EF4-FFF2-40B4-BE49-F238E27FC236}">
                    <a16:creationId xmlns:a16="http://schemas.microsoft.com/office/drawing/2014/main" id="{4EDE0783-511B-4A11-A5E4-DF12E1E168C3}"/>
                  </a:ext>
                </a:extLst>
              </p:cNvPr>
              <p:cNvCxnSpPr/>
              <p:nvPr/>
            </p:nvCxnSpPr>
            <p:spPr>
              <a:xfrm flipV="1">
                <a:off x="4166227" y="4344327"/>
                <a:ext cx="876414" cy="58124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>
                <a:extLst>
                  <a:ext uri="{FF2B5EF4-FFF2-40B4-BE49-F238E27FC236}">
                    <a16:creationId xmlns:a16="http://schemas.microsoft.com/office/drawing/2014/main" id="{ED668856-F9A4-4FA8-BB46-8BC6B35B5A5A}"/>
                  </a:ext>
                </a:extLst>
              </p:cNvPr>
              <p:cNvCxnSpPr/>
              <p:nvPr/>
            </p:nvCxnSpPr>
            <p:spPr>
              <a:xfrm>
                <a:off x="4166227" y="4925575"/>
                <a:ext cx="327770" cy="2020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>
                <a:extLst>
                  <a:ext uri="{FF2B5EF4-FFF2-40B4-BE49-F238E27FC236}">
                    <a16:creationId xmlns:a16="http://schemas.microsoft.com/office/drawing/2014/main" id="{A4331077-66BB-4FFB-80E7-5891BC250A63}"/>
                  </a:ext>
                </a:extLst>
              </p:cNvPr>
              <p:cNvCxnSpPr/>
              <p:nvPr/>
            </p:nvCxnSpPr>
            <p:spPr>
              <a:xfrm flipV="1">
                <a:off x="3914834" y="4766578"/>
                <a:ext cx="1363943" cy="6283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>
                <a:extLst>
                  <a:ext uri="{FF2B5EF4-FFF2-40B4-BE49-F238E27FC236}">
                    <a16:creationId xmlns:a16="http://schemas.microsoft.com/office/drawing/2014/main" id="{A21E4C86-3C08-493B-91EC-C4C7BA762506}"/>
                  </a:ext>
                </a:extLst>
              </p:cNvPr>
              <p:cNvCxnSpPr>
                <a:endCxn id="147" idx="1"/>
              </p:cNvCxnSpPr>
              <p:nvPr/>
            </p:nvCxnSpPr>
            <p:spPr>
              <a:xfrm flipV="1">
                <a:off x="5271878" y="4344326"/>
                <a:ext cx="72453" cy="42917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>
                <a:extLst>
                  <a:ext uri="{FF2B5EF4-FFF2-40B4-BE49-F238E27FC236}">
                    <a16:creationId xmlns:a16="http://schemas.microsoft.com/office/drawing/2014/main" id="{31A4674B-A957-4277-99DD-9CD631182739}"/>
                  </a:ext>
                </a:extLst>
              </p:cNvPr>
              <p:cNvCxnSpPr/>
              <p:nvPr/>
            </p:nvCxnSpPr>
            <p:spPr>
              <a:xfrm>
                <a:off x="5268525" y="4766573"/>
                <a:ext cx="808891" cy="4883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接连接符 159">
                <a:extLst>
                  <a:ext uri="{FF2B5EF4-FFF2-40B4-BE49-F238E27FC236}">
                    <a16:creationId xmlns:a16="http://schemas.microsoft.com/office/drawing/2014/main" id="{B4E151F6-8D9B-4443-A6CF-954C4D1887EC}"/>
                  </a:ext>
                </a:extLst>
              </p:cNvPr>
              <p:cNvCxnSpPr>
                <a:endCxn id="147" idx="4"/>
              </p:cNvCxnSpPr>
              <p:nvPr/>
            </p:nvCxnSpPr>
            <p:spPr>
              <a:xfrm flipH="1">
                <a:off x="5344332" y="5254924"/>
                <a:ext cx="733083" cy="44794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>
                <a:extLst>
                  <a:ext uri="{FF2B5EF4-FFF2-40B4-BE49-F238E27FC236}">
                    <a16:creationId xmlns:a16="http://schemas.microsoft.com/office/drawing/2014/main" id="{1636BE4C-18CA-4949-AC77-F5F60E94F183}"/>
                  </a:ext>
                </a:extLst>
              </p:cNvPr>
              <p:cNvCxnSpPr/>
              <p:nvPr/>
            </p:nvCxnSpPr>
            <p:spPr>
              <a:xfrm flipV="1">
                <a:off x="6077415" y="4346539"/>
                <a:ext cx="636299" cy="90838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>
                <a:extLst>
                  <a:ext uri="{FF2B5EF4-FFF2-40B4-BE49-F238E27FC236}">
                    <a16:creationId xmlns:a16="http://schemas.microsoft.com/office/drawing/2014/main" id="{898BD566-0457-4693-B117-376FC9EB75AD}"/>
                  </a:ext>
                </a:extLst>
              </p:cNvPr>
              <p:cNvCxnSpPr/>
              <p:nvPr/>
            </p:nvCxnSpPr>
            <p:spPr>
              <a:xfrm>
                <a:off x="6405186" y="4780437"/>
                <a:ext cx="645487" cy="5013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>
                <a:extLst>
                  <a:ext uri="{FF2B5EF4-FFF2-40B4-BE49-F238E27FC236}">
                    <a16:creationId xmlns:a16="http://schemas.microsoft.com/office/drawing/2014/main" id="{EB405520-213F-4016-9D94-45F83604D637}"/>
                  </a:ext>
                </a:extLst>
              </p:cNvPr>
              <p:cNvCxnSpPr/>
              <p:nvPr/>
            </p:nvCxnSpPr>
            <p:spPr>
              <a:xfrm flipH="1">
                <a:off x="6632795" y="5281752"/>
                <a:ext cx="417878" cy="4211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>
                <a:extLst>
                  <a:ext uri="{FF2B5EF4-FFF2-40B4-BE49-F238E27FC236}">
                    <a16:creationId xmlns:a16="http://schemas.microsoft.com/office/drawing/2014/main" id="{B94166EE-D740-4C84-BC90-F970EC39973C}"/>
                  </a:ext>
                </a:extLst>
              </p:cNvPr>
              <p:cNvCxnSpPr/>
              <p:nvPr/>
            </p:nvCxnSpPr>
            <p:spPr>
              <a:xfrm flipV="1">
                <a:off x="7050674" y="5168163"/>
                <a:ext cx="685033" cy="11358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>
                <a:extLst>
                  <a:ext uri="{FF2B5EF4-FFF2-40B4-BE49-F238E27FC236}">
                    <a16:creationId xmlns:a16="http://schemas.microsoft.com/office/drawing/2014/main" id="{47FD038B-C9A7-4426-A27F-6AE1DDCDA699}"/>
                  </a:ext>
                </a:extLst>
              </p:cNvPr>
              <p:cNvCxnSpPr/>
              <p:nvPr/>
            </p:nvCxnSpPr>
            <p:spPr>
              <a:xfrm flipH="1" flipV="1">
                <a:off x="7411253" y="4359320"/>
                <a:ext cx="324453" cy="80884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>
                <a:extLst>
                  <a:ext uri="{FF2B5EF4-FFF2-40B4-BE49-F238E27FC236}">
                    <a16:creationId xmlns:a16="http://schemas.microsoft.com/office/drawing/2014/main" id="{E6ABA5A1-286C-4C3F-8ECD-A64B4D529845}"/>
                  </a:ext>
                </a:extLst>
              </p:cNvPr>
              <p:cNvCxnSpPr/>
              <p:nvPr/>
            </p:nvCxnSpPr>
            <p:spPr>
              <a:xfrm>
                <a:off x="7575860" y="4780437"/>
                <a:ext cx="879019" cy="612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>
                <a:extLst>
                  <a:ext uri="{FF2B5EF4-FFF2-40B4-BE49-F238E27FC236}">
                    <a16:creationId xmlns:a16="http://schemas.microsoft.com/office/drawing/2014/main" id="{0338D03A-89EB-4BCB-AA7B-5C2D2BE712B3}"/>
                  </a:ext>
                </a:extLst>
              </p:cNvPr>
              <p:cNvCxnSpPr/>
              <p:nvPr/>
            </p:nvCxnSpPr>
            <p:spPr>
              <a:xfrm flipH="1">
                <a:off x="7573479" y="5168163"/>
                <a:ext cx="162228" cy="53470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>
                <a:extLst>
                  <a:ext uri="{FF2B5EF4-FFF2-40B4-BE49-F238E27FC236}">
                    <a16:creationId xmlns:a16="http://schemas.microsoft.com/office/drawing/2014/main" id="{83B467A9-690B-4497-A0BA-A7595727D589}"/>
                  </a:ext>
                </a:extLst>
              </p:cNvPr>
              <p:cNvCxnSpPr/>
              <p:nvPr/>
            </p:nvCxnSpPr>
            <p:spPr>
              <a:xfrm flipV="1">
                <a:off x="7654592" y="5354388"/>
                <a:ext cx="805272" cy="8112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EE0E313F-589D-4484-A718-DD84117973B0}"/>
                </a:ext>
              </a:extLst>
            </p:cNvPr>
            <p:cNvCxnSpPr/>
            <p:nvPr/>
          </p:nvCxnSpPr>
          <p:spPr>
            <a:xfrm flipV="1">
              <a:off x="7233976" y="5294860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6C2F27B3-A825-4F6B-8E90-10B255DE8AC7}"/>
                </a:ext>
              </a:extLst>
            </p:cNvPr>
            <p:cNvCxnSpPr/>
            <p:nvPr/>
          </p:nvCxnSpPr>
          <p:spPr>
            <a:xfrm flipV="1">
              <a:off x="7227130" y="5923693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FE2B6ACA-12E2-477B-88D7-EB742A48971D}"/>
                </a:ext>
              </a:extLst>
            </p:cNvPr>
            <p:cNvCxnSpPr/>
            <p:nvPr/>
          </p:nvCxnSpPr>
          <p:spPr>
            <a:xfrm flipV="1">
              <a:off x="7738097" y="5661130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E8D1171C-525C-43D5-A89C-8D76E9EFBC16}"/>
                </a:ext>
              </a:extLst>
            </p:cNvPr>
            <p:cNvCxnSpPr/>
            <p:nvPr/>
          </p:nvCxnSpPr>
          <p:spPr>
            <a:xfrm flipV="1">
              <a:off x="7985431" y="5289929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979E9141-DF0C-49FD-A5C4-EA1F3BA127A1}"/>
                </a:ext>
              </a:extLst>
            </p:cNvPr>
            <p:cNvCxnSpPr/>
            <p:nvPr/>
          </p:nvCxnSpPr>
          <p:spPr>
            <a:xfrm flipV="1">
              <a:off x="7801726" y="5993852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箭头连接符 137">
              <a:extLst>
                <a:ext uri="{FF2B5EF4-FFF2-40B4-BE49-F238E27FC236}">
                  <a16:creationId xmlns:a16="http://schemas.microsoft.com/office/drawing/2014/main" id="{2D46F52A-5AC6-4DEE-9BA8-24AF72CBD462}"/>
                </a:ext>
              </a:extLst>
            </p:cNvPr>
            <p:cNvCxnSpPr/>
            <p:nvPr/>
          </p:nvCxnSpPr>
          <p:spPr>
            <a:xfrm flipV="1">
              <a:off x="8582288" y="5311316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BB7C23A1-3F5B-48DC-A012-139B6405D836}"/>
                </a:ext>
              </a:extLst>
            </p:cNvPr>
            <p:cNvCxnSpPr/>
            <p:nvPr/>
          </p:nvCxnSpPr>
          <p:spPr>
            <a:xfrm flipV="1">
              <a:off x="8634593" y="5957473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6675AB80-A468-465E-8263-C687CBBB3FEA}"/>
                </a:ext>
              </a:extLst>
            </p:cNvPr>
            <p:cNvCxnSpPr/>
            <p:nvPr/>
          </p:nvCxnSpPr>
          <p:spPr>
            <a:xfrm flipV="1">
              <a:off x="9196694" y="5288817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1F8BC8DB-3834-46A6-A294-A258CC2AB12E}"/>
                </a:ext>
              </a:extLst>
            </p:cNvPr>
            <p:cNvCxnSpPr/>
            <p:nvPr/>
          </p:nvCxnSpPr>
          <p:spPr>
            <a:xfrm flipV="1">
              <a:off x="9438527" y="5966038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B5C1D1A6-5DAE-446A-812B-CBC02DF406F8}"/>
                </a:ext>
              </a:extLst>
            </p:cNvPr>
            <p:cNvCxnSpPr/>
            <p:nvPr/>
          </p:nvCxnSpPr>
          <p:spPr>
            <a:xfrm flipV="1">
              <a:off x="9856044" y="5314798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66FF1075-0B37-4986-BD38-EC1F4492AD26}"/>
                </a:ext>
              </a:extLst>
            </p:cNvPr>
            <p:cNvCxnSpPr/>
            <p:nvPr/>
          </p:nvCxnSpPr>
          <p:spPr>
            <a:xfrm flipV="1">
              <a:off x="10475198" y="5237375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57C814EA-4CD6-4643-9EE5-37B0846336C3}"/>
                </a:ext>
              </a:extLst>
            </p:cNvPr>
            <p:cNvCxnSpPr/>
            <p:nvPr/>
          </p:nvCxnSpPr>
          <p:spPr>
            <a:xfrm flipV="1">
              <a:off x="10482020" y="5580605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箭头连接符 144">
              <a:extLst>
                <a:ext uri="{FF2B5EF4-FFF2-40B4-BE49-F238E27FC236}">
                  <a16:creationId xmlns:a16="http://schemas.microsoft.com/office/drawing/2014/main" id="{8D068641-22CA-4B1E-B283-85436511D43E}"/>
                </a:ext>
              </a:extLst>
            </p:cNvPr>
            <p:cNvCxnSpPr/>
            <p:nvPr/>
          </p:nvCxnSpPr>
          <p:spPr>
            <a:xfrm flipV="1">
              <a:off x="10017902" y="5975102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391EAAB3-09B4-4B55-8FEE-C3B7DC4B7CEA}"/>
                </a:ext>
              </a:extLst>
            </p:cNvPr>
            <p:cNvCxnSpPr/>
            <p:nvPr/>
          </p:nvCxnSpPr>
          <p:spPr>
            <a:xfrm flipV="1">
              <a:off x="10490093" y="5993426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2" name="组合 291">
            <a:extLst>
              <a:ext uri="{FF2B5EF4-FFF2-40B4-BE49-F238E27FC236}">
                <a16:creationId xmlns:a16="http://schemas.microsoft.com/office/drawing/2014/main" id="{4213A231-C82D-498C-90CA-3FE8FE7CCD21}"/>
              </a:ext>
            </a:extLst>
          </p:cNvPr>
          <p:cNvGrpSpPr/>
          <p:nvPr/>
        </p:nvGrpSpPr>
        <p:grpSpPr>
          <a:xfrm>
            <a:off x="1066347" y="4771960"/>
            <a:ext cx="898662" cy="244567"/>
            <a:chOff x="2618884" y="2393547"/>
            <a:chExt cx="1334674" cy="363226"/>
          </a:xfrm>
        </p:grpSpPr>
        <p:sp>
          <p:nvSpPr>
            <p:cNvPr id="267" name="任意多边形 12">
              <a:extLst>
                <a:ext uri="{FF2B5EF4-FFF2-40B4-BE49-F238E27FC236}">
                  <a16:creationId xmlns:a16="http://schemas.microsoft.com/office/drawing/2014/main" id="{07682192-2D58-4CB4-8134-CCE865CAF949}"/>
                </a:ext>
              </a:extLst>
            </p:cNvPr>
            <p:cNvSpPr/>
            <p:nvPr/>
          </p:nvSpPr>
          <p:spPr>
            <a:xfrm>
              <a:off x="2682619" y="2479673"/>
              <a:ext cx="1270939" cy="277100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DA75DB77-50DD-487A-8B27-7C1CC3FBBFBE}"/>
                </a:ext>
              </a:extLst>
            </p:cNvPr>
            <p:cNvSpPr/>
            <p:nvPr/>
          </p:nvSpPr>
          <p:spPr>
            <a:xfrm>
              <a:off x="3318088" y="2479673"/>
              <a:ext cx="635470" cy="277100"/>
            </a:xfrm>
            <a:prstGeom prst="rect">
              <a:avLst/>
            </a:prstGeom>
            <a:solidFill>
              <a:srgbClr val="85B4D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任意多边形 19">
              <a:extLst>
                <a:ext uri="{FF2B5EF4-FFF2-40B4-BE49-F238E27FC236}">
                  <a16:creationId xmlns:a16="http://schemas.microsoft.com/office/drawing/2014/main" id="{F6DCEC28-25E4-41D4-A167-A95957398B93}"/>
                </a:ext>
              </a:extLst>
            </p:cNvPr>
            <p:cNvSpPr/>
            <p:nvPr/>
          </p:nvSpPr>
          <p:spPr>
            <a:xfrm>
              <a:off x="3254354" y="2393547"/>
              <a:ext cx="699203" cy="86126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任意多边形 20">
              <a:extLst>
                <a:ext uri="{FF2B5EF4-FFF2-40B4-BE49-F238E27FC236}">
                  <a16:creationId xmlns:a16="http://schemas.microsoft.com/office/drawing/2014/main" id="{3E5C93D1-0ABC-400A-96BD-57EC0DB2D704}"/>
                </a:ext>
              </a:extLst>
            </p:cNvPr>
            <p:cNvSpPr/>
            <p:nvPr/>
          </p:nvSpPr>
          <p:spPr>
            <a:xfrm>
              <a:off x="2618885" y="2393547"/>
              <a:ext cx="699203" cy="86126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1" name="任意多边形 26">
              <a:extLst>
                <a:ext uri="{FF2B5EF4-FFF2-40B4-BE49-F238E27FC236}">
                  <a16:creationId xmlns:a16="http://schemas.microsoft.com/office/drawing/2014/main" id="{89F17144-20DB-4399-898C-0458D76D9BE3}"/>
                </a:ext>
              </a:extLst>
            </p:cNvPr>
            <p:cNvSpPr/>
            <p:nvPr/>
          </p:nvSpPr>
          <p:spPr>
            <a:xfrm>
              <a:off x="2618884" y="2396284"/>
              <a:ext cx="63734" cy="360489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72" name="组合 271">
              <a:extLst>
                <a:ext uri="{FF2B5EF4-FFF2-40B4-BE49-F238E27FC236}">
                  <a16:creationId xmlns:a16="http://schemas.microsoft.com/office/drawing/2014/main" id="{D0F1BE10-C1A9-4C01-9AB3-4AAEC622C0E9}"/>
                </a:ext>
              </a:extLst>
            </p:cNvPr>
            <p:cNvGrpSpPr/>
            <p:nvPr/>
          </p:nvGrpSpPr>
          <p:grpSpPr>
            <a:xfrm>
              <a:off x="2746352" y="2542466"/>
              <a:ext cx="63547" cy="143793"/>
              <a:chOff x="4058285" y="3817620"/>
              <a:chExt cx="215265" cy="365760"/>
            </a:xfrm>
          </p:grpSpPr>
          <p:cxnSp>
            <p:nvCxnSpPr>
              <p:cNvPr id="288" name="直接连接符 287">
                <a:extLst>
                  <a:ext uri="{FF2B5EF4-FFF2-40B4-BE49-F238E27FC236}">
                    <a16:creationId xmlns:a16="http://schemas.microsoft.com/office/drawing/2014/main" id="{0DA790DF-52DC-4214-BE33-BBDB289DEF6D}"/>
                  </a:ext>
                </a:extLst>
              </p:cNvPr>
              <p:cNvCxnSpPr/>
              <p:nvPr/>
            </p:nvCxnSpPr>
            <p:spPr>
              <a:xfrm>
                <a:off x="4058285" y="3817620"/>
                <a:ext cx="0" cy="36576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直接连接符 288">
                <a:extLst>
                  <a:ext uri="{FF2B5EF4-FFF2-40B4-BE49-F238E27FC236}">
                    <a16:creationId xmlns:a16="http://schemas.microsoft.com/office/drawing/2014/main" id="{1C341723-A888-41D1-A413-1E9F084E2858}"/>
                  </a:ext>
                </a:extLst>
              </p:cNvPr>
              <p:cNvCxnSpPr/>
              <p:nvPr/>
            </p:nvCxnSpPr>
            <p:spPr>
              <a:xfrm>
                <a:off x="4060190" y="3822065"/>
                <a:ext cx="213360" cy="3581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直接连接符 289">
                <a:extLst>
                  <a:ext uri="{FF2B5EF4-FFF2-40B4-BE49-F238E27FC236}">
                    <a16:creationId xmlns:a16="http://schemas.microsoft.com/office/drawing/2014/main" id="{560AD24B-08F2-4F4D-8085-F7E9BEF0B9AB}"/>
                  </a:ext>
                </a:extLst>
              </p:cNvPr>
              <p:cNvCxnSpPr/>
              <p:nvPr/>
            </p:nvCxnSpPr>
            <p:spPr>
              <a:xfrm>
                <a:off x="4273550" y="3817620"/>
                <a:ext cx="0" cy="36576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3" name="任意多边形 44">
              <a:extLst>
                <a:ext uri="{FF2B5EF4-FFF2-40B4-BE49-F238E27FC236}">
                  <a16:creationId xmlns:a16="http://schemas.microsoft.com/office/drawing/2014/main" id="{17CA5885-7465-4128-8BB0-961C9A458175}"/>
                </a:ext>
              </a:extLst>
            </p:cNvPr>
            <p:cNvSpPr/>
            <p:nvPr/>
          </p:nvSpPr>
          <p:spPr>
            <a:xfrm>
              <a:off x="3829838" y="2542926"/>
              <a:ext cx="63547" cy="142872"/>
            </a:xfrm>
            <a:custGeom>
              <a:avLst/>
              <a:gdLst>
                <a:gd name="connsiteX0" fmla="*/ 209550 w 220116"/>
                <a:gd name="connsiteY0" fmla="*/ 61575 h 395155"/>
                <a:gd name="connsiteX1" fmla="*/ 171450 w 220116"/>
                <a:gd name="connsiteY1" fmla="*/ 7600 h 395155"/>
                <a:gd name="connsiteX2" fmla="*/ 88900 w 220116"/>
                <a:gd name="connsiteY2" fmla="*/ 4425 h 395155"/>
                <a:gd name="connsiteX3" fmla="*/ 28575 w 220116"/>
                <a:gd name="connsiteY3" fmla="*/ 45700 h 395155"/>
                <a:gd name="connsiteX4" fmla="*/ 25400 w 220116"/>
                <a:gd name="connsiteY4" fmla="*/ 140950 h 395155"/>
                <a:gd name="connsiteX5" fmla="*/ 101600 w 220116"/>
                <a:gd name="connsiteY5" fmla="*/ 185400 h 395155"/>
                <a:gd name="connsiteX6" fmla="*/ 187325 w 220116"/>
                <a:gd name="connsiteY6" fmla="*/ 226675 h 395155"/>
                <a:gd name="connsiteX7" fmla="*/ 219075 w 220116"/>
                <a:gd name="connsiteY7" fmla="*/ 283825 h 395155"/>
                <a:gd name="connsiteX8" fmla="*/ 209550 w 220116"/>
                <a:gd name="connsiteY8" fmla="*/ 369550 h 395155"/>
                <a:gd name="connsiteX9" fmla="*/ 180975 w 220116"/>
                <a:gd name="connsiteY9" fmla="*/ 388600 h 395155"/>
                <a:gd name="connsiteX10" fmla="*/ 95250 w 220116"/>
                <a:gd name="connsiteY10" fmla="*/ 394950 h 395155"/>
                <a:gd name="connsiteX11" fmla="*/ 22225 w 220116"/>
                <a:gd name="connsiteY11" fmla="*/ 382250 h 395155"/>
                <a:gd name="connsiteX12" fmla="*/ 0 w 220116"/>
                <a:gd name="connsiteY12" fmla="*/ 315575 h 395155"/>
                <a:gd name="connsiteX0" fmla="*/ 209550 w 220116"/>
                <a:gd name="connsiteY0" fmla="*/ 61575 h 395325"/>
                <a:gd name="connsiteX1" fmla="*/ 171450 w 220116"/>
                <a:gd name="connsiteY1" fmla="*/ 7600 h 395325"/>
                <a:gd name="connsiteX2" fmla="*/ 88900 w 220116"/>
                <a:gd name="connsiteY2" fmla="*/ 4425 h 395325"/>
                <a:gd name="connsiteX3" fmla="*/ 28575 w 220116"/>
                <a:gd name="connsiteY3" fmla="*/ 45700 h 395325"/>
                <a:gd name="connsiteX4" fmla="*/ 25400 w 220116"/>
                <a:gd name="connsiteY4" fmla="*/ 140950 h 395325"/>
                <a:gd name="connsiteX5" fmla="*/ 101600 w 220116"/>
                <a:gd name="connsiteY5" fmla="*/ 185400 h 395325"/>
                <a:gd name="connsiteX6" fmla="*/ 187325 w 220116"/>
                <a:gd name="connsiteY6" fmla="*/ 226675 h 395325"/>
                <a:gd name="connsiteX7" fmla="*/ 219075 w 220116"/>
                <a:gd name="connsiteY7" fmla="*/ 283825 h 395325"/>
                <a:gd name="connsiteX8" fmla="*/ 209550 w 220116"/>
                <a:gd name="connsiteY8" fmla="*/ 369550 h 395325"/>
                <a:gd name="connsiteX9" fmla="*/ 180975 w 220116"/>
                <a:gd name="connsiteY9" fmla="*/ 388600 h 395325"/>
                <a:gd name="connsiteX10" fmla="*/ 95250 w 220116"/>
                <a:gd name="connsiteY10" fmla="*/ 394950 h 395325"/>
                <a:gd name="connsiteX11" fmla="*/ 28575 w 220116"/>
                <a:gd name="connsiteY11" fmla="*/ 379075 h 395325"/>
                <a:gd name="connsiteX12" fmla="*/ 0 w 220116"/>
                <a:gd name="connsiteY12" fmla="*/ 315575 h 395325"/>
                <a:gd name="connsiteX0" fmla="*/ 209550 w 223457"/>
                <a:gd name="connsiteY0" fmla="*/ 61575 h 394950"/>
                <a:gd name="connsiteX1" fmla="*/ 171450 w 223457"/>
                <a:gd name="connsiteY1" fmla="*/ 7600 h 394950"/>
                <a:gd name="connsiteX2" fmla="*/ 88900 w 223457"/>
                <a:gd name="connsiteY2" fmla="*/ 4425 h 394950"/>
                <a:gd name="connsiteX3" fmla="*/ 28575 w 223457"/>
                <a:gd name="connsiteY3" fmla="*/ 45700 h 394950"/>
                <a:gd name="connsiteX4" fmla="*/ 25400 w 223457"/>
                <a:gd name="connsiteY4" fmla="*/ 140950 h 394950"/>
                <a:gd name="connsiteX5" fmla="*/ 101600 w 223457"/>
                <a:gd name="connsiteY5" fmla="*/ 185400 h 394950"/>
                <a:gd name="connsiteX6" fmla="*/ 187325 w 223457"/>
                <a:gd name="connsiteY6" fmla="*/ 226675 h 394950"/>
                <a:gd name="connsiteX7" fmla="*/ 219075 w 223457"/>
                <a:gd name="connsiteY7" fmla="*/ 283825 h 394950"/>
                <a:gd name="connsiteX8" fmla="*/ 209550 w 223457"/>
                <a:gd name="connsiteY8" fmla="*/ 369550 h 394950"/>
                <a:gd name="connsiteX9" fmla="*/ 95250 w 223457"/>
                <a:gd name="connsiteY9" fmla="*/ 394950 h 394950"/>
                <a:gd name="connsiteX10" fmla="*/ 28575 w 223457"/>
                <a:gd name="connsiteY10" fmla="*/ 379075 h 394950"/>
                <a:gd name="connsiteX11" fmla="*/ 0 w 223457"/>
                <a:gd name="connsiteY11" fmla="*/ 315575 h 394950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351"/>
                <a:gd name="connsiteY0" fmla="*/ 61575 h 398447"/>
                <a:gd name="connsiteX1" fmla="*/ 171450 w 219351"/>
                <a:gd name="connsiteY1" fmla="*/ 7600 h 398447"/>
                <a:gd name="connsiteX2" fmla="*/ 88900 w 219351"/>
                <a:gd name="connsiteY2" fmla="*/ 4425 h 398447"/>
                <a:gd name="connsiteX3" fmla="*/ 28575 w 219351"/>
                <a:gd name="connsiteY3" fmla="*/ 45700 h 398447"/>
                <a:gd name="connsiteX4" fmla="*/ 25400 w 219351"/>
                <a:gd name="connsiteY4" fmla="*/ 140950 h 398447"/>
                <a:gd name="connsiteX5" fmla="*/ 101600 w 219351"/>
                <a:gd name="connsiteY5" fmla="*/ 185400 h 398447"/>
                <a:gd name="connsiteX6" fmla="*/ 187325 w 219351"/>
                <a:gd name="connsiteY6" fmla="*/ 226675 h 398447"/>
                <a:gd name="connsiteX7" fmla="*/ 219075 w 219351"/>
                <a:gd name="connsiteY7" fmla="*/ 283825 h 398447"/>
                <a:gd name="connsiteX8" fmla="*/ 197643 w 219351"/>
                <a:gd name="connsiteY8" fmla="*/ 367168 h 398447"/>
                <a:gd name="connsiteX9" fmla="*/ 117475 w 219351"/>
                <a:gd name="connsiteY9" fmla="*/ 398125 h 398447"/>
                <a:gd name="connsiteX10" fmla="*/ 28575 w 219351"/>
                <a:gd name="connsiteY10" fmla="*/ 379075 h 398447"/>
                <a:gd name="connsiteX11" fmla="*/ 0 w 219351"/>
                <a:gd name="connsiteY11" fmla="*/ 315575 h 398447"/>
                <a:gd name="connsiteX0" fmla="*/ 209550 w 217049"/>
                <a:gd name="connsiteY0" fmla="*/ 61575 h 398447"/>
                <a:gd name="connsiteX1" fmla="*/ 171450 w 217049"/>
                <a:gd name="connsiteY1" fmla="*/ 7600 h 398447"/>
                <a:gd name="connsiteX2" fmla="*/ 88900 w 217049"/>
                <a:gd name="connsiteY2" fmla="*/ 4425 h 398447"/>
                <a:gd name="connsiteX3" fmla="*/ 28575 w 217049"/>
                <a:gd name="connsiteY3" fmla="*/ 45700 h 398447"/>
                <a:gd name="connsiteX4" fmla="*/ 25400 w 217049"/>
                <a:gd name="connsiteY4" fmla="*/ 140950 h 398447"/>
                <a:gd name="connsiteX5" fmla="*/ 101600 w 217049"/>
                <a:gd name="connsiteY5" fmla="*/ 185400 h 398447"/>
                <a:gd name="connsiteX6" fmla="*/ 187325 w 217049"/>
                <a:gd name="connsiteY6" fmla="*/ 226675 h 398447"/>
                <a:gd name="connsiteX7" fmla="*/ 216694 w 217049"/>
                <a:gd name="connsiteY7" fmla="*/ 283825 h 398447"/>
                <a:gd name="connsiteX8" fmla="*/ 197643 w 217049"/>
                <a:gd name="connsiteY8" fmla="*/ 367168 h 398447"/>
                <a:gd name="connsiteX9" fmla="*/ 117475 w 217049"/>
                <a:gd name="connsiteY9" fmla="*/ 398125 h 398447"/>
                <a:gd name="connsiteX10" fmla="*/ 28575 w 217049"/>
                <a:gd name="connsiteY10" fmla="*/ 379075 h 398447"/>
                <a:gd name="connsiteX11" fmla="*/ 0 w 217049"/>
                <a:gd name="connsiteY11" fmla="*/ 315575 h 398447"/>
                <a:gd name="connsiteX0" fmla="*/ 209550 w 217049"/>
                <a:gd name="connsiteY0" fmla="*/ 61575 h 399559"/>
                <a:gd name="connsiteX1" fmla="*/ 171450 w 217049"/>
                <a:gd name="connsiteY1" fmla="*/ 7600 h 399559"/>
                <a:gd name="connsiteX2" fmla="*/ 88900 w 217049"/>
                <a:gd name="connsiteY2" fmla="*/ 4425 h 399559"/>
                <a:gd name="connsiteX3" fmla="*/ 28575 w 217049"/>
                <a:gd name="connsiteY3" fmla="*/ 45700 h 399559"/>
                <a:gd name="connsiteX4" fmla="*/ 25400 w 217049"/>
                <a:gd name="connsiteY4" fmla="*/ 140950 h 399559"/>
                <a:gd name="connsiteX5" fmla="*/ 101600 w 217049"/>
                <a:gd name="connsiteY5" fmla="*/ 185400 h 399559"/>
                <a:gd name="connsiteX6" fmla="*/ 187325 w 217049"/>
                <a:gd name="connsiteY6" fmla="*/ 226675 h 399559"/>
                <a:gd name="connsiteX7" fmla="*/ 216694 w 217049"/>
                <a:gd name="connsiteY7" fmla="*/ 283825 h 399559"/>
                <a:gd name="connsiteX8" fmla="*/ 197643 w 217049"/>
                <a:gd name="connsiteY8" fmla="*/ 367168 h 399559"/>
                <a:gd name="connsiteX9" fmla="*/ 117475 w 217049"/>
                <a:gd name="connsiteY9" fmla="*/ 398125 h 399559"/>
                <a:gd name="connsiteX10" fmla="*/ 40481 w 217049"/>
                <a:gd name="connsiteY10" fmla="*/ 386218 h 399559"/>
                <a:gd name="connsiteX11" fmla="*/ 0 w 217049"/>
                <a:gd name="connsiteY11" fmla="*/ 315575 h 399559"/>
                <a:gd name="connsiteX0" fmla="*/ 195263 w 202762"/>
                <a:gd name="connsiteY0" fmla="*/ 61575 h 399493"/>
                <a:gd name="connsiteX1" fmla="*/ 157163 w 202762"/>
                <a:gd name="connsiteY1" fmla="*/ 7600 h 399493"/>
                <a:gd name="connsiteX2" fmla="*/ 74613 w 202762"/>
                <a:gd name="connsiteY2" fmla="*/ 4425 h 399493"/>
                <a:gd name="connsiteX3" fmla="*/ 14288 w 202762"/>
                <a:gd name="connsiteY3" fmla="*/ 45700 h 399493"/>
                <a:gd name="connsiteX4" fmla="*/ 11113 w 202762"/>
                <a:gd name="connsiteY4" fmla="*/ 140950 h 399493"/>
                <a:gd name="connsiteX5" fmla="*/ 87313 w 202762"/>
                <a:gd name="connsiteY5" fmla="*/ 185400 h 399493"/>
                <a:gd name="connsiteX6" fmla="*/ 173038 w 202762"/>
                <a:gd name="connsiteY6" fmla="*/ 226675 h 399493"/>
                <a:gd name="connsiteX7" fmla="*/ 202407 w 202762"/>
                <a:gd name="connsiteY7" fmla="*/ 283825 h 399493"/>
                <a:gd name="connsiteX8" fmla="*/ 183356 w 202762"/>
                <a:gd name="connsiteY8" fmla="*/ 367168 h 399493"/>
                <a:gd name="connsiteX9" fmla="*/ 103188 w 202762"/>
                <a:gd name="connsiteY9" fmla="*/ 398125 h 399493"/>
                <a:gd name="connsiteX10" fmla="*/ 26194 w 202762"/>
                <a:gd name="connsiteY10" fmla="*/ 386218 h 399493"/>
                <a:gd name="connsiteX11" fmla="*/ 0 w 202762"/>
                <a:gd name="connsiteY11" fmla="*/ 317956 h 399493"/>
                <a:gd name="connsiteX0" fmla="*/ 191348 w 198847"/>
                <a:gd name="connsiteY0" fmla="*/ 61575 h 399493"/>
                <a:gd name="connsiteX1" fmla="*/ 153248 w 198847"/>
                <a:gd name="connsiteY1" fmla="*/ 7600 h 399493"/>
                <a:gd name="connsiteX2" fmla="*/ 70698 w 198847"/>
                <a:gd name="connsiteY2" fmla="*/ 4425 h 399493"/>
                <a:gd name="connsiteX3" fmla="*/ 10373 w 198847"/>
                <a:gd name="connsiteY3" fmla="*/ 45700 h 399493"/>
                <a:gd name="connsiteX4" fmla="*/ 7198 w 198847"/>
                <a:gd name="connsiteY4" fmla="*/ 140950 h 399493"/>
                <a:gd name="connsiteX5" fmla="*/ 83398 w 198847"/>
                <a:gd name="connsiteY5" fmla="*/ 185400 h 399493"/>
                <a:gd name="connsiteX6" fmla="*/ 169123 w 198847"/>
                <a:gd name="connsiteY6" fmla="*/ 226675 h 399493"/>
                <a:gd name="connsiteX7" fmla="*/ 198492 w 198847"/>
                <a:gd name="connsiteY7" fmla="*/ 283825 h 399493"/>
                <a:gd name="connsiteX8" fmla="*/ 179441 w 198847"/>
                <a:gd name="connsiteY8" fmla="*/ 367168 h 399493"/>
                <a:gd name="connsiteX9" fmla="*/ 99273 w 198847"/>
                <a:gd name="connsiteY9" fmla="*/ 398125 h 399493"/>
                <a:gd name="connsiteX10" fmla="*/ 22279 w 198847"/>
                <a:gd name="connsiteY10" fmla="*/ 386218 h 399493"/>
                <a:gd name="connsiteX11" fmla="*/ 3229 w 198847"/>
                <a:gd name="connsiteY11" fmla="*/ 317956 h 399493"/>
                <a:gd name="connsiteX0" fmla="*/ 191348 w 198847"/>
                <a:gd name="connsiteY0" fmla="*/ 61575 h 400217"/>
                <a:gd name="connsiteX1" fmla="*/ 153248 w 198847"/>
                <a:gd name="connsiteY1" fmla="*/ 7600 h 400217"/>
                <a:gd name="connsiteX2" fmla="*/ 70698 w 198847"/>
                <a:gd name="connsiteY2" fmla="*/ 4425 h 400217"/>
                <a:gd name="connsiteX3" fmla="*/ 10373 w 198847"/>
                <a:gd name="connsiteY3" fmla="*/ 45700 h 400217"/>
                <a:gd name="connsiteX4" fmla="*/ 7198 w 198847"/>
                <a:gd name="connsiteY4" fmla="*/ 140950 h 400217"/>
                <a:gd name="connsiteX5" fmla="*/ 83398 w 198847"/>
                <a:gd name="connsiteY5" fmla="*/ 185400 h 400217"/>
                <a:gd name="connsiteX6" fmla="*/ 169123 w 198847"/>
                <a:gd name="connsiteY6" fmla="*/ 226675 h 400217"/>
                <a:gd name="connsiteX7" fmla="*/ 198492 w 198847"/>
                <a:gd name="connsiteY7" fmla="*/ 283825 h 400217"/>
                <a:gd name="connsiteX8" fmla="*/ 179441 w 198847"/>
                <a:gd name="connsiteY8" fmla="*/ 367168 h 400217"/>
                <a:gd name="connsiteX9" fmla="*/ 99273 w 198847"/>
                <a:gd name="connsiteY9" fmla="*/ 398125 h 400217"/>
                <a:gd name="connsiteX10" fmla="*/ 31804 w 198847"/>
                <a:gd name="connsiteY10" fmla="*/ 388599 h 400217"/>
                <a:gd name="connsiteX11" fmla="*/ 3229 w 198847"/>
                <a:gd name="connsiteY11" fmla="*/ 317956 h 400217"/>
                <a:gd name="connsiteX0" fmla="*/ 191348 w 198847"/>
                <a:gd name="connsiteY0" fmla="*/ 61575 h 400745"/>
                <a:gd name="connsiteX1" fmla="*/ 153248 w 198847"/>
                <a:gd name="connsiteY1" fmla="*/ 7600 h 400745"/>
                <a:gd name="connsiteX2" fmla="*/ 70698 w 198847"/>
                <a:gd name="connsiteY2" fmla="*/ 4425 h 400745"/>
                <a:gd name="connsiteX3" fmla="*/ 10373 w 198847"/>
                <a:gd name="connsiteY3" fmla="*/ 45700 h 400745"/>
                <a:gd name="connsiteX4" fmla="*/ 7198 w 198847"/>
                <a:gd name="connsiteY4" fmla="*/ 140950 h 400745"/>
                <a:gd name="connsiteX5" fmla="*/ 83398 w 198847"/>
                <a:gd name="connsiteY5" fmla="*/ 185400 h 400745"/>
                <a:gd name="connsiteX6" fmla="*/ 169123 w 198847"/>
                <a:gd name="connsiteY6" fmla="*/ 226675 h 400745"/>
                <a:gd name="connsiteX7" fmla="*/ 198492 w 198847"/>
                <a:gd name="connsiteY7" fmla="*/ 283825 h 400745"/>
                <a:gd name="connsiteX8" fmla="*/ 179441 w 198847"/>
                <a:gd name="connsiteY8" fmla="*/ 360025 h 400745"/>
                <a:gd name="connsiteX9" fmla="*/ 99273 w 198847"/>
                <a:gd name="connsiteY9" fmla="*/ 398125 h 400745"/>
                <a:gd name="connsiteX10" fmla="*/ 31804 w 198847"/>
                <a:gd name="connsiteY10" fmla="*/ 388599 h 400745"/>
                <a:gd name="connsiteX11" fmla="*/ 3229 w 198847"/>
                <a:gd name="connsiteY11" fmla="*/ 317956 h 400745"/>
                <a:gd name="connsiteX0" fmla="*/ 191348 w 199158"/>
                <a:gd name="connsiteY0" fmla="*/ 61575 h 400393"/>
                <a:gd name="connsiteX1" fmla="*/ 153248 w 199158"/>
                <a:gd name="connsiteY1" fmla="*/ 7600 h 400393"/>
                <a:gd name="connsiteX2" fmla="*/ 70698 w 199158"/>
                <a:gd name="connsiteY2" fmla="*/ 4425 h 400393"/>
                <a:gd name="connsiteX3" fmla="*/ 10373 w 199158"/>
                <a:gd name="connsiteY3" fmla="*/ 45700 h 400393"/>
                <a:gd name="connsiteX4" fmla="*/ 7198 w 199158"/>
                <a:gd name="connsiteY4" fmla="*/ 140950 h 400393"/>
                <a:gd name="connsiteX5" fmla="*/ 83398 w 199158"/>
                <a:gd name="connsiteY5" fmla="*/ 185400 h 400393"/>
                <a:gd name="connsiteX6" fmla="*/ 169123 w 199158"/>
                <a:gd name="connsiteY6" fmla="*/ 226675 h 400393"/>
                <a:gd name="connsiteX7" fmla="*/ 198492 w 199158"/>
                <a:gd name="connsiteY7" fmla="*/ 283825 h 400393"/>
                <a:gd name="connsiteX8" fmla="*/ 181822 w 199158"/>
                <a:gd name="connsiteY8" fmla="*/ 364788 h 400393"/>
                <a:gd name="connsiteX9" fmla="*/ 99273 w 199158"/>
                <a:gd name="connsiteY9" fmla="*/ 398125 h 400393"/>
                <a:gd name="connsiteX10" fmla="*/ 31804 w 199158"/>
                <a:gd name="connsiteY10" fmla="*/ 388599 h 400393"/>
                <a:gd name="connsiteX11" fmla="*/ 3229 w 199158"/>
                <a:gd name="connsiteY11" fmla="*/ 317956 h 400393"/>
                <a:gd name="connsiteX0" fmla="*/ 191348 w 199158"/>
                <a:gd name="connsiteY0" fmla="*/ 61575 h 398784"/>
                <a:gd name="connsiteX1" fmla="*/ 153248 w 199158"/>
                <a:gd name="connsiteY1" fmla="*/ 7600 h 398784"/>
                <a:gd name="connsiteX2" fmla="*/ 70698 w 199158"/>
                <a:gd name="connsiteY2" fmla="*/ 4425 h 398784"/>
                <a:gd name="connsiteX3" fmla="*/ 10373 w 199158"/>
                <a:gd name="connsiteY3" fmla="*/ 45700 h 398784"/>
                <a:gd name="connsiteX4" fmla="*/ 7198 w 199158"/>
                <a:gd name="connsiteY4" fmla="*/ 140950 h 398784"/>
                <a:gd name="connsiteX5" fmla="*/ 83398 w 199158"/>
                <a:gd name="connsiteY5" fmla="*/ 185400 h 398784"/>
                <a:gd name="connsiteX6" fmla="*/ 169123 w 199158"/>
                <a:gd name="connsiteY6" fmla="*/ 226675 h 398784"/>
                <a:gd name="connsiteX7" fmla="*/ 198492 w 199158"/>
                <a:gd name="connsiteY7" fmla="*/ 283825 h 398784"/>
                <a:gd name="connsiteX8" fmla="*/ 181822 w 199158"/>
                <a:gd name="connsiteY8" fmla="*/ 364788 h 398784"/>
                <a:gd name="connsiteX9" fmla="*/ 99273 w 199158"/>
                <a:gd name="connsiteY9" fmla="*/ 398125 h 398784"/>
                <a:gd name="connsiteX10" fmla="*/ 36566 w 199158"/>
                <a:gd name="connsiteY10" fmla="*/ 381456 h 398784"/>
                <a:gd name="connsiteX11" fmla="*/ 3229 w 199158"/>
                <a:gd name="connsiteY11" fmla="*/ 317956 h 398784"/>
                <a:gd name="connsiteX0" fmla="*/ 191348 w 198664"/>
                <a:gd name="connsiteY0" fmla="*/ 61575 h 398920"/>
                <a:gd name="connsiteX1" fmla="*/ 153248 w 198664"/>
                <a:gd name="connsiteY1" fmla="*/ 7600 h 398920"/>
                <a:gd name="connsiteX2" fmla="*/ 70698 w 198664"/>
                <a:gd name="connsiteY2" fmla="*/ 4425 h 398920"/>
                <a:gd name="connsiteX3" fmla="*/ 10373 w 198664"/>
                <a:gd name="connsiteY3" fmla="*/ 45700 h 398920"/>
                <a:gd name="connsiteX4" fmla="*/ 7198 w 198664"/>
                <a:gd name="connsiteY4" fmla="*/ 140950 h 398920"/>
                <a:gd name="connsiteX5" fmla="*/ 83398 w 198664"/>
                <a:gd name="connsiteY5" fmla="*/ 185400 h 398920"/>
                <a:gd name="connsiteX6" fmla="*/ 169123 w 198664"/>
                <a:gd name="connsiteY6" fmla="*/ 226675 h 398920"/>
                <a:gd name="connsiteX7" fmla="*/ 198492 w 198664"/>
                <a:gd name="connsiteY7" fmla="*/ 283825 h 398920"/>
                <a:gd name="connsiteX8" fmla="*/ 177059 w 198664"/>
                <a:gd name="connsiteY8" fmla="*/ 362406 h 398920"/>
                <a:gd name="connsiteX9" fmla="*/ 99273 w 198664"/>
                <a:gd name="connsiteY9" fmla="*/ 398125 h 398920"/>
                <a:gd name="connsiteX10" fmla="*/ 36566 w 198664"/>
                <a:gd name="connsiteY10" fmla="*/ 381456 h 398920"/>
                <a:gd name="connsiteX11" fmla="*/ 3229 w 198664"/>
                <a:gd name="connsiteY11" fmla="*/ 317956 h 398920"/>
                <a:gd name="connsiteX0" fmla="*/ 200873 w 200873"/>
                <a:gd name="connsiteY0" fmla="*/ 64090 h 399054"/>
                <a:gd name="connsiteX1" fmla="*/ 153248 w 200873"/>
                <a:gd name="connsiteY1" fmla="*/ 7734 h 399054"/>
                <a:gd name="connsiteX2" fmla="*/ 70698 w 200873"/>
                <a:gd name="connsiteY2" fmla="*/ 4559 h 399054"/>
                <a:gd name="connsiteX3" fmla="*/ 10373 w 200873"/>
                <a:gd name="connsiteY3" fmla="*/ 45834 h 399054"/>
                <a:gd name="connsiteX4" fmla="*/ 7198 w 200873"/>
                <a:gd name="connsiteY4" fmla="*/ 141084 h 399054"/>
                <a:gd name="connsiteX5" fmla="*/ 83398 w 200873"/>
                <a:gd name="connsiteY5" fmla="*/ 185534 h 399054"/>
                <a:gd name="connsiteX6" fmla="*/ 169123 w 200873"/>
                <a:gd name="connsiteY6" fmla="*/ 226809 h 399054"/>
                <a:gd name="connsiteX7" fmla="*/ 198492 w 200873"/>
                <a:gd name="connsiteY7" fmla="*/ 283959 h 399054"/>
                <a:gd name="connsiteX8" fmla="*/ 177059 w 200873"/>
                <a:gd name="connsiteY8" fmla="*/ 362540 h 399054"/>
                <a:gd name="connsiteX9" fmla="*/ 99273 w 200873"/>
                <a:gd name="connsiteY9" fmla="*/ 398259 h 399054"/>
                <a:gd name="connsiteX10" fmla="*/ 36566 w 200873"/>
                <a:gd name="connsiteY10" fmla="*/ 381590 h 399054"/>
                <a:gd name="connsiteX11" fmla="*/ 3229 w 200873"/>
                <a:gd name="connsiteY11" fmla="*/ 318090 h 399054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67534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300628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2152 h 396415"/>
                <a:gd name="connsiteX1" fmla="*/ 153248 w 200873"/>
                <a:gd name="connsiteY1" fmla="*/ 10558 h 396415"/>
                <a:gd name="connsiteX2" fmla="*/ 70698 w 200873"/>
                <a:gd name="connsiteY2" fmla="*/ 2621 h 396415"/>
                <a:gd name="connsiteX3" fmla="*/ 10373 w 200873"/>
                <a:gd name="connsiteY3" fmla="*/ 43896 h 396415"/>
                <a:gd name="connsiteX4" fmla="*/ 7198 w 200873"/>
                <a:gd name="connsiteY4" fmla="*/ 139146 h 396415"/>
                <a:gd name="connsiteX5" fmla="*/ 83398 w 200873"/>
                <a:gd name="connsiteY5" fmla="*/ 183596 h 396415"/>
                <a:gd name="connsiteX6" fmla="*/ 169123 w 200873"/>
                <a:gd name="connsiteY6" fmla="*/ 224871 h 396415"/>
                <a:gd name="connsiteX7" fmla="*/ 198492 w 200873"/>
                <a:gd name="connsiteY7" fmla="*/ 298690 h 396415"/>
                <a:gd name="connsiteX8" fmla="*/ 172297 w 200873"/>
                <a:gd name="connsiteY8" fmla="*/ 374890 h 396415"/>
                <a:gd name="connsiteX9" fmla="*/ 99273 w 200873"/>
                <a:gd name="connsiteY9" fmla="*/ 396321 h 396415"/>
                <a:gd name="connsiteX10" fmla="*/ 36566 w 200873"/>
                <a:gd name="connsiteY10" fmla="*/ 379652 h 396415"/>
                <a:gd name="connsiteX11" fmla="*/ 3229 w 200873"/>
                <a:gd name="connsiteY11" fmla="*/ 316152 h 39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873" h="396415">
                  <a:moveTo>
                    <a:pt x="200873" y="62152"/>
                  </a:moveTo>
                  <a:cubicBezTo>
                    <a:pt x="191877" y="39927"/>
                    <a:pt x="174944" y="20480"/>
                    <a:pt x="153248" y="10558"/>
                  </a:cubicBezTo>
                  <a:cubicBezTo>
                    <a:pt x="131552" y="636"/>
                    <a:pt x="94510" y="-2935"/>
                    <a:pt x="70698" y="2621"/>
                  </a:cubicBezTo>
                  <a:cubicBezTo>
                    <a:pt x="46886" y="8177"/>
                    <a:pt x="20956" y="21142"/>
                    <a:pt x="10373" y="43896"/>
                  </a:cubicBezTo>
                  <a:cubicBezTo>
                    <a:pt x="-210" y="66650"/>
                    <a:pt x="-4973" y="115863"/>
                    <a:pt x="7198" y="139146"/>
                  </a:cubicBezTo>
                  <a:cubicBezTo>
                    <a:pt x="19369" y="162429"/>
                    <a:pt x="56410" y="169309"/>
                    <a:pt x="83398" y="183596"/>
                  </a:cubicBezTo>
                  <a:cubicBezTo>
                    <a:pt x="110385" y="197884"/>
                    <a:pt x="149941" y="205689"/>
                    <a:pt x="169123" y="224871"/>
                  </a:cubicBezTo>
                  <a:cubicBezTo>
                    <a:pt x="188305" y="244053"/>
                    <a:pt x="197963" y="273687"/>
                    <a:pt x="198492" y="298690"/>
                  </a:cubicBezTo>
                  <a:cubicBezTo>
                    <a:pt x="199021" y="323693"/>
                    <a:pt x="188833" y="358618"/>
                    <a:pt x="172297" y="374890"/>
                  </a:cubicBezTo>
                  <a:cubicBezTo>
                    <a:pt x="155761" y="391162"/>
                    <a:pt x="121895" y="395527"/>
                    <a:pt x="99273" y="396321"/>
                  </a:cubicBezTo>
                  <a:cubicBezTo>
                    <a:pt x="76651" y="397115"/>
                    <a:pt x="52573" y="393014"/>
                    <a:pt x="36566" y="379652"/>
                  </a:cubicBezTo>
                  <a:cubicBezTo>
                    <a:pt x="20559" y="366291"/>
                    <a:pt x="6404" y="342875"/>
                    <a:pt x="3229" y="316152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4" name="文本框 293">
            <a:extLst>
              <a:ext uri="{FF2B5EF4-FFF2-40B4-BE49-F238E27FC236}">
                <a16:creationId xmlns:a16="http://schemas.microsoft.com/office/drawing/2014/main" id="{4F5C70C1-FC92-4E0E-8DF0-3B93B614B2F2}"/>
              </a:ext>
            </a:extLst>
          </p:cNvPr>
          <p:cNvSpPr txBox="1"/>
          <p:nvPr/>
        </p:nvSpPr>
        <p:spPr>
          <a:xfrm>
            <a:off x="1077097" y="379921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小磁铁</a:t>
            </a:r>
          </a:p>
        </p:txBody>
      </p:sp>
      <p:sp>
        <p:nvSpPr>
          <p:cNvPr id="296" name="文本框 295">
            <a:extLst>
              <a:ext uri="{FF2B5EF4-FFF2-40B4-BE49-F238E27FC236}">
                <a16:creationId xmlns:a16="http://schemas.microsoft.com/office/drawing/2014/main" id="{CD2F968C-AA5F-47A5-8A80-06E0927BEDF3}"/>
              </a:ext>
            </a:extLst>
          </p:cNvPr>
          <p:cNvSpPr txBox="1"/>
          <p:nvPr/>
        </p:nvSpPr>
        <p:spPr>
          <a:xfrm>
            <a:off x="4644897" y="98872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磁畴有序排列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A46AB7-D31B-47E0-9311-3DCCFA098125}"/>
              </a:ext>
            </a:extLst>
          </p:cNvPr>
          <p:cNvSpPr txBox="1"/>
          <p:nvPr/>
        </p:nvSpPr>
        <p:spPr>
          <a:xfrm>
            <a:off x="4955909" y="38055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永磁体</a:t>
            </a:r>
          </a:p>
        </p:txBody>
      </p:sp>
    </p:spTree>
    <p:extLst>
      <p:ext uri="{BB962C8B-B14F-4D97-AF65-F5344CB8AC3E}">
        <p14:creationId xmlns:p14="http://schemas.microsoft.com/office/powerpoint/2010/main" val="1923001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863D913-3C21-4686-AA30-48884C63B3B9}"/>
              </a:ext>
            </a:extLst>
          </p:cNvPr>
          <p:cNvGrpSpPr/>
          <p:nvPr/>
        </p:nvGrpSpPr>
        <p:grpSpPr>
          <a:xfrm>
            <a:off x="3497099" y="4519761"/>
            <a:ext cx="3865257" cy="823452"/>
            <a:chOff x="2304584" y="2905126"/>
            <a:chExt cx="6260847" cy="1001554"/>
          </a:xfrm>
        </p:grpSpPr>
        <p:sp>
          <p:nvSpPr>
            <p:cNvPr id="100" name="任意多边形 12">
              <a:extLst>
                <a:ext uri="{FF2B5EF4-FFF2-40B4-BE49-F238E27FC236}">
                  <a16:creationId xmlns:a16="http://schemas.microsoft.com/office/drawing/2014/main" id="{253312F7-FE67-4FAD-8D6F-E1DA3E8B143E}"/>
                </a:ext>
              </a:extLst>
            </p:cNvPr>
            <p:cNvSpPr/>
            <p:nvPr/>
          </p:nvSpPr>
          <p:spPr>
            <a:xfrm>
              <a:off x="3400424" y="3124201"/>
              <a:ext cx="4305298" cy="704850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17732D53-2F0F-4D13-9C3C-5DA0AD6D608A}"/>
                </a:ext>
              </a:extLst>
            </p:cNvPr>
            <p:cNvSpPr/>
            <p:nvPr/>
          </p:nvSpPr>
          <p:spPr>
            <a:xfrm>
              <a:off x="5553073" y="3124201"/>
              <a:ext cx="2152649" cy="704850"/>
            </a:xfrm>
            <a:prstGeom prst="rect">
              <a:avLst/>
            </a:prstGeom>
            <a:solidFill>
              <a:srgbClr val="85B4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任意多边形 19">
              <a:extLst>
                <a:ext uri="{FF2B5EF4-FFF2-40B4-BE49-F238E27FC236}">
                  <a16:creationId xmlns:a16="http://schemas.microsoft.com/office/drawing/2014/main" id="{7BB3A292-27E4-4E4C-AE0C-C76D9C7102AA}"/>
                </a:ext>
              </a:extLst>
            </p:cNvPr>
            <p:cNvSpPr/>
            <p:nvPr/>
          </p:nvSpPr>
          <p:spPr>
            <a:xfrm>
              <a:off x="5337174" y="2905126"/>
              <a:ext cx="2368547" cy="219075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任意多边形 20">
              <a:extLst>
                <a:ext uri="{FF2B5EF4-FFF2-40B4-BE49-F238E27FC236}">
                  <a16:creationId xmlns:a16="http://schemas.microsoft.com/office/drawing/2014/main" id="{18175838-8623-4179-B17F-669886F3028E}"/>
                </a:ext>
              </a:extLst>
            </p:cNvPr>
            <p:cNvSpPr/>
            <p:nvPr/>
          </p:nvSpPr>
          <p:spPr>
            <a:xfrm>
              <a:off x="3184525" y="2905126"/>
              <a:ext cx="2368547" cy="219075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任意多边形 26">
              <a:extLst>
                <a:ext uri="{FF2B5EF4-FFF2-40B4-BE49-F238E27FC236}">
                  <a16:creationId xmlns:a16="http://schemas.microsoft.com/office/drawing/2014/main" id="{4350E00A-9691-44F0-BC57-2B474715B6AE}"/>
                </a:ext>
              </a:extLst>
            </p:cNvPr>
            <p:cNvSpPr/>
            <p:nvPr/>
          </p:nvSpPr>
          <p:spPr>
            <a:xfrm>
              <a:off x="3184524" y="2912088"/>
              <a:ext cx="215899" cy="916963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18E56A14-B84D-475C-A51A-0E37163673D9}"/>
                </a:ext>
              </a:extLst>
            </p:cNvPr>
            <p:cNvGrpSpPr/>
            <p:nvPr/>
          </p:nvGrpSpPr>
          <p:grpSpPr>
            <a:xfrm>
              <a:off x="3616322" y="3283926"/>
              <a:ext cx="215265" cy="365760"/>
              <a:chOff x="4058285" y="3817620"/>
              <a:chExt cx="215265" cy="365760"/>
            </a:xfrm>
          </p:grpSpPr>
          <p:cxnSp>
            <p:nvCxnSpPr>
              <p:cNvPr id="121" name="直接连接符 120">
                <a:extLst>
                  <a:ext uri="{FF2B5EF4-FFF2-40B4-BE49-F238E27FC236}">
                    <a16:creationId xmlns:a16="http://schemas.microsoft.com/office/drawing/2014/main" id="{4D98F0A5-2DD9-4732-A02A-BCB65CD6531A}"/>
                  </a:ext>
                </a:extLst>
              </p:cNvPr>
              <p:cNvCxnSpPr/>
              <p:nvPr/>
            </p:nvCxnSpPr>
            <p:spPr>
              <a:xfrm>
                <a:off x="4058285" y="3817620"/>
                <a:ext cx="0" cy="36576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>
                <a:extLst>
                  <a:ext uri="{FF2B5EF4-FFF2-40B4-BE49-F238E27FC236}">
                    <a16:creationId xmlns:a16="http://schemas.microsoft.com/office/drawing/2014/main" id="{80EC4F84-41B8-49E4-9D43-9FDE4D791774}"/>
                  </a:ext>
                </a:extLst>
              </p:cNvPr>
              <p:cNvCxnSpPr/>
              <p:nvPr/>
            </p:nvCxnSpPr>
            <p:spPr>
              <a:xfrm>
                <a:off x="4060190" y="3822065"/>
                <a:ext cx="213360" cy="35814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>
                <a:extLst>
                  <a:ext uri="{FF2B5EF4-FFF2-40B4-BE49-F238E27FC236}">
                    <a16:creationId xmlns:a16="http://schemas.microsoft.com/office/drawing/2014/main" id="{32CB796C-AA6D-4648-BA5A-C76DB77C059E}"/>
                  </a:ext>
                </a:extLst>
              </p:cNvPr>
              <p:cNvCxnSpPr/>
              <p:nvPr/>
            </p:nvCxnSpPr>
            <p:spPr>
              <a:xfrm>
                <a:off x="4273550" y="3817620"/>
                <a:ext cx="0" cy="36576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6" name="任意多边形 44">
              <a:extLst>
                <a:ext uri="{FF2B5EF4-FFF2-40B4-BE49-F238E27FC236}">
                  <a16:creationId xmlns:a16="http://schemas.microsoft.com/office/drawing/2014/main" id="{737CE610-B60A-4D28-BC15-48B405D771E4}"/>
                </a:ext>
              </a:extLst>
            </p:cNvPr>
            <p:cNvSpPr/>
            <p:nvPr/>
          </p:nvSpPr>
          <p:spPr>
            <a:xfrm>
              <a:off x="7286622" y="3285096"/>
              <a:ext cx="215265" cy="363419"/>
            </a:xfrm>
            <a:custGeom>
              <a:avLst/>
              <a:gdLst>
                <a:gd name="connsiteX0" fmla="*/ 209550 w 220116"/>
                <a:gd name="connsiteY0" fmla="*/ 61575 h 395155"/>
                <a:gd name="connsiteX1" fmla="*/ 171450 w 220116"/>
                <a:gd name="connsiteY1" fmla="*/ 7600 h 395155"/>
                <a:gd name="connsiteX2" fmla="*/ 88900 w 220116"/>
                <a:gd name="connsiteY2" fmla="*/ 4425 h 395155"/>
                <a:gd name="connsiteX3" fmla="*/ 28575 w 220116"/>
                <a:gd name="connsiteY3" fmla="*/ 45700 h 395155"/>
                <a:gd name="connsiteX4" fmla="*/ 25400 w 220116"/>
                <a:gd name="connsiteY4" fmla="*/ 140950 h 395155"/>
                <a:gd name="connsiteX5" fmla="*/ 101600 w 220116"/>
                <a:gd name="connsiteY5" fmla="*/ 185400 h 395155"/>
                <a:gd name="connsiteX6" fmla="*/ 187325 w 220116"/>
                <a:gd name="connsiteY6" fmla="*/ 226675 h 395155"/>
                <a:gd name="connsiteX7" fmla="*/ 219075 w 220116"/>
                <a:gd name="connsiteY7" fmla="*/ 283825 h 395155"/>
                <a:gd name="connsiteX8" fmla="*/ 209550 w 220116"/>
                <a:gd name="connsiteY8" fmla="*/ 369550 h 395155"/>
                <a:gd name="connsiteX9" fmla="*/ 180975 w 220116"/>
                <a:gd name="connsiteY9" fmla="*/ 388600 h 395155"/>
                <a:gd name="connsiteX10" fmla="*/ 95250 w 220116"/>
                <a:gd name="connsiteY10" fmla="*/ 394950 h 395155"/>
                <a:gd name="connsiteX11" fmla="*/ 22225 w 220116"/>
                <a:gd name="connsiteY11" fmla="*/ 382250 h 395155"/>
                <a:gd name="connsiteX12" fmla="*/ 0 w 220116"/>
                <a:gd name="connsiteY12" fmla="*/ 315575 h 395155"/>
                <a:gd name="connsiteX0" fmla="*/ 209550 w 220116"/>
                <a:gd name="connsiteY0" fmla="*/ 61575 h 395325"/>
                <a:gd name="connsiteX1" fmla="*/ 171450 w 220116"/>
                <a:gd name="connsiteY1" fmla="*/ 7600 h 395325"/>
                <a:gd name="connsiteX2" fmla="*/ 88900 w 220116"/>
                <a:gd name="connsiteY2" fmla="*/ 4425 h 395325"/>
                <a:gd name="connsiteX3" fmla="*/ 28575 w 220116"/>
                <a:gd name="connsiteY3" fmla="*/ 45700 h 395325"/>
                <a:gd name="connsiteX4" fmla="*/ 25400 w 220116"/>
                <a:gd name="connsiteY4" fmla="*/ 140950 h 395325"/>
                <a:gd name="connsiteX5" fmla="*/ 101600 w 220116"/>
                <a:gd name="connsiteY5" fmla="*/ 185400 h 395325"/>
                <a:gd name="connsiteX6" fmla="*/ 187325 w 220116"/>
                <a:gd name="connsiteY6" fmla="*/ 226675 h 395325"/>
                <a:gd name="connsiteX7" fmla="*/ 219075 w 220116"/>
                <a:gd name="connsiteY7" fmla="*/ 283825 h 395325"/>
                <a:gd name="connsiteX8" fmla="*/ 209550 w 220116"/>
                <a:gd name="connsiteY8" fmla="*/ 369550 h 395325"/>
                <a:gd name="connsiteX9" fmla="*/ 180975 w 220116"/>
                <a:gd name="connsiteY9" fmla="*/ 388600 h 395325"/>
                <a:gd name="connsiteX10" fmla="*/ 95250 w 220116"/>
                <a:gd name="connsiteY10" fmla="*/ 394950 h 395325"/>
                <a:gd name="connsiteX11" fmla="*/ 28575 w 220116"/>
                <a:gd name="connsiteY11" fmla="*/ 379075 h 395325"/>
                <a:gd name="connsiteX12" fmla="*/ 0 w 220116"/>
                <a:gd name="connsiteY12" fmla="*/ 315575 h 395325"/>
                <a:gd name="connsiteX0" fmla="*/ 209550 w 223457"/>
                <a:gd name="connsiteY0" fmla="*/ 61575 h 394950"/>
                <a:gd name="connsiteX1" fmla="*/ 171450 w 223457"/>
                <a:gd name="connsiteY1" fmla="*/ 7600 h 394950"/>
                <a:gd name="connsiteX2" fmla="*/ 88900 w 223457"/>
                <a:gd name="connsiteY2" fmla="*/ 4425 h 394950"/>
                <a:gd name="connsiteX3" fmla="*/ 28575 w 223457"/>
                <a:gd name="connsiteY3" fmla="*/ 45700 h 394950"/>
                <a:gd name="connsiteX4" fmla="*/ 25400 w 223457"/>
                <a:gd name="connsiteY4" fmla="*/ 140950 h 394950"/>
                <a:gd name="connsiteX5" fmla="*/ 101600 w 223457"/>
                <a:gd name="connsiteY5" fmla="*/ 185400 h 394950"/>
                <a:gd name="connsiteX6" fmla="*/ 187325 w 223457"/>
                <a:gd name="connsiteY6" fmla="*/ 226675 h 394950"/>
                <a:gd name="connsiteX7" fmla="*/ 219075 w 223457"/>
                <a:gd name="connsiteY7" fmla="*/ 283825 h 394950"/>
                <a:gd name="connsiteX8" fmla="*/ 209550 w 223457"/>
                <a:gd name="connsiteY8" fmla="*/ 369550 h 394950"/>
                <a:gd name="connsiteX9" fmla="*/ 95250 w 223457"/>
                <a:gd name="connsiteY9" fmla="*/ 394950 h 394950"/>
                <a:gd name="connsiteX10" fmla="*/ 28575 w 223457"/>
                <a:gd name="connsiteY10" fmla="*/ 379075 h 394950"/>
                <a:gd name="connsiteX11" fmla="*/ 0 w 223457"/>
                <a:gd name="connsiteY11" fmla="*/ 315575 h 394950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351"/>
                <a:gd name="connsiteY0" fmla="*/ 61575 h 398447"/>
                <a:gd name="connsiteX1" fmla="*/ 171450 w 219351"/>
                <a:gd name="connsiteY1" fmla="*/ 7600 h 398447"/>
                <a:gd name="connsiteX2" fmla="*/ 88900 w 219351"/>
                <a:gd name="connsiteY2" fmla="*/ 4425 h 398447"/>
                <a:gd name="connsiteX3" fmla="*/ 28575 w 219351"/>
                <a:gd name="connsiteY3" fmla="*/ 45700 h 398447"/>
                <a:gd name="connsiteX4" fmla="*/ 25400 w 219351"/>
                <a:gd name="connsiteY4" fmla="*/ 140950 h 398447"/>
                <a:gd name="connsiteX5" fmla="*/ 101600 w 219351"/>
                <a:gd name="connsiteY5" fmla="*/ 185400 h 398447"/>
                <a:gd name="connsiteX6" fmla="*/ 187325 w 219351"/>
                <a:gd name="connsiteY6" fmla="*/ 226675 h 398447"/>
                <a:gd name="connsiteX7" fmla="*/ 219075 w 219351"/>
                <a:gd name="connsiteY7" fmla="*/ 283825 h 398447"/>
                <a:gd name="connsiteX8" fmla="*/ 197643 w 219351"/>
                <a:gd name="connsiteY8" fmla="*/ 367168 h 398447"/>
                <a:gd name="connsiteX9" fmla="*/ 117475 w 219351"/>
                <a:gd name="connsiteY9" fmla="*/ 398125 h 398447"/>
                <a:gd name="connsiteX10" fmla="*/ 28575 w 219351"/>
                <a:gd name="connsiteY10" fmla="*/ 379075 h 398447"/>
                <a:gd name="connsiteX11" fmla="*/ 0 w 219351"/>
                <a:gd name="connsiteY11" fmla="*/ 315575 h 398447"/>
                <a:gd name="connsiteX0" fmla="*/ 209550 w 217049"/>
                <a:gd name="connsiteY0" fmla="*/ 61575 h 398447"/>
                <a:gd name="connsiteX1" fmla="*/ 171450 w 217049"/>
                <a:gd name="connsiteY1" fmla="*/ 7600 h 398447"/>
                <a:gd name="connsiteX2" fmla="*/ 88900 w 217049"/>
                <a:gd name="connsiteY2" fmla="*/ 4425 h 398447"/>
                <a:gd name="connsiteX3" fmla="*/ 28575 w 217049"/>
                <a:gd name="connsiteY3" fmla="*/ 45700 h 398447"/>
                <a:gd name="connsiteX4" fmla="*/ 25400 w 217049"/>
                <a:gd name="connsiteY4" fmla="*/ 140950 h 398447"/>
                <a:gd name="connsiteX5" fmla="*/ 101600 w 217049"/>
                <a:gd name="connsiteY5" fmla="*/ 185400 h 398447"/>
                <a:gd name="connsiteX6" fmla="*/ 187325 w 217049"/>
                <a:gd name="connsiteY6" fmla="*/ 226675 h 398447"/>
                <a:gd name="connsiteX7" fmla="*/ 216694 w 217049"/>
                <a:gd name="connsiteY7" fmla="*/ 283825 h 398447"/>
                <a:gd name="connsiteX8" fmla="*/ 197643 w 217049"/>
                <a:gd name="connsiteY8" fmla="*/ 367168 h 398447"/>
                <a:gd name="connsiteX9" fmla="*/ 117475 w 217049"/>
                <a:gd name="connsiteY9" fmla="*/ 398125 h 398447"/>
                <a:gd name="connsiteX10" fmla="*/ 28575 w 217049"/>
                <a:gd name="connsiteY10" fmla="*/ 379075 h 398447"/>
                <a:gd name="connsiteX11" fmla="*/ 0 w 217049"/>
                <a:gd name="connsiteY11" fmla="*/ 315575 h 398447"/>
                <a:gd name="connsiteX0" fmla="*/ 209550 w 217049"/>
                <a:gd name="connsiteY0" fmla="*/ 61575 h 399559"/>
                <a:gd name="connsiteX1" fmla="*/ 171450 w 217049"/>
                <a:gd name="connsiteY1" fmla="*/ 7600 h 399559"/>
                <a:gd name="connsiteX2" fmla="*/ 88900 w 217049"/>
                <a:gd name="connsiteY2" fmla="*/ 4425 h 399559"/>
                <a:gd name="connsiteX3" fmla="*/ 28575 w 217049"/>
                <a:gd name="connsiteY3" fmla="*/ 45700 h 399559"/>
                <a:gd name="connsiteX4" fmla="*/ 25400 w 217049"/>
                <a:gd name="connsiteY4" fmla="*/ 140950 h 399559"/>
                <a:gd name="connsiteX5" fmla="*/ 101600 w 217049"/>
                <a:gd name="connsiteY5" fmla="*/ 185400 h 399559"/>
                <a:gd name="connsiteX6" fmla="*/ 187325 w 217049"/>
                <a:gd name="connsiteY6" fmla="*/ 226675 h 399559"/>
                <a:gd name="connsiteX7" fmla="*/ 216694 w 217049"/>
                <a:gd name="connsiteY7" fmla="*/ 283825 h 399559"/>
                <a:gd name="connsiteX8" fmla="*/ 197643 w 217049"/>
                <a:gd name="connsiteY8" fmla="*/ 367168 h 399559"/>
                <a:gd name="connsiteX9" fmla="*/ 117475 w 217049"/>
                <a:gd name="connsiteY9" fmla="*/ 398125 h 399559"/>
                <a:gd name="connsiteX10" fmla="*/ 40481 w 217049"/>
                <a:gd name="connsiteY10" fmla="*/ 386218 h 399559"/>
                <a:gd name="connsiteX11" fmla="*/ 0 w 217049"/>
                <a:gd name="connsiteY11" fmla="*/ 315575 h 399559"/>
                <a:gd name="connsiteX0" fmla="*/ 195263 w 202762"/>
                <a:gd name="connsiteY0" fmla="*/ 61575 h 399493"/>
                <a:gd name="connsiteX1" fmla="*/ 157163 w 202762"/>
                <a:gd name="connsiteY1" fmla="*/ 7600 h 399493"/>
                <a:gd name="connsiteX2" fmla="*/ 74613 w 202762"/>
                <a:gd name="connsiteY2" fmla="*/ 4425 h 399493"/>
                <a:gd name="connsiteX3" fmla="*/ 14288 w 202762"/>
                <a:gd name="connsiteY3" fmla="*/ 45700 h 399493"/>
                <a:gd name="connsiteX4" fmla="*/ 11113 w 202762"/>
                <a:gd name="connsiteY4" fmla="*/ 140950 h 399493"/>
                <a:gd name="connsiteX5" fmla="*/ 87313 w 202762"/>
                <a:gd name="connsiteY5" fmla="*/ 185400 h 399493"/>
                <a:gd name="connsiteX6" fmla="*/ 173038 w 202762"/>
                <a:gd name="connsiteY6" fmla="*/ 226675 h 399493"/>
                <a:gd name="connsiteX7" fmla="*/ 202407 w 202762"/>
                <a:gd name="connsiteY7" fmla="*/ 283825 h 399493"/>
                <a:gd name="connsiteX8" fmla="*/ 183356 w 202762"/>
                <a:gd name="connsiteY8" fmla="*/ 367168 h 399493"/>
                <a:gd name="connsiteX9" fmla="*/ 103188 w 202762"/>
                <a:gd name="connsiteY9" fmla="*/ 398125 h 399493"/>
                <a:gd name="connsiteX10" fmla="*/ 26194 w 202762"/>
                <a:gd name="connsiteY10" fmla="*/ 386218 h 399493"/>
                <a:gd name="connsiteX11" fmla="*/ 0 w 202762"/>
                <a:gd name="connsiteY11" fmla="*/ 317956 h 399493"/>
                <a:gd name="connsiteX0" fmla="*/ 191348 w 198847"/>
                <a:gd name="connsiteY0" fmla="*/ 61575 h 399493"/>
                <a:gd name="connsiteX1" fmla="*/ 153248 w 198847"/>
                <a:gd name="connsiteY1" fmla="*/ 7600 h 399493"/>
                <a:gd name="connsiteX2" fmla="*/ 70698 w 198847"/>
                <a:gd name="connsiteY2" fmla="*/ 4425 h 399493"/>
                <a:gd name="connsiteX3" fmla="*/ 10373 w 198847"/>
                <a:gd name="connsiteY3" fmla="*/ 45700 h 399493"/>
                <a:gd name="connsiteX4" fmla="*/ 7198 w 198847"/>
                <a:gd name="connsiteY4" fmla="*/ 140950 h 399493"/>
                <a:gd name="connsiteX5" fmla="*/ 83398 w 198847"/>
                <a:gd name="connsiteY5" fmla="*/ 185400 h 399493"/>
                <a:gd name="connsiteX6" fmla="*/ 169123 w 198847"/>
                <a:gd name="connsiteY6" fmla="*/ 226675 h 399493"/>
                <a:gd name="connsiteX7" fmla="*/ 198492 w 198847"/>
                <a:gd name="connsiteY7" fmla="*/ 283825 h 399493"/>
                <a:gd name="connsiteX8" fmla="*/ 179441 w 198847"/>
                <a:gd name="connsiteY8" fmla="*/ 367168 h 399493"/>
                <a:gd name="connsiteX9" fmla="*/ 99273 w 198847"/>
                <a:gd name="connsiteY9" fmla="*/ 398125 h 399493"/>
                <a:gd name="connsiteX10" fmla="*/ 22279 w 198847"/>
                <a:gd name="connsiteY10" fmla="*/ 386218 h 399493"/>
                <a:gd name="connsiteX11" fmla="*/ 3229 w 198847"/>
                <a:gd name="connsiteY11" fmla="*/ 317956 h 399493"/>
                <a:gd name="connsiteX0" fmla="*/ 191348 w 198847"/>
                <a:gd name="connsiteY0" fmla="*/ 61575 h 400217"/>
                <a:gd name="connsiteX1" fmla="*/ 153248 w 198847"/>
                <a:gd name="connsiteY1" fmla="*/ 7600 h 400217"/>
                <a:gd name="connsiteX2" fmla="*/ 70698 w 198847"/>
                <a:gd name="connsiteY2" fmla="*/ 4425 h 400217"/>
                <a:gd name="connsiteX3" fmla="*/ 10373 w 198847"/>
                <a:gd name="connsiteY3" fmla="*/ 45700 h 400217"/>
                <a:gd name="connsiteX4" fmla="*/ 7198 w 198847"/>
                <a:gd name="connsiteY4" fmla="*/ 140950 h 400217"/>
                <a:gd name="connsiteX5" fmla="*/ 83398 w 198847"/>
                <a:gd name="connsiteY5" fmla="*/ 185400 h 400217"/>
                <a:gd name="connsiteX6" fmla="*/ 169123 w 198847"/>
                <a:gd name="connsiteY6" fmla="*/ 226675 h 400217"/>
                <a:gd name="connsiteX7" fmla="*/ 198492 w 198847"/>
                <a:gd name="connsiteY7" fmla="*/ 283825 h 400217"/>
                <a:gd name="connsiteX8" fmla="*/ 179441 w 198847"/>
                <a:gd name="connsiteY8" fmla="*/ 367168 h 400217"/>
                <a:gd name="connsiteX9" fmla="*/ 99273 w 198847"/>
                <a:gd name="connsiteY9" fmla="*/ 398125 h 400217"/>
                <a:gd name="connsiteX10" fmla="*/ 31804 w 198847"/>
                <a:gd name="connsiteY10" fmla="*/ 388599 h 400217"/>
                <a:gd name="connsiteX11" fmla="*/ 3229 w 198847"/>
                <a:gd name="connsiteY11" fmla="*/ 317956 h 400217"/>
                <a:gd name="connsiteX0" fmla="*/ 191348 w 198847"/>
                <a:gd name="connsiteY0" fmla="*/ 61575 h 400745"/>
                <a:gd name="connsiteX1" fmla="*/ 153248 w 198847"/>
                <a:gd name="connsiteY1" fmla="*/ 7600 h 400745"/>
                <a:gd name="connsiteX2" fmla="*/ 70698 w 198847"/>
                <a:gd name="connsiteY2" fmla="*/ 4425 h 400745"/>
                <a:gd name="connsiteX3" fmla="*/ 10373 w 198847"/>
                <a:gd name="connsiteY3" fmla="*/ 45700 h 400745"/>
                <a:gd name="connsiteX4" fmla="*/ 7198 w 198847"/>
                <a:gd name="connsiteY4" fmla="*/ 140950 h 400745"/>
                <a:gd name="connsiteX5" fmla="*/ 83398 w 198847"/>
                <a:gd name="connsiteY5" fmla="*/ 185400 h 400745"/>
                <a:gd name="connsiteX6" fmla="*/ 169123 w 198847"/>
                <a:gd name="connsiteY6" fmla="*/ 226675 h 400745"/>
                <a:gd name="connsiteX7" fmla="*/ 198492 w 198847"/>
                <a:gd name="connsiteY7" fmla="*/ 283825 h 400745"/>
                <a:gd name="connsiteX8" fmla="*/ 179441 w 198847"/>
                <a:gd name="connsiteY8" fmla="*/ 360025 h 400745"/>
                <a:gd name="connsiteX9" fmla="*/ 99273 w 198847"/>
                <a:gd name="connsiteY9" fmla="*/ 398125 h 400745"/>
                <a:gd name="connsiteX10" fmla="*/ 31804 w 198847"/>
                <a:gd name="connsiteY10" fmla="*/ 388599 h 400745"/>
                <a:gd name="connsiteX11" fmla="*/ 3229 w 198847"/>
                <a:gd name="connsiteY11" fmla="*/ 317956 h 400745"/>
                <a:gd name="connsiteX0" fmla="*/ 191348 w 199158"/>
                <a:gd name="connsiteY0" fmla="*/ 61575 h 400393"/>
                <a:gd name="connsiteX1" fmla="*/ 153248 w 199158"/>
                <a:gd name="connsiteY1" fmla="*/ 7600 h 400393"/>
                <a:gd name="connsiteX2" fmla="*/ 70698 w 199158"/>
                <a:gd name="connsiteY2" fmla="*/ 4425 h 400393"/>
                <a:gd name="connsiteX3" fmla="*/ 10373 w 199158"/>
                <a:gd name="connsiteY3" fmla="*/ 45700 h 400393"/>
                <a:gd name="connsiteX4" fmla="*/ 7198 w 199158"/>
                <a:gd name="connsiteY4" fmla="*/ 140950 h 400393"/>
                <a:gd name="connsiteX5" fmla="*/ 83398 w 199158"/>
                <a:gd name="connsiteY5" fmla="*/ 185400 h 400393"/>
                <a:gd name="connsiteX6" fmla="*/ 169123 w 199158"/>
                <a:gd name="connsiteY6" fmla="*/ 226675 h 400393"/>
                <a:gd name="connsiteX7" fmla="*/ 198492 w 199158"/>
                <a:gd name="connsiteY7" fmla="*/ 283825 h 400393"/>
                <a:gd name="connsiteX8" fmla="*/ 181822 w 199158"/>
                <a:gd name="connsiteY8" fmla="*/ 364788 h 400393"/>
                <a:gd name="connsiteX9" fmla="*/ 99273 w 199158"/>
                <a:gd name="connsiteY9" fmla="*/ 398125 h 400393"/>
                <a:gd name="connsiteX10" fmla="*/ 31804 w 199158"/>
                <a:gd name="connsiteY10" fmla="*/ 388599 h 400393"/>
                <a:gd name="connsiteX11" fmla="*/ 3229 w 199158"/>
                <a:gd name="connsiteY11" fmla="*/ 317956 h 400393"/>
                <a:gd name="connsiteX0" fmla="*/ 191348 w 199158"/>
                <a:gd name="connsiteY0" fmla="*/ 61575 h 398784"/>
                <a:gd name="connsiteX1" fmla="*/ 153248 w 199158"/>
                <a:gd name="connsiteY1" fmla="*/ 7600 h 398784"/>
                <a:gd name="connsiteX2" fmla="*/ 70698 w 199158"/>
                <a:gd name="connsiteY2" fmla="*/ 4425 h 398784"/>
                <a:gd name="connsiteX3" fmla="*/ 10373 w 199158"/>
                <a:gd name="connsiteY3" fmla="*/ 45700 h 398784"/>
                <a:gd name="connsiteX4" fmla="*/ 7198 w 199158"/>
                <a:gd name="connsiteY4" fmla="*/ 140950 h 398784"/>
                <a:gd name="connsiteX5" fmla="*/ 83398 w 199158"/>
                <a:gd name="connsiteY5" fmla="*/ 185400 h 398784"/>
                <a:gd name="connsiteX6" fmla="*/ 169123 w 199158"/>
                <a:gd name="connsiteY6" fmla="*/ 226675 h 398784"/>
                <a:gd name="connsiteX7" fmla="*/ 198492 w 199158"/>
                <a:gd name="connsiteY7" fmla="*/ 283825 h 398784"/>
                <a:gd name="connsiteX8" fmla="*/ 181822 w 199158"/>
                <a:gd name="connsiteY8" fmla="*/ 364788 h 398784"/>
                <a:gd name="connsiteX9" fmla="*/ 99273 w 199158"/>
                <a:gd name="connsiteY9" fmla="*/ 398125 h 398784"/>
                <a:gd name="connsiteX10" fmla="*/ 36566 w 199158"/>
                <a:gd name="connsiteY10" fmla="*/ 381456 h 398784"/>
                <a:gd name="connsiteX11" fmla="*/ 3229 w 199158"/>
                <a:gd name="connsiteY11" fmla="*/ 317956 h 398784"/>
                <a:gd name="connsiteX0" fmla="*/ 191348 w 198664"/>
                <a:gd name="connsiteY0" fmla="*/ 61575 h 398920"/>
                <a:gd name="connsiteX1" fmla="*/ 153248 w 198664"/>
                <a:gd name="connsiteY1" fmla="*/ 7600 h 398920"/>
                <a:gd name="connsiteX2" fmla="*/ 70698 w 198664"/>
                <a:gd name="connsiteY2" fmla="*/ 4425 h 398920"/>
                <a:gd name="connsiteX3" fmla="*/ 10373 w 198664"/>
                <a:gd name="connsiteY3" fmla="*/ 45700 h 398920"/>
                <a:gd name="connsiteX4" fmla="*/ 7198 w 198664"/>
                <a:gd name="connsiteY4" fmla="*/ 140950 h 398920"/>
                <a:gd name="connsiteX5" fmla="*/ 83398 w 198664"/>
                <a:gd name="connsiteY5" fmla="*/ 185400 h 398920"/>
                <a:gd name="connsiteX6" fmla="*/ 169123 w 198664"/>
                <a:gd name="connsiteY6" fmla="*/ 226675 h 398920"/>
                <a:gd name="connsiteX7" fmla="*/ 198492 w 198664"/>
                <a:gd name="connsiteY7" fmla="*/ 283825 h 398920"/>
                <a:gd name="connsiteX8" fmla="*/ 177059 w 198664"/>
                <a:gd name="connsiteY8" fmla="*/ 362406 h 398920"/>
                <a:gd name="connsiteX9" fmla="*/ 99273 w 198664"/>
                <a:gd name="connsiteY9" fmla="*/ 398125 h 398920"/>
                <a:gd name="connsiteX10" fmla="*/ 36566 w 198664"/>
                <a:gd name="connsiteY10" fmla="*/ 381456 h 398920"/>
                <a:gd name="connsiteX11" fmla="*/ 3229 w 198664"/>
                <a:gd name="connsiteY11" fmla="*/ 317956 h 398920"/>
                <a:gd name="connsiteX0" fmla="*/ 200873 w 200873"/>
                <a:gd name="connsiteY0" fmla="*/ 64090 h 399054"/>
                <a:gd name="connsiteX1" fmla="*/ 153248 w 200873"/>
                <a:gd name="connsiteY1" fmla="*/ 7734 h 399054"/>
                <a:gd name="connsiteX2" fmla="*/ 70698 w 200873"/>
                <a:gd name="connsiteY2" fmla="*/ 4559 h 399054"/>
                <a:gd name="connsiteX3" fmla="*/ 10373 w 200873"/>
                <a:gd name="connsiteY3" fmla="*/ 45834 h 399054"/>
                <a:gd name="connsiteX4" fmla="*/ 7198 w 200873"/>
                <a:gd name="connsiteY4" fmla="*/ 141084 h 399054"/>
                <a:gd name="connsiteX5" fmla="*/ 83398 w 200873"/>
                <a:gd name="connsiteY5" fmla="*/ 185534 h 399054"/>
                <a:gd name="connsiteX6" fmla="*/ 169123 w 200873"/>
                <a:gd name="connsiteY6" fmla="*/ 226809 h 399054"/>
                <a:gd name="connsiteX7" fmla="*/ 198492 w 200873"/>
                <a:gd name="connsiteY7" fmla="*/ 283959 h 399054"/>
                <a:gd name="connsiteX8" fmla="*/ 177059 w 200873"/>
                <a:gd name="connsiteY8" fmla="*/ 362540 h 399054"/>
                <a:gd name="connsiteX9" fmla="*/ 99273 w 200873"/>
                <a:gd name="connsiteY9" fmla="*/ 398259 h 399054"/>
                <a:gd name="connsiteX10" fmla="*/ 36566 w 200873"/>
                <a:gd name="connsiteY10" fmla="*/ 381590 h 399054"/>
                <a:gd name="connsiteX11" fmla="*/ 3229 w 200873"/>
                <a:gd name="connsiteY11" fmla="*/ 318090 h 399054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67534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300628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2152 h 396415"/>
                <a:gd name="connsiteX1" fmla="*/ 153248 w 200873"/>
                <a:gd name="connsiteY1" fmla="*/ 10558 h 396415"/>
                <a:gd name="connsiteX2" fmla="*/ 70698 w 200873"/>
                <a:gd name="connsiteY2" fmla="*/ 2621 h 396415"/>
                <a:gd name="connsiteX3" fmla="*/ 10373 w 200873"/>
                <a:gd name="connsiteY3" fmla="*/ 43896 h 396415"/>
                <a:gd name="connsiteX4" fmla="*/ 7198 w 200873"/>
                <a:gd name="connsiteY4" fmla="*/ 139146 h 396415"/>
                <a:gd name="connsiteX5" fmla="*/ 83398 w 200873"/>
                <a:gd name="connsiteY5" fmla="*/ 183596 h 396415"/>
                <a:gd name="connsiteX6" fmla="*/ 169123 w 200873"/>
                <a:gd name="connsiteY6" fmla="*/ 224871 h 396415"/>
                <a:gd name="connsiteX7" fmla="*/ 198492 w 200873"/>
                <a:gd name="connsiteY7" fmla="*/ 298690 h 396415"/>
                <a:gd name="connsiteX8" fmla="*/ 172297 w 200873"/>
                <a:gd name="connsiteY8" fmla="*/ 374890 h 396415"/>
                <a:gd name="connsiteX9" fmla="*/ 99273 w 200873"/>
                <a:gd name="connsiteY9" fmla="*/ 396321 h 396415"/>
                <a:gd name="connsiteX10" fmla="*/ 36566 w 200873"/>
                <a:gd name="connsiteY10" fmla="*/ 379652 h 396415"/>
                <a:gd name="connsiteX11" fmla="*/ 3229 w 200873"/>
                <a:gd name="connsiteY11" fmla="*/ 316152 h 39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873" h="396415">
                  <a:moveTo>
                    <a:pt x="200873" y="62152"/>
                  </a:moveTo>
                  <a:cubicBezTo>
                    <a:pt x="191877" y="39927"/>
                    <a:pt x="174944" y="20480"/>
                    <a:pt x="153248" y="10558"/>
                  </a:cubicBezTo>
                  <a:cubicBezTo>
                    <a:pt x="131552" y="636"/>
                    <a:pt x="94510" y="-2935"/>
                    <a:pt x="70698" y="2621"/>
                  </a:cubicBezTo>
                  <a:cubicBezTo>
                    <a:pt x="46886" y="8177"/>
                    <a:pt x="20956" y="21142"/>
                    <a:pt x="10373" y="43896"/>
                  </a:cubicBezTo>
                  <a:cubicBezTo>
                    <a:pt x="-210" y="66650"/>
                    <a:pt x="-4973" y="115863"/>
                    <a:pt x="7198" y="139146"/>
                  </a:cubicBezTo>
                  <a:cubicBezTo>
                    <a:pt x="19369" y="162429"/>
                    <a:pt x="56410" y="169309"/>
                    <a:pt x="83398" y="183596"/>
                  </a:cubicBezTo>
                  <a:cubicBezTo>
                    <a:pt x="110385" y="197884"/>
                    <a:pt x="149941" y="205689"/>
                    <a:pt x="169123" y="224871"/>
                  </a:cubicBezTo>
                  <a:cubicBezTo>
                    <a:pt x="188305" y="244053"/>
                    <a:pt x="197963" y="273687"/>
                    <a:pt x="198492" y="298690"/>
                  </a:cubicBezTo>
                  <a:cubicBezTo>
                    <a:pt x="199021" y="323693"/>
                    <a:pt x="188833" y="358618"/>
                    <a:pt x="172297" y="374890"/>
                  </a:cubicBezTo>
                  <a:cubicBezTo>
                    <a:pt x="155761" y="391162"/>
                    <a:pt x="121895" y="395527"/>
                    <a:pt x="99273" y="396321"/>
                  </a:cubicBezTo>
                  <a:cubicBezTo>
                    <a:pt x="76651" y="397115"/>
                    <a:pt x="52573" y="393014"/>
                    <a:pt x="36566" y="379652"/>
                  </a:cubicBezTo>
                  <a:cubicBezTo>
                    <a:pt x="20559" y="366291"/>
                    <a:pt x="6404" y="342875"/>
                    <a:pt x="3229" y="31615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任意多边形 106">
              <a:extLst>
                <a:ext uri="{FF2B5EF4-FFF2-40B4-BE49-F238E27FC236}">
                  <a16:creationId xmlns:a16="http://schemas.microsoft.com/office/drawing/2014/main" id="{BAA8299D-E3B0-4BAB-8DAF-35115F0A16F8}"/>
                </a:ext>
              </a:extLst>
            </p:cNvPr>
            <p:cNvSpPr/>
            <p:nvPr/>
          </p:nvSpPr>
          <p:spPr>
            <a:xfrm>
              <a:off x="7708900" y="3060701"/>
              <a:ext cx="774700" cy="254000"/>
            </a:xfrm>
            <a:custGeom>
              <a:avLst/>
              <a:gdLst>
                <a:gd name="connsiteX0" fmla="*/ 774700 w 774700"/>
                <a:gd name="connsiteY0" fmla="*/ 0 h 254000"/>
                <a:gd name="connsiteX1" fmla="*/ 546100 w 774700"/>
                <a:gd name="connsiteY1" fmla="*/ 1270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546100 w 774700"/>
                <a:gd name="connsiteY1" fmla="*/ 1270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546100 w 774700"/>
                <a:gd name="connsiteY1" fmla="*/ 1270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403225 w 774700"/>
                <a:gd name="connsiteY1" fmla="*/ 1651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403225 w 774700"/>
                <a:gd name="connsiteY1" fmla="*/ 1651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403225 w 774700"/>
                <a:gd name="connsiteY1" fmla="*/ 1651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403225 w 774700"/>
                <a:gd name="connsiteY1" fmla="*/ 165100 h 254000"/>
                <a:gd name="connsiteX2" fmla="*/ 0 w 774700"/>
                <a:gd name="connsiteY2" fmla="*/ 25400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4700" h="254000">
                  <a:moveTo>
                    <a:pt x="774700" y="0"/>
                  </a:moveTo>
                  <a:cubicBezTo>
                    <a:pt x="713052" y="42332"/>
                    <a:pt x="532341" y="122767"/>
                    <a:pt x="403225" y="165100"/>
                  </a:cubicBezTo>
                  <a:cubicBezTo>
                    <a:pt x="274109" y="207433"/>
                    <a:pt x="208492" y="225954"/>
                    <a:pt x="0" y="254000"/>
                  </a:cubicBezTo>
                </a:path>
              </a:pathLst>
            </a:custGeom>
            <a:noFill/>
            <a:ln w="31750">
              <a:solidFill>
                <a:srgbClr val="0087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0" name="组合 109">
              <a:extLst>
                <a:ext uri="{FF2B5EF4-FFF2-40B4-BE49-F238E27FC236}">
                  <a16:creationId xmlns:a16="http://schemas.microsoft.com/office/drawing/2014/main" id="{F67CC8F1-1560-4BED-B236-034C18F6CEF3}"/>
                </a:ext>
              </a:extLst>
            </p:cNvPr>
            <p:cNvGrpSpPr/>
            <p:nvPr/>
          </p:nvGrpSpPr>
          <p:grpSpPr>
            <a:xfrm rot="11101716">
              <a:off x="2329241" y="3540062"/>
              <a:ext cx="982663" cy="366618"/>
              <a:chOff x="8108950" y="4662582"/>
              <a:chExt cx="982663" cy="366618"/>
            </a:xfrm>
          </p:grpSpPr>
          <p:cxnSp>
            <p:nvCxnSpPr>
              <p:cNvPr id="115" name="直接箭头连接符 114">
                <a:extLst>
                  <a:ext uri="{FF2B5EF4-FFF2-40B4-BE49-F238E27FC236}">
                    <a16:creationId xmlns:a16="http://schemas.microsoft.com/office/drawing/2014/main" id="{5AB228E1-235E-458A-A7FD-AA55FFA00D7B}"/>
                  </a:ext>
                </a:extLst>
              </p:cNvPr>
              <p:cNvCxnSpPr/>
              <p:nvPr/>
            </p:nvCxnSpPr>
            <p:spPr>
              <a:xfrm flipV="1">
                <a:off x="8879809" y="4662582"/>
                <a:ext cx="211804" cy="116413"/>
              </a:xfrm>
              <a:prstGeom prst="straightConnector1">
                <a:avLst/>
              </a:prstGeom>
              <a:ln w="31750">
                <a:solidFill>
                  <a:srgbClr val="008750"/>
                </a:solidFill>
                <a:prstDash val="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任意多边形 111">
                <a:extLst>
                  <a:ext uri="{FF2B5EF4-FFF2-40B4-BE49-F238E27FC236}">
                    <a16:creationId xmlns:a16="http://schemas.microsoft.com/office/drawing/2014/main" id="{C1CFE7F4-662A-4290-BCAC-AFE8CD14C472}"/>
                  </a:ext>
                </a:extLst>
              </p:cNvPr>
              <p:cNvSpPr/>
              <p:nvPr/>
            </p:nvSpPr>
            <p:spPr>
              <a:xfrm>
                <a:off x="8108950" y="4775200"/>
                <a:ext cx="774700" cy="254000"/>
              </a:xfrm>
              <a:custGeom>
                <a:avLst/>
                <a:gdLst>
                  <a:gd name="connsiteX0" fmla="*/ 774700 w 774700"/>
                  <a:gd name="connsiteY0" fmla="*/ 0 h 254000"/>
                  <a:gd name="connsiteX1" fmla="*/ 546100 w 774700"/>
                  <a:gd name="connsiteY1" fmla="*/ 1270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546100 w 774700"/>
                  <a:gd name="connsiteY1" fmla="*/ 1270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546100 w 774700"/>
                  <a:gd name="connsiteY1" fmla="*/ 1270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403225 w 774700"/>
                  <a:gd name="connsiteY1" fmla="*/ 1651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403225 w 774700"/>
                  <a:gd name="connsiteY1" fmla="*/ 1651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403225 w 774700"/>
                  <a:gd name="connsiteY1" fmla="*/ 1651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403225 w 774700"/>
                  <a:gd name="connsiteY1" fmla="*/ 165100 h 254000"/>
                  <a:gd name="connsiteX2" fmla="*/ 0 w 774700"/>
                  <a:gd name="connsiteY2" fmla="*/ 254000 h 254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74700" h="254000">
                    <a:moveTo>
                      <a:pt x="774700" y="0"/>
                    </a:moveTo>
                    <a:cubicBezTo>
                      <a:pt x="713052" y="42332"/>
                      <a:pt x="532341" y="122767"/>
                      <a:pt x="403225" y="165100"/>
                    </a:cubicBezTo>
                    <a:cubicBezTo>
                      <a:pt x="274109" y="207433"/>
                      <a:pt x="208492" y="225954"/>
                      <a:pt x="0" y="254000"/>
                    </a:cubicBezTo>
                  </a:path>
                </a:pathLst>
              </a:custGeom>
              <a:noFill/>
              <a:ln w="31750">
                <a:solidFill>
                  <a:srgbClr val="00875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1" name="任意多边形 114">
              <a:extLst>
                <a:ext uri="{FF2B5EF4-FFF2-40B4-BE49-F238E27FC236}">
                  <a16:creationId xmlns:a16="http://schemas.microsoft.com/office/drawing/2014/main" id="{C0080B72-0244-4C91-BC87-BDE0E8FA2883}"/>
                </a:ext>
              </a:extLst>
            </p:cNvPr>
            <p:cNvSpPr/>
            <p:nvPr/>
          </p:nvSpPr>
          <p:spPr>
            <a:xfrm>
              <a:off x="7705720" y="3571985"/>
              <a:ext cx="859711" cy="133350"/>
            </a:xfrm>
            <a:custGeom>
              <a:avLst/>
              <a:gdLst>
                <a:gd name="connsiteX0" fmla="*/ 787400 w 787400"/>
                <a:gd name="connsiteY0" fmla="*/ 133350 h 133350"/>
                <a:gd name="connsiteX1" fmla="*/ 444500 w 787400"/>
                <a:gd name="connsiteY1" fmla="*/ 5080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444500 w 787400"/>
                <a:gd name="connsiteY1" fmla="*/ 5080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419100 w 787400"/>
                <a:gd name="connsiteY1" fmla="*/ 6985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381000 w 787400"/>
                <a:gd name="connsiteY1" fmla="*/ 3175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381000 w 787400"/>
                <a:gd name="connsiteY1" fmla="*/ 3175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381000 w 787400"/>
                <a:gd name="connsiteY1" fmla="*/ 31750 h 133350"/>
                <a:gd name="connsiteX2" fmla="*/ 0 w 787400"/>
                <a:gd name="connsiteY2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7400" h="133350">
                  <a:moveTo>
                    <a:pt x="787400" y="133350"/>
                  </a:moveTo>
                  <a:cubicBezTo>
                    <a:pt x="651933" y="99483"/>
                    <a:pt x="567267" y="59267"/>
                    <a:pt x="381000" y="31750"/>
                  </a:cubicBezTo>
                  <a:cubicBezTo>
                    <a:pt x="194733" y="4233"/>
                    <a:pt x="127000" y="10583"/>
                    <a:pt x="0" y="0"/>
                  </a:cubicBezTo>
                </a:path>
              </a:pathLst>
            </a:custGeom>
            <a:noFill/>
            <a:ln w="31750">
              <a:solidFill>
                <a:srgbClr val="0087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D2CCAE96-85CA-4DBC-A9D3-9387DA3FB318}"/>
                </a:ext>
              </a:extLst>
            </p:cNvPr>
            <p:cNvGrpSpPr/>
            <p:nvPr/>
          </p:nvGrpSpPr>
          <p:grpSpPr>
            <a:xfrm rot="10800000">
              <a:off x="2304584" y="3060050"/>
              <a:ext cx="985843" cy="190499"/>
              <a:chOff x="8105770" y="5286485"/>
              <a:chExt cx="985843" cy="190499"/>
            </a:xfrm>
          </p:grpSpPr>
          <p:cxnSp>
            <p:nvCxnSpPr>
              <p:cNvPr id="113" name="直接箭头连接符 112">
                <a:extLst>
                  <a:ext uri="{FF2B5EF4-FFF2-40B4-BE49-F238E27FC236}">
                    <a16:creationId xmlns:a16="http://schemas.microsoft.com/office/drawing/2014/main" id="{B8A14274-B79A-4AB0-91B5-89F2ED2A62F2}"/>
                  </a:ext>
                </a:extLst>
              </p:cNvPr>
              <p:cNvCxnSpPr/>
              <p:nvPr/>
            </p:nvCxnSpPr>
            <p:spPr>
              <a:xfrm>
                <a:off x="8954200" y="5422340"/>
                <a:ext cx="137413" cy="54644"/>
              </a:xfrm>
              <a:prstGeom prst="straightConnector1">
                <a:avLst/>
              </a:prstGeom>
              <a:ln w="31750">
                <a:solidFill>
                  <a:srgbClr val="008750"/>
                </a:solidFill>
                <a:prstDash val="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任意多边形 119">
                <a:extLst>
                  <a:ext uri="{FF2B5EF4-FFF2-40B4-BE49-F238E27FC236}">
                    <a16:creationId xmlns:a16="http://schemas.microsoft.com/office/drawing/2014/main" id="{77149377-4026-414D-836E-1FCBFE4C8185}"/>
                  </a:ext>
                </a:extLst>
              </p:cNvPr>
              <p:cNvSpPr/>
              <p:nvPr/>
            </p:nvSpPr>
            <p:spPr>
              <a:xfrm>
                <a:off x="8105770" y="5286485"/>
                <a:ext cx="859711" cy="133350"/>
              </a:xfrm>
              <a:custGeom>
                <a:avLst/>
                <a:gdLst>
                  <a:gd name="connsiteX0" fmla="*/ 787400 w 787400"/>
                  <a:gd name="connsiteY0" fmla="*/ 133350 h 133350"/>
                  <a:gd name="connsiteX1" fmla="*/ 444500 w 787400"/>
                  <a:gd name="connsiteY1" fmla="*/ 5080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444500 w 787400"/>
                  <a:gd name="connsiteY1" fmla="*/ 5080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419100 w 787400"/>
                  <a:gd name="connsiteY1" fmla="*/ 6985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381000 w 787400"/>
                  <a:gd name="connsiteY1" fmla="*/ 3175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381000 w 787400"/>
                  <a:gd name="connsiteY1" fmla="*/ 3175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381000 w 787400"/>
                  <a:gd name="connsiteY1" fmla="*/ 31750 h 133350"/>
                  <a:gd name="connsiteX2" fmla="*/ 0 w 787400"/>
                  <a:gd name="connsiteY2" fmla="*/ 0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87400" h="133350">
                    <a:moveTo>
                      <a:pt x="787400" y="133350"/>
                    </a:moveTo>
                    <a:cubicBezTo>
                      <a:pt x="651933" y="99483"/>
                      <a:pt x="567267" y="59267"/>
                      <a:pt x="381000" y="31750"/>
                    </a:cubicBezTo>
                    <a:cubicBezTo>
                      <a:pt x="194733" y="4233"/>
                      <a:pt x="127000" y="10583"/>
                      <a:pt x="0" y="0"/>
                    </a:cubicBezTo>
                  </a:path>
                </a:pathLst>
              </a:custGeom>
              <a:noFill/>
              <a:ln w="31750">
                <a:solidFill>
                  <a:srgbClr val="00875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D3D380DB-8BD1-4822-A194-818E3DFB8D20}"/>
              </a:ext>
            </a:extLst>
          </p:cNvPr>
          <p:cNvGrpSpPr/>
          <p:nvPr/>
        </p:nvGrpSpPr>
        <p:grpSpPr>
          <a:xfrm rot="10800000">
            <a:off x="4469137" y="4589187"/>
            <a:ext cx="204207" cy="182532"/>
            <a:chOff x="10293350" y="4991100"/>
            <a:chExt cx="454660" cy="406400"/>
          </a:xfrm>
        </p:grpSpPr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51A921BC-B470-4AC1-8341-87F65446FF03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3B6B880A-4EA9-4D72-9D0C-D634AF07B0B1}"/>
                </a:ext>
              </a:extLst>
            </p:cNvPr>
            <p:cNvCxnSpPr>
              <a:stCxn id="97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36472D38-374D-4824-9A10-8441AA958CBC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FDF0DB05-077F-4B16-BA61-3A18D403676F}"/>
              </a:ext>
            </a:extLst>
          </p:cNvPr>
          <p:cNvGrpSpPr/>
          <p:nvPr/>
        </p:nvGrpSpPr>
        <p:grpSpPr>
          <a:xfrm rot="10800000">
            <a:off x="4469137" y="4803984"/>
            <a:ext cx="204207" cy="182532"/>
            <a:chOff x="10293350" y="4991100"/>
            <a:chExt cx="454660" cy="406400"/>
          </a:xfrm>
        </p:grpSpPr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68348479-1C61-411D-BC77-B8D276F2DF64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7AEA994E-0EE4-45E3-919C-F03111DB93B0}"/>
                </a:ext>
              </a:extLst>
            </p:cNvPr>
            <p:cNvCxnSpPr>
              <a:stCxn id="94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82A109BB-F6EF-4C01-8D29-0326EC3F73EA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6A55C3F-B132-40AB-9195-558F3DCF07D6}"/>
              </a:ext>
            </a:extLst>
          </p:cNvPr>
          <p:cNvGrpSpPr/>
          <p:nvPr/>
        </p:nvGrpSpPr>
        <p:grpSpPr>
          <a:xfrm rot="10800000">
            <a:off x="4465650" y="5018780"/>
            <a:ext cx="204207" cy="182532"/>
            <a:chOff x="10293350" y="4991100"/>
            <a:chExt cx="454660" cy="406400"/>
          </a:xfrm>
        </p:grpSpPr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18762B21-45D9-420A-91D1-6A54FEA53ABA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DB0F16D0-2D32-4B9E-B66A-54E127C2082C}"/>
                </a:ext>
              </a:extLst>
            </p:cNvPr>
            <p:cNvCxnSpPr>
              <a:stCxn id="91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841B10B2-859E-4D58-B747-38AEE653429A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8E990246-80DD-4CBB-9743-EF60021509C3}"/>
              </a:ext>
            </a:extLst>
          </p:cNvPr>
          <p:cNvGrpSpPr/>
          <p:nvPr/>
        </p:nvGrpSpPr>
        <p:grpSpPr>
          <a:xfrm rot="10800000">
            <a:off x="4719381" y="4589187"/>
            <a:ext cx="204207" cy="182532"/>
            <a:chOff x="10293350" y="4991100"/>
            <a:chExt cx="454660" cy="406400"/>
          </a:xfrm>
        </p:grpSpPr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8F131A70-723C-4BC9-9E2E-59C8560A0787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25BFF143-3C13-4098-82E8-B828F17320D5}"/>
                </a:ext>
              </a:extLst>
            </p:cNvPr>
            <p:cNvCxnSpPr>
              <a:stCxn id="88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DE40D858-F26A-467C-A9A1-AB30EFBBFF77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0E058FE3-6D35-49D9-B9D3-4349A68EF178}"/>
              </a:ext>
            </a:extLst>
          </p:cNvPr>
          <p:cNvGrpSpPr/>
          <p:nvPr/>
        </p:nvGrpSpPr>
        <p:grpSpPr>
          <a:xfrm rot="10800000">
            <a:off x="4719381" y="4803984"/>
            <a:ext cx="204207" cy="182532"/>
            <a:chOff x="10293350" y="4991100"/>
            <a:chExt cx="454660" cy="406400"/>
          </a:xfrm>
        </p:grpSpPr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6FA1961D-6E5C-42E3-9CE8-04DEE6E22869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3D50C8B0-476A-4086-86C8-35C860F79C0B}"/>
                </a:ext>
              </a:extLst>
            </p:cNvPr>
            <p:cNvCxnSpPr>
              <a:stCxn id="85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CB7A7B60-1EB1-4A71-8241-DEB6CF7665B2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2407677-1CAE-47F0-8635-011A334FFD3E}"/>
              </a:ext>
            </a:extLst>
          </p:cNvPr>
          <p:cNvGrpSpPr/>
          <p:nvPr/>
        </p:nvGrpSpPr>
        <p:grpSpPr>
          <a:xfrm rot="10800000">
            <a:off x="4715894" y="5018780"/>
            <a:ext cx="204207" cy="182532"/>
            <a:chOff x="10293350" y="4991100"/>
            <a:chExt cx="454660" cy="406400"/>
          </a:xfrm>
        </p:grpSpPr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6F8A31CE-AA78-4F66-806C-7662160E6BC3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B75457DF-D69A-4ED4-A182-8AE543CA7E95}"/>
                </a:ext>
              </a:extLst>
            </p:cNvPr>
            <p:cNvCxnSpPr>
              <a:stCxn id="82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9127EC70-98CC-4E6F-9695-6A4096830942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E2F21BE-7CE6-4158-9705-D3FF51B7544B}"/>
              </a:ext>
            </a:extLst>
          </p:cNvPr>
          <p:cNvGrpSpPr/>
          <p:nvPr/>
        </p:nvGrpSpPr>
        <p:grpSpPr>
          <a:xfrm rot="10800000">
            <a:off x="4988767" y="4594606"/>
            <a:ext cx="204207" cy="182532"/>
            <a:chOff x="10293350" y="4991100"/>
            <a:chExt cx="454660" cy="406400"/>
          </a:xfrm>
        </p:grpSpPr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D107F7B6-2F4B-4155-9B2D-0B8E9D94D33D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A882945C-7B5E-4FEA-9A43-784B24DF8BF6}"/>
                </a:ext>
              </a:extLst>
            </p:cNvPr>
            <p:cNvCxnSpPr>
              <a:stCxn id="79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661FB505-4B58-4BCB-B359-2E5ADA607F0E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C4FCD13-0FBB-4B41-83C6-EF99CCC053B0}"/>
              </a:ext>
            </a:extLst>
          </p:cNvPr>
          <p:cNvGrpSpPr/>
          <p:nvPr/>
        </p:nvGrpSpPr>
        <p:grpSpPr>
          <a:xfrm rot="10800000">
            <a:off x="4988767" y="4809403"/>
            <a:ext cx="204207" cy="182532"/>
            <a:chOff x="10293350" y="4991100"/>
            <a:chExt cx="454660" cy="406400"/>
          </a:xfrm>
        </p:grpSpPr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8B98E342-18C5-4C6A-AF44-5B7CE616A0A8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F21D138A-4277-4752-8B44-AC512BC3BA76}"/>
                </a:ext>
              </a:extLst>
            </p:cNvPr>
            <p:cNvCxnSpPr>
              <a:stCxn id="76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2772B0D3-5DBB-48EB-9971-B5857D2F4029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D48CCF4-EF3E-4D8C-B994-329A01049561}"/>
              </a:ext>
            </a:extLst>
          </p:cNvPr>
          <p:cNvGrpSpPr/>
          <p:nvPr/>
        </p:nvGrpSpPr>
        <p:grpSpPr>
          <a:xfrm rot="10800000">
            <a:off x="4985280" y="5024199"/>
            <a:ext cx="204207" cy="182532"/>
            <a:chOff x="10293350" y="4991100"/>
            <a:chExt cx="454660" cy="406400"/>
          </a:xfrm>
        </p:grpSpPr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E324BD11-3762-4F1A-ABDC-44F8FEA195C6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973F1B9E-5639-462A-BA7F-EECBE70EB06C}"/>
                </a:ext>
              </a:extLst>
            </p:cNvPr>
            <p:cNvCxnSpPr>
              <a:stCxn id="73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5E104B99-332F-4BBC-8102-F9961A93D279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0B27895-B94F-4888-A5C3-99D9AB2A11B6}"/>
              </a:ext>
            </a:extLst>
          </p:cNvPr>
          <p:cNvGrpSpPr/>
          <p:nvPr/>
        </p:nvGrpSpPr>
        <p:grpSpPr>
          <a:xfrm rot="10800000">
            <a:off x="5224652" y="4589187"/>
            <a:ext cx="204207" cy="182532"/>
            <a:chOff x="10293350" y="4991100"/>
            <a:chExt cx="454660" cy="406400"/>
          </a:xfrm>
        </p:grpSpPr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F849180B-F785-496A-A89D-1AFD38B423AA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FAE61125-2185-4017-B861-BDDBA541D800}"/>
                </a:ext>
              </a:extLst>
            </p:cNvPr>
            <p:cNvCxnSpPr>
              <a:stCxn id="70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D2A77195-D786-4BDB-A37E-7C49192AB9FE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A290D8F-E59A-4469-A88E-0C66D47A8BF0}"/>
              </a:ext>
            </a:extLst>
          </p:cNvPr>
          <p:cNvGrpSpPr/>
          <p:nvPr/>
        </p:nvGrpSpPr>
        <p:grpSpPr>
          <a:xfrm rot="10800000">
            <a:off x="5224652" y="4803984"/>
            <a:ext cx="204207" cy="182532"/>
            <a:chOff x="10293350" y="4991100"/>
            <a:chExt cx="454660" cy="406400"/>
          </a:xfrm>
        </p:grpSpPr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E060F3E0-2F1F-4CAD-BEF6-F5143B093B67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5FB3B697-987F-4CFA-B31F-7BF803FF46B6}"/>
                </a:ext>
              </a:extLst>
            </p:cNvPr>
            <p:cNvCxnSpPr>
              <a:stCxn id="67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AF1691D0-C04D-4ACE-956A-6C9B81907190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21EF361-8422-407F-B56F-4758A9A38EC0}"/>
              </a:ext>
            </a:extLst>
          </p:cNvPr>
          <p:cNvGrpSpPr/>
          <p:nvPr/>
        </p:nvGrpSpPr>
        <p:grpSpPr>
          <a:xfrm rot="10800000">
            <a:off x="5221166" y="5018780"/>
            <a:ext cx="204207" cy="182532"/>
            <a:chOff x="10293350" y="4991100"/>
            <a:chExt cx="454660" cy="406400"/>
          </a:xfrm>
        </p:grpSpPr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1994CC93-B2A0-4F18-8A04-D7D7F4D7F2AB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66E2C101-5A31-4F9B-9096-E174A8CC8A28}"/>
                </a:ext>
              </a:extLst>
            </p:cNvPr>
            <p:cNvCxnSpPr>
              <a:stCxn id="64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8D108BEA-94B1-4B37-AF08-52588928865B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716CE2D-4E40-473D-8B98-EB5245D409E2}"/>
              </a:ext>
            </a:extLst>
          </p:cNvPr>
          <p:cNvGrpSpPr/>
          <p:nvPr/>
        </p:nvGrpSpPr>
        <p:grpSpPr>
          <a:xfrm rot="10800000">
            <a:off x="5474897" y="4589187"/>
            <a:ext cx="204207" cy="182532"/>
            <a:chOff x="10293350" y="4991100"/>
            <a:chExt cx="454660" cy="406400"/>
          </a:xfrm>
        </p:grpSpPr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C3677D71-BD1C-4967-B035-83DB0314CDD0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1A6D9374-E005-41CC-8634-8728450F0C43}"/>
                </a:ext>
              </a:extLst>
            </p:cNvPr>
            <p:cNvCxnSpPr>
              <a:stCxn id="61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526BD7E4-3419-413A-9053-CFE01D9514DA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BC9CDF2-6698-4CCB-8212-A80CE44E43A9}"/>
              </a:ext>
            </a:extLst>
          </p:cNvPr>
          <p:cNvGrpSpPr/>
          <p:nvPr/>
        </p:nvGrpSpPr>
        <p:grpSpPr>
          <a:xfrm rot="10800000">
            <a:off x="5474897" y="4803984"/>
            <a:ext cx="204207" cy="182532"/>
            <a:chOff x="10293350" y="4991100"/>
            <a:chExt cx="454660" cy="406400"/>
          </a:xfrm>
        </p:grpSpPr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A08CDA55-88CD-40E2-A4CE-294EF5FF9D0D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208BD8CA-B3B5-47DE-AA4F-6B6C7550AD83}"/>
                </a:ext>
              </a:extLst>
            </p:cNvPr>
            <p:cNvCxnSpPr>
              <a:stCxn id="58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2D8B2D6A-FE62-4C1A-BA6D-CFC586CE130A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FC889AA-DB37-4BE6-BC01-CDB5E942D162}"/>
              </a:ext>
            </a:extLst>
          </p:cNvPr>
          <p:cNvGrpSpPr/>
          <p:nvPr/>
        </p:nvGrpSpPr>
        <p:grpSpPr>
          <a:xfrm rot="10800000">
            <a:off x="5471411" y="5018780"/>
            <a:ext cx="204207" cy="182532"/>
            <a:chOff x="10293350" y="4991100"/>
            <a:chExt cx="454660" cy="406400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3D6B1B85-79C6-434F-AF74-2CDB821AF5D8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DA728C7F-C436-47A2-B8B0-3CE478C5330F}"/>
                </a:ext>
              </a:extLst>
            </p:cNvPr>
            <p:cNvCxnSpPr>
              <a:stCxn id="55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1A334250-C8F2-4ADF-9570-683ACFACB884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1FB795B-34B4-4F08-985B-5B34ED1A97BD}"/>
              </a:ext>
            </a:extLst>
          </p:cNvPr>
          <p:cNvGrpSpPr/>
          <p:nvPr/>
        </p:nvGrpSpPr>
        <p:grpSpPr>
          <a:xfrm rot="10800000">
            <a:off x="5744283" y="4594606"/>
            <a:ext cx="204207" cy="182532"/>
            <a:chOff x="10293350" y="4991100"/>
            <a:chExt cx="454660" cy="406400"/>
          </a:xfrm>
        </p:grpSpPr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81FE5BA6-6D65-4ACE-A080-BA9019C0B383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F66C3277-7E9A-406B-96A2-4E06CB871660}"/>
                </a:ext>
              </a:extLst>
            </p:cNvPr>
            <p:cNvCxnSpPr>
              <a:stCxn id="52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796BF5D8-C7E5-47EB-9016-D532ECE63526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3C39B40-B576-4504-9500-6F0DFF5235F2}"/>
              </a:ext>
            </a:extLst>
          </p:cNvPr>
          <p:cNvGrpSpPr/>
          <p:nvPr/>
        </p:nvGrpSpPr>
        <p:grpSpPr>
          <a:xfrm rot="10800000">
            <a:off x="5744283" y="4809403"/>
            <a:ext cx="204207" cy="182532"/>
            <a:chOff x="10293350" y="4991100"/>
            <a:chExt cx="454660" cy="406400"/>
          </a:xfrm>
        </p:grpSpPr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8DAC29A1-2191-4D58-9F62-E16C18D5871E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8114B013-0FD4-4BEA-8BAE-E32F33CEDB82}"/>
                </a:ext>
              </a:extLst>
            </p:cNvPr>
            <p:cNvCxnSpPr>
              <a:stCxn id="49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E72AA82C-3BC5-4388-BD94-5AA24E33EA7E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3595CF0-9332-4BD5-B214-5D85D20228A4}"/>
              </a:ext>
            </a:extLst>
          </p:cNvPr>
          <p:cNvGrpSpPr/>
          <p:nvPr/>
        </p:nvGrpSpPr>
        <p:grpSpPr>
          <a:xfrm rot="10800000">
            <a:off x="5740797" y="5024199"/>
            <a:ext cx="204207" cy="182532"/>
            <a:chOff x="10293350" y="4991100"/>
            <a:chExt cx="454660" cy="406400"/>
          </a:xfrm>
        </p:grpSpPr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C22D97D4-E768-4FF1-B134-8D727B503046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BB2C531A-27EF-4C20-B2E0-90F1FADC9ADB}"/>
                </a:ext>
              </a:extLst>
            </p:cNvPr>
            <p:cNvCxnSpPr>
              <a:stCxn id="46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1EB714C5-DAD5-492C-8143-7B9FFE6F0781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94B967F6-7D8C-467A-9F66-40C68123B405}"/>
              </a:ext>
            </a:extLst>
          </p:cNvPr>
          <p:cNvGrpSpPr/>
          <p:nvPr/>
        </p:nvGrpSpPr>
        <p:grpSpPr>
          <a:xfrm rot="10800000">
            <a:off x="6021394" y="4585061"/>
            <a:ext cx="204207" cy="182532"/>
            <a:chOff x="10293350" y="4991100"/>
            <a:chExt cx="454660" cy="406400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24EA535F-9255-4FCD-8D25-33B5DF1D0F49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5936A9AB-FA16-40B7-97D6-00DBFC3EDF6C}"/>
                </a:ext>
              </a:extLst>
            </p:cNvPr>
            <p:cNvCxnSpPr>
              <a:stCxn id="43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21769575-208B-499C-993F-157C857E7547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41D5A35-D996-44FC-AFBE-1B2B4D092CCC}"/>
              </a:ext>
            </a:extLst>
          </p:cNvPr>
          <p:cNvGrpSpPr/>
          <p:nvPr/>
        </p:nvGrpSpPr>
        <p:grpSpPr>
          <a:xfrm rot="10800000">
            <a:off x="6021394" y="4799857"/>
            <a:ext cx="204207" cy="182532"/>
            <a:chOff x="10293350" y="4991100"/>
            <a:chExt cx="454660" cy="406400"/>
          </a:xfrm>
        </p:grpSpPr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645EE9B9-B7E1-4509-BCE5-D2EE25E159C2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6238A6BB-637E-49F4-A77F-4AB2B9C9579C}"/>
                </a:ext>
              </a:extLst>
            </p:cNvPr>
            <p:cNvCxnSpPr>
              <a:stCxn id="40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D9822B2E-330A-4EB3-8D78-765D8BDB7B4F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8FC4D5F-6453-4F8F-B6A3-F91A0EF9CCF6}"/>
              </a:ext>
            </a:extLst>
          </p:cNvPr>
          <p:cNvGrpSpPr/>
          <p:nvPr/>
        </p:nvGrpSpPr>
        <p:grpSpPr>
          <a:xfrm rot="10800000">
            <a:off x="6017908" y="5014653"/>
            <a:ext cx="204207" cy="182532"/>
            <a:chOff x="10293350" y="4991100"/>
            <a:chExt cx="454660" cy="406400"/>
          </a:xfrm>
        </p:grpSpPr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DBD87F21-229A-4F39-B51B-DA5354511D52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F91F00A3-7183-4163-900D-AE158BEEB7E3}"/>
                </a:ext>
              </a:extLst>
            </p:cNvPr>
            <p:cNvCxnSpPr>
              <a:stCxn id="37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2E729F2F-D48E-4E64-AA26-D5A99AA44C1C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66AC085-3FDA-4AC9-96C2-74B65D0459F8}"/>
              </a:ext>
            </a:extLst>
          </p:cNvPr>
          <p:cNvGrpSpPr/>
          <p:nvPr/>
        </p:nvGrpSpPr>
        <p:grpSpPr>
          <a:xfrm rot="10800000">
            <a:off x="6290781" y="4590480"/>
            <a:ext cx="204207" cy="182532"/>
            <a:chOff x="10293350" y="4991100"/>
            <a:chExt cx="454660" cy="40640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8B7C1EFE-2C33-4A05-B5EA-2F84C8B1073B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DEF377E4-75FF-47EB-AE74-ABA9FF5E0C5A}"/>
                </a:ext>
              </a:extLst>
            </p:cNvPr>
            <p:cNvCxnSpPr>
              <a:stCxn id="34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2A991D76-C667-42B8-87D0-768D6AF09D53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31B41E4-48A2-4580-A5A5-838697253BB5}"/>
              </a:ext>
            </a:extLst>
          </p:cNvPr>
          <p:cNvGrpSpPr/>
          <p:nvPr/>
        </p:nvGrpSpPr>
        <p:grpSpPr>
          <a:xfrm rot="10800000">
            <a:off x="6290781" y="4805277"/>
            <a:ext cx="204207" cy="182532"/>
            <a:chOff x="10293350" y="4991100"/>
            <a:chExt cx="454660" cy="406400"/>
          </a:xfrm>
        </p:grpSpPr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0EE8598E-CE8F-456D-AD9E-C26586D17DC1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DBACB1E0-2EB8-45FC-B8C9-0C167D4BA470}"/>
                </a:ext>
              </a:extLst>
            </p:cNvPr>
            <p:cNvCxnSpPr>
              <a:stCxn id="31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B8CCF92A-1B15-47EC-BCB2-0FA77970F304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5C4B99C-D548-404B-B564-05DC40885F17}"/>
              </a:ext>
            </a:extLst>
          </p:cNvPr>
          <p:cNvGrpSpPr/>
          <p:nvPr/>
        </p:nvGrpSpPr>
        <p:grpSpPr>
          <a:xfrm rot="10800000">
            <a:off x="6287294" y="5020073"/>
            <a:ext cx="204207" cy="182532"/>
            <a:chOff x="10293350" y="4991100"/>
            <a:chExt cx="454660" cy="406400"/>
          </a:xfrm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A8C4BBB3-D286-4984-BBE4-C52EF36861E5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81E1D0F6-5AC9-4372-81F7-1DD81DAE49B2}"/>
                </a:ext>
              </a:extLst>
            </p:cNvPr>
            <p:cNvCxnSpPr>
              <a:stCxn id="28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8DD1AD64-1288-4CAA-BF0B-8CB417EFB64F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9E8B8073-9B63-4237-BCF9-FA1FDDE1E3D3}"/>
              </a:ext>
            </a:extLst>
          </p:cNvPr>
          <p:cNvGrpSpPr/>
          <p:nvPr/>
        </p:nvGrpSpPr>
        <p:grpSpPr>
          <a:xfrm rot="10800000">
            <a:off x="1180995" y="1765867"/>
            <a:ext cx="669368" cy="598318"/>
            <a:chOff x="10293350" y="4991100"/>
            <a:chExt cx="454660" cy="406400"/>
          </a:xfrm>
        </p:grpSpPr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C263FCE0-D403-4B73-A093-42B17B91528D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DE47FF8F-D417-40F4-811F-437CDC45E2E5}"/>
                </a:ext>
              </a:extLst>
            </p:cNvPr>
            <p:cNvCxnSpPr>
              <a:stCxn id="125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22ED9434-D65F-400B-B6F0-429EA116D3A0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文本框 127">
            <a:extLst>
              <a:ext uri="{FF2B5EF4-FFF2-40B4-BE49-F238E27FC236}">
                <a16:creationId xmlns:a16="http://schemas.microsoft.com/office/drawing/2014/main" id="{C1F5D782-BEA3-43C4-BA39-6134339BBD4D}"/>
              </a:ext>
            </a:extLst>
          </p:cNvPr>
          <p:cNvSpPr txBox="1"/>
          <p:nvPr/>
        </p:nvSpPr>
        <p:spPr>
          <a:xfrm>
            <a:off x="961680" y="9887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分子电流</a:t>
            </a:r>
          </a:p>
        </p:txBody>
      </p: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0E022382-6E15-424E-89B0-4081C464223B}"/>
              </a:ext>
            </a:extLst>
          </p:cNvPr>
          <p:cNvGrpSpPr/>
          <p:nvPr/>
        </p:nvGrpSpPr>
        <p:grpSpPr>
          <a:xfrm rot="10800000">
            <a:off x="4190707" y="1605897"/>
            <a:ext cx="2478040" cy="771416"/>
            <a:chOff x="7187526" y="5005783"/>
            <a:chExt cx="3684885" cy="1147108"/>
          </a:xfrm>
        </p:grpSpPr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D36AAB94-B902-453E-8047-0FF92DFB50FC}"/>
                </a:ext>
              </a:extLst>
            </p:cNvPr>
            <p:cNvGrpSpPr/>
            <p:nvPr/>
          </p:nvGrpSpPr>
          <p:grpSpPr>
            <a:xfrm>
              <a:off x="7187526" y="5005783"/>
              <a:ext cx="3684885" cy="1147108"/>
              <a:chOff x="2228798" y="4344326"/>
              <a:chExt cx="6231066" cy="1358545"/>
            </a:xfrm>
          </p:grpSpPr>
          <p:sp>
            <p:nvSpPr>
              <p:cNvPr id="147" name="任意多边形 386">
                <a:extLst>
                  <a:ext uri="{FF2B5EF4-FFF2-40B4-BE49-F238E27FC236}">
                    <a16:creationId xmlns:a16="http://schemas.microsoft.com/office/drawing/2014/main" id="{1F67E853-5684-4A8E-8A1F-F5D311004C79}"/>
                  </a:ext>
                </a:extLst>
              </p:cNvPr>
              <p:cNvSpPr/>
              <p:nvPr/>
            </p:nvSpPr>
            <p:spPr>
              <a:xfrm>
                <a:off x="2228798" y="4344326"/>
                <a:ext cx="6231066" cy="1358545"/>
              </a:xfrm>
              <a:custGeom>
                <a:avLst/>
                <a:gdLst>
                  <a:gd name="connsiteX0" fmla="*/ 0 w 4305298"/>
                  <a:gd name="connsiteY0" fmla="*/ 0 h 704850"/>
                  <a:gd name="connsiteX1" fmla="*/ 2152649 w 4305298"/>
                  <a:gd name="connsiteY1" fmla="*/ 0 h 704850"/>
                  <a:gd name="connsiteX2" fmla="*/ 4305298 w 4305298"/>
                  <a:gd name="connsiteY2" fmla="*/ 0 h 704850"/>
                  <a:gd name="connsiteX3" fmla="*/ 4305298 w 4305298"/>
                  <a:gd name="connsiteY3" fmla="*/ 704850 h 704850"/>
                  <a:gd name="connsiteX4" fmla="*/ 2152649 w 4305298"/>
                  <a:gd name="connsiteY4" fmla="*/ 704850 h 704850"/>
                  <a:gd name="connsiteX5" fmla="*/ 0 w 4305298"/>
                  <a:gd name="connsiteY5" fmla="*/ 704850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05298" h="704850">
                    <a:moveTo>
                      <a:pt x="0" y="0"/>
                    </a:moveTo>
                    <a:lnTo>
                      <a:pt x="2152649" y="0"/>
                    </a:lnTo>
                    <a:lnTo>
                      <a:pt x="4305298" y="0"/>
                    </a:lnTo>
                    <a:lnTo>
                      <a:pt x="4305298" y="704850"/>
                    </a:lnTo>
                    <a:lnTo>
                      <a:pt x="2152649" y="704850"/>
                    </a:lnTo>
                    <a:lnTo>
                      <a:pt x="0" y="70485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8" name="直接连接符 147">
                <a:extLst>
                  <a:ext uri="{FF2B5EF4-FFF2-40B4-BE49-F238E27FC236}">
                    <a16:creationId xmlns:a16="http://schemas.microsoft.com/office/drawing/2014/main" id="{840370D7-1008-4E19-AC4A-D223A82F1C9D}"/>
                  </a:ext>
                </a:extLst>
              </p:cNvPr>
              <p:cNvCxnSpPr/>
              <p:nvPr/>
            </p:nvCxnSpPr>
            <p:spPr>
              <a:xfrm>
                <a:off x="2832155" y="4344326"/>
                <a:ext cx="265543" cy="4222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>
                <a:extLst>
                  <a:ext uri="{FF2B5EF4-FFF2-40B4-BE49-F238E27FC236}">
                    <a16:creationId xmlns:a16="http://schemas.microsoft.com/office/drawing/2014/main" id="{BDCCCCA5-87DD-4B34-A582-B5D7927C7DDF}"/>
                  </a:ext>
                </a:extLst>
              </p:cNvPr>
              <p:cNvCxnSpPr/>
              <p:nvPr/>
            </p:nvCxnSpPr>
            <p:spPr>
              <a:xfrm flipH="1">
                <a:off x="2228798" y="4766577"/>
                <a:ext cx="868900" cy="4658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>
                <a:extLst>
                  <a:ext uri="{FF2B5EF4-FFF2-40B4-BE49-F238E27FC236}">
                    <a16:creationId xmlns:a16="http://schemas.microsoft.com/office/drawing/2014/main" id="{0FF23E60-B05B-4A27-879A-11DFBEF49809}"/>
                  </a:ext>
                </a:extLst>
              </p:cNvPr>
              <p:cNvCxnSpPr/>
              <p:nvPr/>
            </p:nvCxnSpPr>
            <p:spPr>
              <a:xfrm>
                <a:off x="2640070" y="5014368"/>
                <a:ext cx="369100" cy="37935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>
                <a:extLst>
                  <a:ext uri="{FF2B5EF4-FFF2-40B4-BE49-F238E27FC236}">
                    <a16:creationId xmlns:a16="http://schemas.microsoft.com/office/drawing/2014/main" id="{2EE005F8-F4C2-422E-94EA-C5F00DB8CD09}"/>
                  </a:ext>
                </a:extLst>
              </p:cNvPr>
              <p:cNvCxnSpPr/>
              <p:nvPr/>
            </p:nvCxnSpPr>
            <p:spPr>
              <a:xfrm>
                <a:off x="3009170" y="5393722"/>
                <a:ext cx="88528" cy="3091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接连接符 151">
                <a:extLst>
                  <a:ext uri="{FF2B5EF4-FFF2-40B4-BE49-F238E27FC236}">
                    <a16:creationId xmlns:a16="http://schemas.microsoft.com/office/drawing/2014/main" id="{F1BB5976-9723-4FC0-8D28-2BE2C6CBBF12}"/>
                  </a:ext>
                </a:extLst>
              </p:cNvPr>
              <p:cNvCxnSpPr/>
              <p:nvPr/>
            </p:nvCxnSpPr>
            <p:spPr>
              <a:xfrm>
                <a:off x="3009170" y="5393722"/>
                <a:ext cx="90566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接连接符 152">
                <a:extLst>
                  <a:ext uri="{FF2B5EF4-FFF2-40B4-BE49-F238E27FC236}">
                    <a16:creationId xmlns:a16="http://schemas.microsoft.com/office/drawing/2014/main" id="{C8CDD7B4-A19B-4AD1-9BAE-B9FD0B9A9036}"/>
                  </a:ext>
                </a:extLst>
              </p:cNvPr>
              <p:cNvCxnSpPr/>
              <p:nvPr/>
            </p:nvCxnSpPr>
            <p:spPr>
              <a:xfrm>
                <a:off x="3914833" y="5391511"/>
                <a:ext cx="259738" cy="31136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>
                <a:extLst>
                  <a:ext uri="{FF2B5EF4-FFF2-40B4-BE49-F238E27FC236}">
                    <a16:creationId xmlns:a16="http://schemas.microsoft.com/office/drawing/2014/main" id="{DE1EB493-4347-4495-A96B-07732FC4FFAC}"/>
                  </a:ext>
                </a:extLst>
              </p:cNvPr>
              <p:cNvCxnSpPr/>
              <p:nvPr/>
            </p:nvCxnSpPr>
            <p:spPr>
              <a:xfrm>
                <a:off x="3097698" y="4766577"/>
                <a:ext cx="1068529" cy="15899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>
                <a:extLst>
                  <a:ext uri="{FF2B5EF4-FFF2-40B4-BE49-F238E27FC236}">
                    <a16:creationId xmlns:a16="http://schemas.microsoft.com/office/drawing/2014/main" id="{4EDE0783-511B-4A11-A5E4-DF12E1E168C3}"/>
                  </a:ext>
                </a:extLst>
              </p:cNvPr>
              <p:cNvCxnSpPr/>
              <p:nvPr/>
            </p:nvCxnSpPr>
            <p:spPr>
              <a:xfrm flipV="1">
                <a:off x="4166227" y="4344327"/>
                <a:ext cx="876414" cy="58124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>
                <a:extLst>
                  <a:ext uri="{FF2B5EF4-FFF2-40B4-BE49-F238E27FC236}">
                    <a16:creationId xmlns:a16="http://schemas.microsoft.com/office/drawing/2014/main" id="{ED668856-F9A4-4FA8-BB46-8BC6B35B5A5A}"/>
                  </a:ext>
                </a:extLst>
              </p:cNvPr>
              <p:cNvCxnSpPr/>
              <p:nvPr/>
            </p:nvCxnSpPr>
            <p:spPr>
              <a:xfrm>
                <a:off x="4166227" y="4925575"/>
                <a:ext cx="327770" cy="2020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>
                <a:extLst>
                  <a:ext uri="{FF2B5EF4-FFF2-40B4-BE49-F238E27FC236}">
                    <a16:creationId xmlns:a16="http://schemas.microsoft.com/office/drawing/2014/main" id="{A4331077-66BB-4FFB-80E7-5891BC250A63}"/>
                  </a:ext>
                </a:extLst>
              </p:cNvPr>
              <p:cNvCxnSpPr/>
              <p:nvPr/>
            </p:nvCxnSpPr>
            <p:spPr>
              <a:xfrm flipV="1">
                <a:off x="3914834" y="4766578"/>
                <a:ext cx="1363943" cy="6283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>
                <a:extLst>
                  <a:ext uri="{FF2B5EF4-FFF2-40B4-BE49-F238E27FC236}">
                    <a16:creationId xmlns:a16="http://schemas.microsoft.com/office/drawing/2014/main" id="{A21E4C86-3C08-493B-91EC-C4C7BA762506}"/>
                  </a:ext>
                </a:extLst>
              </p:cNvPr>
              <p:cNvCxnSpPr>
                <a:endCxn id="147" idx="1"/>
              </p:cNvCxnSpPr>
              <p:nvPr/>
            </p:nvCxnSpPr>
            <p:spPr>
              <a:xfrm flipV="1">
                <a:off x="5271878" y="4344326"/>
                <a:ext cx="72453" cy="42917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>
                <a:extLst>
                  <a:ext uri="{FF2B5EF4-FFF2-40B4-BE49-F238E27FC236}">
                    <a16:creationId xmlns:a16="http://schemas.microsoft.com/office/drawing/2014/main" id="{31A4674B-A957-4277-99DD-9CD631182739}"/>
                  </a:ext>
                </a:extLst>
              </p:cNvPr>
              <p:cNvCxnSpPr/>
              <p:nvPr/>
            </p:nvCxnSpPr>
            <p:spPr>
              <a:xfrm>
                <a:off x="5268525" y="4766573"/>
                <a:ext cx="808891" cy="4883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接连接符 159">
                <a:extLst>
                  <a:ext uri="{FF2B5EF4-FFF2-40B4-BE49-F238E27FC236}">
                    <a16:creationId xmlns:a16="http://schemas.microsoft.com/office/drawing/2014/main" id="{B4E151F6-8D9B-4443-A6CF-954C4D1887EC}"/>
                  </a:ext>
                </a:extLst>
              </p:cNvPr>
              <p:cNvCxnSpPr>
                <a:endCxn id="147" idx="4"/>
              </p:cNvCxnSpPr>
              <p:nvPr/>
            </p:nvCxnSpPr>
            <p:spPr>
              <a:xfrm flipH="1">
                <a:off x="5344332" y="5254924"/>
                <a:ext cx="733083" cy="44794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>
                <a:extLst>
                  <a:ext uri="{FF2B5EF4-FFF2-40B4-BE49-F238E27FC236}">
                    <a16:creationId xmlns:a16="http://schemas.microsoft.com/office/drawing/2014/main" id="{1636BE4C-18CA-4949-AC77-F5F60E94F183}"/>
                  </a:ext>
                </a:extLst>
              </p:cNvPr>
              <p:cNvCxnSpPr/>
              <p:nvPr/>
            </p:nvCxnSpPr>
            <p:spPr>
              <a:xfrm flipV="1">
                <a:off x="6077415" y="4346539"/>
                <a:ext cx="636299" cy="90838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>
                <a:extLst>
                  <a:ext uri="{FF2B5EF4-FFF2-40B4-BE49-F238E27FC236}">
                    <a16:creationId xmlns:a16="http://schemas.microsoft.com/office/drawing/2014/main" id="{898BD566-0457-4693-B117-376FC9EB75AD}"/>
                  </a:ext>
                </a:extLst>
              </p:cNvPr>
              <p:cNvCxnSpPr/>
              <p:nvPr/>
            </p:nvCxnSpPr>
            <p:spPr>
              <a:xfrm>
                <a:off x="6405186" y="4780437"/>
                <a:ext cx="645487" cy="5013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>
                <a:extLst>
                  <a:ext uri="{FF2B5EF4-FFF2-40B4-BE49-F238E27FC236}">
                    <a16:creationId xmlns:a16="http://schemas.microsoft.com/office/drawing/2014/main" id="{EB405520-213F-4016-9D94-45F83604D637}"/>
                  </a:ext>
                </a:extLst>
              </p:cNvPr>
              <p:cNvCxnSpPr/>
              <p:nvPr/>
            </p:nvCxnSpPr>
            <p:spPr>
              <a:xfrm flipH="1">
                <a:off x="6632795" y="5281752"/>
                <a:ext cx="417878" cy="4211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>
                <a:extLst>
                  <a:ext uri="{FF2B5EF4-FFF2-40B4-BE49-F238E27FC236}">
                    <a16:creationId xmlns:a16="http://schemas.microsoft.com/office/drawing/2014/main" id="{B94166EE-D740-4C84-BC90-F970EC39973C}"/>
                  </a:ext>
                </a:extLst>
              </p:cNvPr>
              <p:cNvCxnSpPr/>
              <p:nvPr/>
            </p:nvCxnSpPr>
            <p:spPr>
              <a:xfrm flipV="1">
                <a:off x="7050674" y="5168163"/>
                <a:ext cx="685033" cy="11358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>
                <a:extLst>
                  <a:ext uri="{FF2B5EF4-FFF2-40B4-BE49-F238E27FC236}">
                    <a16:creationId xmlns:a16="http://schemas.microsoft.com/office/drawing/2014/main" id="{47FD038B-C9A7-4426-A27F-6AE1DDCDA699}"/>
                  </a:ext>
                </a:extLst>
              </p:cNvPr>
              <p:cNvCxnSpPr/>
              <p:nvPr/>
            </p:nvCxnSpPr>
            <p:spPr>
              <a:xfrm flipH="1" flipV="1">
                <a:off x="7411253" y="4359320"/>
                <a:ext cx="324453" cy="80884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>
                <a:extLst>
                  <a:ext uri="{FF2B5EF4-FFF2-40B4-BE49-F238E27FC236}">
                    <a16:creationId xmlns:a16="http://schemas.microsoft.com/office/drawing/2014/main" id="{E6ABA5A1-286C-4C3F-8ECD-A64B4D529845}"/>
                  </a:ext>
                </a:extLst>
              </p:cNvPr>
              <p:cNvCxnSpPr/>
              <p:nvPr/>
            </p:nvCxnSpPr>
            <p:spPr>
              <a:xfrm>
                <a:off x="7575860" y="4780437"/>
                <a:ext cx="879019" cy="612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>
                <a:extLst>
                  <a:ext uri="{FF2B5EF4-FFF2-40B4-BE49-F238E27FC236}">
                    <a16:creationId xmlns:a16="http://schemas.microsoft.com/office/drawing/2014/main" id="{0338D03A-89EB-4BCB-AA7B-5C2D2BE712B3}"/>
                  </a:ext>
                </a:extLst>
              </p:cNvPr>
              <p:cNvCxnSpPr/>
              <p:nvPr/>
            </p:nvCxnSpPr>
            <p:spPr>
              <a:xfrm flipH="1">
                <a:off x="7573479" y="5168163"/>
                <a:ext cx="162228" cy="53470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>
                <a:extLst>
                  <a:ext uri="{FF2B5EF4-FFF2-40B4-BE49-F238E27FC236}">
                    <a16:creationId xmlns:a16="http://schemas.microsoft.com/office/drawing/2014/main" id="{83B467A9-690B-4497-A0BA-A7595727D589}"/>
                  </a:ext>
                </a:extLst>
              </p:cNvPr>
              <p:cNvCxnSpPr/>
              <p:nvPr/>
            </p:nvCxnSpPr>
            <p:spPr>
              <a:xfrm flipV="1">
                <a:off x="7654592" y="5354388"/>
                <a:ext cx="805272" cy="8112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EE0E313F-589D-4484-A718-DD84117973B0}"/>
                </a:ext>
              </a:extLst>
            </p:cNvPr>
            <p:cNvCxnSpPr/>
            <p:nvPr/>
          </p:nvCxnSpPr>
          <p:spPr>
            <a:xfrm flipV="1">
              <a:off x="7233976" y="5294860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6C2F27B3-A825-4F6B-8E90-10B255DE8AC7}"/>
                </a:ext>
              </a:extLst>
            </p:cNvPr>
            <p:cNvCxnSpPr/>
            <p:nvPr/>
          </p:nvCxnSpPr>
          <p:spPr>
            <a:xfrm flipV="1">
              <a:off x="7227130" y="5923693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FE2B6ACA-12E2-477B-88D7-EB742A48971D}"/>
                </a:ext>
              </a:extLst>
            </p:cNvPr>
            <p:cNvCxnSpPr/>
            <p:nvPr/>
          </p:nvCxnSpPr>
          <p:spPr>
            <a:xfrm flipV="1">
              <a:off x="7738097" y="5661130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E8D1171C-525C-43D5-A89C-8D76E9EFBC16}"/>
                </a:ext>
              </a:extLst>
            </p:cNvPr>
            <p:cNvCxnSpPr/>
            <p:nvPr/>
          </p:nvCxnSpPr>
          <p:spPr>
            <a:xfrm flipV="1">
              <a:off x="7985431" y="5289929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979E9141-DF0C-49FD-A5C4-EA1F3BA127A1}"/>
                </a:ext>
              </a:extLst>
            </p:cNvPr>
            <p:cNvCxnSpPr/>
            <p:nvPr/>
          </p:nvCxnSpPr>
          <p:spPr>
            <a:xfrm flipV="1">
              <a:off x="7801726" y="5993852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箭头连接符 137">
              <a:extLst>
                <a:ext uri="{FF2B5EF4-FFF2-40B4-BE49-F238E27FC236}">
                  <a16:creationId xmlns:a16="http://schemas.microsoft.com/office/drawing/2014/main" id="{2D46F52A-5AC6-4DEE-9BA8-24AF72CBD462}"/>
                </a:ext>
              </a:extLst>
            </p:cNvPr>
            <p:cNvCxnSpPr/>
            <p:nvPr/>
          </p:nvCxnSpPr>
          <p:spPr>
            <a:xfrm flipV="1">
              <a:off x="8582288" y="5311316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BB7C23A1-3F5B-48DC-A012-139B6405D836}"/>
                </a:ext>
              </a:extLst>
            </p:cNvPr>
            <p:cNvCxnSpPr/>
            <p:nvPr/>
          </p:nvCxnSpPr>
          <p:spPr>
            <a:xfrm flipV="1">
              <a:off x="8634593" y="5957473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6675AB80-A468-465E-8263-C687CBBB3FEA}"/>
                </a:ext>
              </a:extLst>
            </p:cNvPr>
            <p:cNvCxnSpPr/>
            <p:nvPr/>
          </p:nvCxnSpPr>
          <p:spPr>
            <a:xfrm flipV="1">
              <a:off x="9196694" y="5288817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1F8BC8DB-3834-46A6-A294-A258CC2AB12E}"/>
                </a:ext>
              </a:extLst>
            </p:cNvPr>
            <p:cNvCxnSpPr/>
            <p:nvPr/>
          </p:nvCxnSpPr>
          <p:spPr>
            <a:xfrm flipV="1">
              <a:off x="9438527" y="5966038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B5C1D1A6-5DAE-446A-812B-CBC02DF406F8}"/>
                </a:ext>
              </a:extLst>
            </p:cNvPr>
            <p:cNvCxnSpPr/>
            <p:nvPr/>
          </p:nvCxnSpPr>
          <p:spPr>
            <a:xfrm flipV="1">
              <a:off x="9856044" y="5314798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66FF1075-0B37-4986-BD38-EC1F4492AD26}"/>
                </a:ext>
              </a:extLst>
            </p:cNvPr>
            <p:cNvCxnSpPr/>
            <p:nvPr/>
          </p:nvCxnSpPr>
          <p:spPr>
            <a:xfrm flipV="1">
              <a:off x="10475198" y="5237375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57C814EA-4CD6-4643-9EE5-37B0846336C3}"/>
                </a:ext>
              </a:extLst>
            </p:cNvPr>
            <p:cNvCxnSpPr/>
            <p:nvPr/>
          </p:nvCxnSpPr>
          <p:spPr>
            <a:xfrm flipV="1">
              <a:off x="10482020" y="5580605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箭头连接符 144">
              <a:extLst>
                <a:ext uri="{FF2B5EF4-FFF2-40B4-BE49-F238E27FC236}">
                  <a16:creationId xmlns:a16="http://schemas.microsoft.com/office/drawing/2014/main" id="{8D068641-22CA-4B1E-B283-85436511D43E}"/>
                </a:ext>
              </a:extLst>
            </p:cNvPr>
            <p:cNvCxnSpPr/>
            <p:nvPr/>
          </p:nvCxnSpPr>
          <p:spPr>
            <a:xfrm flipV="1">
              <a:off x="10017902" y="5975102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391EAAB3-09B4-4B55-8FEE-C3B7DC4B7CEA}"/>
                </a:ext>
              </a:extLst>
            </p:cNvPr>
            <p:cNvCxnSpPr/>
            <p:nvPr/>
          </p:nvCxnSpPr>
          <p:spPr>
            <a:xfrm flipV="1">
              <a:off x="10490093" y="5993426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2" name="组合 291">
            <a:extLst>
              <a:ext uri="{FF2B5EF4-FFF2-40B4-BE49-F238E27FC236}">
                <a16:creationId xmlns:a16="http://schemas.microsoft.com/office/drawing/2014/main" id="{4213A231-C82D-498C-90CA-3FE8FE7CCD21}"/>
              </a:ext>
            </a:extLst>
          </p:cNvPr>
          <p:cNvGrpSpPr/>
          <p:nvPr/>
        </p:nvGrpSpPr>
        <p:grpSpPr>
          <a:xfrm>
            <a:off x="1066347" y="4771960"/>
            <a:ext cx="898662" cy="244567"/>
            <a:chOff x="2618884" y="2393547"/>
            <a:chExt cx="1334674" cy="363226"/>
          </a:xfrm>
        </p:grpSpPr>
        <p:sp>
          <p:nvSpPr>
            <p:cNvPr id="267" name="任意多边形 12">
              <a:extLst>
                <a:ext uri="{FF2B5EF4-FFF2-40B4-BE49-F238E27FC236}">
                  <a16:creationId xmlns:a16="http://schemas.microsoft.com/office/drawing/2014/main" id="{07682192-2D58-4CB4-8134-CCE865CAF949}"/>
                </a:ext>
              </a:extLst>
            </p:cNvPr>
            <p:cNvSpPr/>
            <p:nvPr/>
          </p:nvSpPr>
          <p:spPr>
            <a:xfrm>
              <a:off x="2682619" y="2479673"/>
              <a:ext cx="1270939" cy="277100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DA75DB77-50DD-487A-8B27-7C1CC3FBBFBE}"/>
                </a:ext>
              </a:extLst>
            </p:cNvPr>
            <p:cNvSpPr/>
            <p:nvPr/>
          </p:nvSpPr>
          <p:spPr>
            <a:xfrm>
              <a:off x="3318088" y="2479673"/>
              <a:ext cx="635470" cy="277100"/>
            </a:xfrm>
            <a:prstGeom prst="rect">
              <a:avLst/>
            </a:prstGeom>
            <a:solidFill>
              <a:srgbClr val="85B4D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任意多边形 19">
              <a:extLst>
                <a:ext uri="{FF2B5EF4-FFF2-40B4-BE49-F238E27FC236}">
                  <a16:creationId xmlns:a16="http://schemas.microsoft.com/office/drawing/2014/main" id="{F6DCEC28-25E4-41D4-A167-A95957398B93}"/>
                </a:ext>
              </a:extLst>
            </p:cNvPr>
            <p:cNvSpPr/>
            <p:nvPr/>
          </p:nvSpPr>
          <p:spPr>
            <a:xfrm>
              <a:off x="3254354" y="2393547"/>
              <a:ext cx="699203" cy="86126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任意多边形 20">
              <a:extLst>
                <a:ext uri="{FF2B5EF4-FFF2-40B4-BE49-F238E27FC236}">
                  <a16:creationId xmlns:a16="http://schemas.microsoft.com/office/drawing/2014/main" id="{3E5C93D1-0ABC-400A-96BD-57EC0DB2D704}"/>
                </a:ext>
              </a:extLst>
            </p:cNvPr>
            <p:cNvSpPr/>
            <p:nvPr/>
          </p:nvSpPr>
          <p:spPr>
            <a:xfrm>
              <a:off x="2618885" y="2393547"/>
              <a:ext cx="699203" cy="86126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1" name="任意多边形 26">
              <a:extLst>
                <a:ext uri="{FF2B5EF4-FFF2-40B4-BE49-F238E27FC236}">
                  <a16:creationId xmlns:a16="http://schemas.microsoft.com/office/drawing/2014/main" id="{89F17144-20DB-4399-898C-0458D76D9BE3}"/>
                </a:ext>
              </a:extLst>
            </p:cNvPr>
            <p:cNvSpPr/>
            <p:nvPr/>
          </p:nvSpPr>
          <p:spPr>
            <a:xfrm>
              <a:off x="2618884" y="2396284"/>
              <a:ext cx="63734" cy="360489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72" name="组合 271">
              <a:extLst>
                <a:ext uri="{FF2B5EF4-FFF2-40B4-BE49-F238E27FC236}">
                  <a16:creationId xmlns:a16="http://schemas.microsoft.com/office/drawing/2014/main" id="{D0F1BE10-C1A9-4C01-9AB3-4AAEC622C0E9}"/>
                </a:ext>
              </a:extLst>
            </p:cNvPr>
            <p:cNvGrpSpPr/>
            <p:nvPr/>
          </p:nvGrpSpPr>
          <p:grpSpPr>
            <a:xfrm>
              <a:off x="2746352" y="2542466"/>
              <a:ext cx="63547" cy="143793"/>
              <a:chOff x="4058285" y="3817620"/>
              <a:chExt cx="215265" cy="365760"/>
            </a:xfrm>
          </p:grpSpPr>
          <p:cxnSp>
            <p:nvCxnSpPr>
              <p:cNvPr id="288" name="直接连接符 287">
                <a:extLst>
                  <a:ext uri="{FF2B5EF4-FFF2-40B4-BE49-F238E27FC236}">
                    <a16:creationId xmlns:a16="http://schemas.microsoft.com/office/drawing/2014/main" id="{0DA790DF-52DC-4214-BE33-BBDB289DEF6D}"/>
                  </a:ext>
                </a:extLst>
              </p:cNvPr>
              <p:cNvCxnSpPr/>
              <p:nvPr/>
            </p:nvCxnSpPr>
            <p:spPr>
              <a:xfrm>
                <a:off x="4058285" y="3817620"/>
                <a:ext cx="0" cy="36576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直接连接符 288">
                <a:extLst>
                  <a:ext uri="{FF2B5EF4-FFF2-40B4-BE49-F238E27FC236}">
                    <a16:creationId xmlns:a16="http://schemas.microsoft.com/office/drawing/2014/main" id="{1C341723-A888-41D1-A413-1E9F084E2858}"/>
                  </a:ext>
                </a:extLst>
              </p:cNvPr>
              <p:cNvCxnSpPr/>
              <p:nvPr/>
            </p:nvCxnSpPr>
            <p:spPr>
              <a:xfrm>
                <a:off x="4060190" y="3822065"/>
                <a:ext cx="213360" cy="3581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直接连接符 289">
                <a:extLst>
                  <a:ext uri="{FF2B5EF4-FFF2-40B4-BE49-F238E27FC236}">
                    <a16:creationId xmlns:a16="http://schemas.microsoft.com/office/drawing/2014/main" id="{560AD24B-08F2-4F4D-8085-F7E9BEF0B9AB}"/>
                  </a:ext>
                </a:extLst>
              </p:cNvPr>
              <p:cNvCxnSpPr/>
              <p:nvPr/>
            </p:nvCxnSpPr>
            <p:spPr>
              <a:xfrm>
                <a:off x="4273550" y="3817620"/>
                <a:ext cx="0" cy="36576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3" name="任意多边形 44">
              <a:extLst>
                <a:ext uri="{FF2B5EF4-FFF2-40B4-BE49-F238E27FC236}">
                  <a16:creationId xmlns:a16="http://schemas.microsoft.com/office/drawing/2014/main" id="{17CA5885-7465-4128-8BB0-961C9A458175}"/>
                </a:ext>
              </a:extLst>
            </p:cNvPr>
            <p:cNvSpPr/>
            <p:nvPr/>
          </p:nvSpPr>
          <p:spPr>
            <a:xfrm>
              <a:off x="3829838" y="2542926"/>
              <a:ext cx="63547" cy="142872"/>
            </a:xfrm>
            <a:custGeom>
              <a:avLst/>
              <a:gdLst>
                <a:gd name="connsiteX0" fmla="*/ 209550 w 220116"/>
                <a:gd name="connsiteY0" fmla="*/ 61575 h 395155"/>
                <a:gd name="connsiteX1" fmla="*/ 171450 w 220116"/>
                <a:gd name="connsiteY1" fmla="*/ 7600 h 395155"/>
                <a:gd name="connsiteX2" fmla="*/ 88900 w 220116"/>
                <a:gd name="connsiteY2" fmla="*/ 4425 h 395155"/>
                <a:gd name="connsiteX3" fmla="*/ 28575 w 220116"/>
                <a:gd name="connsiteY3" fmla="*/ 45700 h 395155"/>
                <a:gd name="connsiteX4" fmla="*/ 25400 w 220116"/>
                <a:gd name="connsiteY4" fmla="*/ 140950 h 395155"/>
                <a:gd name="connsiteX5" fmla="*/ 101600 w 220116"/>
                <a:gd name="connsiteY5" fmla="*/ 185400 h 395155"/>
                <a:gd name="connsiteX6" fmla="*/ 187325 w 220116"/>
                <a:gd name="connsiteY6" fmla="*/ 226675 h 395155"/>
                <a:gd name="connsiteX7" fmla="*/ 219075 w 220116"/>
                <a:gd name="connsiteY7" fmla="*/ 283825 h 395155"/>
                <a:gd name="connsiteX8" fmla="*/ 209550 w 220116"/>
                <a:gd name="connsiteY8" fmla="*/ 369550 h 395155"/>
                <a:gd name="connsiteX9" fmla="*/ 180975 w 220116"/>
                <a:gd name="connsiteY9" fmla="*/ 388600 h 395155"/>
                <a:gd name="connsiteX10" fmla="*/ 95250 w 220116"/>
                <a:gd name="connsiteY10" fmla="*/ 394950 h 395155"/>
                <a:gd name="connsiteX11" fmla="*/ 22225 w 220116"/>
                <a:gd name="connsiteY11" fmla="*/ 382250 h 395155"/>
                <a:gd name="connsiteX12" fmla="*/ 0 w 220116"/>
                <a:gd name="connsiteY12" fmla="*/ 315575 h 395155"/>
                <a:gd name="connsiteX0" fmla="*/ 209550 w 220116"/>
                <a:gd name="connsiteY0" fmla="*/ 61575 h 395325"/>
                <a:gd name="connsiteX1" fmla="*/ 171450 w 220116"/>
                <a:gd name="connsiteY1" fmla="*/ 7600 h 395325"/>
                <a:gd name="connsiteX2" fmla="*/ 88900 w 220116"/>
                <a:gd name="connsiteY2" fmla="*/ 4425 h 395325"/>
                <a:gd name="connsiteX3" fmla="*/ 28575 w 220116"/>
                <a:gd name="connsiteY3" fmla="*/ 45700 h 395325"/>
                <a:gd name="connsiteX4" fmla="*/ 25400 w 220116"/>
                <a:gd name="connsiteY4" fmla="*/ 140950 h 395325"/>
                <a:gd name="connsiteX5" fmla="*/ 101600 w 220116"/>
                <a:gd name="connsiteY5" fmla="*/ 185400 h 395325"/>
                <a:gd name="connsiteX6" fmla="*/ 187325 w 220116"/>
                <a:gd name="connsiteY6" fmla="*/ 226675 h 395325"/>
                <a:gd name="connsiteX7" fmla="*/ 219075 w 220116"/>
                <a:gd name="connsiteY7" fmla="*/ 283825 h 395325"/>
                <a:gd name="connsiteX8" fmla="*/ 209550 w 220116"/>
                <a:gd name="connsiteY8" fmla="*/ 369550 h 395325"/>
                <a:gd name="connsiteX9" fmla="*/ 180975 w 220116"/>
                <a:gd name="connsiteY9" fmla="*/ 388600 h 395325"/>
                <a:gd name="connsiteX10" fmla="*/ 95250 w 220116"/>
                <a:gd name="connsiteY10" fmla="*/ 394950 h 395325"/>
                <a:gd name="connsiteX11" fmla="*/ 28575 w 220116"/>
                <a:gd name="connsiteY11" fmla="*/ 379075 h 395325"/>
                <a:gd name="connsiteX12" fmla="*/ 0 w 220116"/>
                <a:gd name="connsiteY12" fmla="*/ 315575 h 395325"/>
                <a:gd name="connsiteX0" fmla="*/ 209550 w 223457"/>
                <a:gd name="connsiteY0" fmla="*/ 61575 h 394950"/>
                <a:gd name="connsiteX1" fmla="*/ 171450 w 223457"/>
                <a:gd name="connsiteY1" fmla="*/ 7600 h 394950"/>
                <a:gd name="connsiteX2" fmla="*/ 88900 w 223457"/>
                <a:gd name="connsiteY2" fmla="*/ 4425 h 394950"/>
                <a:gd name="connsiteX3" fmla="*/ 28575 w 223457"/>
                <a:gd name="connsiteY3" fmla="*/ 45700 h 394950"/>
                <a:gd name="connsiteX4" fmla="*/ 25400 w 223457"/>
                <a:gd name="connsiteY4" fmla="*/ 140950 h 394950"/>
                <a:gd name="connsiteX5" fmla="*/ 101600 w 223457"/>
                <a:gd name="connsiteY5" fmla="*/ 185400 h 394950"/>
                <a:gd name="connsiteX6" fmla="*/ 187325 w 223457"/>
                <a:gd name="connsiteY6" fmla="*/ 226675 h 394950"/>
                <a:gd name="connsiteX7" fmla="*/ 219075 w 223457"/>
                <a:gd name="connsiteY7" fmla="*/ 283825 h 394950"/>
                <a:gd name="connsiteX8" fmla="*/ 209550 w 223457"/>
                <a:gd name="connsiteY8" fmla="*/ 369550 h 394950"/>
                <a:gd name="connsiteX9" fmla="*/ 95250 w 223457"/>
                <a:gd name="connsiteY9" fmla="*/ 394950 h 394950"/>
                <a:gd name="connsiteX10" fmla="*/ 28575 w 223457"/>
                <a:gd name="connsiteY10" fmla="*/ 379075 h 394950"/>
                <a:gd name="connsiteX11" fmla="*/ 0 w 223457"/>
                <a:gd name="connsiteY11" fmla="*/ 315575 h 394950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351"/>
                <a:gd name="connsiteY0" fmla="*/ 61575 h 398447"/>
                <a:gd name="connsiteX1" fmla="*/ 171450 w 219351"/>
                <a:gd name="connsiteY1" fmla="*/ 7600 h 398447"/>
                <a:gd name="connsiteX2" fmla="*/ 88900 w 219351"/>
                <a:gd name="connsiteY2" fmla="*/ 4425 h 398447"/>
                <a:gd name="connsiteX3" fmla="*/ 28575 w 219351"/>
                <a:gd name="connsiteY3" fmla="*/ 45700 h 398447"/>
                <a:gd name="connsiteX4" fmla="*/ 25400 w 219351"/>
                <a:gd name="connsiteY4" fmla="*/ 140950 h 398447"/>
                <a:gd name="connsiteX5" fmla="*/ 101600 w 219351"/>
                <a:gd name="connsiteY5" fmla="*/ 185400 h 398447"/>
                <a:gd name="connsiteX6" fmla="*/ 187325 w 219351"/>
                <a:gd name="connsiteY6" fmla="*/ 226675 h 398447"/>
                <a:gd name="connsiteX7" fmla="*/ 219075 w 219351"/>
                <a:gd name="connsiteY7" fmla="*/ 283825 h 398447"/>
                <a:gd name="connsiteX8" fmla="*/ 197643 w 219351"/>
                <a:gd name="connsiteY8" fmla="*/ 367168 h 398447"/>
                <a:gd name="connsiteX9" fmla="*/ 117475 w 219351"/>
                <a:gd name="connsiteY9" fmla="*/ 398125 h 398447"/>
                <a:gd name="connsiteX10" fmla="*/ 28575 w 219351"/>
                <a:gd name="connsiteY10" fmla="*/ 379075 h 398447"/>
                <a:gd name="connsiteX11" fmla="*/ 0 w 219351"/>
                <a:gd name="connsiteY11" fmla="*/ 315575 h 398447"/>
                <a:gd name="connsiteX0" fmla="*/ 209550 w 217049"/>
                <a:gd name="connsiteY0" fmla="*/ 61575 h 398447"/>
                <a:gd name="connsiteX1" fmla="*/ 171450 w 217049"/>
                <a:gd name="connsiteY1" fmla="*/ 7600 h 398447"/>
                <a:gd name="connsiteX2" fmla="*/ 88900 w 217049"/>
                <a:gd name="connsiteY2" fmla="*/ 4425 h 398447"/>
                <a:gd name="connsiteX3" fmla="*/ 28575 w 217049"/>
                <a:gd name="connsiteY3" fmla="*/ 45700 h 398447"/>
                <a:gd name="connsiteX4" fmla="*/ 25400 w 217049"/>
                <a:gd name="connsiteY4" fmla="*/ 140950 h 398447"/>
                <a:gd name="connsiteX5" fmla="*/ 101600 w 217049"/>
                <a:gd name="connsiteY5" fmla="*/ 185400 h 398447"/>
                <a:gd name="connsiteX6" fmla="*/ 187325 w 217049"/>
                <a:gd name="connsiteY6" fmla="*/ 226675 h 398447"/>
                <a:gd name="connsiteX7" fmla="*/ 216694 w 217049"/>
                <a:gd name="connsiteY7" fmla="*/ 283825 h 398447"/>
                <a:gd name="connsiteX8" fmla="*/ 197643 w 217049"/>
                <a:gd name="connsiteY8" fmla="*/ 367168 h 398447"/>
                <a:gd name="connsiteX9" fmla="*/ 117475 w 217049"/>
                <a:gd name="connsiteY9" fmla="*/ 398125 h 398447"/>
                <a:gd name="connsiteX10" fmla="*/ 28575 w 217049"/>
                <a:gd name="connsiteY10" fmla="*/ 379075 h 398447"/>
                <a:gd name="connsiteX11" fmla="*/ 0 w 217049"/>
                <a:gd name="connsiteY11" fmla="*/ 315575 h 398447"/>
                <a:gd name="connsiteX0" fmla="*/ 209550 w 217049"/>
                <a:gd name="connsiteY0" fmla="*/ 61575 h 399559"/>
                <a:gd name="connsiteX1" fmla="*/ 171450 w 217049"/>
                <a:gd name="connsiteY1" fmla="*/ 7600 h 399559"/>
                <a:gd name="connsiteX2" fmla="*/ 88900 w 217049"/>
                <a:gd name="connsiteY2" fmla="*/ 4425 h 399559"/>
                <a:gd name="connsiteX3" fmla="*/ 28575 w 217049"/>
                <a:gd name="connsiteY3" fmla="*/ 45700 h 399559"/>
                <a:gd name="connsiteX4" fmla="*/ 25400 w 217049"/>
                <a:gd name="connsiteY4" fmla="*/ 140950 h 399559"/>
                <a:gd name="connsiteX5" fmla="*/ 101600 w 217049"/>
                <a:gd name="connsiteY5" fmla="*/ 185400 h 399559"/>
                <a:gd name="connsiteX6" fmla="*/ 187325 w 217049"/>
                <a:gd name="connsiteY6" fmla="*/ 226675 h 399559"/>
                <a:gd name="connsiteX7" fmla="*/ 216694 w 217049"/>
                <a:gd name="connsiteY7" fmla="*/ 283825 h 399559"/>
                <a:gd name="connsiteX8" fmla="*/ 197643 w 217049"/>
                <a:gd name="connsiteY8" fmla="*/ 367168 h 399559"/>
                <a:gd name="connsiteX9" fmla="*/ 117475 w 217049"/>
                <a:gd name="connsiteY9" fmla="*/ 398125 h 399559"/>
                <a:gd name="connsiteX10" fmla="*/ 40481 w 217049"/>
                <a:gd name="connsiteY10" fmla="*/ 386218 h 399559"/>
                <a:gd name="connsiteX11" fmla="*/ 0 w 217049"/>
                <a:gd name="connsiteY11" fmla="*/ 315575 h 399559"/>
                <a:gd name="connsiteX0" fmla="*/ 195263 w 202762"/>
                <a:gd name="connsiteY0" fmla="*/ 61575 h 399493"/>
                <a:gd name="connsiteX1" fmla="*/ 157163 w 202762"/>
                <a:gd name="connsiteY1" fmla="*/ 7600 h 399493"/>
                <a:gd name="connsiteX2" fmla="*/ 74613 w 202762"/>
                <a:gd name="connsiteY2" fmla="*/ 4425 h 399493"/>
                <a:gd name="connsiteX3" fmla="*/ 14288 w 202762"/>
                <a:gd name="connsiteY3" fmla="*/ 45700 h 399493"/>
                <a:gd name="connsiteX4" fmla="*/ 11113 w 202762"/>
                <a:gd name="connsiteY4" fmla="*/ 140950 h 399493"/>
                <a:gd name="connsiteX5" fmla="*/ 87313 w 202762"/>
                <a:gd name="connsiteY5" fmla="*/ 185400 h 399493"/>
                <a:gd name="connsiteX6" fmla="*/ 173038 w 202762"/>
                <a:gd name="connsiteY6" fmla="*/ 226675 h 399493"/>
                <a:gd name="connsiteX7" fmla="*/ 202407 w 202762"/>
                <a:gd name="connsiteY7" fmla="*/ 283825 h 399493"/>
                <a:gd name="connsiteX8" fmla="*/ 183356 w 202762"/>
                <a:gd name="connsiteY8" fmla="*/ 367168 h 399493"/>
                <a:gd name="connsiteX9" fmla="*/ 103188 w 202762"/>
                <a:gd name="connsiteY9" fmla="*/ 398125 h 399493"/>
                <a:gd name="connsiteX10" fmla="*/ 26194 w 202762"/>
                <a:gd name="connsiteY10" fmla="*/ 386218 h 399493"/>
                <a:gd name="connsiteX11" fmla="*/ 0 w 202762"/>
                <a:gd name="connsiteY11" fmla="*/ 317956 h 399493"/>
                <a:gd name="connsiteX0" fmla="*/ 191348 w 198847"/>
                <a:gd name="connsiteY0" fmla="*/ 61575 h 399493"/>
                <a:gd name="connsiteX1" fmla="*/ 153248 w 198847"/>
                <a:gd name="connsiteY1" fmla="*/ 7600 h 399493"/>
                <a:gd name="connsiteX2" fmla="*/ 70698 w 198847"/>
                <a:gd name="connsiteY2" fmla="*/ 4425 h 399493"/>
                <a:gd name="connsiteX3" fmla="*/ 10373 w 198847"/>
                <a:gd name="connsiteY3" fmla="*/ 45700 h 399493"/>
                <a:gd name="connsiteX4" fmla="*/ 7198 w 198847"/>
                <a:gd name="connsiteY4" fmla="*/ 140950 h 399493"/>
                <a:gd name="connsiteX5" fmla="*/ 83398 w 198847"/>
                <a:gd name="connsiteY5" fmla="*/ 185400 h 399493"/>
                <a:gd name="connsiteX6" fmla="*/ 169123 w 198847"/>
                <a:gd name="connsiteY6" fmla="*/ 226675 h 399493"/>
                <a:gd name="connsiteX7" fmla="*/ 198492 w 198847"/>
                <a:gd name="connsiteY7" fmla="*/ 283825 h 399493"/>
                <a:gd name="connsiteX8" fmla="*/ 179441 w 198847"/>
                <a:gd name="connsiteY8" fmla="*/ 367168 h 399493"/>
                <a:gd name="connsiteX9" fmla="*/ 99273 w 198847"/>
                <a:gd name="connsiteY9" fmla="*/ 398125 h 399493"/>
                <a:gd name="connsiteX10" fmla="*/ 22279 w 198847"/>
                <a:gd name="connsiteY10" fmla="*/ 386218 h 399493"/>
                <a:gd name="connsiteX11" fmla="*/ 3229 w 198847"/>
                <a:gd name="connsiteY11" fmla="*/ 317956 h 399493"/>
                <a:gd name="connsiteX0" fmla="*/ 191348 w 198847"/>
                <a:gd name="connsiteY0" fmla="*/ 61575 h 400217"/>
                <a:gd name="connsiteX1" fmla="*/ 153248 w 198847"/>
                <a:gd name="connsiteY1" fmla="*/ 7600 h 400217"/>
                <a:gd name="connsiteX2" fmla="*/ 70698 w 198847"/>
                <a:gd name="connsiteY2" fmla="*/ 4425 h 400217"/>
                <a:gd name="connsiteX3" fmla="*/ 10373 w 198847"/>
                <a:gd name="connsiteY3" fmla="*/ 45700 h 400217"/>
                <a:gd name="connsiteX4" fmla="*/ 7198 w 198847"/>
                <a:gd name="connsiteY4" fmla="*/ 140950 h 400217"/>
                <a:gd name="connsiteX5" fmla="*/ 83398 w 198847"/>
                <a:gd name="connsiteY5" fmla="*/ 185400 h 400217"/>
                <a:gd name="connsiteX6" fmla="*/ 169123 w 198847"/>
                <a:gd name="connsiteY6" fmla="*/ 226675 h 400217"/>
                <a:gd name="connsiteX7" fmla="*/ 198492 w 198847"/>
                <a:gd name="connsiteY7" fmla="*/ 283825 h 400217"/>
                <a:gd name="connsiteX8" fmla="*/ 179441 w 198847"/>
                <a:gd name="connsiteY8" fmla="*/ 367168 h 400217"/>
                <a:gd name="connsiteX9" fmla="*/ 99273 w 198847"/>
                <a:gd name="connsiteY9" fmla="*/ 398125 h 400217"/>
                <a:gd name="connsiteX10" fmla="*/ 31804 w 198847"/>
                <a:gd name="connsiteY10" fmla="*/ 388599 h 400217"/>
                <a:gd name="connsiteX11" fmla="*/ 3229 w 198847"/>
                <a:gd name="connsiteY11" fmla="*/ 317956 h 400217"/>
                <a:gd name="connsiteX0" fmla="*/ 191348 w 198847"/>
                <a:gd name="connsiteY0" fmla="*/ 61575 h 400745"/>
                <a:gd name="connsiteX1" fmla="*/ 153248 w 198847"/>
                <a:gd name="connsiteY1" fmla="*/ 7600 h 400745"/>
                <a:gd name="connsiteX2" fmla="*/ 70698 w 198847"/>
                <a:gd name="connsiteY2" fmla="*/ 4425 h 400745"/>
                <a:gd name="connsiteX3" fmla="*/ 10373 w 198847"/>
                <a:gd name="connsiteY3" fmla="*/ 45700 h 400745"/>
                <a:gd name="connsiteX4" fmla="*/ 7198 w 198847"/>
                <a:gd name="connsiteY4" fmla="*/ 140950 h 400745"/>
                <a:gd name="connsiteX5" fmla="*/ 83398 w 198847"/>
                <a:gd name="connsiteY5" fmla="*/ 185400 h 400745"/>
                <a:gd name="connsiteX6" fmla="*/ 169123 w 198847"/>
                <a:gd name="connsiteY6" fmla="*/ 226675 h 400745"/>
                <a:gd name="connsiteX7" fmla="*/ 198492 w 198847"/>
                <a:gd name="connsiteY7" fmla="*/ 283825 h 400745"/>
                <a:gd name="connsiteX8" fmla="*/ 179441 w 198847"/>
                <a:gd name="connsiteY8" fmla="*/ 360025 h 400745"/>
                <a:gd name="connsiteX9" fmla="*/ 99273 w 198847"/>
                <a:gd name="connsiteY9" fmla="*/ 398125 h 400745"/>
                <a:gd name="connsiteX10" fmla="*/ 31804 w 198847"/>
                <a:gd name="connsiteY10" fmla="*/ 388599 h 400745"/>
                <a:gd name="connsiteX11" fmla="*/ 3229 w 198847"/>
                <a:gd name="connsiteY11" fmla="*/ 317956 h 400745"/>
                <a:gd name="connsiteX0" fmla="*/ 191348 w 199158"/>
                <a:gd name="connsiteY0" fmla="*/ 61575 h 400393"/>
                <a:gd name="connsiteX1" fmla="*/ 153248 w 199158"/>
                <a:gd name="connsiteY1" fmla="*/ 7600 h 400393"/>
                <a:gd name="connsiteX2" fmla="*/ 70698 w 199158"/>
                <a:gd name="connsiteY2" fmla="*/ 4425 h 400393"/>
                <a:gd name="connsiteX3" fmla="*/ 10373 w 199158"/>
                <a:gd name="connsiteY3" fmla="*/ 45700 h 400393"/>
                <a:gd name="connsiteX4" fmla="*/ 7198 w 199158"/>
                <a:gd name="connsiteY4" fmla="*/ 140950 h 400393"/>
                <a:gd name="connsiteX5" fmla="*/ 83398 w 199158"/>
                <a:gd name="connsiteY5" fmla="*/ 185400 h 400393"/>
                <a:gd name="connsiteX6" fmla="*/ 169123 w 199158"/>
                <a:gd name="connsiteY6" fmla="*/ 226675 h 400393"/>
                <a:gd name="connsiteX7" fmla="*/ 198492 w 199158"/>
                <a:gd name="connsiteY7" fmla="*/ 283825 h 400393"/>
                <a:gd name="connsiteX8" fmla="*/ 181822 w 199158"/>
                <a:gd name="connsiteY8" fmla="*/ 364788 h 400393"/>
                <a:gd name="connsiteX9" fmla="*/ 99273 w 199158"/>
                <a:gd name="connsiteY9" fmla="*/ 398125 h 400393"/>
                <a:gd name="connsiteX10" fmla="*/ 31804 w 199158"/>
                <a:gd name="connsiteY10" fmla="*/ 388599 h 400393"/>
                <a:gd name="connsiteX11" fmla="*/ 3229 w 199158"/>
                <a:gd name="connsiteY11" fmla="*/ 317956 h 400393"/>
                <a:gd name="connsiteX0" fmla="*/ 191348 w 199158"/>
                <a:gd name="connsiteY0" fmla="*/ 61575 h 398784"/>
                <a:gd name="connsiteX1" fmla="*/ 153248 w 199158"/>
                <a:gd name="connsiteY1" fmla="*/ 7600 h 398784"/>
                <a:gd name="connsiteX2" fmla="*/ 70698 w 199158"/>
                <a:gd name="connsiteY2" fmla="*/ 4425 h 398784"/>
                <a:gd name="connsiteX3" fmla="*/ 10373 w 199158"/>
                <a:gd name="connsiteY3" fmla="*/ 45700 h 398784"/>
                <a:gd name="connsiteX4" fmla="*/ 7198 w 199158"/>
                <a:gd name="connsiteY4" fmla="*/ 140950 h 398784"/>
                <a:gd name="connsiteX5" fmla="*/ 83398 w 199158"/>
                <a:gd name="connsiteY5" fmla="*/ 185400 h 398784"/>
                <a:gd name="connsiteX6" fmla="*/ 169123 w 199158"/>
                <a:gd name="connsiteY6" fmla="*/ 226675 h 398784"/>
                <a:gd name="connsiteX7" fmla="*/ 198492 w 199158"/>
                <a:gd name="connsiteY7" fmla="*/ 283825 h 398784"/>
                <a:gd name="connsiteX8" fmla="*/ 181822 w 199158"/>
                <a:gd name="connsiteY8" fmla="*/ 364788 h 398784"/>
                <a:gd name="connsiteX9" fmla="*/ 99273 w 199158"/>
                <a:gd name="connsiteY9" fmla="*/ 398125 h 398784"/>
                <a:gd name="connsiteX10" fmla="*/ 36566 w 199158"/>
                <a:gd name="connsiteY10" fmla="*/ 381456 h 398784"/>
                <a:gd name="connsiteX11" fmla="*/ 3229 w 199158"/>
                <a:gd name="connsiteY11" fmla="*/ 317956 h 398784"/>
                <a:gd name="connsiteX0" fmla="*/ 191348 w 198664"/>
                <a:gd name="connsiteY0" fmla="*/ 61575 h 398920"/>
                <a:gd name="connsiteX1" fmla="*/ 153248 w 198664"/>
                <a:gd name="connsiteY1" fmla="*/ 7600 h 398920"/>
                <a:gd name="connsiteX2" fmla="*/ 70698 w 198664"/>
                <a:gd name="connsiteY2" fmla="*/ 4425 h 398920"/>
                <a:gd name="connsiteX3" fmla="*/ 10373 w 198664"/>
                <a:gd name="connsiteY3" fmla="*/ 45700 h 398920"/>
                <a:gd name="connsiteX4" fmla="*/ 7198 w 198664"/>
                <a:gd name="connsiteY4" fmla="*/ 140950 h 398920"/>
                <a:gd name="connsiteX5" fmla="*/ 83398 w 198664"/>
                <a:gd name="connsiteY5" fmla="*/ 185400 h 398920"/>
                <a:gd name="connsiteX6" fmla="*/ 169123 w 198664"/>
                <a:gd name="connsiteY6" fmla="*/ 226675 h 398920"/>
                <a:gd name="connsiteX7" fmla="*/ 198492 w 198664"/>
                <a:gd name="connsiteY7" fmla="*/ 283825 h 398920"/>
                <a:gd name="connsiteX8" fmla="*/ 177059 w 198664"/>
                <a:gd name="connsiteY8" fmla="*/ 362406 h 398920"/>
                <a:gd name="connsiteX9" fmla="*/ 99273 w 198664"/>
                <a:gd name="connsiteY9" fmla="*/ 398125 h 398920"/>
                <a:gd name="connsiteX10" fmla="*/ 36566 w 198664"/>
                <a:gd name="connsiteY10" fmla="*/ 381456 h 398920"/>
                <a:gd name="connsiteX11" fmla="*/ 3229 w 198664"/>
                <a:gd name="connsiteY11" fmla="*/ 317956 h 398920"/>
                <a:gd name="connsiteX0" fmla="*/ 200873 w 200873"/>
                <a:gd name="connsiteY0" fmla="*/ 64090 h 399054"/>
                <a:gd name="connsiteX1" fmla="*/ 153248 w 200873"/>
                <a:gd name="connsiteY1" fmla="*/ 7734 h 399054"/>
                <a:gd name="connsiteX2" fmla="*/ 70698 w 200873"/>
                <a:gd name="connsiteY2" fmla="*/ 4559 h 399054"/>
                <a:gd name="connsiteX3" fmla="*/ 10373 w 200873"/>
                <a:gd name="connsiteY3" fmla="*/ 45834 h 399054"/>
                <a:gd name="connsiteX4" fmla="*/ 7198 w 200873"/>
                <a:gd name="connsiteY4" fmla="*/ 141084 h 399054"/>
                <a:gd name="connsiteX5" fmla="*/ 83398 w 200873"/>
                <a:gd name="connsiteY5" fmla="*/ 185534 h 399054"/>
                <a:gd name="connsiteX6" fmla="*/ 169123 w 200873"/>
                <a:gd name="connsiteY6" fmla="*/ 226809 h 399054"/>
                <a:gd name="connsiteX7" fmla="*/ 198492 w 200873"/>
                <a:gd name="connsiteY7" fmla="*/ 283959 h 399054"/>
                <a:gd name="connsiteX8" fmla="*/ 177059 w 200873"/>
                <a:gd name="connsiteY8" fmla="*/ 362540 h 399054"/>
                <a:gd name="connsiteX9" fmla="*/ 99273 w 200873"/>
                <a:gd name="connsiteY9" fmla="*/ 398259 h 399054"/>
                <a:gd name="connsiteX10" fmla="*/ 36566 w 200873"/>
                <a:gd name="connsiteY10" fmla="*/ 381590 h 399054"/>
                <a:gd name="connsiteX11" fmla="*/ 3229 w 200873"/>
                <a:gd name="connsiteY11" fmla="*/ 318090 h 399054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67534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300628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2152 h 396415"/>
                <a:gd name="connsiteX1" fmla="*/ 153248 w 200873"/>
                <a:gd name="connsiteY1" fmla="*/ 10558 h 396415"/>
                <a:gd name="connsiteX2" fmla="*/ 70698 w 200873"/>
                <a:gd name="connsiteY2" fmla="*/ 2621 h 396415"/>
                <a:gd name="connsiteX3" fmla="*/ 10373 w 200873"/>
                <a:gd name="connsiteY3" fmla="*/ 43896 h 396415"/>
                <a:gd name="connsiteX4" fmla="*/ 7198 w 200873"/>
                <a:gd name="connsiteY4" fmla="*/ 139146 h 396415"/>
                <a:gd name="connsiteX5" fmla="*/ 83398 w 200873"/>
                <a:gd name="connsiteY5" fmla="*/ 183596 h 396415"/>
                <a:gd name="connsiteX6" fmla="*/ 169123 w 200873"/>
                <a:gd name="connsiteY6" fmla="*/ 224871 h 396415"/>
                <a:gd name="connsiteX7" fmla="*/ 198492 w 200873"/>
                <a:gd name="connsiteY7" fmla="*/ 298690 h 396415"/>
                <a:gd name="connsiteX8" fmla="*/ 172297 w 200873"/>
                <a:gd name="connsiteY8" fmla="*/ 374890 h 396415"/>
                <a:gd name="connsiteX9" fmla="*/ 99273 w 200873"/>
                <a:gd name="connsiteY9" fmla="*/ 396321 h 396415"/>
                <a:gd name="connsiteX10" fmla="*/ 36566 w 200873"/>
                <a:gd name="connsiteY10" fmla="*/ 379652 h 396415"/>
                <a:gd name="connsiteX11" fmla="*/ 3229 w 200873"/>
                <a:gd name="connsiteY11" fmla="*/ 316152 h 39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873" h="396415">
                  <a:moveTo>
                    <a:pt x="200873" y="62152"/>
                  </a:moveTo>
                  <a:cubicBezTo>
                    <a:pt x="191877" y="39927"/>
                    <a:pt x="174944" y="20480"/>
                    <a:pt x="153248" y="10558"/>
                  </a:cubicBezTo>
                  <a:cubicBezTo>
                    <a:pt x="131552" y="636"/>
                    <a:pt x="94510" y="-2935"/>
                    <a:pt x="70698" y="2621"/>
                  </a:cubicBezTo>
                  <a:cubicBezTo>
                    <a:pt x="46886" y="8177"/>
                    <a:pt x="20956" y="21142"/>
                    <a:pt x="10373" y="43896"/>
                  </a:cubicBezTo>
                  <a:cubicBezTo>
                    <a:pt x="-210" y="66650"/>
                    <a:pt x="-4973" y="115863"/>
                    <a:pt x="7198" y="139146"/>
                  </a:cubicBezTo>
                  <a:cubicBezTo>
                    <a:pt x="19369" y="162429"/>
                    <a:pt x="56410" y="169309"/>
                    <a:pt x="83398" y="183596"/>
                  </a:cubicBezTo>
                  <a:cubicBezTo>
                    <a:pt x="110385" y="197884"/>
                    <a:pt x="149941" y="205689"/>
                    <a:pt x="169123" y="224871"/>
                  </a:cubicBezTo>
                  <a:cubicBezTo>
                    <a:pt x="188305" y="244053"/>
                    <a:pt x="197963" y="273687"/>
                    <a:pt x="198492" y="298690"/>
                  </a:cubicBezTo>
                  <a:cubicBezTo>
                    <a:pt x="199021" y="323693"/>
                    <a:pt x="188833" y="358618"/>
                    <a:pt x="172297" y="374890"/>
                  </a:cubicBezTo>
                  <a:cubicBezTo>
                    <a:pt x="155761" y="391162"/>
                    <a:pt x="121895" y="395527"/>
                    <a:pt x="99273" y="396321"/>
                  </a:cubicBezTo>
                  <a:cubicBezTo>
                    <a:pt x="76651" y="397115"/>
                    <a:pt x="52573" y="393014"/>
                    <a:pt x="36566" y="379652"/>
                  </a:cubicBezTo>
                  <a:cubicBezTo>
                    <a:pt x="20559" y="366291"/>
                    <a:pt x="6404" y="342875"/>
                    <a:pt x="3229" y="316152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4" name="文本框 293">
            <a:extLst>
              <a:ext uri="{FF2B5EF4-FFF2-40B4-BE49-F238E27FC236}">
                <a16:creationId xmlns:a16="http://schemas.microsoft.com/office/drawing/2014/main" id="{4F5C70C1-FC92-4E0E-8DF0-3B93B614B2F2}"/>
              </a:ext>
            </a:extLst>
          </p:cNvPr>
          <p:cNvSpPr txBox="1"/>
          <p:nvPr/>
        </p:nvSpPr>
        <p:spPr>
          <a:xfrm>
            <a:off x="1077097" y="379921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小磁铁</a:t>
            </a:r>
          </a:p>
        </p:txBody>
      </p:sp>
      <p:sp>
        <p:nvSpPr>
          <p:cNvPr id="296" name="文本框 295">
            <a:extLst>
              <a:ext uri="{FF2B5EF4-FFF2-40B4-BE49-F238E27FC236}">
                <a16:creationId xmlns:a16="http://schemas.microsoft.com/office/drawing/2014/main" id="{CD2F968C-AA5F-47A5-8A80-06E0927BEDF3}"/>
              </a:ext>
            </a:extLst>
          </p:cNvPr>
          <p:cNvSpPr txBox="1"/>
          <p:nvPr/>
        </p:nvSpPr>
        <p:spPr>
          <a:xfrm>
            <a:off x="4644897" y="98872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磁畴有序排列</a:t>
            </a:r>
          </a:p>
        </p:txBody>
      </p:sp>
      <p:sp>
        <p:nvSpPr>
          <p:cNvPr id="298" name="文本框 297">
            <a:extLst>
              <a:ext uri="{FF2B5EF4-FFF2-40B4-BE49-F238E27FC236}">
                <a16:creationId xmlns:a16="http://schemas.microsoft.com/office/drawing/2014/main" id="{802FD9D8-EEA9-4603-8B10-49388331CCA7}"/>
              </a:ext>
            </a:extLst>
          </p:cNvPr>
          <p:cNvSpPr txBox="1"/>
          <p:nvPr/>
        </p:nvSpPr>
        <p:spPr>
          <a:xfrm>
            <a:off x="4955909" y="38055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永磁体</a:t>
            </a:r>
          </a:p>
        </p:txBody>
      </p:sp>
    </p:spTree>
    <p:extLst>
      <p:ext uri="{BB962C8B-B14F-4D97-AF65-F5344CB8AC3E}">
        <p14:creationId xmlns:p14="http://schemas.microsoft.com/office/powerpoint/2010/main" val="2417370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9E8B8073-9B63-4237-BCF9-FA1FDDE1E3D3}"/>
              </a:ext>
            </a:extLst>
          </p:cNvPr>
          <p:cNvGrpSpPr/>
          <p:nvPr/>
        </p:nvGrpSpPr>
        <p:grpSpPr>
          <a:xfrm rot="10800000">
            <a:off x="1180995" y="1765867"/>
            <a:ext cx="669368" cy="598318"/>
            <a:chOff x="10293350" y="4991100"/>
            <a:chExt cx="454660" cy="406400"/>
          </a:xfrm>
        </p:grpSpPr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C263FCE0-D403-4B73-A093-42B17B91528D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DE47FF8F-D417-40F4-811F-437CDC45E2E5}"/>
                </a:ext>
              </a:extLst>
            </p:cNvPr>
            <p:cNvCxnSpPr>
              <a:stCxn id="125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22ED9434-D65F-400B-B6F0-429EA116D3A0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文本框 127">
            <a:extLst>
              <a:ext uri="{FF2B5EF4-FFF2-40B4-BE49-F238E27FC236}">
                <a16:creationId xmlns:a16="http://schemas.microsoft.com/office/drawing/2014/main" id="{C1F5D782-BEA3-43C4-BA39-6134339BBD4D}"/>
              </a:ext>
            </a:extLst>
          </p:cNvPr>
          <p:cNvSpPr txBox="1"/>
          <p:nvPr/>
        </p:nvSpPr>
        <p:spPr>
          <a:xfrm>
            <a:off x="961680" y="9887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分子电流</a:t>
            </a:r>
          </a:p>
        </p:txBody>
      </p: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0E022382-6E15-424E-89B0-4081C464223B}"/>
              </a:ext>
            </a:extLst>
          </p:cNvPr>
          <p:cNvGrpSpPr/>
          <p:nvPr/>
        </p:nvGrpSpPr>
        <p:grpSpPr>
          <a:xfrm rot="10800000">
            <a:off x="4190707" y="1605897"/>
            <a:ext cx="2478040" cy="771416"/>
            <a:chOff x="7187526" y="5005783"/>
            <a:chExt cx="3684885" cy="1147108"/>
          </a:xfrm>
        </p:grpSpPr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D36AAB94-B902-453E-8047-0FF92DFB50FC}"/>
                </a:ext>
              </a:extLst>
            </p:cNvPr>
            <p:cNvGrpSpPr/>
            <p:nvPr/>
          </p:nvGrpSpPr>
          <p:grpSpPr>
            <a:xfrm>
              <a:off x="7187526" y="5005783"/>
              <a:ext cx="3684885" cy="1147108"/>
              <a:chOff x="2228798" y="4344326"/>
              <a:chExt cx="6231066" cy="1358545"/>
            </a:xfrm>
          </p:grpSpPr>
          <p:sp>
            <p:nvSpPr>
              <p:cNvPr id="147" name="任意多边形 386">
                <a:extLst>
                  <a:ext uri="{FF2B5EF4-FFF2-40B4-BE49-F238E27FC236}">
                    <a16:creationId xmlns:a16="http://schemas.microsoft.com/office/drawing/2014/main" id="{1F67E853-5684-4A8E-8A1F-F5D311004C79}"/>
                  </a:ext>
                </a:extLst>
              </p:cNvPr>
              <p:cNvSpPr/>
              <p:nvPr/>
            </p:nvSpPr>
            <p:spPr>
              <a:xfrm>
                <a:off x="2228798" y="4344326"/>
                <a:ext cx="6231066" cy="1358545"/>
              </a:xfrm>
              <a:custGeom>
                <a:avLst/>
                <a:gdLst>
                  <a:gd name="connsiteX0" fmla="*/ 0 w 4305298"/>
                  <a:gd name="connsiteY0" fmla="*/ 0 h 704850"/>
                  <a:gd name="connsiteX1" fmla="*/ 2152649 w 4305298"/>
                  <a:gd name="connsiteY1" fmla="*/ 0 h 704850"/>
                  <a:gd name="connsiteX2" fmla="*/ 4305298 w 4305298"/>
                  <a:gd name="connsiteY2" fmla="*/ 0 h 704850"/>
                  <a:gd name="connsiteX3" fmla="*/ 4305298 w 4305298"/>
                  <a:gd name="connsiteY3" fmla="*/ 704850 h 704850"/>
                  <a:gd name="connsiteX4" fmla="*/ 2152649 w 4305298"/>
                  <a:gd name="connsiteY4" fmla="*/ 704850 h 704850"/>
                  <a:gd name="connsiteX5" fmla="*/ 0 w 4305298"/>
                  <a:gd name="connsiteY5" fmla="*/ 704850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05298" h="704850">
                    <a:moveTo>
                      <a:pt x="0" y="0"/>
                    </a:moveTo>
                    <a:lnTo>
                      <a:pt x="2152649" y="0"/>
                    </a:lnTo>
                    <a:lnTo>
                      <a:pt x="4305298" y="0"/>
                    </a:lnTo>
                    <a:lnTo>
                      <a:pt x="4305298" y="704850"/>
                    </a:lnTo>
                    <a:lnTo>
                      <a:pt x="2152649" y="704850"/>
                    </a:lnTo>
                    <a:lnTo>
                      <a:pt x="0" y="70485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8" name="直接连接符 147">
                <a:extLst>
                  <a:ext uri="{FF2B5EF4-FFF2-40B4-BE49-F238E27FC236}">
                    <a16:creationId xmlns:a16="http://schemas.microsoft.com/office/drawing/2014/main" id="{840370D7-1008-4E19-AC4A-D223A82F1C9D}"/>
                  </a:ext>
                </a:extLst>
              </p:cNvPr>
              <p:cNvCxnSpPr/>
              <p:nvPr/>
            </p:nvCxnSpPr>
            <p:spPr>
              <a:xfrm>
                <a:off x="2832155" y="4344326"/>
                <a:ext cx="265543" cy="4222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>
                <a:extLst>
                  <a:ext uri="{FF2B5EF4-FFF2-40B4-BE49-F238E27FC236}">
                    <a16:creationId xmlns:a16="http://schemas.microsoft.com/office/drawing/2014/main" id="{BDCCCCA5-87DD-4B34-A582-B5D7927C7DDF}"/>
                  </a:ext>
                </a:extLst>
              </p:cNvPr>
              <p:cNvCxnSpPr/>
              <p:nvPr/>
            </p:nvCxnSpPr>
            <p:spPr>
              <a:xfrm flipH="1">
                <a:off x="2228798" y="4766577"/>
                <a:ext cx="868900" cy="4658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>
                <a:extLst>
                  <a:ext uri="{FF2B5EF4-FFF2-40B4-BE49-F238E27FC236}">
                    <a16:creationId xmlns:a16="http://schemas.microsoft.com/office/drawing/2014/main" id="{0FF23E60-B05B-4A27-879A-11DFBEF49809}"/>
                  </a:ext>
                </a:extLst>
              </p:cNvPr>
              <p:cNvCxnSpPr/>
              <p:nvPr/>
            </p:nvCxnSpPr>
            <p:spPr>
              <a:xfrm>
                <a:off x="2640070" y="5014368"/>
                <a:ext cx="369100" cy="37935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>
                <a:extLst>
                  <a:ext uri="{FF2B5EF4-FFF2-40B4-BE49-F238E27FC236}">
                    <a16:creationId xmlns:a16="http://schemas.microsoft.com/office/drawing/2014/main" id="{2EE005F8-F4C2-422E-94EA-C5F00DB8CD09}"/>
                  </a:ext>
                </a:extLst>
              </p:cNvPr>
              <p:cNvCxnSpPr/>
              <p:nvPr/>
            </p:nvCxnSpPr>
            <p:spPr>
              <a:xfrm>
                <a:off x="3009170" y="5393722"/>
                <a:ext cx="88528" cy="3091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接连接符 151">
                <a:extLst>
                  <a:ext uri="{FF2B5EF4-FFF2-40B4-BE49-F238E27FC236}">
                    <a16:creationId xmlns:a16="http://schemas.microsoft.com/office/drawing/2014/main" id="{F1BB5976-9723-4FC0-8D28-2BE2C6CBBF12}"/>
                  </a:ext>
                </a:extLst>
              </p:cNvPr>
              <p:cNvCxnSpPr/>
              <p:nvPr/>
            </p:nvCxnSpPr>
            <p:spPr>
              <a:xfrm>
                <a:off x="3009170" y="5393722"/>
                <a:ext cx="90566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接连接符 152">
                <a:extLst>
                  <a:ext uri="{FF2B5EF4-FFF2-40B4-BE49-F238E27FC236}">
                    <a16:creationId xmlns:a16="http://schemas.microsoft.com/office/drawing/2014/main" id="{C8CDD7B4-A19B-4AD1-9BAE-B9FD0B9A9036}"/>
                  </a:ext>
                </a:extLst>
              </p:cNvPr>
              <p:cNvCxnSpPr/>
              <p:nvPr/>
            </p:nvCxnSpPr>
            <p:spPr>
              <a:xfrm>
                <a:off x="3914833" y="5391511"/>
                <a:ext cx="259738" cy="31136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>
                <a:extLst>
                  <a:ext uri="{FF2B5EF4-FFF2-40B4-BE49-F238E27FC236}">
                    <a16:creationId xmlns:a16="http://schemas.microsoft.com/office/drawing/2014/main" id="{DE1EB493-4347-4495-A96B-07732FC4FFAC}"/>
                  </a:ext>
                </a:extLst>
              </p:cNvPr>
              <p:cNvCxnSpPr/>
              <p:nvPr/>
            </p:nvCxnSpPr>
            <p:spPr>
              <a:xfrm>
                <a:off x="3097698" y="4766577"/>
                <a:ext cx="1068529" cy="15899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>
                <a:extLst>
                  <a:ext uri="{FF2B5EF4-FFF2-40B4-BE49-F238E27FC236}">
                    <a16:creationId xmlns:a16="http://schemas.microsoft.com/office/drawing/2014/main" id="{4EDE0783-511B-4A11-A5E4-DF12E1E168C3}"/>
                  </a:ext>
                </a:extLst>
              </p:cNvPr>
              <p:cNvCxnSpPr/>
              <p:nvPr/>
            </p:nvCxnSpPr>
            <p:spPr>
              <a:xfrm flipV="1">
                <a:off x="4166227" y="4344327"/>
                <a:ext cx="876414" cy="58124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>
                <a:extLst>
                  <a:ext uri="{FF2B5EF4-FFF2-40B4-BE49-F238E27FC236}">
                    <a16:creationId xmlns:a16="http://schemas.microsoft.com/office/drawing/2014/main" id="{ED668856-F9A4-4FA8-BB46-8BC6B35B5A5A}"/>
                  </a:ext>
                </a:extLst>
              </p:cNvPr>
              <p:cNvCxnSpPr/>
              <p:nvPr/>
            </p:nvCxnSpPr>
            <p:spPr>
              <a:xfrm>
                <a:off x="4166227" y="4925575"/>
                <a:ext cx="327770" cy="2020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>
                <a:extLst>
                  <a:ext uri="{FF2B5EF4-FFF2-40B4-BE49-F238E27FC236}">
                    <a16:creationId xmlns:a16="http://schemas.microsoft.com/office/drawing/2014/main" id="{A4331077-66BB-4FFB-80E7-5891BC250A63}"/>
                  </a:ext>
                </a:extLst>
              </p:cNvPr>
              <p:cNvCxnSpPr/>
              <p:nvPr/>
            </p:nvCxnSpPr>
            <p:spPr>
              <a:xfrm flipV="1">
                <a:off x="3914834" y="4766578"/>
                <a:ext cx="1363943" cy="6283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>
                <a:extLst>
                  <a:ext uri="{FF2B5EF4-FFF2-40B4-BE49-F238E27FC236}">
                    <a16:creationId xmlns:a16="http://schemas.microsoft.com/office/drawing/2014/main" id="{A21E4C86-3C08-493B-91EC-C4C7BA762506}"/>
                  </a:ext>
                </a:extLst>
              </p:cNvPr>
              <p:cNvCxnSpPr>
                <a:endCxn id="147" idx="1"/>
              </p:cNvCxnSpPr>
              <p:nvPr/>
            </p:nvCxnSpPr>
            <p:spPr>
              <a:xfrm flipV="1">
                <a:off x="5271878" y="4344326"/>
                <a:ext cx="72453" cy="42917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>
                <a:extLst>
                  <a:ext uri="{FF2B5EF4-FFF2-40B4-BE49-F238E27FC236}">
                    <a16:creationId xmlns:a16="http://schemas.microsoft.com/office/drawing/2014/main" id="{31A4674B-A957-4277-99DD-9CD631182739}"/>
                  </a:ext>
                </a:extLst>
              </p:cNvPr>
              <p:cNvCxnSpPr/>
              <p:nvPr/>
            </p:nvCxnSpPr>
            <p:spPr>
              <a:xfrm>
                <a:off x="5268525" y="4766573"/>
                <a:ext cx="808891" cy="4883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接连接符 159">
                <a:extLst>
                  <a:ext uri="{FF2B5EF4-FFF2-40B4-BE49-F238E27FC236}">
                    <a16:creationId xmlns:a16="http://schemas.microsoft.com/office/drawing/2014/main" id="{B4E151F6-8D9B-4443-A6CF-954C4D1887EC}"/>
                  </a:ext>
                </a:extLst>
              </p:cNvPr>
              <p:cNvCxnSpPr>
                <a:endCxn id="147" idx="4"/>
              </p:cNvCxnSpPr>
              <p:nvPr/>
            </p:nvCxnSpPr>
            <p:spPr>
              <a:xfrm flipH="1">
                <a:off x="5344332" y="5254924"/>
                <a:ext cx="733083" cy="44794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>
                <a:extLst>
                  <a:ext uri="{FF2B5EF4-FFF2-40B4-BE49-F238E27FC236}">
                    <a16:creationId xmlns:a16="http://schemas.microsoft.com/office/drawing/2014/main" id="{1636BE4C-18CA-4949-AC77-F5F60E94F183}"/>
                  </a:ext>
                </a:extLst>
              </p:cNvPr>
              <p:cNvCxnSpPr/>
              <p:nvPr/>
            </p:nvCxnSpPr>
            <p:spPr>
              <a:xfrm flipV="1">
                <a:off x="6077415" y="4346539"/>
                <a:ext cx="636299" cy="90838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>
                <a:extLst>
                  <a:ext uri="{FF2B5EF4-FFF2-40B4-BE49-F238E27FC236}">
                    <a16:creationId xmlns:a16="http://schemas.microsoft.com/office/drawing/2014/main" id="{898BD566-0457-4693-B117-376FC9EB75AD}"/>
                  </a:ext>
                </a:extLst>
              </p:cNvPr>
              <p:cNvCxnSpPr/>
              <p:nvPr/>
            </p:nvCxnSpPr>
            <p:spPr>
              <a:xfrm>
                <a:off x="6405186" y="4780437"/>
                <a:ext cx="645487" cy="5013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>
                <a:extLst>
                  <a:ext uri="{FF2B5EF4-FFF2-40B4-BE49-F238E27FC236}">
                    <a16:creationId xmlns:a16="http://schemas.microsoft.com/office/drawing/2014/main" id="{EB405520-213F-4016-9D94-45F83604D637}"/>
                  </a:ext>
                </a:extLst>
              </p:cNvPr>
              <p:cNvCxnSpPr/>
              <p:nvPr/>
            </p:nvCxnSpPr>
            <p:spPr>
              <a:xfrm flipH="1">
                <a:off x="6632795" y="5281752"/>
                <a:ext cx="417878" cy="4211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>
                <a:extLst>
                  <a:ext uri="{FF2B5EF4-FFF2-40B4-BE49-F238E27FC236}">
                    <a16:creationId xmlns:a16="http://schemas.microsoft.com/office/drawing/2014/main" id="{B94166EE-D740-4C84-BC90-F970EC39973C}"/>
                  </a:ext>
                </a:extLst>
              </p:cNvPr>
              <p:cNvCxnSpPr/>
              <p:nvPr/>
            </p:nvCxnSpPr>
            <p:spPr>
              <a:xfrm flipV="1">
                <a:off x="7050674" y="5168163"/>
                <a:ext cx="685033" cy="11358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>
                <a:extLst>
                  <a:ext uri="{FF2B5EF4-FFF2-40B4-BE49-F238E27FC236}">
                    <a16:creationId xmlns:a16="http://schemas.microsoft.com/office/drawing/2014/main" id="{47FD038B-C9A7-4426-A27F-6AE1DDCDA699}"/>
                  </a:ext>
                </a:extLst>
              </p:cNvPr>
              <p:cNvCxnSpPr/>
              <p:nvPr/>
            </p:nvCxnSpPr>
            <p:spPr>
              <a:xfrm flipH="1" flipV="1">
                <a:off x="7411253" y="4359320"/>
                <a:ext cx="324453" cy="80884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>
                <a:extLst>
                  <a:ext uri="{FF2B5EF4-FFF2-40B4-BE49-F238E27FC236}">
                    <a16:creationId xmlns:a16="http://schemas.microsoft.com/office/drawing/2014/main" id="{E6ABA5A1-286C-4C3F-8ECD-A64B4D529845}"/>
                  </a:ext>
                </a:extLst>
              </p:cNvPr>
              <p:cNvCxnSpPr/>
              <p:nvPr/>
            </p:nvCxnSpPr>
            <p:spPr>
              <a:xfrm>
                <a:off x="7575860" y="4780437"/>
                <a:ext cx="879019" cy="612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>
                <a:extLst>
                  <a:ext uri="{FF2B5EF4-FFF2-40B4-BE49-F238E27FC236}">
                    <a16:creationId xmlns:a16="http://schemas.microsoft.com/office/drawing/2014/main" id="{0338D03A-89EB-4BCB-AA7B-5C2D2BE712B3}"/>
                  </a:ext>
                </a:extLst>
              </p:cNvPr>
              <p:cNvCxnSpPr/>
              <p:nvPr/>
            </p:nvCxnSpPr>
            <p:spPr>
              <a:xfrm flipH="1">
                <a:off x="7573479" y="5168163"/>
                <a:ext cx="162228" cy="53470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>
                <a:extLst>
                  <a:ext uri="{FF2B5EF4-FFF2-40B4-BE49-F238E27FC236}">
                    <a16:creationId xmlns:a16="http://schemas.microsoft.com/office/drawing/2014/main" id="{83B467A9-690B-4497-A0BA-A7595727D589}"/>
                  </a:ext>
                </a:extLst>
              </p:cNvPr>
              <p:cNvCxnSpPr/>
              <p:nvPr/>
            </p:nvCxnSpPr>
            <p:spPr>
              <a:xfrm flipV="1">
                <a:off x="7654592" y="5354388"/>
                <a:ext cx="805272" cy="8112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EE0E313F-589D-4484-A718-DD84117973B0}"/>
                </a:ext>
              </a:extLst>
            </p:cNvPr>
            <p:cNvCxnSpPr/>
            <p:nvPr/>
          </p:nvCxnSpPr>
          <p:spPr>
            <a:xfrm flipV="1">
              <a:off x="7233976" y="5294860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6C2F27B3-A825-4F6B-8E90-10B255DE8AC7}"/>
                </a:ext>
              </a:extLst>
            </p:cNvPr>
            <p:cNvCxnSpPr/>
            <p:nvPr/>
          </p:nvCxnSpPr>
          <p:spPr>
            <a:xfrm flipV="1">
              <a:off x="7227130" y="5923693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FE2B6ACA-12E2-477B-88D7-EB742A48971D}"/>
                </a:ext>
              </a:extLst>
            </p:cNvPr>
            <p:cNvCxnSpPr/>
            <p:nvPr/>
          </p:nvCxnSpPr>
          <p:spPr>
            <a:xfrm flipV="1">
              <a:off x="7738097" y="5661130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E8D1171C-525C-43D5-A89C-8D76E9EFBC16}"/>
                </a:ext>
              </a:extLst>
            </p:cNvPr>
            <p:cNvCxnSpPr/>
            <p:nvPr/>
          </p:nvCxnSpPr>
          <p:spPr>
            <a:xfrm flipV="1">
              <a:off x="7985431" y="5289929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979E9141-DF0C-49FD-A5C4-EA1F3BA127A1}"/>
                </a:ext>
              </a:extLst>
            </p:cNvPr>
            <p:cNvCxnSpPr/>
            <p:nvPr/>
          </p:nvCxnSpPr>
          <p:spPr>
            <a:xfrm flipV="1">
              <a:off x="7801726" y="5993852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箭头连接符 137">
              <a:extLst>
                <a:ext uri="{FF2B5EF4-FFF2-40B4-BE49-F238E27FC236}">
                  <a16:creationId xmlns:a16="http://schemas.microsoft.com/office/drawing/2014/main" id="{2D46F52A-5AC6-4DEE-9BA8-24AF72CBD462}"/>
                </a:ext>
              </a:extLst>
            </p:cNvPr>
            <p:cNvCxnSpPr/>
            <p:nvPr/>
          </p:nvCxnSpPr>
          <p:spPr>
            <a:xfrm flipV="1">
              <a:off x="8582288" y="5311316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BB7C23A1-3F5B-48DC-A012-139B6405D836}"/>
                </a:ext>
              </a:extLst>
            </p:cNvPr>
            <p:cNvCxnSpPr/>
            <p:nvPr/>
          </p:nvCxnSpPr>
          <p:spPr>
            <a:xfrm flipV="1">
              <a:off x="8634593" y="5957473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6675AB80-A468-465E-8263-C687CBBB3FEA}"/>
                </a:ext>
              </a:extLst>
            </p:cNvPr>
            <p:cNvCxnSpPr/>
            <p:nvPr/>
          </p:nvCxnSpPr>
          <p:spPr>
            <a:xfrm flipV="1">
              <a:off x="9196694" y="5288817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1F8BC8DB-3834-46A6-A294-A258CC2AB12E}"/>
                </a:ext>
              </a:extLst>
            </p:cNvPr>
            <p:cNvCxnSpPr/>
            <p:nvPr/>
          </p:nvCxnSpPr>
          <p:spPr>
            <a:xfrm flipV="1">
              <a:off x="9438527" y="5966038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B5C1D1A6-5DAE-446A-812B-CBC02DF406F8}"/>
                </a:ext>
              </a:extLst>
            </p:cNvPr>
            <p:cNvCxnSpPr/>
            <p:nvPr/>
          </p:nvCxnSpPr>
          <p:spPr>
            <a:xfrm flipV="1">
              <a:off x="9856044" y="5314798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66FF1075-0B37-4986-BD38-EC1F4492AD26}"/>
                </a:ext>
              </a:extLst>
            </p:cNvPr>
            <p:cNvCxnSpPr/>
            <p:nvPr/>
          </p:nvCxnSpPr>
          <p:spPr>
            <a:xfrm flipV="1">
              <a:off x="10475198" y="5237375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57C814EA-4CD6-4643-9EE5-37B0846336C3}"/>
                </a:ext>
              </a:extLst>
            </p:cNvPr>
            <p:cNvCxnSpPr/>
            <p:nvPr/>
          </p:nvCxnSpPr>
          <p:spPr>
            <a:xfrm flipV="1">
              <a:off x="10482020" y="5580605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箭头连接符 144">
              <a:extLst>
                <a:ext uri="{FF2B5EF4-FFF2-40B4-BE49-F238E27FC236}">
                  <a16:creationId xmlns:a16="http://schemas.microsoft.com/office/drawing/2014/main" id="{8D068641-22CA-4B1E-B283-85436511D43E}"/>
                </a:ext>
              </a:extLst>
            </p:cNvPr>
            <p:cNvCxnSpPr/>
            <p:nvPr/>
          </p:nvCxnSpPr>
          <p:spPr>
            <a:xfrm flipV="1">
              <a:off x="10017902" y="5975102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391EAAB3-09B4-4B55-8FEE-C3B7DC4B7CEA}"/>
                </a:ext>
              </a:extLst>
            </p:cNvPr>
            <p:cNvCxnSpPr/>
            <p:nvPr/>
          </p:nvCxnSpPr>
          <p:spPr>
            <a:xfrm flipV="1">
              <a:off x="10490093" y="5993426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2" name="组合 291">
            <a:extLst>
              <a:ext uri="{FF2B5EF4-FFF2-40B4-BE49-F238E27FC236}">
                <a16:creationId xmlns:a16="http://schemas.microsoft.com/office/drawing/2014/main" id="{4213A231-C82D-498C-90CA-3FE8FE7CCD21}"/>
              </a:ext>
            </a:extLst>
          </p:cNvPr>
          <p:cNvGrpSpPr/>
          <p:nvPr/>
        </p:nvGrpSpPr>
        <p:grpSpPr>
          <a:xfrm>
            <a:off x="1066347" y="4771960"/>
            <a:ext cx="898662" cy="244567"/>
            <a:chOff x="2618884" y="2393547"/>
            <a:chExt cx="1334674" cy="363226"/>
          </a:xfrm>
        </p:grpSpPr>
        <p:sp>
          <p:nvSpPr>
            <p:cNvPr id="267" name="任意多边形 12">
              <a:extLst>
                <a:ext uri="{FF2B5EF4-FFF2-40B4-BE49-F238E27FC236}">
                  <a16:creationId xmlns:a16="http://schemas.microsoft.com/office/drawing/2014/main" id="{07682192-2D58-4CB4-8134-CCE865CAF949}"/>
                </a:ext>
              </a:extLst>
            </p:cNvPr>
            <p:cNvSpPr/>
            <p:nvPr/>
          </p:nvSpPr>
          <p:spPr>
            <a:xfrm>
              <a:off x="2682619" y="2479673"/>
              <a:ext cx="1270939" cy="277100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DA75DB77-50DD-487A-8B27-7C1CC3FBBFBE}"/>
                </a:ext>
              </a:extLst>
            </p:cNvPr>
            <p:cNvSpPr/>
            <p:nvPr/>
          </p:nvSpPr>
          <p:spPr>
            <a:xfrm>
              <a:off x="3318088" y="2479673"/>
              <a:ext cx="635470" cy="277100"/>
            </a:xfrm>
            <a:prstGeom prst="rect">
              <a:avLst/>
            </a:prstGeom>
            <a:solidFill>
              <a:srgbClr val="85B4D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任意多边形 19">
              <a:extLst>
                <a:ext uri="{FF2B5EF4-FFF2-40B4-BE49-F238E27FC236}">
                  <a16:creationId xmlns:a16="http://schemas.microsoft.com/office/drawing/2014/main" id="{F6DCEC28-25E4-41D4-A167-A95957398B93}"/>
                </a:ext>
              </a:extLst>
            </p:cNvPr>
            <p:cNvSpPr/>
            <p:nvPr/>
          </p:nvSpPr>
          <p:spPr>
            <a:xfrm>
              <a:off x="3254354" y="2393547"/>
              <a:ext cx="699203" cy="86126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任意多边形 20">
              <a:extLst>
                <a:ext uri="{FF2B5EF4-FFF2-40B4-BE49-F238E27FC236}">
                  <a16:creationId xmlns:a16="http://schemas.microsoft.com/office/drawing/2014/main" id="{3E5C93D1-0ABC-400A-96BD-57EC0DB2D704}"/>
                </a:ext>
              </a:extLst>
            </p:cNvPr>
            <p:cNvSpPr/>
            <p:nvPr/>
          </p:nvSpPr>
          <p:spPr>
            <a:xfrm>
              <a:off x="2618885" y="2393547"/>
              <a:ext cx="699203" cy="86126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1" name="任意多边形 26">
              <a:extLst>
                <a:ext uri="{FF2B5EF4-FFF2-40B4-BE49-F238E27FC236}">
                  <a16:creationId xmlns:a16="http://schemas.microsoft.com/office/drawing/2014/main" id="{89F17144-20DB-4399-898C-0458D76D9BE3}"/>
                </a:ext>
              </a:extLst>
            </p:cNvPr>
            <p:cNvSpPr/>
            <p:nvPr/>
          </p:nvSpPr>
          <p:spPr>
            <a:xfrm>
              <a:off x="2618884" y="2396284"/>
              <a:ext cx="63734" cy="360489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72" name="组合 271">
              <a:extLst>
                <a:ext uri="{FF2B5EF4-FFF2-40B4-BE49-F238E27FC236}">
                  <a16:creationId xmlns:a16="http://schemas.microsoft.com/office/drawing/2014/main" id="{D0F1BE10-C1A9-4C01-9AB3-4AAEC622C0E9}"/>
                </a:ext>
              </a:extLst>
            </p:cNvPr>
            <p:cNvGrpSpPr/>
            <p:nvPr/>
          </p:nvGrpSpPr>
          <p:grpSpPr>
            <a:xfrm>
              <a:off x="2746352" y="2542466"/>
              <a:ext cx="63547" cy="143793"/>
              <a:chOff x="4058285" y="3817620"/>
              <a:chExt cx="215265" cy="365760"/>
            </a:xfrm>
          </p:grpSpPr>
          <p:cxnSp>
            <p:nvCxnSpPr>
              <p:cNvPr id="288" name="直接连接符 287">
                <a:extLst>
                  <a:ext uri="{FF2B5EF4-FFF2-40B4-BE49-F238E27FC236}">
                    <a16:creationId xmlns:a16="http://schemas.microsoft.com/office/drawing/2014/main" id="{0DA790DF-52DC-4214-BE33-BBDB289DEF6D}"/>
                  </a:ext>
                </a:extLst>
              </p:cNvPr>
              <p:cNvCxnSpPr/>
              <p:nvPr/>
            </p:nvCxnSpPr>
            <p:spPr>
              <a:xfrm>
                <a:off x="4058285" y="3817620"/>
                <a:ext cx="0" cy="36576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直接连接符 288">
                <a:extLst>
                  <a:ext uri="{FF2B5EF4-FFF2-40B4-BE49-F238E27FC236}">
                    <a16:creationId xmlns:a16="http://schemas.microsoft.com/office/drawing/2014/main" id="{1C341723-A888-41D1-A413-1E9F084E2858}"/>
                  </a:ext>
                </a:extLst>
              </p:cNvPr>
              <p:cNvCxnSpPr/>
              <p:nvPr/>
            </p:nvCxnSpPr>
            <p:spPr>
              <a:xfrm>
                <a:off x="4060190" y="3822065"/>
                <a:ext cx="213360" cy="3581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直接连接符 289">
                <a:extLst>
                  <a:ext uri="{FF2B5EF4-FFF2-40B4-BE49-F238E27FC236}">
                    <a16:creationId xmlns:a16="http://schemas.microsoft.com/office/drawing/2014/main" id="{560AD24B-08F2-4F4D-8085-F7E9BEF0B9AB}"/>
                  </a:ext>
                </a:extLst>
              </p:cNvPr>
              <p:cNvCxnSpPr/>
              <p:nvPr/>
            </p:nvCxnSpPr>
            <p:spPr>
              <a:xfrm>
                <a:off x="4273550" y="3817620"/>
                <a:ext cx="0" cy="36576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3" name="任意多边形 44">
              <a:extLst>
                <a:ext uri="{FF2B5EF4-FFF2-40B4-BE49-F238E27FC236}">
                  <a16:creationId xmlns:a16="http://schemas.microsoft.com/office/drawing/2014/main" id="{17CA5885-7465-4128-8BB0-961C9A458175}"/>
                </a:ext>
              </a:extLst>
            </p:cNvPr>
            <p:cNvSpPr/>
            <p:nvPr/>
          </p:nvSpPr>
          <p:spPr>
            <a:xfrm>
              <a:off x="3829838" y="2542926"/>
              <a:ext cx="63547" cy="142872"/>
            </a:xfrm>
            <a:custGeom>
              <a:avLst/>
              <a:gdLst>
                <a:gd name="connsiteX0" fmla="*/ 209550 w 220116"/>
                <a:gd name="connsiteY0" fmla="*/ 61575 h 395155"/>
                <a:gd name="connsiteX1" fmla="*/ 171450 w 220116"/>
                <a:gd name="connsiteY1" fmla="*/ 7600 h 395155"/>
                <a:gd name="connsiteX2" fmla="*/ 88900 w 220116"/>
                <a:gd name="connsiteY2" fmla="*/ 4425 h 395155"/>
                <a:gd name="connsiteX3" fmla="*/ 28575 w 220116"/>
                <a:gd name="connsiteY3" fmla="*/ 45700 h 395155"/>
                <a:gd name="connsiteX4" fmla="*/ 25400 w 220116"/>
                <a:gd name="connsiteY4" fmla="*/ 140950 h 395155"/>
                <a:gd name="connsiteX5" fmla="*/ 101600 w 220116"/>
                <a:gd name="connsiteY5" fmla="*/ 185400 h 395155"/>
                <a:gd name="connsiteX6" fmla="*/ 187325 w 220116"/>
                <a:gd name="connsiteY6" fmla="*/ 226675 h 395155"/>
                <a:gd name="connsiteX7" fmla="*/ 219075 w 220116"/>
                <a:gd name="connsiteY7" fmla="*/ 283825 h 395155"/>
                <a:gd name="connsiteX8" fmla="*/ 209550 w 220116"/>
                <a:gd name="connsiteY8" fmla="*/ 369550 h 395155"/>
                <a:gd name="connsiteX9" fmla="*/ 180975 w 220116"/>
                <a:gd name="connsiteY9" fmla="*/ 388600 h 395155"/>
                <a:gd name="connsiteX10" fmla="*/ 95250 w 220116"/>
                <a:gd name="connsiteY10" fmla="*/ 394950 h 395155"/>
                <a:gd name="connsiteX11" fmla="*/ 22225 w 220116"/>
                <a:gd name="connsiteY11" fmla="*/ 382250 h 395155"/>
                <a:gd name="connsiteX12" fmla="*/ 0 w 220116"/>
                <a:gd name="connsiteY12" fmla="*/ 315575 h 395155"/>
                <a:gd name="connsiteX0" fmla="*/ 209550 w 220116"/>
                <a:gd name="connsiteY0" fmla="*/ 61575 h 395325"/>
                <a:gd name="connsiteX1" fmla="*/ 171450 w 220116"/>
                <a:gd name="connsiteY1" fmla="*/ 7600 h 395325"/>
                <a:gd name="connsiteX2" fmla="*/ 88900 w 220116"/>
                <a:gd name="connsiteY2" fmla="*/ 4425 h 395325"/>
                <a:gd name="connsiteX3" fmla="*/ 28575 w 220116"/>
                <a:gd name="connsiteY3" fmla="*/ 45700 h 395325"/>
                <a:gd name="connsiteX4" fmla="*/ 25400 w 220116"/>
                <a:gd name="connsiteY4" fmla="*/ 140950 h 395325"/>
                <a:gd name="connsiteX5" fmla="*/ 101600 w 220116"/>
                <a:gd name="connsiteY5" fmla="*/ 185400 h 395325"/>
                <a:gd name="connsiteX6" fmla="*/ 187325 w 220116"/>
                <a:gd name="connsiteY6" fmla="*/ 226675 h 395325"/>
                <a:gd name="connsiteX7" fmla="*/ 219075 w 220116"/>
                <a:gd name="connsiteY7" fmla="*/ 283825 h 395325"/>
                <a:gd name="connsiteX8" fmla="*/ 209550 w 220116"/>
                <a:gd name="connsiteY8" fmla="*/ 369550 h 395325"/>
                <a:gd name="connsiteX9" fmla="*/ 180975 w 220116"/>
                <a:gd name="connsiteY9" fmla="*/ 388600 h 395325"/>
                <a:gd name="connsiteX10" fmla="*/ 95250 w 220116"/>
                <a:gd name="connsiteY10" fmla="*/ 394950 h 395325"/>
                <a:gd name="connsiteX11" fmla="*/ 28575 w 220116"/>
                <a:gd name="connsiteY11" fmla="*/ 379075 h 395325"/>
                <a:gd name="connsiteX12" fmla="*/ 0 w 220116"/>
                <a:gd name="connsiteY12" fmla="*/ 315575 h 395325"/>
                <a:gd name="connsiteX0" fmla="*/ 209550 w 223457"/>
                <a:gd name="connsiteY0" fmla="*/ 61575 h 394950"/>
                <a:gd name="connsiteX1" fmla="*/ 171450 w 223457"/>
                <a:gd name="connsiteY1" fmla="*/ 7600 h 394950"/>
                <a:gd name="connsiteX2" fmla="*/ 88900 w 223457"/>
                <a:gd name="connsiteY2" fmla="*/ 4425 h 394950"/>
                <a:gd name="connsiteX3" fmla="*/ 28575 w 223457"/>
                <a:gd name="connsiteY3" fmla="*/ 45700 h 394950"/>
                <a:gd name="connsiteX4" fmla="*/ 25400 w 223457"/>
                <a:gd name="connsiteY4" fmla="*/ 140950 h 394950"/>
                <a:gd name="connsiteX5" fmla="*/ 101600 w 223457"/>
                <a:gd name="connsiteY5" fmla="*/ 185400 h 394950"/>
                <a:gd name="connsiteX6" fmla="*/ 187325 w 223457"/>
                <a:gd name="connsiteY6" fmla="*/ 226675 h 394950"/>
                <a:gd name="connsiteX7" fmla="*/ 219075 w 223457"/>
                <a:gd name="connsiteY7" fmla="*/ 283825 h 394950"/>
                <a:gd name="connsiteX8" fmla="*/ 209550 w 223457"/>
                <a:gd name="connsiteY8" fmla="*/ 369550 h 394950"/>
                <a:gd name="connsiteX9" fmla="*/ 95250 w 223457"/>
                <a:gd name="connsiteY9" fmla="*/ 394950 h 394950"/>
                <a:gd name="connsiteX10" fmla="*/ 28575 w 223457"/>
                <a:gd name="connsiteY10" fmla="*/ 379075 h 394950"/>
                <a:gd name="connsiteX11" fmla="*/ 0 w 223457"/>
                <a:gd name="connsiteY11" fmla="*/ 315575 h 394950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351"/>
                <a:gd name="connsiteY0" fmla="*/ 61575 h 398447"/>
                <a:gd name="connsiteX1" fmla="*/ 171450 w 219351"/>
                <a:gd name="connsiteY1" fmla="*/ 7600 h 398447"/>
                <a:gd name="connsiteX2" fmla="*/ 88900 w 219351"/>
                <a:gd name="connsiteY2" fmla="*/ 4425 h 398447"/>
                <a:gd name="connsiteX3" fmla="*/ 28575 w 219351"/>
                <a:gd name="connsiteY3" fmla="*/ 45700 h 398447"/>
                <a:gd name="connsiteX4" fmla="*/ 25400 w 219351"/>
                <a:gd name="connsiteY4" fmla="*/ 140950 h 398447"/>
                <a:gd name="connsiteX5" fmla="*/ 101600 w 219351"/>
                <a:gd name="connsiteY5" fmla="*/ 185400 h 398447"/>
                <a:gd name="connsiteX6" fmla="*/ 187325 w 219351"/>
                <a:gd name="connsiteY6" fmla="*/ 226675 h 398447"/>
                <a:gd name="connsiteX7" fmla="*/ 219075 w 219351"/>
                <a:gd name="connsiteY7" fmla="*/ 283825 h 398447"/>
                <a:gd name="connsiteX8" fmla="*/ 197643 w 219351"/>
                <a:gd name="connsiteY8" fmla="*/ 367168 h 398447"/>
                <a:gd name="connsiteX9" fmla="*/ 117475 w 219351"/>
                <a:gd name="connsiteY9" fmla="*/ 398125 h 398447"/>
                <a:gd name="connsiteX10" fmla="*/ 28575 w 219351"/>
                <a:gd name="connsiteY10" fmla="*/ 379075 h 398447"/>
                <a:gd name="connsiteX11" fmla="*/ 0 w 219351"/>
                <a:gd name="connsiteY11" fmla="*/ 315575 h 398447"/>
                <a:gd name="connsiteX0" fmla="*/ 209550 w 217049"/>
                <a:gd name="connsiteY0" fmla="*/ 61575 h 398447"/>
                <a:gd name="connsiteX1" fmla="*/ 171450 w 217049"/>
                <a:gd name="connsiteY1" fmla="*/ 7600 h 398447"/>
                <a:gd name="connsiteX2" fmla="*/ 88900 w 217049"/>
                <a:gd name="connsiteY2" fmla="*/ 4425 h 398447"/>
                <a:gd name="connsiteX3" fmla="*/ 28575 w 217049"/>
                <a:gd name="connsiteY3" fmla="*/ 45700 h 398447"/>
                <a:gd name="connsiteX4" fmla="*/ 25400 w 217049"/>
                <a:gd name="connsiteY4" fmla="*/ 140950 h 398447"/>
                <a:gd name="connsiteX5" fmla="*/ 101600 w 217049"/>
                <a:gd name="connsiteY5" fmla="*/ 185400 h 398447"/>
                <a:gd name="connsiteX6" fmla="*/ 187325 w 217049"/>
                <a:gd name="connsiteY6" fmla="*/ 226675 h 398447"/>
                <a:gd name="connsiteX7" fmla="*/ 216694 w 217049"/>
                <a:gd name="connsiteY7" fmla="*/ 283825 h 398447"/>
                <a:gd name="connsiteX8" fmla="*/ 197643 w 217049"/>
                <a:gd name="connsiteY8" fmla="*/ 367168 h 398447"/>
                <a:gd name="connsiteX9" fmla="*/ 117475 w 217049"/>
                <a:gd name="connsiteY9" fmla="*/ 398125 h 398447"/>
                <a:gd name="connsiteX10" fmla="*/ 28575 w 217049"/>
                <a:gd name="connsiteY10" fmla="*/ 379075 h 398447"/>
                <a:gd name="connsiteX11" fmla="*/ 0 w 217049"/>
                <a:gd name="connsiteY11" fmla="*/ 315575 h 398447"/>
                <a:gd name="connsiteX0" fmla="*/ 209550 w 217049"/>
                <a:gd name="connsiteY0" fmla="*/ 61575 h 399559"/>
                <a:gd name="connsiteX1" fmla="*/ 171450 w 217049"/>
                <a:gd name="connsiteY1" fmla="*/ 7600 h 399559"/>
                <a:gd name="connsiteX2" fmla="*/ 88900 w 217049"/>
                <a:gd name="connsiteY2" fmla="*/ 4425 h 399559"/>
                <a:gd name="connsiteX3" fmla="*/ 28575 w 217049"/>
                <a:gd name="connsiteY3" fmla="*/ 45700 h 399559"/>
                <a:gd name="connsiteX4" fmla="*/ 25400 w 217049"/>
                <a:gd name="connsiteY4" fmla="*/ 140950 h 399559"/>
                <a:gd name="connsiteX5" fmla="*/ 101600 w 217049"/>
                <a:gd name="connsiteY5" fmla="*/ 185400 h 399559"/>
                <a:gd name="connsiteX6" fmla="*/ 187325 w 217049"/>
                <a:gd name="connsiteY6" fmla="*/ 226675 h 399559"/>
                <a:gd name="connsiteX7" fmla="*/ 216694 w 217049"/>
                <a:gd name="connsiteY7" fmla="*/ 283825 h 399559"/>
                <a:gd name="connsiteX8" fmla="*/ 197643 w 217049"/>
                <a:gd name="connsiteY8" fmla="*/ 367168 h 399559"/>
                <a:gd name="connsiteX9" fmla="*/ 117475 w 217049"/>
                <a:gd name="connsiteY9" fmla="*/ 398125 h 399559"/>
                <a:gd name="connsiteX10" fmla="*/ 40481 w 217049"/>
                <a:gd name="connsiteY10" fmla="*/ 386218 h 399559"/>
                <a:gd name="connsiteX11" fmla="*/ 0 w 217049"/>
                <a:gd name="connsiteY11" fmla="*/ 315575 h 399559"/>
                <a:gd name="connsiteX0" fmla="*/ 195263 w 202762"/>
                <a:gd name="connsiteY0" fmla="*/ 61575 h 399493"/>
                <a:gd name="connsiteX1" fmla="*/ 157163 w 202762"/>
                <a:gd name="connsiteY1" fmla="*/ 7600 h 399493"/>
                <a:gd name="connsiteX2" fmla="*/ 74613 w 202762"/>
                <a:gd name="connsiteY2" fmla="*/ 4425 h 399493"/>
                <a:gd name="connsiteX3" fmla="*/ 14288 w 202762"/>
                <a:gd name="connsiteY3" fmla="*/ 45700 h 399493"/>
                <a:gd name="connsiteX4" fmla="*/ 11113 w 202762"/>
                <a:gd name="connsiteY4" fmla="*/ 140950 h 399493"/>
                <a:gd name="connsiteX5" fmla="*/ 87313 w 202762"/>
                <a:gd name="connsiteY5" fmla="*/ 185400 h 399493"/>
                <a:gd name="connsiteX6" fmla="*/ 173038 w 202762"/>
                <a:gd name="connsiteY6" fmla="*/ 226675 h 399493"/>
                <a:gd name="connsiteX7" fmla="*/ 202407 w 202762"/>
                <a:gd name="connsiteY7" fmla="*/ 283825 h 399493"/>
                <a:gd name="connsiteX8" fmla="*/ 183356 w 202762"/>
                <a:gd name="connsiteY8" fmla="*/ 367168 h 399493"/>
                <a:gd name="connsiteX9" fmla="*/ 103188 w 202762"/>
                <a:gd name="connsiteY9" fmla="*/ 398125 h 399493"/>
                <a:gd name="connsiteX10" fmla="*/ 26194 w 202762"/>
                <a:gd name="connsiteY10" fmla="*/ 386218 h 399493"/>
                <a:gd name="connsiteX11" fmla="*/ 0 w 202762"/>
                <a:gd name="connsiteY11" fmla="*/ 317956 h 399493"/>
                <a:gd name="connsiteX0" fmla="*/ 191348 w 198847"/>
                <a:gd name="connsiteY0" fmla="*/ 61575 h 399493"/>
                <a:gd name="connsiteX1" fmla="*/ 153248 w 198847"/>
                <a:gd name="connsiteY1" fmla="*/ 7600 h 399493"/>
                <a:gd name="connsiteX2" fmla="*/ 70698 w 198847"/>
                <a:gd name="connsiteY2" fmla="*/ 4425 h 399493"/>
                <a:gd name="connsiteX3" fmla="*/ 10373 w 198847"/>
                <a:gd name="connsiteY3" fmla="*/ 45700 h 399493"/>
                <a:gd name="connsiteX4" fmla="*/ 7198 w 198847"/>
                <a:gd name="connsiteY4" fmla="*/ 140950 h 399493"/>
                <a:gd name="connsiteX5" fmla="*/ 83398 w 198847"/>
                <a:gd name="connsiteY5" fmla="*/ 185400 h 399493"/>
                <a:gd name="connsiteX6" fmla="*/ 169123 w 198847"/>
                <a:gd name="connsiteY6" fmla="*/ 226675 h 399493"/>
                <a:gd name="connsiteX7" fmla="*/ 198492 w 198847"/>
                <a:gd name="connsiteY7" fmla="*/ 283825 h 399493"/>
                <a:gd name="connsiteX8" fmla="*/ 179441 w 198847"/>
                <a:gd name="connsiteY8" fmla="*/ 367168 h 399493"/>
                <a:gd name="connsiteX9" fmla="*/ 99273 w 198847"/>
                <a:gd name="connsiteY9" fmla="*/ 398125 h 399493"/>
                <a:gd name="connsiteX10" fmla="*/ 22279 w 198847"/>
                <a:gd name="connsiteY10" fmla="*/ 386218 h 399493"/>
                <a:gd name="connsiteX11" fmla="*/ 3229 w 198847"/>
                <a:gd name="connsiteY11" fmla="*/ 317956 h 399493"/>
                <a:gd name="connsiteX0" fmla="*/ 191348 w 198847"/>
                <a:gd name="connsiteY0" fmla="*/ 61575 h 400217"/>
                <a:gd name="connsiteX1" fmla="*/ 153248 w 198847"/>
                <a:gd name="connsiteY1" fmla="*/ 7600 h 400217"/>
                <a:gd name="connsiteX2" fmla="*/ 70698 w 198847"/>
                <a:gd name="connsiteY2" fmla="*/ 4425 h 400217"/>
                <a:gd name="connsiteX3" fmla="*/ 10373 w 198847"/>
                <a:gd name="connsiteY3" fmla="*/ 45700 h 400217"/>
                <a:gd name="connsiteX4" fmla="*/ 7198 w 198847"/>
                <a:gd name="connsiteY4" fmla="*/ 140950 h 400217"/>
                <a:gd name="connsiteX5" fmla="*/ 83398 w 198847"/>
                <a:gd name="connsiteY5" fmla="*/ 185400 h 400217"/>
                <a:gd name="connsiteX6" fmla="*/ 169123 w 198847"/>
                <a:gd name="connsiteY6" fmla="*/ 226675 h 400217"/>
                <a:gd name="connsiteX7" fmla="*/ 198492 w 198847"/>
                <a:gd name="connsiteY7" fmla="*/ 283825 h 400217"/>
                <a:gd name="connsiteX8" fmla="*/ 179441 w 198847"/>
                <a:gd name="connsiteY8" fmla="*/ 367168 h 400217"/>
                <a:gd name="connsiteX9" fmla="*/ 99273 w 198847"/>
                <a:gd name="connsiteY9" fmla="*/ 398125 h 400217"/>
                <a:gd name="connsiteX10" fmla="*/ 31804 w 198847"/>
                <a:gd name="connsiteY10" fmla="*/ 388599 h 400217"/>
                <a:gd name="connsiteX11" fmla="*/ 3229 w 198847"/>
                <a:gd name="connsiteY11" fmla="*/ 317956 h 400217"/>
                <a:gd name="connsiteX0" fmla="*/ 191348 w 198847"/>
                <a:gd name="connsiteY0" fmla="*/ 61575 h 400745"/>
                <a:gd name="connsiteX1" fmla="*/ 153248 w 198847"/>
                <a:gd name="connsiteY1" fmla="*/ 7600 h 400745"/>
                <a:gd name="connsiteX2" fmla="*/ 70698 w 198847"/>
                <a:gd name="connsiteY2" fmla="*/ 4425 h 400745"/>
                <a:gd name="connsiteX3" fmla="*/ 10373 w 198847"/>
                <a:gd name="connsiteY3" fmla="*/ 45700 h 400745"/>
                <a:gd name="connsiteX4" fmla="*/ 7198 w 198847"/>
                <a:gd name="connsiteY4" fmla="*/ 140950 h 400745"/>
                <a:gd name="connsiteX5" fmla="*/ 83398 w 198847"/>
                <a:gd name="connsiteY5" fmla="*/ 185400 h 400745"/>
                <a:gd name="connsiteX6" fmla="*/ 169123 w 198847"/>
                <a:gd name="connsiteY6" fmla="*/ 226675 h 400745"/>
                <a:gd name="connsiteX7" fmla="*/ 198492 w 198847"/>
                <a:gd name="connsiteY7" fmla="*/ 283825 h 400745"/>
                <a:gd name="connsiteX8" fmla="*/ 179441 w 198847"/>
                <a:gd name="connsiteY8" fmla="*/ 360025 h 400745"/>
                <a:gd name="connsiteX9" fmla="*/ 99273 w 198847"/>
                <a:gd name="connsiteY9" fmla="*/ 398125 h 400745"/>
                <a:gd name="connsiteX10" fmla="*/ 31804 w 198847"/>
                <a:gd name="connsiteY10" fmla="*/ 388599 h 400745"/>
                <a:gd name="connsiteX11" fmla="*/ 3229 w 198847"/>
                <a:gd name="connsiteY11" fmla="*/ 317956 h 400745"/>
                <a:gd name="connsiteX0" fmla="*/ 191348 w 199158"/>
                <a:gd name="connsiteY0" fmla="*/ 61575 h 400393"/>
                <a:gd name="connsiteX1" fmla="*/ 153248 w 199158"/>
                <a:gd name="connsiteY1" fmla="*/ 7600 h 400393"/>
                <a:gd name="connsiteX2" fmla="*/ 70698 w 199158"/>
                <a:gd name="connsiteY2" fmla="*/ 4425 h 400393"/>
                <a:gd name="connsiteX3" fmla="*/ 10373 w 199158"/>
                <a:gd name="connsiteY3" fmla="*/ 45700 h 400393"/>
                <a:gd name="connsiteX4" fmla="*/ 7198 w 199158"/>
                <a:gd name="connsiteY4" fmla="*/ 140950 h 400393"/>
                <a:gd name="connsiteX5" fmla="*/ 83398 w 199158"/>
                <a:gd name="connsiteY5" fmla="*/ 185400 h 400393"/>
                <a:gd name="connsiteX6" fmla="*/ 169123 w 199158"/>
                <a:gd name="connsiteY6" fmla="*/ 226675 h 400393"/>
                <a:gd name="connsiteX7" fmla="*/ 198492 w 199158"/>
                <a:gd name="connsiteY7" fmla="*/ 283825 h 400393"/>
                <a:gd name="connsiteX8" fmla="*/ 181822 w 199158"/>
                <a:gd name="connsiteY8" fmla="*/ 364788 h 400393"/>
                <a:gd name="connsiteX9" fmla="*/ 99273 w 199158"/>
                <a:gd name="connsiteY9" fmla="*/ 398125 h 400393"/>
                <a:gd name="connsiteX10" fmla="*/ 31804 w 199158"/>
                <a:gd name="connsiteY10" fmla="*/ 388599 h 400393"/>
                <a:gd name="connsiteX11" fmla="*/ 3229 w 199158"/>
                <a:gd name="connsiteY11" fmla="*/ 317956 h 400393"/>
                <a:gd name="connsiteX0" fmla="*/ 191348 w 199158"/>
                <a:gd name="connsiteY0" fmla="*/ 61575 h 398784"/>
                <a:gd name="connsiteX1" fmla="*/ 153248 w 199158"/>
                <a:gd name="connsiteY1" fmla="*/ 7600 h 398784"/>
                <a:gd name="connsiteX2" fmla="*/ 70698 w 199158"/>
                <a:gd name="connsiteY2" fmla="*/ 4425 h 398784"/>
                <a:gd name="connsiteX3" fmla="*/ 10373 w 199158"/>
                <a:gd name="connsiteY3" fmla="*/ 45700 h 398784"/>
                <a:gd name="connsiteX4" fmla="*/ 7198 w 199158"/>
                <a:gd name="connsiteY4" fmla="*/ 140950 h 398784"/>
                <a:gd name="connsiteX5" fmla="*/ 83398 w 199158"/>
                <a:gd name="connsiteY5" fmla="*/ 185400 h 398784"/>
                <a:gd name="connsiteX6" fmla="*/ 169123 w 199158"/>
                <a:gd name="connsiteY6" fmla="*/ 226675 h 398784"/>
                <a:gd name="connsiteX7" fmla="*/ 198492 w 199158"/>
                <a:gd name="connsiteY7" fmla="*/ 283825 h 398784"/>
                <a:gd name="connsiteX8" fmla="*/ 181822 w 199158"/>
                <a:gd name="connsiteY8" fmla="*/ 364788 h 398784"/>
                <a:gd name="connsiteX9" fmla="*/ 99273 w 199158"/>
                <a:gd name="connsiteY9" fmla="*/ 398125 h 398784"/>
                <a:gd name="connsiteX10" fmla="*/ 36566 w 199158"/>
                <a:gd name="connsiteY10" fmla="*/ 381456 h 398784"/>
                <a:gd name="connsiteX11" fmla="*/ 3229 w 199158"/>
                <a:gd name="connsiteY11" fmla="*/ 317956 h 398784"/>
                <a:gd name="connsiteX0" fmla="*/ 191348 w 198664"/>
                <a:gd name="connsiteY0" fmla="*/ 61575 h 398920"/>
                <a:gd name="connsiteX1" fmla="*/ 153248 w 198664"/>
                <a:gd name="connsiteY1" fmla="*/ 7600 h 398920"/>
                <a:gd name="connsiteX2" fmla="*/ 70698 w 198664"/>
                <a:gd name="connsiteY2" fmla="*/ 4425 h 398920"/>
                <a:gd name="connsiteX3" fmla="*/ 10373 w 198664"/>
                <a:gd name="connsiteY3" fmla="*/ 45700 h 398920"/>
                <a:gd name="connsiteX4" fmla="*/ 7198 w 198664"/>
                <a:gd name="connsiteY4" fmla="*/ 140950 h 398920"/>
                <a:gd name="connsiteX5" fmla="*/ 83398 w 198664"/>
                <a:gd name="connsiteY5" fmla="*/ 185400 h 398920"/>
                <a:gd name="connsiteX6" fmla="*/ 169123 w 198664"/>
                <a:gd name="connsiteY6" fmla="*/ 226675 h 398920"/>
                <a:gd name="connsiteX7" fmla="*/ 198492 w 198664"/>
                <a:gd name="connsiteY7" fmla="*/ 283825 h 398920"/>
                <a:gd name="connsiteX8" fmla="*/ 177059 w 198664"/>
                <a:gd name="connsiteY8" fmla="*/ 362406 h 398920"/>
                <a:gd name="connsiteX9" fmla="*/ 99273 w 198664"/>
                <a:gd name="connsiteY9" fmla="*/ 398125 h 398920"/>
                <a:gd name="connsiteX10" fmla="*/ 36566 w 198664"/>
                <a:gd name="connsiteY10" fmla="*/ 381456 h 398920"/>
                <a:gd name="connsiteX11" fmla="*/ 3229 w 198664"/>
                <a:gd name="connsiteY11" fmla="*/ 317956 h 398920"/>
                <a:gd name="connsiteX0" fmla="*/ 200873 w 200873"/>
                <a:gd name="connsiteY0" fmla="*/ 64090 h 399054"/>
                <a:gd name="connsiteX1" fmla="*/ 153248 w 200873"/>
                <a:gd name="connsiteY1" fmla="*/ 7734 h 399054"/>
                <a:gd name="connsiteX2" fmla="*/ 70698 w 200873"/>
                <a:gd name="connsiteY2" fmla="*/ 4559 h 399054"/>
                <a:gd name="connsiteX3" fmla="*/ 10373 w 200873"/>
                <a:gd name="connsiteY3" fmla="*/ 45834 h 399054"/>
                <a:gd name="connsiteX4" fmla="*/ 7198 w 200873"/>
                <a:gd name="connsiteY4" fmla="*/ 141084 h 399054"/>
                <a:gd name="connsiteX5" fmla="*/ 83398 w 200873"/>
                <a:gd name="connsiteY5" fmla="*/ 185534 h 399054"/>
                <a:gd name="connsiteX6" fmla="*/ 169123 w 200873"/>
                <a:gd name="connsiteY6" fmla="*/ 226809 h 399054"/>
                <a:gd name="connsiteX7" fmla="*/ 198492 w 200873"/>
                <a:gd name="connsiteY7" fmla="*/ 283959 h 399054"/>
                <a:gd name="connsiteX8" fmla="*/ 177059 w 200873"/>
                <a:gd name="connsiteY8" fmla="*/ 362540 h 399054"/>
                <a:gd name="connsiteX9" fmla="*/ 99273 w 200873"/>
                <a:gd name="connsiteY9" fmla="*/ 398259 h 399054"/>
                <a:gd name="connsiteX10" fmla="*/ 36566 w 200873"/>
                <a:gd name="connsiteY10" fmla="*/ 381590 h 399054"/>
                <a:gd name="connsiteX11" fmla="*/ 3229 w 200873"/>
                <a:gd name="connsiteY11" fmla="*/ 318090 h 399054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67534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300628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2152 h 396415"/>
                <a:gd name="connsiteX1" fmla="*/ 153248 w 200873"/>
                <a:gd name="connsiteY1" fmla="*/ 10558 h 396415"/>
                <a:gd name="connsiteX2" fmla="*/ 70698 w 200873"/>
                <a:gd name="connsiteY2" fmla="*/ 2621 h 396415"/>
                <a:gd name="connsiteX3" fmla="*/ 10373 w 200873"/>
                <a:gd name="connsiteY3" fmla="*/ 43896 h 396415"/>
                <a:gd name="connsiteX4" fmla="*/ 7198 w 200873"/>
                <a:gd name="connsiteY4" fmla="*/ 139146 h 396415"/>
                <a:gd name="connsiteX5" fmla="*/ 83398 w 200873"/>
                <a:gd name="connsiteY5" fmla="*/ 183596 h 396415"/>
                <a:gd name="connsiteX6" fmla="*/ 169123 w 200873"/>
                <a:gd name="connsiteY6" fmla="*/ 224871 h 396415"/>
                <a:gd name="connsiteX7" fmla="*/ 198492 w 200873"/>
                <a:gd name="connsiteY7" fmla="*/ 298690 h 396415"/>
                <a:gd name="connsiteX8" fmla="*/ 172297 w 200873"/>
                <a:gd name="connsiteY8" fmla="*/ 374890 h 396415"/>
                <a:gd name="connsiteX9" fmla="*/ 99273 w 200873"/>
                <a:gd name="connsiteY9" fmla="*/ 396321 h 396415"/>
                <a:gd name="connsiteX10" fmla="*/ 36566 w 200873"/>
                <a:gd name="connsiteY10" fmla="*/ 379652 h 396415"/>
                <a:gd name="connsiteX11" fmla="*/ 3229 w 200873"/>
                <a:gd name="connsiteY11" fmla="*/ 316152 h 39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873" h="396415">
                  <a:moveTo>
                    <a:pt x="200873" y="62152"/>
                  </a:moveTo>
                  <a:cubicBezTo>
                    <a:pt x="191877" y="39927"/>
                    <a:pt x="174944" y="20480"/>
                    <a:pt x="153248" y="10558"/>
                  </a:cubicBezTo>
                  <a:cubicBezTo>
                    <a:pt x="131552" y="636"/>
                    <a:pt x="94510" y="-2935"/>
                    <a:pt x="70698" y="2621"/>
                  </a:cubicBezTo>
                  <a:cubicBezTo>
                    <a:pt x="46886" y="8177"/>
                    <a:pt x="20956" y="21142"/>
                    <a:pt x="10373" y="43896"/>
                  </a:cubicBezTo>
                  <a:cubicBezTo>
                    <a:pt x="-210" y="66650"/>
                    <a:pt x="-4973" y="115863"/>
                    <a:pt x="7198" y="139146"/>
                  </a:cubicBezTo>
                  <a:cubicBezTo>
                    <a:pt x="19369" y="162429"/>
                    <a:pt x="56410" y="169309"/>
                    <a:pt x="83398" y="183596"/>
                  </a:cubicBezTo>
                  <a:cubicBezTo>
                    <a:pt x="110385" y="197884"/>
                    <a:pt x="149941" y="205689"/>
                    <a:pt x="169123" y="224871"/>
                  </a:cubicBezTo>
                  <a:cubicBezTo>
                    <a:pt x="188305" y="244053"/>
                    <a:pt x="197963" y="273687"/>
                    <a:pt x="198492" y="298690"/>
                  </a:cubicBezTo>
                  <a:cubicBezTo>
                    <a:pt x="199021" y="323693"/>
                    <a:pt x="188833" y="358618"/>
                    <a:pt x="172297" y="374890"/>
                  </a:cubicBezTo>
                  <a:cubicBezTo>
                    <a:pt x="155761" y="391162"/>
                    <a:pt x="121895" y="395527"/>
                    <a:pt x="99273" y="396321"/>
                  </a:cubicBezTo>
                  <a:cubicBezTo>
                    <a:pt x="76651" y="397115"/>
                    <a:pt x="52573" y="393014"/>
                    <a:pt x="36566" y="379652"/>
                  </a:cubicBezTo>
                  <a:cubicBezTo>
                    <a:pt x="20559" y="366291"/>
                    <a:pt x="6404" y="342875"/>
                    <a:pt x="3229" y="316152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4" name="文本框 293">
            <a:extLst>
              <a:ext uri="{FF2B5EF4-FFF2-40B4-BE49-F238E27FC236}">
                <a16:creationId xmlns:a16="http://schemas.microsoft.com/office/drawing/2014/main" id="{4F5C70C1-FC92-4E0E-8DF0-3B93B614B2F2}"/>
              </a:ext>
            </a:extLst>
          </p:cNvPr>
          <p:cNvSpPr txBox="1"/>
          <p:nvPr/>
        </p:nvSpPr>
        <p:spPr>
          <a:xfrm>
            <a:off x="1077097" y="379921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小磁铁</a:t>
            </a:r>
          </a:p>
        </p:txBody>
      </p:sp>
      <p:sp>
        <p:nvSpPr>
          <p:cNvPr id="296" name="文本框 295">
            <a:extLst>
              <a:ext uri="{FF2B5EF4-FFF2-40B4-BE49-F238E27FC236}">
                <a16:creationId xmlns:a16="http://schemas.microsoft.com/office/drawing/2014/main" id="{CD2F968C-AA5F-47A5-8A80-06E0927BEDF3}"/>
              </a:ext>
            </a:extLst>
          </p:cNvPr>
          <p:cNvSpPr txBox="1"/>
          <p:nvPr/>
        </p:nvSpPr>
        <p:spPr>
          <a:xfrm>
            <a:off x="4644897" y="98872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磁畴有序排列</a:t>
            </a:r>
          </a:p>
        </p:txBody>
      </p:sp>
      <p:sp>
        <p:nvSpPr>
          <p:cNvPr id="338" name="文本框 337">
            <a:extLst>
              <a:ext uri="{FF2B5EF4-FFF2-40B4-BE49-F238E27FC236}">
                <a16:creationId xmlns:a16="http://schemas.microsoft.com/office/drawing/2014/main" id="{A0216504-C6EA-4785-B758-044FBAEDE76B}"/>
              </a:ext>
            </a:extLst>
          </p:cNvPr>
          <p:cNvSpPr txBox="1"/>
          <p:nvPr/>
        </p:nvSpPr>
        <p:spPr>
          <a:xfrm>
            <a:off x="9226484" y="9887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无序排列</a:t>
            </a:r>
          </a:p>
        </p:txBody>
      </p: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77954E83-904F-4349-8467-62EC5F5512B8}"/>
              </a:ext>
            </a:extLst>
          </p:cNvPr>
          <p:cNvGrpSpPr/>
          <p:nvPr/>
        </p:nvGrpSpPr>
        <p:grpSpPr>
          <a:xfrm>
            <a:off x="3497099" y="4519761"/>
            <a:ext cx="3865257" cy="823452"/>
            <a:chOff x="2304584" y="2905126"/>
            <a:chExt cx="6260847" cy="1001554"/>
          </a:xfrm>
        </p:grpSpPr>
        <p:sp>
          <p:nvSpPr>
            <p:cNvPr id="183" name="任意多边形 12">
              <a:extLst>
                <a:ext uri="{FF2B5EF4-FFF2-40B4-BE49-F238E27FC236}">
                  <a16:creationId xmlns:a16="http://schemas.microsoft.com/office/drawing/2014/main" id="{3BA5C711-00AD-4F0F-B44D-297C520569C1}"/>
                </a:ext>
              </a:extLst>
            </p:cNvPr>
            <p:cNvSpPr/>
            <p:nvPr/>
          </p:nvSpPr>
          <p:spPr>
            <a:xfrm>
              <a:off x="3400424" y="3124201"/>
              <a:ext cx="4305298" cy="704850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D9B9664E-790D-413B-9061-B1C2D9DBBC17}"/>
                </a:ext>
              </a:extLst>
            </p:cNvPr>
            <p:cNvSpPr/>
            <p:nvPr/>
          </p:nvSpPr>
          <p:spPr>
            <a:xfrm>
              <a:off x="5553073" y="3124201"/>
              <a:ext cx="2152649" cy="704850"/>
            </a:xfrm>
            <a:prstGeom prst="rect">
              <a:avLst/>
            </a:prstGeom>
            <a:solidFill>
              <a:srgbClr val="85B4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任意多边形 19">
              <a:extLst>
                <a:ext uri="{FF2B5EF4-FFF2-40B4-BE49-F238E27FC236}">
                  <a16:creationId xmlns:a16="http://schemas.microsoft.com/office/drawing/2014/main" id="{10A5D3B8-26B8-46E7-B392-9A7501A824D0}"/>
                </a:ext>
              </a:extLst>
            </p:cNvPr>
            <p:cNvSpPr/>
            <p:nvPr/>
          </p:nvSpPr>
          <p:spPr>
            <a:xfrm>
              <a:off x="5337174" y="2905126"/>
              <a:ext cx="2368547" cy="219075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任意多边形 20">
              <a:extLst>
                <a:ext uri="{FF2B5EF4-FFF2-40B4-BE49-F238E27FC236}">
                  <a16:creationId xmlns:a16="http://schemas.microsoft.com/office/drawing/2014/main" id="{ED3F789E-F287-40E1-9384-1D18B5816433}"/>
                </a:ext>
              </a:extLst>
            </p:cNvPr>
            <p:cNvSpPr/>
            <p:nvPr/>
          </p:nvSpPr>
          <p:spPr>
            <a:xfrm>
              <a:off x="3184525" y="2905126"/>
              <a:ext cx="2368547" cy="219075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任意多边形 26">
              <a:extLst>
                <a:ext uri="{FF2B5EF4-FFF2-40B4-BE49-F238E27FC236}">
                  <a16:creationId xmlns:a16="http://schemas.microsoft.com/office/drawing/2014/main" id="{DED572DD-13DD-41A9-B514-824C99E9F891}"/>
                </a:ext>
              </a:extLst>
            </p:cNvPr>
            <p:cNvSpPr/>
            <p:nvPr/>
          </p:nvSpPr>
          <p:spPr>
            <a:xfrm>
              <a:off x="3184524" y="2912088"/>
              <a:ext cx="215899" cy="916963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88" name="组合 187">
              <a:extLst>
                <a:ext uri="{FF2B5EF4-FFF2-40B4-BE49-F238E27FC236}">
                  <a16:creationId xmlns:a16="http://schemas.microsoft.com/office/drawing/2014/main" id="{E0B4C4EA-C5AF-4227-B689-A67656CFE0B5}"/>
                </a:ext>
              </a:extLst>
            </p:cNvPr>
            <p:cNvGrpSpPr/>
            <p:nvPr/>
          </p:nvGrpSpPr>
          <p:grpSpPr>
            <a:xfrm>
              <a:off x="3616322" y="3283926"/>
              <a:ext cx="215265" cy="365760"/>
              <a:chOff x="4058285" y="3817620"/>
              <a:chExt cx="215265" cy="365760"/>
            </a:xfrm>
          </p:grpSpPr>
          <p:cxnSp>
            <p:nvCxnSpPr>
              <p:cNvPr id="198" name="直接连接符 197">
                <a:extLst>
                  <a:ext uri="{FF2B5EF4-FFF2-40B4-BE49-F238E27FC236}">
                    <a16:creationId xmlns:a16="http://schemas.microsoft.com/office/drawing/2014/main" id="{390BD577-1D12-41AD-BCBC-35ED49A4D876}"/>
                  </a:ext>
                </a:extLst>
              </p:cNvPr>
              <p:cNvCxnSpPr/>
              <p:nvPr/>
            </p:nvCxnSpPr>
            <p:spPr>
              <a:xfrm>
                <a:off x="4058285" y="3817620"/>
                <a:ext cx="0" cy="36576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直接连接符 198">
                <a:extLst>
                  <a:ext uri="{FF2B5EF4-FFF2-40B4-BE49-F238E27FC236}">
                    <a16:creationId xmlns:a16="http://schemas.microsoft.com/office/drawing/2014/main" id="{B32BE529-FE4F-4953-B85A-97107BE88FF9}"/>
                  </a:ext>
                </a:extLst>
              </p:cNvPr>
              <p:cNvCxnSpPr/>
              <p:nvPr/>
            </p:nvCxnSpPr>
            <p:spPr>
              <a:xfrm>
                <a:off x="4060190" y="3822065"/>
                <a:ext cx="213360" cy="35814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接连接符 199">
                <a:extLst>
                  <a:ext uri="{FF2B5EF4-FFF2-40B4-BE49-F238E27FC236}">
                    <a16:creationId xmlns:a16="http://schemas.microsoft.com/office/drawing/2014/main" id="{8B40EAA5-A17C-4F63-8833-D9A6261D7F9F}"/>
                  </a:ext>
                </a:extLst>
              </p:cNvPr>
              <p:cNvCxnSpPr/>
              <p:nvPr/>
            </p:nvCxnSpPr>
            <p:spPr>
              <a:xfrm>
                <a:off x="4273550" y="3817620"/>
                <a:ext cx="0" cy="36576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9" name="任意多边形 44">
              <a:extLst>
                <a:ext uri="{FF2B5EF4-FFF2-40B4-BE49-F238E27FC236}">
                  <a16:creationId xmlns:a16="http://schemas.microsoft.com/office/drawing/2014/main" id="{3FD9342A-86D8-471F-83EB-4B001A3F0348}"/>
                </a:ext>
              </a:extLst>
            </p:cNvPr>
            <p:cNvSpPr/>
            <p:nvPr/>
          </p:nvSpPr>
          <p:spPr>
            <a:xfrm>
              <a:off x="7286622" y="3285096"/>
              <a:ext cx="215265" cy="363419"/>
            </a:xfrm>
            <a:custGeom>
              <a:avLst/>
              <a:gdLst>
                <a:gd name="connsiteX0" fmla="*/ 209550 w 220116"/>
                <a:gd name="connsiteY0" fmla="*/ 61575 h 395155"/>
                <a:gd name="connsiteX1" fmla="*/ 171450 w 220116"/>
                <a:gd name="connsiteY1" fmla="*/ 7600 h 395155"/>
                <a:gd name="connsiteX2" fmla="*/ 88900 w 220116"/>
                <a:gd name="connsiteY2" fmla="*/ 4425 h 395155"/>
                <a:gd name="connsiteX3" fmla="*/ 28575 w 220116"/>
                <a:gd name="connsiteY3" fmla="*/ 45700 h 395155"/>
                <a:gd name="connsiteX4" fmla="*/ 25400 w 220116"/>
                <a:gd name="connsiteY4" fmla="*/ 140950 h 395155"/>
                <a:gd name="connsiteX5" fmla="*/ 101600 w 220116"/>
                <a:gd name="connsiteY5" fmla="*/ 185400 h 395155"/>
                <a:gd name="connsiteX6" fmla="*/ 187325 w 220116"/>
                <a:gd name="connsiteY6" fmla="*/ 226675 h 395155"/>
                <a:gd name="connsiteX7" fmla="*/ 219075 w 220116"/>
                <a:gd name="connsiteY7" fmla="*/ 283825 h 395155"/>
                <a:gd name="connsiteX8" fmla="*/ 209550 w 220116"/>
                <a:gd name="connsiteY8" fmla="*/ 369550 h 395155"/>
                <a:gd name="connsiteX9" fmla="*/ 180975 w 220116"/>
                <a:gd name="connsiteY9" fmla="*/ 388600 h 395155"/>
                <a:gd name="connsiteX10" fmla="*/ 95250 w 220116"/>
                <a:gd name="connsiteY10" fmla="*/ 394950 h 395155"/>
                <a:gd name="connsiteX11" fmla="*/ 22225 w 220116"/>
                <a:gd name="connsiteY11" fmla="*/ 382250 h 395155"/>
                <a:gd name="connsiteX12" fmla="*/ 0 w 220116"/>
                <a:gd name="connsiteY12" fmla="*/ 315575 h 395155"/>
                <a:gd name="connsiteX0" fmla="*/ 209550 w 220116"/>
                <a:gd name="connsiteY0" fmla="*/ 61575 h 395325"/>
                <a:gd name="connsiteX1" fmla="*/ 171450 w 220116"/>
                <a:gd name="connsiteY1" fmla="*/ 7600 h 395325"/>
                <a:gd name="connsiteX2" fmla="*/ 88900 w 220116"/>
                <a:gd name="connsiteY2" fmla="*/ 4425 h 395325"/>
                <a:gd name="connsiteX3" fmla="*/ 28575 w 220116"/>
                <a:gd name="connsiteY3" fmla="*/ 45700 h 395325"/>
                <a:gd name="connsiteX4" fmla="*/ 25400 w 220116"/>
                <a:gd name="connsiteY4" fmla="*/ 140950 h 395325"/>
                <a:gd name="connsiteX5" fmla="*/ 101600 w 220116"/>
                <a:gd name="connsiteY5" fmla="*/ 185400 h 395325"/>
                <a:gd name="connsiteX6" fmla="*/ 187325 w 220116"/>
                <a:gd name="connsiteY6" fmla="*/ 226675 h 395325"/>
                <a:gd name="connsiteX7" fmla="*/ 219075 w 220116"/>
                <a:gd name="connsiteY7" fmla="*/ 283825 h 395325"/>
                <a:gd name="connsiteX8" fmla="*/ 209550 w 220116"/>
                <a:gd name="connsiteY8" fmla="*/ 369550 h 395325"/>
                <a:gd name="connsiteX9" fmla="*/ 180975 w 220116"/>
                <a:gd name="connsiteY9" fmla="*/ 388600 h 395325"/>
                <a:gd name="connsiteX10" fmla="*/ 95250 w 220116"/>
                <a:gd name="connsiteY10" fmla="*/ 394950 h 395325"/>
                <a:gd name="connsiteX11" fmla="*/ 28575 w 220116"/>
                <a:gd name="connsiteY11" fmla="*/ 379075 h 395325"/>
                <a:gd name="connsiteX12" fmla="*/ 0 w 220116"/>
                <a:gd name="connsiteY12" fmla="*/ 315575 h 395325"/>
                <a:gd name="connsiteX0" fmla="*/ 209550 w 223457"/>
                <a:gd name="connsiteY0" fmla="*/ 61575 h 394950"/>
                <a:gd name="connsiteX1" fmla="*/ 171450 w 223457"/>
                <a:gd name="connsiteY1" fmla="*/ 7600 h 394950"/>
                <a:gd name="connsiteX2" fmla="*/ 88900 w 223457"/>
                <a:gd name="connsiteY2" fmla="*/ 4425 h 394950"/>
                <a:gd name="connsiteX3" fmla="*/ 28575 w 223457"/>
                <a:gd name="connsiteY3" fmla="*/ 45700 h 394950"/>
                <a:gd name="connsiteX4" fmla="*/ 25400 w 223457"/>
                <a:gd name="connsiteY4" fmla="*/ 140950 h 394950"/>
                <a:gd name="connsiteX5" fmla="*/ 101600 w 223457"/>
                <a:gd name="connsiteY5" fmla="*/ 185400 h 394950"/>
                <a:gd name="connsiteX6" fmla="*/ 187325 w 223457"/>
                <a:gd name="connsiteY6" fmla="*/ 226675 h 394950"/>
                <a:gd name="connsiteX7" fmla="*/ 219075 w 223457"/>
                <a:gd name="connsiteY7" fmla="*/ 283825 h 394950"/>
                <a:gd name="connsiteX8" fmla="*/ 209550 w 223457"/>
                <a:gd name="connsiteY8" fmla="*/ 369550 h 394950"/>
                <a:gd name="connsiteX9" fmla="*/ 95250 w 223457"/>
                <a:gd name="connsiteY9" fmla="*/ 394950 h 394950"/>
                <a:gd name="connsiteX10" fmla="*/ 28575 w 223457"/>
                <a:gd name="connsiteY10" fmla="*/ 379075 h 394950"/>
                <a:gd name="connsiteX11" fmla="*/ 0 w 223457"/>
                <a:gd name="connsiteY11" fmla="*/ 315575 h 394950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351"/>
                <a:gd name="connsiteY0" fmla="*/ 61575 h 398447"/>
                <a:gd name="connsiteX1" fmla="*/ 171450 w 219351"/>
                <a:gd name="connsiteY1" fmla="*/ 7600 h 398447"/>
                <a:gd name="connsiteX2" fmla="*/ 88900 w 219351"/>
                <a:gd name="connsiteY2" fmla="*/ 4425 h 398447"/>
                <a:gd name="connsiteX3" fmla="*/ 28575 w 219351"/>
                <a:gd name="connsiteY3" fmla="*/ 45700 h 398447"/>
                <a:gd name="connsiteX4" fmla="*/ 25400 w 219351"/>
                <a:gd name="connsiteY4" fmla="*/ 140950 h 398447"/>
                <a:gd name="connsiteX5" fmla="*/ 101600 w 219351"/>
                <a:gd name="connsiteY5" fmla="*/ 185400 h 398447"/>
                <a:gd name="connsiteX6" fmla="*/ 187325 w 219351"/>
                <a:gd name="connsiteY6" fmla="*/ 226675 h 398447"/>
                <a:gd name="connsiteX7" fmla="*/ 219075 w 219351"/>
                <a:gd name="connsiteY7" fmla="*/ 283825 h 398447"/>
                <a:gd name="connsiteX8" fmla="*/ 197643 w 219351"/>
                <a:gd name="connsiteY8" fmla="*/ 367168 h 398447"/>
                <a:gd name="connsiteX9" fmla="*/ 117475 w 219351"/>
                <a:gd name="connsiteY9" fmla="*/ 398125 h 398447"/>
                <a:gd name="connsiteX10" fmla="*/ 28575 w 219351"/>
                <a:gd name="connsiteY10" fmla="*/ 379075 h 398447"/>
                <a:gd name="connsiteX11" fmla="*/ 0 w 219351"/>
                <a:gd name="connsiteY11" fmla="*/ 315575 h 398447"/>
                <a:gd name="connsiteX0" fmla="*/ 209550 w 217049"/>
                <a:gd name="connsiteY0" fmla="*/ 61575 h 398447"/>
                <a:gd name="connsiteX1" fmla="*/ 171450 w 217049"/>
                <a:gd name="connsiteY1" fmla="*/ 7600 h 398447"/>
                <a:gd name="connsiteX2" fmla="*/ 88900 w 217049"/>
                <a:gd name="connsiteY2" fmla="*/ 4425 h 398447"/>
                <a:gd name="connsiteX3" fmla="*/ 28575 w 217049"/>
                <a:gd name="connsiteY3" fmla="*/ 45700 h 398447"/>
                <a:gd name="connsiteX4" fmla="*/ 25400 w 217049"/>
                <a:gd name="connsiteY4" fmla="*/ 140950 h 398447"/>
                <a:gd name="connsiteX5" fmla="*/ 101600 w 217049"/>
                <a:gd name="connsiteY5" fmla="*/ 185400 h 398447"/>
                <a:gd name="connsiteX6" fmla="*/ 187325 w 217049"/>
                <a:gd name="connsiteY6" fmla="*/ 226675 h 398447"/>
                <a:gd name="connsiteX7" fmla="*/ 216694 w 217049"/>
                <a:gd name="connsiteY7" fmla="*/ 283825 h 398447"/>
                <a:gd name="connsiteX8" fmla="*/ 197643 w 217049"/>
                <a:gd name="connsiteY8" fmla="*/ 367168 h 398447"/>
                <a:gd name="connsiteX9" fmla="*/ 117475 w 217049"/>
                <a:gd name="connsiteY9" fmla="*/ 398125 h 398447"/>
                <a:gd name="connsiteX10" fmla="*/ 28575 w 217049"/>
                <a:gd name="connsiteY10" fmla="*/ 379075 h 398447"/>
                <a:gd name="connsiteX11" fmla="*/ 0 w 217049"/>
                <a:gd name="connsiteY11" fmla="*/ 315575 h 398447"/>
                <a:gd name="connsiteX0" fmla="*/ 209550 w 217049"/>
                <a:gd name="connsiteY0" fmla="*/ 61575 h 399559"/>
                <a:gd name="connsiteX1" fmla="*/ 171450 w 217049"/>
                <a:gd name="connsiteY1" fmla="*/ 7600 h 399559"/>
                <a:gd name="connsiteX2" fmla="*/ 88900 w 217049"/>
                <a:gd name="connsiteY2" fmla="*/ 4425 h 399559"/>
                <a:gd name="connsiteX3" fmla="*/ 28575 w 217049"/>
                <a:gd name="connsiteY3" fmla="*/ 45700 h 399559"/>
                <a:gd name="connsiteX4" fmla="*/ 25400 w 217049"/>
                <a:gd name="connsiteY4" fmla="*/ 140950 h 399559"/>
                <a:gd name="connsiteX5" fmla="*/ 101600 w 217049"/>
                <a:gd name="connsiteY5" fmla="*/ 185400 h 399559"/>
                <a:gd name="connsiteX6" fmla="*/ 187325 w 217049"/>
                <a:gd name="connsiteY6" fmla="*/ 226675 h 399559"/>
                <a:gd name="connsiteX7" fmla="*/ 216694 w 217049"/>
                <a:gd name="connsiteY7" fmla="*/ 283825 h 399559"/>
                <a:gd name="connsiteX8" fmla="*/ 197643 w 217049"/>
                <a:gd name="connsiteY8" fmla="*/ 367168 h 399559"/>
                <a:gd name="connsiteX9" fmla="*/ 117475 w 217049"/>
                <a:gd name="connsiteY9" fmla="*/ 398125 h 399559"/>
                <a:gd name="connsiteX10" fmla="*/ 40481 w 217049"/>
                <a:gd name="connsiteY10" fmla="*/ 386218 h 399559"/>
                <a:gd name="connsiteX11" fmla="*/ 0 w 217049"/>
                <a:gd name="connsiteY11" fmla="*/ 315575 h 399559"/>
                <a:gd name="connsiteX0" fmla="*/ 195263 w 202762"/>
                <a:gd name="connsiteY0" fmla="*/ 61575 h 399493"/>
                <a:gd name="connsiteX1" fmla="*/ 157163 w 202762"/>
                <a:gd name="connsiteY1" fmla="*/ 7600 h 399493"/>
                <a:gd name="connsiteX2" fmla="*/ 74613 w 202762"/>
                <a:gd name="connsiteY2" fmla="*/ 4425 h 399493"/>
                <a:gd name="connsiteX3" fmla="*/ 14288 w 202762"/>
                <a:gd name="connsiteY3" fmla="*/ 45700 h 399493"/>
                <a:gd name="connsiteX4" fmla="*/ 11113 w 202762"/>
                <a:gd name="connsiteY4" fmla="*/ 140950 h 399493"/>
                <a:gd name="connsiteX5" fmla="*/ 87313 w 202762"/>
                <a:gd name="connsiteY5" fmla="*/ 185400 h 399493"/>
                <a:gd name="connsiteX6" fmla="*/ 173038 w 202762"/>
                <a:gd name="connsiteY6" fmla="*/ 226675 h 399493"/>
                <a:gd name="connsiteX7" fmla="*/ 202407 w 202762"/>
                <a:gd name="connsiteY7" fmla="*/ 283825 h 399493"/>
                <a:gd name="connsiteX8" fmla="*/ 183356 w 202762"/>
                <a:gd name="connsiteY8" fmla="*/ 367168 h 399493"/>
                <a:gd name="connsiteX9" fmla="*/ 103188 w 202762"/>
                <a:gd name="connsiteY9" fmla="*/ 398125 h 399493"/>
                <a:gd name="connsiteX10" fmla="*/ 26194 w 202762"/>
                <a:gd name="connsiteY10" fmla="*/ 386218 h 399493"/>
                <a:gd name="connsiteX11" fmla="*/ 0 w 202762"/>
                <a:gd name="connsiteY11" fmla="*/ 317956 h 399493"/>
                <a:gd name="connsiteX0" fmla="*/ 191348 w 198847"/>
                <a:gd name="connsiteY0" fmla="*/ 61575 h 399493"/>
                <a:gd name="connsiteX1" fmla="*/ 153248 w 198847"/>
                <a:gd name="connsiteY1" fmla="*/ 7600 h 399493"/>
                <a:gd name="connsiteX2" fmla="*/ 70698 w 198847"/>
                <a:gd name="connsiteY2" fmla="*/ 4425 h 399493"/>
                <a:gd name="connsiteX3" fmla="*/ 10373 w 198847"/>
                <a:gd name="connsiteY3" fmla="*/ 45700 h 399493"/>
                <a:gd name="connsiteX4" fmla="*/ 7198 w 198847"/>
                <a:gd name="connsiteY4" fmla="*/ 140950 h 399493"/>
                <a:gd name="connsiteX5" fmla="*/ 83398 w 198847"/>
                <a:gd name="connsiteY5" fmla="*/ 185400 h 399493"/>
                <a:gd name="connsiteX6" fmla="*/ 169123 w 198847"/>
                <a:gd name="connsiteY6" fmla="*/ 226675 h 399493"/>
                <a:gd name="connsiteX7" fmla="*/ 198492 w 198847"/>
                <a:gd name="connsiteY7" fmla="*/ 283825 h 399493"/>
                <a:gd name="connsiteX8" fmla="*/ 179441 w 198847"/>
                <a:gd name="connsiteY8" fmla="*/ 367168 h 399493"/>
                <a:gd name="connsiteX9" fmla="*/ 99273 w 198847"/>
                <a:gd name="connsiteY9" fmla="*/ 398125 h 399493"/>
                <a:gd name="connsiteX10" fmla="*/ 22279 w 198847"/>
                <a:gd name="connsiteY10" fmla="*/ 386218 h 399493"/>
                <a:gd name="connsiteX11" fmla="*/ 3229 w 198847"/>
                <a:gd name="connsiteY11" fmla="*/ 317956 h 399493"/>
                <a:gd name="connsiteX0" fmla="*/ 191348 w 198847"/>
                <a:gd name="connsiteY0" fmla="*/ 61575 h 400217"/>
                <a:gd name="connsiteX1" fmla="*/ 153248 w 198847"/>
                <a:gd name="connsiteY1" fmla="*/ 7600 h 400217"/>
                <a:gd name="connsiteX2" fmla="*/ 70698 w 198847"/>
                <a:gd name="connsiteY2" fmla="*/ 4425 h 400217"/>
                <a:gd name="connsiteX3" fmla="*/ 10373 w 198847"/>
                <a:gd name="connsiteY3" fmla="*/ 45700 h 400217"/>
                <a:gd name="connsiteX4" fmla="*/ 7198 w 198847"/>
                <a:gd name="connsiteY4" fmla="*/ 140950 h 400217"/>
                <a:gd name="connsiteX5" fmla="*/ 83398 w 198847"/>
                <a:gd name="connsiteY5" fmla="*/ 185400 h 400217"/>
                <a:gd name="connsiteX6" fmla="*/ 169123 w 198847"/>
                <a:gd name="connsiteY6" fmla="*/ 226675 h 400217"/>
                <a:gd name="connsiteX7" fmla="*/ 198492 w 198847"/>
                <a:gd name="connsiteY7" fmla="*/ 283825 h 400217"/>
                <a:gd name="connsiteX8" fmla="*/ 179441 w 198847"/>
                <a:gd name="connsiteY8" fmla="*/ 367168 h 400217"/>
                <a:gd name="connsiteX9" fmla="*/ 99273 w 198847"/>
                <a:gd name="connsiteY9" fmla="*/ 398125 h 400217"/>
                <a:gd name="connsiteX10" fmla="*/ 31804 w 198847"/>
                <a:gd name="connsiteY10" fmla="*/ 388599 h 400217"/>
                <a:gd name="connsiteX11" fmla="*/ 3229 w 198847"/>
                <a:gd name="connsiteY11" fmla="*/ 317956 h 400217"/>
                <a:gd name="connsiteX0" fmla="*/ 191348 w 198847"/>
                <a:gd name="connsiteY0" fmla="*/ 61575 h 400745"/>
                <a:gd name="connsiteX1" fmla="*/ 153248 w 198847"/>
                <a:gd name="connsiteY1" fmla="*/ 7600 h 400745"/>
                <a:gd name="connsiteX2" fmla="*/ 70698 w 198847"/>
                <a:gd name="connsiteY2" fmla="*/ 4425 h 400745"/>
                <a:gd name="connsiteX3" fmla="*/ 10373 w 198847"/>
                <a:gd name="connsiteY3" fmla="*/ 45700 h 400745"/>
                <a:gd name="connsiteX4" fmla="*/ 7198 w 198847"/>
                <a:gd name="connsiteY4" fmla="*/ 140950 h 400745"/>
                <a:gd name="connsiteX5" fmla="*/ 83398 w 198847"/>
                <a:gd name="connsiteY5" fmla="*/ 185400 h 400745"/>
                <a:gd name="connsiteX6" fmla="*/ 169123 w 198847"/>
                <a:gd name="connsiteY6" fmla="*/ 226675 h 400745"/>
                <a:gd name="connsiteX7" fmla="*/ 198492 w 198847"/>
                <a:gd name="connsiteY7" fmla="*/ 283825 h 400745"/>
                <a:gd name="connsiteX8" fmla="*/ 179441 w 198847"/>
                <a:gd name="connsiteY8" fmla="*/ 360025 h 400745"/>
                <a:gd name="connsiteX9" fmla="*/ 99273 w 198847"/>
                <a:gd name="connsiteY9" fmla="*/ 398125 h 400745"/>
                <a:gd name="connsiteX10" fmla="*/ 31804 w 198847"/>
                <a:gd name="connsiteY10" fmla="*/ 388599 h 400745"/>
                <a:gd name="connsiteX11" fmla="*/ 3229 w 198847"/>
                <a:gd name="connsiteY11" fmla="*/ 317956 h 400745"/>
                <a:gd name="connsiteX0" fmla="*/ 191348 w 199158"/>
                <a:gd name="connsiteY0" fmla="*/ 61575 h 400393"/>
                <a:gd name="connsiteX1" fmla="*/ 153248 w 199158"/>
                <a:gd name="connsiteY1" fmla="*/ 7600 h 400393"/>
                <a:gd name="connsiteX2" fmla="*/ 70698 w 199158"/>
                <a:gd name="connsiteY2" fmla="*/ 4425 h 400393"/>
                <a:gd name="connsiteX3" fmla="*/ 10373 w 199158"/>
                <a:gd name="connsiteY3" fmla="*/ 45700 h 400393"/>
                <a:gd name="connsiteX4" fmla="*/ 7198 w 199158"/>
                <a:gd name="connsiteY4" fmla="*/ 140950 h 400393"/>
                <a:gd name="connsiteX5" fmla="*/ 83398 w 199158"/>
                <a:gd name="connsiteY5" fmla="*/ 185400 h 400393"/>
                <a:gd name="connsiteX6" fmla="*/ 169123 w 199158"/>
                <a:gd name="connsiteY6" fmla="*/ 226675 h 400393"/>
                <a:gd name="connsiteX7" fmla="*/ 198492 w 199158"/>
                <a:gd name="connsiteY7" fmla="*/ 283825 h 400393"/>
                <a:gd name="connsiteX8" fmla="*/ 181822 w 199158"/>
                <a:gd name="connsiteY8" fmla="*/ 364788 h 400393"/>
                <a:gd name="connsiteX9" fmla="*/ 99273 w 199158"/>
                <a:gd name="connsiteY9" fmla="*/ 398125 h 400393"/>
                <a:gd name="connsiteX10" fmla="*/ 31804 w 199158"/>
                <a:gd name="connsiteY10" fmla="*/ 388599 h 400393"/>
                <a:gd name="connsiteX11" fmla="*/ 3229 w 199158"/>
                <a:gd name="connsiteY11" fmla="*/ 317956 h 400393"/>
                <a:gd name="connsiteX0" fmla="*/ 191348 w 199158"/>
                <a:gd name="connsiteY0" fmla="*/ 61575 h 398784"/>
                <a:gd name="connsiteX1" fmla="*/ 153248 w 199158"/>
                <a:gd name="connsiteY1" fmla="*/ 7600 h 398784"/>
                <a:gd name="connsiteX2" fmla="*/ 70698 w 199158"/>
                <a:gd name="connsiteY2" fmla="*/ 4425 h 398784"/>
                <a:gd name="connsiteX3" fmla="*/ 10373 w 199158"/>
                <a:gd name="connsiteY3" fmla="*/ 45700 h 398784"/>
                <a:gd name="connsiteX4" fmla="*/ 7198 w 199158"/>
                <a:gd name="connsiteY4" fmla="*/ 140950 h 398784"/>
                <a:gd name="connsiteX5" fmla="*/ 83398 w 199158"/>
                <a:gd name="connsiteY5" fmla="*/ 185400 h 398784"/>
                <a:gd name="connsiteX6" fmla="*/ 169123 w 199158"/>
                <a:gd name="connsiteY6" fmla="*/ 226675 h 398784"/>
                <a:gd name="connsiteX7" fmla="*/ 198492 w 199158"/>
                <a:gd name="connsiteY7" fmla="*/ 283825 h 398784"/>
                <a:gd name="connsiteX8" fmla="*/ 181822 w 199158"/>
                <a:gd name="connsiteY8" fmla="*/ 364788 h 398784"/>
                <a:gd name="connsiteX9" fmla="*/ 99273 w 199158"/>
                <a:gd name="connsiteY9" fmla="*/ 398125 h 398784"/>
                <a:gd name="connsiteX10" fmla="*/ 36566 w 199158"/>
                <a:gd name="connsiteY10" fmla="*/ 381456 h 398784"/>
                <a:gd name="connsiteX11" fmla="*/ 3229 w 199158"/>
                <a:gd name="connsiteY11" fmla="*/ 317956 h 398784"/>
                <a:gd name="connsiteX0" fmla="*/ 191348 w 198664"/>
                <a:gd name="connsiteY0" fmla="*/ 61575 h 398920"/>
                <a:gd name="connsiteX1" fmla="*/ 153248 w 198664"/>
                <a:gd name="connsiteY1" fmla="*/ 7600 h 398920"/>
                <a:gd name="connsiteX2" fmla="*/ 70698 w 198664"/>
                <a:gd name="connsiteY2" fmla="*/ 4425 h 398920"/>
                <a:gd name="connsiteX3" fmla="*/ 10373 w 198664"/>
                <a:gd name="connsiteY3" fmla="*/ 45700 h 398920"/>
                <a:gd name="connsiteX4" fmla="*/ 7198 w 198664"/>
                <a:gd name="connsiteY4" fmla="*/ 140950 h 398920"/>
                <a:gd name="connsiteX5" fmla="*/ 83398 w 198664"/>
                <a:gd name="connsiteY5" fmla="*/ 185400 h 398920"/>
                <a:gd name="connsiteX6" fmla="*/ 169123 w 198664"/>
                <a:gd name="connsiteY6" fmla="*/ 226675 h 398920"/>
                <a:gd name="connsiteX7" fmla="*/ 198492 w 198664"/>
                <a:gd name="connsiteY7" fmla="*/ 283825 h 398920"/>
                <a:gd name="connsiteX8" fmla="*/ 177059 w 198664"/>
                <a:gd name="connsiteY8" fmla="*/ 362406 h 398920"/>
                <a:gd name="connsiteX9" fmla="*/ 99273 w 198664"/>
                <a:gd name="connsiteY9" fmla="*/ 398125 h 398920"/>
                <a:gd name="connsiteX10" fmla="*/ 36566 w 198664"/>
                <a:gd name="connsiteY10" fmla="*/ 381456 h 398920"/>
                <a:gd name="connsiteX11" fmla="*/ 3229 w 198664"/>
                <a:gd name="connsiteY11" fmla="*/ 317956 h 398920"/>
                <a:gd name="connsiteX0" fmla="*/ 200873 w 200873"/>
                <a:gd name="connsiteY0" fmla="*/ 64090 h 399054"/>
                <a:gd name="connsiteX1" fmla="*/ 153248 w 200873"/>
                <a:gd name="connsiteY1" fmla="*/ 7734 h 399054"/>
                <a:gd name="connsiteX2" fmla="*/ 70698 w 200873"/>
                <a:gd name="connsiteY2" fmla="*/ 4559 h 399054"/>
                <a:gd name="connsiteX3" fmla="*/ 10373 w 200873"/>
                <a:gd name="connsiteY3" fmla="*/ 45834 h 399054"/>
                <a:gd name="connsiteX4" fmla="*/ 7198 w 200873"/>
                <a:gd name="connsiteY4" fmla="*/ 141084 h 399054"/>
                <a:gd name="connsiteX5" fmla="*/ 83398 w 200873"/>
                <a:gd name="connsiteY5" fmla="*/ 185534 h 399054"/>
                <a:gd name="connsiteX6" fmla="*/ 169123 w 200873"/>
                <a:gd name="connsiteY6" fmla="*/ 226809 h 399054"/>
                <a:gd name="connsiteX7" fmla="*/ 198492 w 200873"/>
                <a:gd name="connsiteY7" fmla="*/ 283959 h 399054"/>
                <a:gd name="connsiteX8" fmla="*/ 177059 w 200873"/>
                <a:gd name="connsiteY8" fmla="*/ 362540 h 399054"/>
                <a:gd name="connsiteX9" fmla="*/ 99273 w 200873"/>
                <a:gd name="connsiteY9" fmla="*/ 398259 h 399054"/>
                <a:gd name="connsiteX10" fmla="*/ 36566 w 200873"/>
                <a:gd name="connsiteY10" fmla="*/ 381590 h 399054"/>
                <a:gd name="connsiteX11" fmla="*/ 3229 w 200873"/>
                <a:gd name="connsiteY11" fmla="*/ 318090 h 399054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67534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300628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2152 h 396415"/>
                <a:gd name="connsiteX1" fmla="*/ 153248 w 200873"/>
                <a:gd name="connsiteY1" fmla="*/ 10558 h 396415"/>
                <a:gd name="connsiteX2" fmla="*/ 70698 w 200873"/>
                <a:gd name="connsiteY2" fmla="*/ 2621 h 396415"/>
                <a:gd name="connsiteX3" fmla="*/ 10373 w 200873"/>
                <a:gd name="connsiteY3" fmla="*/ 43896 h 396415"/>
                <a:gd name="connsiteX4" fmla="*/ 7198 w 200873"/>
                <a:gd name="connsiteY4" fmla="*/ 139146 h 396415"/>
                <a:gd name="connsiteX5" fmla="*/ 83398 w 200873"/>
                <a:gd name="connsiteY5" fmla="*/ 183596 h 396415"/>
                <a:gd name="connsiteX6" fmla="*/ 169123 w 200873"/>
                <a:gd name="connsiteY6" fmla="*/ 224871 h 396415"/>
                <a:gd name="connsiteX7" fmla="*/ 198492 w 200873"/>
                <a:gd name="connsiteY7" fmla="*/ 298690 h 396415"/>
                <a:gd name="connsiteX8" fmla="*/ 172297 w 200873"/>
                <a:gd name="connsiteY8" fmla="*/ 374890 h 396415"/>
                <a:gd name="connsiteX9" fmla="*/ 99273 w 200873"/>
                <a:gd name="connsiteY9" fmla="*/ 396321 h 396415"/>
                <a:gd name="connsiteX10" fmla="*/ 36566 w 200873"/>
                <a:gd name="connsiteY10" fmla="*/ 379652 h 396415"/>
                <a:gd name="connsiteX11" fmla="*/ 3229 w 200873"/>
                <a:gd name="connsiteY11" fmla="*/ 316152 h 39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873" h="396415">
                  <a:moveTo>
                    <a:pt x="200873" y="62152"/>
                  </a:moveTo>
                  <a:cubicBezTo>
                    <a:pt x="191877" y="39927"/>
                    <a:pt x="174944" y="20480"/>
                    <a:pt x="153248" y="10558"/>
                  </a:cubicBezTo>
                  <a:cubicBezTo>
                    <a:pt x="131552" y="636"/>
                    <a:pt x="94510" y="-2935"/>
                    <a:pt x="70698" y="2621"/>
                  </a:cubicBezTo>
                  <a:cubicBezTo>
                    <a:pt x="46886" y="8177"/>
                    <a:pt x="20956" y="21142"/>
                    <a:pt x="10373" y="43896"/>
                  </a:cubicBezTo>
                  <a:cubicBezTo>
                    <a:pt x="-210" y="66650"/>
                    <a:pt x="-4973" y="115863"/>
                    <a:pt x="7198" y="139146"/>
                  </a:cubicBezTo>
                  <a:cubicBezTo>
                    <a:pt x="19369" y="162429"/>
                    <a:pt x="56410" y="169309"/>
                    <a:pt x="83398" y="183596"/>
                  </a:cubicBezTo>
                  <a:cubicBezTo>
                    <a:pt x="110385" y="197884"/>
                    <a:pt x="149941" y="205689"/>
                    <a:pt x="169123" y="224871"/>
                  </a:cubicBezTo>
                  <a:cubicBezTo>
                    <a:pt x="188305" y="244053"/>
                    <a:pt x="197963" y="273687"/>
                    <a:pt x="198492" y="298690"/>
                  </a:cubicBezTo>
                  <a:cubicBezTo>
                    <a:pt x="199021" y="323693"/>
                    <a:pt x="188833" y="358618"/>
                    <a:pt x="172297" y="374890"/>
                  </a:cubicBezTo>
                  <a:cubicBezTo>
                    <a:pt x="155761" y="391162"/>
                    <a:pt x="121895" y="395527"/>
                    <a:pt x="99273" y="396321"/>
                  </a:cubicBezTo>
                  <a:cubicBezTo>
                    <a:pt x="76651" y="397115"/>
                    <a:pt x="52573" y="393014"/>
                    <a:pt x="36566" y="379652"/>
                  </a:cubicBezTo>
                  <a:cubicBezTo>
                    <a:pt x="20559" y="366291"/>
                    <a:pt x="6404" y="342875"/>
                    <a:pt x="3229" y="31615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任意多边形 106">
              <a:extLst>
                <a:ext uri="{FF2B5EF4-FFF2-40B4-BE49-F238E27FC236}">
                  <a16:creationId xmlns:a16="http://schemas.microsoft.com/office/drawing/2014/main" id="{1596F29D-F3B7-4F84-B3D2-6E0D438465EB}"/>
                </a:ext>
              </a:extLst>
            </p:cNvPr>
            <p:cNvSpPr/>
            <p:nvPr/>
          </p:nvSpPr>
          <p:spPr>
            <a:xfrm>
              <a:off x="7708900" y="3060701"/>
              <a:ext cx="774700" cy="254000"/>
            </a:xfrm>
            <a:custGeom>
              <a:avLst/>
              <a:gdLst>
                <a:gd name="connsiteX0" fmla="*/ 774700 w 774700"/>
                <a:gd name="connsiteY0" fmla="*/ 0 h 254000"/>
                <a:gd name="connsiteX1" fmla="*/ 546100 w 774700"/>
                <a:gd name="connsiteY1" fmla="*/ 1270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546100 w 774700"/>
                <a:gd name="connsiteY1" fmla="*/ 1270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546100 w 774700"/>
                <a:gd name="connsiteY1" fmla="*/ 1270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403225 w 774700"/>
                <a:gd name="connsiteY1" fmla="*/ 1651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403225 w 774700"/>
                <a:gd name="connsiteY1" fmla="*/ 1651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403225 w 774700"/>
                <a:gd name="connsiteY1" fmla="*/ 1651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403225 w 774700"/>
                <a:gd name="connsiteY1" fmla="*/ 165100 h 254000"/>
                <a:gd name="connsiteX2" fmla="*/ 0 w 774700"/>
                <a:gd name="connsiteY2" fmla="*/ 25400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4700" h="254000">
                  <a:moveTo>
                    <a:pt x="774700" y="0"/>
                  </a:moveTo>
                  <a:cubicBezTo>
                    <a:pt x="713052" y="42332"/>
                    <a:pt x="532341" y="122767"/>
                    <a:pt x="403225" y="165100"/>
                  </a:cubicBezTo>
                  <a:cubicBezTo>
                    <a:pt x="274109" y="207433"/>
                    <a:pt x="208492" y="225954"/>
                    <a:pt x="0" y="254000"/>
                  </a:cubicBezTo>
                </a:path>
              </a:pathLst>
            </a:custGeom>
            <a:noFill/>
            <a:ln w="31750">
              <a:solidFill>
                <a:srgbClr val="0087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1" name="组合 190">
              <a:extLst>
                <a:ext uri="{FF2B5EF4-FFF2-40B4-BE49-F238E27FC236}">
                  <a16:creationId xmlns:a16="http://schemas.microsoft.com/office/drawing/2014/main" id="{AE79FAE2-BC86-40EA-B48F-7E1947F08154}"/>
                </a:ext>
              </a:extLst>
            </p:cNvPr>
            <p:cNvGrpSpPr/>
            <p:nvPr/>
          </p:nvGrpSpPr>
          <p:grpSpPr>
            <a:xfrm rot="11101716">
              <a:off x="2329241" y="3540062"/>
              <a:ext cx="982663" cy="366618"/>
              <a:chOff x="8108950" y="4662582"/>
              <a:chExt cx="982663" cy="366618"/>
            </a:xfrm>
          </p:grpSpPr>
          <p:cxnSp>
            <p:nvCxnSpPr>
              <p:cNvPr id="196" name="直接箭头连接符 195">
                <a:extLst>
                  <a:ext uri="{FF2B5EF4-FFF2-40B4-BE49-F238E27FC236}">
                    <a16:creationId xmlns:a16="http://schemas.microsoft.com/office/drawing/2014/main" id="{CAD160F3-1BA2-4BAB-82AC-C13FF7DC459B}"/>
                  </a:ext>
                </a:extLst>
              </p:cNvPr>
              <p:cNvCxnSpPr/>
              <p:nvPr/>
            </p:nvCxnSpPr>
            <p:spPr>
              <a:xfrm flipV="1">
                <a:off x="8879809" y="4662582"/>
                <a:ext cx="211804" cy="116413"/>
              </a:xfrm>
              <a:prstGeom prst="straightConnector1">
                <a:avLst/>
              </a:prstGeom>
              <a:ln w="31750">
                <a:solidFill>
                  <a:srgbClr val="008750"/>
                </a:solidFill>
                <a:prstDash val="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" name="任意多边形 111">
                <a:extLst>
                  <a:ext uri="{FF2B5EF4-FFF2-40B4-BE49-F238E27FC236}">
                    <a16:creationId xmlns:a16="http://schemas.microsoft.com/office/drawing/2014/main" id="{4C18610C-F069-4538-9060-AF9AF98B2BCE}"/>
                  </a:ext>
                </a:extLst>
              </p:cNvPr>
              <p:cNvSpPr/>
              <p:nvPr/>
            </p:nvSpPr>
            <p:spPr>
              <a:xfrm>
                <a:off x="8108950" y="4775200"/>
                <a:ext cx="774700" cy="254000"/>
              </a:xfrm>
              <a:custGeom>
                <a:avLst/>
                <a:gdLst>
                  <a:gd name="connsiteX0" fmla="*/ 774700 w 774700"/>
                  <a:gd name="connsiteY0" fmla="*/ 0 h 254000"/>
                  <a:gd name="connsiteX1" fmla="*/ 546100 w 774700"/>
                  <a:gd name="connsiteY1" fmla="*/ 1270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546100 w 774700"/>
                  <a:gd name="connsiteY1" fmla="*/ 1270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546100 w 774700"/>
                  <a:gd name="connsiteY1" fmla="*/ 1270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403225 w 774700"/>
                  <a:gd name="connsiteY1" fmla="*/ 1651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403225 w 774700"/>
                  <a:gd name="connsiteY1" fmla="*/ 1651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403225 w 774700"/>
                  <a:gd name="connsiteY1" fmla="*/ 1651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403225 w 774700"/>
                  <a:gd name="connsiteY1" fmla="*/ 165100 h 254000"/>
                  <a:gd name="connsiteX2" fmla="*/ 0 w 774700"/>
                  <a:gd name="connsiteY2" fmla="*/ 254000 h 254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74700" h="254000">
                    <a:moveTo>
                      <a:pt x="774700" y="0"/>
                    </a:moveTo>
                    <a:cubicBezTo>
                      <a:pt x="713052" y="42332"/>
                      <a:pt x="532341" y="122767"/>
                      <a:pt x="403225" y="165100"/>
                    </a:cubicBezTo>
                    <a:cubicBezTo>
                      <a:pt x="274109" y="207433"/>
                      <a:pt x="208492" y="225954"/>
                      <a:pt x="0" y="254000"/>
                    </a:cubicBezTo>
                  </a:path>
                </a:pathLst>
              </a:custGeom>
              <a:noFill/>
              <a:ln w="31750">
                <a:solidFill>
                  <a:srgbClr val="00875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2" name="任意多边形 114">
              <a:extLst>
                <a:ext uri="{FF2B5EF4-FFF2-40B4-BE49-F238E27FC236}">
                  <a16:creationId xmlns:a16="http://schemas.microsoft.com/office/drawing/2014/main" id="{9A34E0FB-8442-4783-97FB-1B2A02EA7E90}"/>
                </a:ext>
              </a:extLst>
            </p:cNvPr>
            <p:cNvSpPr/>
            <p:nvPr/>
          </p:nvSpPr>
          <p:spPr>
            <a:xfrm>
              <a:off x="7705720" y="3571985"/>
              <a:ext cx="859711" cy="133350"/>
            </a:xfrm>
            <a:custGeom>
              <a:avLst/>
              <a:gdLst>
                <a:gd name="connsiteX0" fmla="*/ 787400 w 787400"/>
                <a:gd name="connsiteY0" fmla="*/ 133350 h 133350"/>
                <a:gd name="connsiteX1" fmla="*/ 444500 w 787400"/>
                <a:gd name="connsiteY1" fmla="*/ 5080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444500 w 787400"/>
                <a:gd name="connsiteY1" fmla="*/ 5080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419100 w 787400"/>
                <a:gd name="connsiteY1" fmla="*/ 6985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381000 w 787400"/>
                <a:gd name="connsiteY1" fmla="*/ 3175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381000 w 787400"/>
                <a:gd name="connsiteY1" fmla="*/ 3175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381000 w 787400"/>
                <a:gd name="connsiteY1" fmla="*/ 31750 h 133350"/>
                <a:gd name="connsiteX2" fmla="*/ 0 w 787400"/>
                <a:gd name="connsiteY2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7400" h="133350">
                  <a:moveTo>
                    <a:pt x="787400" y="133350"/>
                  </a:moveTo>
                  <a:cubicBezTo>
                    <a:pt x="651933" y="99483"/>
                    <a:pt x="567267" y="59267"/>
                    <a:pt x="381000" y="31750"/>
                  </a:cubicBezTo>
                  <a:cubicBezTo>
                    <a:pt x="194733" y="4233"/>
                    <a:pt x="127000" y="10583"/>
                    <a:pt x="0" y="0"/>
                  </a:cubicBezTo>
                </a:path>
              </a:pathLst>
            </a:custGeom>
            <a:noFill/>
            <a:ln w="31750">
              <a:solidFill>
                <a:srgbClr val="0087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3" name="组合 192">
              <a:extLst>
                <a:ext uri="{FF2B5EF4-FFF2-40B4-BE49-F238E27FC236}">
                  <a16:creationId xmlns:a16="http://schemas.microsoft.com/office/drawing/2014/main" id="{5CD392A7-824B-464A-8FD0-6B981A054188}"/>
                </a:ext>
              </a:extLst>
            </p:cNvPr>
            <p:cNvGrpSpPr/>
            <p:nvPr/>
          </p:nvGrpSpPr>
          <p:grpSpPr>
            <a:xfrm rot="10800000">
              <a:off x="2304584" y="3060050"/>
              <a:ext cx="985843" cy="190499"/>
              <a:chOff x="8105770" y="5286485"/>
              <a:chExt cx="985843" cy="190499"/>
            </a:xfrm>
          </p:grpSpPr>
          <p:cxnSp>
            <p:nvCxnSpPr>
              <p:cNvPr id="194" name="直接箭头连接符 193">
                <a:extLst>
                  <a:ext uri="{FF2B5EF4-FFF2-40B4-BE49-F238E27FC236}">
                    <a16:creationId xmlns:a16="http://schemas.microsoft.com/office/drawing/2014/main" id="{0CDA07B0-6745-4641-B817-F0F4703BA1A7}"/>
                  </a:ext>
                </a:extLst>
              </p:cNvPr>
              <p:cNvCxnSpPr/>
              <p:nvPr/>
            </p:nvCxnSpPr>
            <p:spPr>
              <a:xfrm>
                <a:off x="8954200" y="5422340"/>
                <a:ext cx="137413" cy="54644"/>
              </a:xfrm>
              <a:prstGeom prst="straightConnector1">
                <a:avLst/>
              </a:prstGeom>
              <a:ln w="31750">
                <a:solidFill>
                  <a:srgbClr val="008750"/>
                </a:solidFill>
                <a:prstDash val="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" name="任意多边形 119">
                <a:extLst>
                  <a:ext uri="{FF2B5EF4-FFF2-40B4-BE49-F238E27FC236}">
                    <a16:creationId xmlns:a16="http://schemas.microsoft.com/office/drawing/2014/main" id="{8477DD57-7699-40F1-AB0D-B59713C500DE}"/>
                  </a:ext>
                </a:extLst>
              </p:cNvPr>
              <p:cNvSpPr/>
              <p:nvPr/>
            </p:nvSpPr>
            <p:spPr>
              <a:xfrm>
                <a:off x="8105770" y="5286485"/>
                <a:ext cx="859711" cy="133350"/>
              </a:xfrm>
              <a:custGeom>
                <a:avLst/>
                <a:gdLst>
                  <a:gd name="connsiteX0" fmla="*/ 787400 w 787400"/>
                  <a:gd name="connsiteY0" fmla="*/ 133350 h 133350"/>
                  <a:gd name="connsiteX1" fmla="*/ 444500 w 787400"/>
                  <a:gd name="connsiteY1" fmla="*/ 5080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444500 w 787400"/>
                  <a:gd name="connsiteY1" fmla="*/ 5080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419100 w 787400"/>
                  <a:gd name="connsiteY1" fmla="*/ 6985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381000 w 787400"/>
                  <a:gd name="connsiteY1" fmla="*/ 3175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381000 w 787400"/>
                  <a:gd name="connsiteY1" fmla="*/ 3175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381000 w 787400"/>
                  <a:gd name="connsiteY1" fmla="*/ 31750 h 133350"/>
                  <a:gd name="connsiteX2" fmla="*/ 0 w 787400"/>
                  <a:gd name="connsiteY2" fmla="*/ 0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87400" h="133350">
                    <a:moveTo>
                      <a:pt x="787400" y="133350"/>
                    </a:moveTo>
                    <a:cubicBezTo>
                      <a:pt x="651933" y="99483"/>
                      <a:pt x="567267" y="59267"/>
                      <a:pt x="381000" y="31750"/>
                    </a:cubicBezTo>
                    <a:cubicBezTo>
                      <a:pt x="194733" y="4233"/>
                      <a:pt x="127000" y="10583"/>
                      <a:pt x="0" y="0"/>
                    </a:cubicBezTo>
                  </a:path>
                </a:pathLst>
              </a:custGeom>
              <a:noFill/>
              <a:ln w="31750">
                <a:solidFill>
                  <a:srgbClr val="00875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01" name="组合 200">
            <a:extLst>
              <a:ext uri="{FF2B5EF4-FFF2-40B4-BE49-F238E27FC236}">
                <a16:creationId xmlns:a16="http://schemas.microsoft.com/office/drawing/2014/main" id="{62668923-1C1F-45A7-8A28-30087050C5FD}"/>
              </a:ext>
            </a:extLst>
          </p:cNvPr>
          <p:cNvGrpSpPr/>
          <p:nvPr/>
        </p:nvGrpSpPr>
        <p:grpSpPr>
          <a:xfrm rot="10800000">
            <a:off x="4469137" y="4589187"/>
            <a:ext cx="204207" cy="182532"/>
            <a:chOff x="10293350" y="4991100"/>
            <a:chExt cx="454660" cy="406400"/>
          </a:xfrm>
        </p:grpSpPr>
        <p:sp>
          <p:nvSpPr>
            <p:cNvPr id="202" name="椭圆 201">
              <a:extLst>
                <a:ext uri="{FF2B5EF4-FFF2-40B4-BE49-F238E27FC236}">
                  <a16:creationId xmlns:a16="http://schemas.microsoft.com/office/drawing/2014/main" id="{D59A80B4-67BB-44C4-862B-B2CE90038758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3" name="直接箭头连接符 202">
              <a:extLst>
                <a:ext uri="{FF2B5EF4-FFF2-40B4-BE49-F238E27FC236}">
                  <a16:creationId xmlns:a16="http://schemas.microsoft.com/office/drawing/2014/main" id="{464F4BA7-6ACB-4921-A622-A355B1EECCBE}"/>
                </a:ext>
              </a:extLst>
            </p:cNvPr>
            <p:cNvCxnSpPr>
              <a:stCxn id="202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箭头连接符 203">
              <a:extLst>
                <a:ext uri="{FF2B5EF4-FFF2-40B4-BE49-F238E27FC236}">
                  <a16:creationId xmlns:a16="http://schemas.microsoft.com/office/drawing/2014/main" id="{4EB28A23-47AB-41E7-8C2C-8C00A12905FB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5" name="组合 204">
            <a:extLst>
              <a:ext uri="{FF2B5EF4-FFF2-40B4-BE49-F238E27FC236}">
                <a16:creationId xmlns:a16="http://schemas.microsoft.com/office/drawing/2014/main" id="{8D85D155-5368-4009-975B-46FA87B471F5}"/>
              </a:ext>
            </a:extLst>
          </p:cNvPr>
          <p:cNvGrpSpPr/>
          <p:nvPr/>
        </p:nvGrpSpPr>
        <p:grpSpPr>
          <a:xfrm rot="10800000">
            <a:off x="4469137" y="4803984"/>
            <a:ext cx="204207" cy="182532"/>
            <a:chOff x="10293350" y="4991100"/>
            <a:chExt cx="454660" cy="406400"/>
          </a:xfrm>
        </p:grpSpPr>
        <p:sp>
          <p:nvSpPr>
            <p:cNvPr id="206" name="椭圆 205">
              <a:extLst>
                <a:ext uri="{FF2B5EF4-FFF2-40B4-BE49-F238E27FC236}">
                  <a16:creationId xmlns:a16="http://schemas.microsoft.com/office/drawing/2014/main" id="{0967BF2A-D9BD-4D73-8ECF-7D1667D323CE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7" name="直接箭头连接符 206">
              <a:extLst>
                <a:ext uri="{FF2B5EF4-FFF2-40B4-BE49-F238E27FC236}">
                  <a16:creationId xmlns:a16="http://schemas.microsoft.com/office/drawing/2014/main" id="{09E678C8-398D-4A74-A55D-00DC27B3D849}"/>
                </a:ext>
              </a:extLst>
            </p:cNvPr>
            <p:cNvCxnSpPr>
              <a:stCxn id="206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E9A42855-50E9-45F5-914F-8EF080777C65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组合 208">
            <a:extLst>
              <a:ext uri="{FF2B5EF4-FFF2-40B4-BE49-F238E27FC236}">
                <a16:creationId xmlns:a16="http://schemas.microsoft.com/office/drawing/2014/main" id="{3C2ADA30-EADE-4255-9ADC-902778FEA16D}"/>
              </a:ext>
            </a:extLst>
          </p:cNvPr>
          <p:cNvGrpSpPr/>
          <p:nvPr/>
        </p:nvGrpSpPr>
        <p:grpSpPr>
          <a:xfrm rot="10800000">
            <a:off x="4465650" y="5018780"/>
            <a:ext cx="204207" cy="182532"/>
            <a:chOff x="10293350" y="4991100"/>
            <a:chExt cx="454660" cy="406400"/>
          </a:xfrm>
        </p:grpSpPr>
        <p:sp>
          <p:nvSpPr>
            <p:cNvPr id="210" name="椭圆 209">
              <a:extLst>
                <a:ext uri="{FF2B5EF4-FFF2-40B4-BE49-F238E27FC236}">
                  <a16:creationId xmlns:a16="http://schemas.microsoft.com/office/drawing/2014/main" id="{E3D28B81-B28C-4027-8730-7DC3F71E895F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1" name="直接箭头连接符 210">
              <a:extLst>
                <a:ext uri="{FF2B5EF4-FFF2-40B4-BE49-F238E27FC236}">
                  <a16:creationId xmlns:a16="http://schemas.microsoft.com/office/drawing/2014/main" id="{6817154F-2785-4DA2-AEF6-7C6325308350}"/>
                </a:ext>
              </a:extLst>
            </p:cNvPr>
            <p:cNvCxnSpPr>
              <a:stCxn id="210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箭头连接符 211">
              <a:extLst>
                <a:ext uri="{FF2B5EF4-FFF2-40B4-BE49-F238E27FC236}">
                  <a16:creationId xmlns:a16="http://schemas.microsoft.com/office/drawing/2014/main" id="{23B02D88-7499-4CB4-9FFC-2388458EF089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组合 212">
            <a:extLst>
              <a:ext uri="{FF2B5EF4-FFF2-40B4-BE49-F238E27FC236}">
                <a16:creationId xmlns:a16="http://schemas.microsoft.com/office/drawing/2014/main" id="{641896D7-4AE7-409D-84C2-941BCD5C64D8}"/>
              </a:ext>
            </a:extLst>
          </p:cNvPr>
          <p:cNvGrpSpPr/>
          <p:nvPr/>
        </p:nvGrpSpPr>
        <p:grpSpPr>
          <a:xfrm rot="10800000">
            <a:off x="4719381" y="4589187"/>
            <a:ext cx="204207" cy="182532"/>
            <a:chOff x="10293350" y="4991100"/>
            <a:chExt cx="454660" cy="406400"/>
          </a:xfrm>
        </p:grpSpPr>
        <p:sp>
          <p:nvSpPr>
            <p:cNvPr id="214" name="椭圆 213">
              <a:extLst>
                <a:ext uri="{FF2B5EF4-FFF2-40B4-BE49-F238E27FC236}">
                  <a16:creationId xmlns:a16="http://schemas.microsoft.com/office/drawing/2014/main" id="{5C0641D9-BC1E-4B4E-AA09-12A1EAFCCABF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5" name="直接箭头连接符 214">
              <a:extLst>
                <a:ext uri="{FF2B5EF4-FFF2-40B4-BE49-F238E27FC236}">
                  <a16:creationId xmlns:a16="http://schemas.microsoft.com/office/drawing/2014/main" id="{DAD8FFD8-4C01-4154-A0BE-58C623DACA4B}"/>
                </a:ext>
              </a:extLst>
            </p:cNvPr>
            <p:cNvCxnSpPr>
              <a:stCxn id="214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箭头连接符 215">
              <a:extLst>
                <a:ext uri="{FF2B5EF4-FFF2-40B4-BE49-F238E27FC236}">
                  <a16:creationId xmlns:a16="http://schemas.microsoft.com/office/drawing/2014/main" id="{A4C08705-B993-4733-9FC2-9F64B9684C84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组合 216">
            <a:extLst>
              <a:ext uri="{FF2B5EF4-FFF2-40B4-BE49-F238E27FC236}">
                <a16:creationId xmlns:a16="http://schemas.microsoft.com/office/drawing/2014/main" id="{AC696279-20D4-44A9-A298-7B763E78C52D}"/>
              </a:ext>
            </a:extLst>
          </p:cNvPr>
          <p:cNvGrpSpPr/>
          <p:nvPr/>
        </p:nvGrpSpPr>
        <p:grpSpPr>
          <a:xfrm rot="10800000">
            <a:off x="4719381" y="4803984"/>
            <a:ext cx="204207" cy="182532"/>
            <a:chOff x="10293350" y="4991100"/>
            <a:chExt cx="454660" cy="406400"/>
          </a:xfrm>
        </p:grpSpPr>
        <p:sp>
          <p:nvSpPr>
            <p:cNvPr id="218" name="椭圆 217">
              <a:extLst>
                <a:ext uri="{FF2B5EF4-FFF2-40B4-BE49-F238E27FC236}">
                  <a16:creationId xmlns:a16="http://schemas.microsoft.com/office/drawing/2014/main" id="{B140598A-B82A-469E-9A03-9F0B7B159A58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9" name="直接箭头连接符 218">
              <a:extLst>
                <a:ext uri="{FF2B5EF4-FFF2-40B4-BE49-F238E27FC236}">
                  <a16:creationId xmlns:a16="http://schemas.microsoft.com/office/drawing/2014/main" id="{B758C7D2-48AF-4B83-BEAE-397B521BC103}"/>
                </a:ext>
              </a:extLst>
            </p:cNvPr>
            <p:cNvCxnSpPr>
              <a:stCxn id="218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箭头连接符 219">
              <a:extLst>
                <a:ext uri="{FF2B5EF4-FFF2-40B4-BE49-F238E27FC236}">
                  <a16:creationId xmlns:a16="http://schemas.microsoft.com/office/drawing/2014/main" id="{D8D8EEBC-9C5A-4BEA-8909-45E38909EECB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1" name="组合 220">
            <a:extLst>
              <a:ext uri="{FF2B5EF4-FFF2-40B4-BE49-F238E27FC236}">
                <a16:creationId xmlns:a16="http://schemas.microsoft.com/office/drawing/2014/main" id="{C82CC913-467C-4BD3-9B02-1E2EB5E09AB4}"/>
              </a:ext>
            </a:extLst>
          </p:cNvPr>
          <p:cNvGrpSpPr/>
          <p:nvPr/>
        </p:nvGrpSpPr>
        <p:grpSpPr>
          <a:xfrm rot="10800000">
            <a:off x="4715894" y="5018780"/>
            <a:ext cx="204207" cy="182532"/>
            <a:chOff x="10293350" y="4991100"/>
            <a:chExt cx="454660" cy="406400"/>
          </a:xfrm>
        </p:grpSpPr>
        <p:sp>
          <p:nvSpPr>
            <p:cNvPr id="222" name="椭圆 221">
              <a:extLst>
                <a:ext uri="{FF2B5EF4-FFF2-40B4-BE49-F238E27FC236}">
                  <a16:creationId xmlns:a16="http://schemas.microsoft.com/office/drawing/2014/main" id="{27AB0F8D-D342-4662-AC1F-BBD739CD8247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3" name="直接箭头连接符 222">
              <a:extLst>
                <a:ext uri="{FF2B5EF4-FFF2-40B4-BE49-F238E27FC236}">
                  <a16:creationId xmlns:a16="http://schemas.microsoft.com/office/drawing/2014/main" id="{7FDF43A5-0FC6-48DF-ADA8-74FF1CAE5821}"/>
                </a:ext>
              </a:extLst>
            </p:cNvPr>
            <p:cNvCxnSpPr>
              <a:stCxn id="222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箭头连接符 223">
              <a:extLst>
                <a:ext uri="{FF2B5EF4-FFF2-40B4-BE49-F238E27FC236}">
                  <a16:creationId xmlns:a16="http://schemas.microsoft.com/office/drawing/2014/main" id="{0DAAF50D-E7F5-488F-BF67-37223F42F360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5" name="组合 224">
            <a:extLst>
              <a:ext uri="{FF2B5EF4-FFF2-40B4-BE49-F238E27FC236}">
                <a16:creationId xmlns:a16="http://schemas.microsoft.com/office/drawing/2014/main" id="{1D5CF885-084E-4E66-A443-2CC25FD0224C}"/>
              </a:ext>
            </a:extLst>
          </p:cNvPr>
          <p:cNvGrpSpPr/>
          <p:nvPr/>
        </p:nvGrpSpPr>
        <p:grpSpPr>
          <a:xfrm rot="10800000">
            <a:off x="4988767" y="4594606"/>
            <a:ext cx="204207" cy="182532"/>
            <a:chOff x="10293350" y="4991100"/>
            <a:chExt cx="454660" cy="406400"/>
          </a:xfrm>
        </p:grpSpPr>
        <p:sp>
          <p:nvSpPr>
            <p:cNvPr id="226" name="椭圆 225">
              <a:extLst>
                <a:ext uri="{FF2B5EF4-FFF2-40B4-BE49-F238E27FC236}">
                  <a16:creationId xmlns:a16="http://schemas.microsoft.com/office/drawing/2014/main" id="{06EF949D-55B6-43C2-B64A-F0882F87499E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7" name="直接箭头连接符 226">
              <a:extLst>
                <a:ext uri="{FF2B5EF4-FFF2-40B4-BE49-F238E27FC236}">
                  <a16:creationId xmlns:a16="http://schemas.microsoft.com/office/drawing/2014/main" id="{DA90D3E8-3E9E-48F4-8B95-3E30E2C0F964}"/>
                </a:ext>
              </a:extLst>
            </p:cNvPr>
            <p:cNvCxnSpPr>
              <a:stCxn id="226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箭头连接符 227">
              <a:extLst>
                <a:ext uri="{FF2B5EF4-FFF2-40B4-BE49-F238E27FC236}">
                  <a16:creationId xmlns:a16="http://schemas.microsoft.com/office/drawing/2014/main" id="{254F6157-BF5C-48D4-B58E-714F88A81AA4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9" name="组合 228">
            <a:extLst>
              <a:ext uri="{FF2B5EF4-FFF2-40B4-BE49-F238E27FC236}">
                <a16:creationId xmlns:a16="http://schemas.microsoft.com/office/drawing/2014/main" id="{946A8F2E-06C1-4DE1-BC06-2616D8C0DF5F}"/>
              </a:ext>
            </a:extLst>
          </p:cNvPr>
          <p:cNvGrpSpPr/>
          <p:nvPr/>
        </p:nvGrpSpPr>
        <p:grpSpPr>
          <a:xfrm rot="10800000">
            <a:off x="4988767" y="4809403"/>
            <a:ext cx="204207" cy="182532"/>
            <a:chOff x="10293350" y="4991100"/>
            <a:chExt cx="454660" cy="406400"/>
          </a:xfrm>
        </p:grpSpPr>
        <p:sp>
          <p:nvSpPr>
            <p:cNvPr id="230" name="椭圆 229">
              <a:extLst>
                <a:ext uri="{FF2B5EF4-FFF2-40B4-BE49-F238E27FC236}">
                  <a16:creationId xmlns:a16="http://schemas.microsoft.com/office/drawing/2014/main" id="{C01F69A1-D37E-49BD-A00E-7BEB7A80D857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1" name="直接箭头连接符 230">
              <a:extLst>
                <a:ext uri="{FF2B5EF4-FFF2-40B4-BE49-F238E27FC236}">
                  <a16:creationId xmlns:a16="http://schemas.microsoft.com/office/drawing/2014/main" id="{F306E1C4-D767-4BBD-A38A-EA07100E577F}"/>
                </a:ext>
              </a:extLst>
            </p:cNvPr>
            <p:cNvCxnSpPr>
              <a:stCxn id="230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接箭头连接符 231">
              <a:extLst>
                <a:ext uri="{FF2B5EF4-FFF2-40B4-BE49-F238E27FC236}">
                  <a16:creationId xmlns:a16="http://schemas.microsoft.com/office/drawing/2014/main" id="{66803067-DD23-4385-AEA6-5C5ADD7B6A17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3" name="组合 232">
            <a:extLst>
              <a:ext uri="{FF2B5EF4-FFF2-40B4-BE49-F238E27FC236}">
                <a16:creationId xmlns:a16="http://schemas.microsoft.com/office/drawing/2014/main" id="{90095CAB-98B3-43B6-A371-15397BB20A70}"/>
              </a:ext>
            </a:extLst>
          </p:cNvPr>
          <p:cNvGrpSpPr/>
          <p:nvPr/>
        </p:nvGrpSpPr>
        <p:grpSpPr>
          <a:xfrm rot="10800000">
            <a:off x="4985280" y="5024199"/>
            <a:ext cx="204207" cy="182532"/>
            <a:chOff x="10293350" y="4991100"/>
            <a:chExt cx="454660" cy="406400"/>
          </a:xfrm>
        </p:grpSpPr>
        <p:sp>
          <p:nvSpPr>
            <p:cNvPr id="234" name="椭圆 233">
              <a:extLst>
                <a:ext uri="{FF2B5EF4-FFF2-40B4-BE49-F238E27FC236}">
                  <a16:creationId xmlns:a16="http://schemas.microsoft.com/office/drawing/2014/main" id="{EE90C9EA-BB77-43AB-8787-F17DA842947D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5" name="直接箭头连接符 234">
              <a:extLst>
                <a:ext uri="{FF2B5EF4-FFF2-40B4-BE49-F238E27FC236}">
                  <a16:creationId xmlns:a16="http://schemas.microsoft.com/office/drawing/2014/main" id="{07D47283-7808-46B5-9732-26D23ED3ED3B}"/>
                </a:ext>
              </a:extLst>
            </p:cNvPr>
            <p:cNvCxnSpPr>
              <a:stCxn id="234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箭头连接符 235">
              <a:extLst>
                <a:ext uri="{FF2B5EF4-FFF2-40B4-BE49-F238E27FC236}">
                  <a16:creationId xmlns:a16="http://schemas.microsoft.com/office/drawing/2014/main" id="{AE330F1D-929F-4FDC-A92C-3226F0B67DA5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7" name="组合 236">
            <a:extLst>
              <a:ext uri="{FF2B5EF4-FFF2-40B4-BE49-F238E27FC236}">
                <a16:creationId xmlns:a16="http://schemas.microsoft.com/office/drawing/2014/main" id="{0E5890F2-E4ED-44FA-8493-111139E328D2}"/>
              </a:ext>
            </a:extLst>
          </p:cNvPr>
          <p:cNvGrpSpPr/>
          <p:nvPr/>
        </p:nvGrpSpPr>
        <p:grpSpPr>
          <a:xfrm rot="10800000">
            <a:off x="5224652" y="4589187"/>
            <a:ext cx="204207" cy="182532"/>
            <a:chOff x="10293350" y="4991100"/>
            <a:chExt cx="454660" cy="406400"/>
          </a:xfrm>
        </p:grpSpPr>
        <p:sp>
          <p:nvSpPr>
            <p:cNvPr id="238" name="椭圆 237">
              <a:extLst>
                <a:ext uri="{FF2B5EF4-FFF2-40B4-BE49-F238E27FC236}">
                  <a16:creationId xmlns:a16="http://schemas.microsoft.com/office/drawing/2014/main" id="{19BD0485-9BD2-4854-A862-0C44862AFB46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9" name="直接箭头连接符 238">
              <a:extLst>
                <a:ext uri="{FF2B5EF4-FFF2-40B4-BE49-F238E27FC236}">
                  <a16:creationId xmlns:a16="http://schemas.microsoft.com/office/drawing/2014/main" id="{DD43A58F-CE42-430A-89CC-3944BE0B0EA7}"/>
                </a:ext>
              </a:extLst>
            </p:cNvPr>
            <p:cNvCxnSpPr>
              <a:stCxn id="238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直接箭头连接符 239">
              <a:extLst>
                <a:ext uri="{FF2B5EF4-FFF2-40B4-BE49-F238E27FC236}">
                  <a16:creationId xmlns:a16="http://schemas.microsoft.com/office/drawing/2014/main" id="{C4FD9C9A-A2EB-4991-ACE6-E3345F817201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1" name="组合 240">
            <a:extLst>
              <a:ext uri="{FF2B5EF4-FFF2-40B4-BE49-F238E27FC236}">
                <a16:creationId xmlns:a16="http://schemas.microsoft.com/office/drawing/2014/main" id="{BC8C515C-5B5C-40CF-B134-4B30E0624CCB}"/>
              </a:ext>
            </a:extLst>
          </p:cNvPr>
          <p:cNvGrpSpPr/>
          <p:nvPr/>
        </p:nvGrpSpPr>
        <p:grpSpPr>
          <a:xfrm rot="10800000">
            <a:off x="5224652" y="4803984"/>
            <a:ext cx="204207" cy="182532"/>
            <a:chOff x="10293350" y="4991100"/>
            <a:chExt cx="454660" cy="406400"/>
          </a:xfrm>
        </p:grpSpPr>
        <p:sp>
          <p:nvSpPr>
            <p:cNvPr id="242" name="椭圆 241">
              <a:extLst>
                <a:ext uri="{FF2B5EF4-FFF2-40B4-BE49-F238E27FC236}">
                  <a16:creationId xmlns:a16="http://schemas.microsoft.com/office/drawing/2014/main" id="{6355A1B4-0D68-476C-928D-ABA6ADA2CEA1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3" name="直接箭头连接符 242">
              <a:extLst>
                <a:ext uri="{FF2B5EF4-FFF2-40B4-BE49-F238E27FC236}">
                  <a16:creationId xmlns:a16="http://schemas.microsoft.com/office/drawing/2014/main" id="{478D834E-856E-497F-AA7C-B881315FD02B}"/>
                </a:ext>
              </a:extLst>
            </p:cNvPr>
            <p:cNvCxnSpPr>
              <a:stCxn id="242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箭头连接符 243">
              <a:extLst>
                <a:ext uri="{FF2B5EF4-FFF2-40B4-BE49-F238E27FC236}">
                  <a16:creationId xmlns:a16="http://schemas.microsoft.com/office/drawing/2014/main" id="{197A96EA-8D58-4614-B64D-8B0EC60C0185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组合 244">
            <a:extLst>
              <a:ext uri="{FF2B5EF4-FFF2-40B4-BE49-F238E27FC236}">
                <a16:creationId xmlns:a16="http://schemas.microsoft.com/office/drawing/2014/main" id="{A72BE4B2-1D9B-411B-AD45-0666CCE12C6B}"/>
              </a:ext>
            </a:extLst>
          </p:cNvPr>
          <p:cNvGrpSpPr/>
          <p:nvPr/>
        </p:nvGrpSpPr>
        <p:grpSpPr>
          <a:xfrm rot="10800000">
            <a:off x="5221166" y="5018780"/>
            <a:ext cx="204207" cy="182532"/>
            <a:chOff x="10293350" y="4991100"/>
            <a:chExt cx="454660" cy="406400"/>
          </a:xfrm>
        </p:grpSpPr>
        <p:sp>
          <p:nvSpPr>
            <p:cNvPr id="246" name="椭圆 245">
              <a:extLst>
                <a:ext uri="{FF2B5EF4-FFF2-40B4-BE49-F238E27FC236}">
                  <a16:creationId xmlns:a16="http://schemas.microsoft.com/office/drawing/2014/main" id="{2F277B0D-BB25-4BCD-94E3-0571A2BE29A9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7" name="直接箭头连接符 246">
              <a:extLst>
                <a:ext uri="{FF2B5EF4-FFF2-40B4-BE49-F238E27FC236}">
                  <a16:creationId xmlns:a16="http://schemas.microsoft.com/office/drawing/2014/main" id="{E1EF2DC8-9F5A-4FC4-A469-2359BD25637D}"/>
                </a:ext>
              </a:extLst>
            </p:cNvPr>
            <p:cNvCxnSpPr>
              <a:stCxn id="246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箭头连接符 247">
              <a:extLst>
                <a:ext uri="{FF2B5EF4-FFF2-40B4-BE49-F238E27FC236}">
                  <a16:creationId xmlns:a16="http://schemas.microsoft.com/office/drawing/2014/main" id="{A97EDD5A-7CAB-49B9-8CC2-E0A44B9B1F96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组合 248">
            <a:extLst>
              <a:ext uri="{FF2B5EF4-FFF2-40B4-BE49-F238E27FC236}">
                <a16:creationId xmlns:a16="http://schemas.microsoft.com/office/drawing/2014/main" id="{E91323CE-74B2-4BBB-BE2F-BEB7A6AFC961}"/>
              </a:ext>
            </a:extLst>
          </p:cNvPr>
          <p:cNvGrpSpPr/>
          <p:nvPr/>
        </p:nvGrpSpPr>
        <p:grpSpPr>
          <a:xfrm rot="10800000">
            <a:off x="5474897" y="4589187"/>
            <a:ext cx="204207" cy="182532"/>
            <a:chOff x="10293350" y="4991100"/>
            <a:chExt cx="454660" cy="406400"/>
          </a:xfrm>
        </p:grpSpPr>
        <p:sp>
          <p:nvSpPr>
            <p:cNvPr id="250" name="椭圆 249">
              <a:extLst>
                <a:ext uri="{FF2B5EF4-FFF2-40B4-BE49-F238E27FC236}">
                  <a16:creationId xmlns:a16="http://schemas.microsoft.com/office/drawing/2014/main" id="{4B0D47C3-AF36-4231-91E4-C96B5AE0BCC4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1" name="直接箭头连接符 250">
              <a:extLst>
                <a:ext uri="{FF2B5EF4-FFF2-40B4-BE49-F238E27FC236}">
                  <a16:creationId xmlns:a16="http://schemas.microsoft.com/office/drawing/2014/main" id="{4A1D0B1A-6D76-4BE8-9D82-E3926342F67C}"/>
                </a:ext>
              </a:extLst>
            </p:cNvPr>
            <p:cNvCxnSpPr>
              <a:stCxn id="250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箭头连接符 251">
              <a:extLst>
                <a:ext uri="{FF2B5EF4-FFF2-40B4-BE49-F238E27FC236}">
                  <a16:creationId xmlns:a16="http://schemas.microsoft.com/office/drawing/2014/main" id="{7B93C994-6294-47DC-91E8-54EE9EF64B06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组合 252">
            <a:extLst>
              <a:ext uri="{FF2B5EF4-FFF2-40B4-BE49-F238E27FC236}">
                <a16:creationId xmlns:a16="http://schemas.microsoft.com/office/drawing/2014/main" id="{69E6D927-7E63-47FD-897D-A66195FF4336}"/>
              </a:ext>
            </a:extLst>
          </p:cNvPr>
          <p:cNvGrpSpPr/>
          <p:nvPr/>
        </p:nvGrpSpPr>
        <p:grpSpPr>
          <a:xfrm rot="10800000">
            <a:off x="5474897" y="4803984"/>
            <a:ext cx="204207" cy="182532"/>
            <a:chOff x="10293350" y="4991100"/>
            <a:chExt cx="454660" cy="406400"/>
          </a:xfrm>
        </p:grpSpPr>
        <p:sp>
          <p:nvSpPr>
            <p:cNvPr id="254" name="椭圆 253">
              <a:extLst>
                <a:ext uri="{FF2B5EF4-FFF2-40B4-BE49-F238E27FC236}">
                  <a16:creationId xmlns:a16="http://schemas.microsoft.com/office/drawing/2014/main" id="{AE6E21E7-BC2F-486C-9EFF-8CB3D98C0B8E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5" name="直接箭头连接符 254">
              <a:extLst>
                <a:ext uri="{FF2B5EF4-FFF2-40B4-BE49-F238E27FC236}">
                  <a16:creationId xmlns:a16="http://schemas.microsoft.com/office/drawing/2014/main" id="{DC5C7086-A599-4E89-A068-42CCDA540C08}"/>
                </a:ext>
              </a:extLst>
            </p:cNvPr>
            <p:cNvCxnSpPr>
              <a:stCxn id="254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箭头连接符 255">
              <a:extLst>
                <a:ext uri="{FF2B5EF4-FFF2-40B4-BE49-F238E27FC236}">
                  <a16:creationId xmlns:a16="http://schemas.microsoft.com/office/drawing/2014/main" id="{960FB0B5-3738-4EB3-AF2E-8728B1B80D00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7" name="组合 256">
            <a:extLst>
              <a:ext uri="{FF2B5EF4-FFF2-40B4-BE49-F238E27FC236}">
                <a16:creationId xmlns:a16="http://schemas.microsoft.com/office/drawing/2014/main" id="{1A9155A5-D366-4997-9547-279FCE53BDD9}"/>
              </a:ext>
            </a:extLst>
          </p:cNvPr>
          <p:cNvGrpSpPr/>
          <p:nvPr/>
        </p:nvGrpSpPr>
        <p:grpSpPr>
          <a:xfrm rot="10800000">
            <a:off x="5471411" y="5018780"/>
            <a:ext cx="204207" cy="182532"/>
            <a:chOff x="10293350" y="4991100"/>
            <a:chExt cx="454660" cy="406400"/>
          </a:xfrm>
        </p:grpSpPr>
        <p:sp>
          <p:nvSpPr>
            <p:cNvPr id="258" name="椭圆 257">
              <a:extLst>
                <a:ext uri="{FF2B5EF4-FFF2-40B4-BE49-F238E27FC236}">
                  <a16:creationId xmlns:a16="http://schemas.microsoft.com/office/drawing/2014/main" id="{975219FA-176F-4641-BBCA-2CA702C2A098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9" name="直接箭头连接符 258">
              <a:extLst>
                <a:ext uri="{FF2B5EF4-FFF2-40B4-BE49-F238E27FC236}">
                  <a16:creationId xmlns:a16="http://schemas.microsoft.com/office/drawing/2014/main" id="{D9C9682E-267D-4B08-8E1E-B98693A56ABA}"/>
                </a:ext>
              </a:extLst>
            </p:cNvPr>
            <p:cNvCxnSpPr>
              <a:stCxn id="258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箭头连接符 259">
              <a:extLst>
                <a:ext uri="{FF2B5EF4-FFF2-40B4-BE49-F238E27FC236}">
                  <a16:creationId xmlns:a16="http://schemas.microsoft.com/office/drawing/2014/main" id="{6DA71FB9-5FF7-49DC-8C74-AB9BEDC4D925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1" name="组合 260">
            <a:extLst>
              <a:ext uri="{FF2B5EF4-FFF2-40B4-BE49-F238E27FC236}">
                <a16:creationId xmlns:a16="http://schemas.microsoft.com/office/drawing/2014/main" id="{46A04101-7132-4A05-9C77-740518CFCA0D}"/>
              </a:ext>
            </a:extLst>
          </p:cNvPr>
          <p:cNvGrpSpPr/>
          <p:nvPr/>
        </p:nvGrpSpPr>
        <p:grpSpPr>
          <a:xfrm rot="10800000">
            <a:off x="5744283" y="4594606"/>
            <a:ext cx="204207" cy="182532"/>
            <a:chOff x="10293350" y="4991100"/>
            <a:chExt cx="454660" cy="406400"/>
          </a:xfrm>
        </p:grpSpPr>
        <p:sp>
          <p:nvSpPr>
            <p:cNvPr id="262" name="椭圆 261">
              <a:extLst>
                <a:ext uri="{FF2B5EF4-FFF2-40B4-BE49-F238E27FC236}">
                  <a16:creationId xmlns:a16="http://schemas.microsoft.com/office/drawing/2014/main" id="{BD8C4965-BD9C-438A-B456-0E3F80EF2709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3" name="直接箭头连接符 262">
              <a:extLst>
                <a:ext uri="{FF2B5EF4-FFF2-40B4-BE49-F238E27FC236}">
                  <a16:creationId xmlns:a16="http://schemas.microsoft.com/office/drawing/2014/main" id="{C9C13000-3F7B-4ADE-959B-C0878EDED97E}"/>
                </a:ext>
              </a:extLst>
            </p:cNvPr>
            <p:cNvCxnSpPr>
              <a:stCxn id="262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箭头连接符 263">
              <a:extLst>
                <a:ext uri="{FF2B5EF4-FFF2-40B4-BE49-F238E27FC236}">
                  <a16:creationId xmlns:a16="http://schemas.microsoft.com/office/drawing/2014/main" id="{76F7C6FC-0036-4DCB-8F18-CE86096B7B59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" name="组合 264">
            <a:extLst>
              <a:ext uri="{FF2B5EF4-FFF2-40B4-BE49-F238E27FC236}">
                <a16:creationId xmlns:a16="http://schemas.microsoft.com/office/drawing/2014/main" id="{A44C97E0-0566-411D-BD9D-E6F147F64F6C}"/>
              </a:ext>
            </a:extLst>
          </p:cNvPr>
          <p:cNvGrpSpPr/>
          <p:nvPr/>
        </p:nvGrpSpPr>
        <p:grpSpPr>
          <a:xfrm rot="10800000">
            <a:off x="5744283" y="4809403"/>
            <a:ext cx="204207" cy="182532"/>
            <a:chOff x="10293350" y="4991100"/>
            <a:chExt cx="454660" cy="406400"/>
          </a:xfrm>
        </p:grpSpPr>
        <p:sp>
          <p:nvSpPr>
            <p:cNvPr id="266" name="椭圆 265">
              <a:extLst>
                <a:ext uri="{FF2B5EF4-FFF2-40B4-BE49-F238E27FC236}">
                  <a16:creationId xmlns:a16="http://schemas.microsoft.com/office/drawing/2014/main" id="{F5EA579A-A62B-4C44-A746-B9BEC5385C5B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4" name="直接箭头连接符 273">
              <a:extLst>
                <a:ext uri="{FF2B5EF4-FFF2-40B4-BE49-F238E27FC236}">
                  <a16:creationId xmlns:a16="http://schemas.microsoft.com/office/drawing/2014/main" id="{7AD24064-1BC9-4498-B697-269C30BFA312}"/>
                </a:ext>
              </a:extLst>
            </p:cNvPr>
            <p:cNvCxnSpPr>
              <a:stCxn id="266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箭头连接符 274">
              <a:extLst>
                <a:ext uri="{FF2B5EF4-FFF2-40B4-BE49-F238E27FC236}">
                  <a16:creationId xmlns:a16="http://schemas.microsoft.com/office/drawing/2014/main" id="{4BADF8D3-D580-4E96-AE24-7C4CB8ED779E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6" name="组合 275">
            <a:extLst>
              <a:ext uri="{FF2B5EF4-FFF2-40B4-BE49-F238E27FC236}">
                <a16:creationId xmlns:a16="http://schemas.microsoft.com/office/drawing/2014/main" id="{4D2CEFAB-4E28-4090-A1AF-4FE19DC84929}"/>
              </a:ext>
            </a:extLst>
          </p:cNvPr>
          <p:cNvGrpSpPr/>
          <p:nvPr/>
        </p:nvGrpSpPr>
        <p:grpSpPr>
          <a:xfrm rot="10800000">
            <a:off x="5740797" y="5024199"/>
            <a:ext cx="204207" cy="182532"/>
            <a:chOff x="10293350" y="4991100"/>
            <a:chExt cx="454660" cy="406400"/>
          </a:xfrm>
        </p:grpSpPr>
        <p:sp>
          <p:nvSpPr>
            <p:cNvPr id="277" name="椭圆 276">
              <a:extLst>
                <a:ext uri="{FF2B5EF4-FFF2-40B4-BE49-F238E27FC236}">
                  <a16:creationId xmlns:a16="http://schemas.microsoft.com/office/drawing/2014/main" id="{33CEAB92-C011-45CF-9E96-A6AD60748601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8" name="直接箭头连接符 277">
              <a:extLst>
                <a:ext uri="{FF2B5EF4-FFF2-40B4-BE49-F238E27FC236}">
                  <a16:creationId xmlns:a16="http://schemas.microsoft.com/office/drawing/2014/main" id="{0AA699E4-686D-4618-B979-A22C63CD1EC8}"/>
                </a:ext>
              </a:extLst>
            </p:cNvPr>
            <p:cNvCxnSpPr>
              <a:stCxn id="277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直接箭头连接符 278">
              <a:extLst>
                <a:ext uri="{FF2B5EF4-FFF2-40B4-BE49-F238E27FC236}">
                  <a16:creationId xmlns:a16="http://schemas.microsoft.com/office/drawing/2014/main" id="{A605DD9D-FE4F-46A9-A301-55CC41C8CFB0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组合 279">
            <a:extLst>
              <a:ext uri="{FF2B5EF4-FFF2-40B4-BE49-F238E27FC236}">
                <a16:creationId xmlns:a16="http://schemas.microsoft.com/office/drawing/2014/main" id="{8D3D0C6B-DED3-42B3-A45F-13C16ADB77DD}"/>
              </a:ext>
            </a:extLst>
          </p:cNvPr>
          <p:cNvGrpSpPr/>
          <p:nvPr/>
        </p:nvGrpSpPr>
        <p:grpSpPr>
          <a:xfrm rot="10800000">
            <a:off x="6021394" y="4585061"/>
            <a:ext cx="204207" cy="182532"/>
            <a:chOff x="10293350" y="4991100"/>
            <a:chExt cx="454660" cy="406400"/>
          </a:xfrm>
        </p:grpSpPr>
        <p:sp>
          <p:nvSpPr>
            <p:cNvPr id="281" name="椭圆 280">
              <a:extLst>
                <a:ext uri="{FF2B5EF4-FFF2-40B4-BE49-F238E27FC236}">
                  <a16:creationId xmlns:a16="http://schemas.microsoft.com/office/drawing/2014/main" id="{A5E2CD94-B78C-4B4F-8F7D-16C8412A8673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2" name="直接箭头连接符 281">
              <a:extLst>
                <a:ext uri="{FF2B5EF4-FFF2-40B4-BE49-F238E27FC236}">
                  <a16:creationId xmlns:a16="http://schemas.microsoft.com/office/drawing/2014/main" id="{8FD4AD8E-A455-40EE-BE1B-41E247FB174E}"/>
                </a:ext>
              </a:extLst>
            </p:cNvPr>
            <p:cNvCxnSpPr>
              <a:stCxn id="281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箭头连接符 282">
              <a:extLst>
                <a:ext uri="{FF2B5EF4-FFF2-40B4-BE49-F238E27FC236}">
                  <a16:creationId xmlns:a16="http://schemas.microsoft.com/office/drawing/2014/main" id="{3A93740D-1F88-4492-AE42-E49114AC4737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组合 283">
            <a:extLst>
              <a:ext uri="{FF2B5EF4-FFF2-40B4-BE49-F238E27FC236}">
                <a16:creationId xmlns:a16="http://schemas.microsoft.com/office/drawing/2014/main" id="{D6E2EDD0-A34E-45F6-AE0B-46710ED2CFC4}"/>
              </a:ext>
            </a:extLst>
          </p:cNvPr>
          <p:cNvGrpSpPr/>
          <p:nvPr/>
        </p:nvGrpSpPr>
        <p:grpSpPr>
          <a:xfrm rot="10800000">
            <a:off x="6021394" y="4799857"/>
            <a:ext cx="204207" cy="182532"/>
            <a:chOff x="10293350" y="4991100"/>
            <a:chExt cx="454660" cy="406400"/>
          </a:xfrm>
        </p:grpSpPr>
        <p:sp>
          <p:nvSpPr>
            <p:cNvPr id="285" name="椭圆 284">
              <a:extLst>
                <a:ext uri="{FF2B5EF4-FFF2-40B4-BE49-F238E27FC236}">
                  <a16:creationId xmlns:a16="http://schemas.microsoft.com/office/drawing/2014/main" id="{8FA435F4-3538-4E9D-BB12-8F27DF98D842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6" name="直接箭头连接符 285">
              <a:extLst>
                <a:ext uri="{FF2B5EF4-FFF2-40B4-BE49-F238E27FC236}">
                  <a16:creationId xmlns:a16="http://schemas.microsoft.com/office/drawing/2014/main" id="{CC180C3D-E110-4379-B5CE-EE320B10D152}"/>
                </a:ext>
              </a:extLst>
            </p:cNvPr>
            <p:cNvCxnSpPr>
              <a:stCxn id="285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直接箭头连接符 286">
              <a:extLst>
                <a:ext uri="{FF2B5EF4-FFF2-40B4-BE49-F238E27FC236}">
                  <a16:creationId xmlns:a16="http://schemas.microsoft.com/office/drawing/2014/main" id="{3F199B5A-B37D-4C5B-A73F-A1A7D00CBA6F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1" name="组合 290">
            <a:extLst>
              <a:ext uri="{FF2B5EF4-FFF2-40B4-BE49-F238E27FC236}">
                <a16:creationId xmlns:a16="http://schemas.microsoft.com/office/drawing/2014/main" id="{0A2E3335-09C8-4362-8A71-726BC017EEF5}"/>
              </a:ext>
            </a:extLst>
          </p:cNvPr>
          <p:cNvGrpSpPr/>
          <p:nvPr/>
        </p:nvGrpSpPr>
        <p:grpSpPr>
          <a:xfrm rot="10800000">
            <a:off x="6017908" y="5014653"/>
            <a:ext cx="204207" cy="182532"/>
            <a:chOff x="10293350" y="4991100"/>
            <a:chExt cx="454660" cy="406400"/>
          </a:xfrm>
        </p:grpSpPr>
        <p:sp>
          <p:nvSpPr>
            <p:cNvPr id="293" name="椭圆 292">
              <a:extLst>
                <a:ext uri="{FF2B5EF4-FFF2-40B4-BE49-F238E27FC236}">
                  <a16:creationId xmlns:a16="http://schemas.microsoft.com/office/drawing/2014/main" id="{B20D2B6A-C15D-48FD-B91E-B4D557A48077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5" name="直接箭头连接符 294">
              <a:extLst>
                <a:ext uri="{FF2B5EF4-FFF2-40B4-BE49-F238E27FC236}">
                  <a16:creationId xmlns:a16="http://schemas.microsoft.com/office/drawing/2014/main" id="{0874D926-7A2B-4000-9AA1-D5A43857854B}"/>
                </a:ext>
              </a:extLst>
            </p:cNvPr>
            <p:cNvCxnSpPr>
              <a:stCxn id="293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箭头连接符 296">
              <a:extLst>
                <a:ext uri="{FF2B5EF4-FFF2-40B4-BE49-F238E27FC236}">
                  <a16:creationId xmlns:a16="http://schemas.microsoft.com/office/drawing/2014/main" id="{AE352BBD-815E-433F-9196-D9A02B0A35FA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9" name="组合 298">
            <a:extLst>
              <a:ext uri="{FF2B5EF4-FFF2-40B4-BE49-F238E27FC236}">
                <a16:creationId xmlns:a16="http://schemas.microsoft.com/office/drawing/2014/main" id="{6403060F-75F4-4FBE-99EE-9AD189A717CA}"/>
              </a:ext>
            </a:extLst>
          </p:cNvPr>
          <p:cNvGrpSpPr/>
          <p:nvPr/>
        </p:nvGrpSpPr>
        <p:grpSpPr>
          <a:xfrm rot="10800000">
            <a:off x="6290781" y="4590480"/>
            <a:ext cx="204207" cy="182532"/>
            <a:chOff x="10293350" y="4991100"/>
            <a:chExt cx="454660" cy="406400"/>
          </a:xfrm>
        </p:grpSpPr>
        <p:sp>
          <p:nvSpPr>
            <p:cNvPr id="300" name="椭圆 299">
              <a:extLst>
                <a:ext uri="{FF2B5EF4-FFF2-40B4-BE49-F238E27FC236}">
                  <a16:creationId xmlns:a16="http://schemas.microsoft.com/office/drawing/2014/main" id="{20C5E835-38D1-4C20-BDD7-9577B6EC8F29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01" name="直接箭头连接符 300">
              <a:extLst>
                <a:ext uri="{FF2B5EF4-FFF2-40B4-BE49-F238E27FC236}">
                  <a16:creationId xmlns:a16="http://schemas.microsoft.com/office/drawing/2014/main" id="{52B5BA79-1677-4D21-981B-4CDC72022C9C}"/>
                </a:ext>
              </a:extLst>
            </p:cNvPr>
            <p:cNvCxnSpPr>
              <a:stCxn id="300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箭头连接符 301">
              <a:extLst>
                <a:ext uri="{FF2B5EF4-FFF2-40B4-BE49-F238E27FC236}">
                  <a16:creationId xmlns:a16="http://schemas.microsoft.com/office/drawing/2014/main" id="{5C1298FE-B490-4741-B75F-9562A864BC91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3" name="组合 302">
            <a:extLst>
              <a:ext uri="{FF2B5EF4-FFF2-40B4-BE49-F238E27FC236}">
                <a16:creationId xmlns:a16="http://schemas.microsoft.com/office/drawing/2014/main" id="{D935CFF5-19D4-4E2C-A065-ABC66A0C1DC2}"/>
              </a:ext>
            </a:extLst>
          </p:cNvPr>
          <p:cNvGrpSpPr/>
          <p:nvPr/>
        </p:nvGrpSpPr>
        <p:grpSpPr>
          <a:xfrm rot="10800000">
            <a:off x="6290781" y="4805277"/>
            <a:ext cx="204207" cy="182532"/>
            <a:chOff x="10293350" y="4991100"/>
            <a:chExt cx="454660" cy="406400"/>
          </a:xfrm>
        </p:grpSpPr>
        <p:sp>
          <p:nvSpPr>
            <p:cNvPr id="304" name="椭圆 303">
              <a:extLst>
                <a:ext uri="{FF2B5EF4-FFF2-40B4-BE49-F238E27FC236}">
                  <a16:creationId xmlns:a16="http://schemas.microsoft.com/office/drawing/2014/main" id="{3AA3453C-58CF-4AB6-A5FD-7189A9FD5593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05" name="直接箭头连接符 304">
              <a:extLst>
                <a:ext uri="{FF2B5EF4-FFF2-40B4-BE49-F238E27FC236}">
                  <a16:creationId xmlns:a16="http://schemas.microsoft.com/office/drawing/2014/main" id="{5AB88D15-993D-4A36-8B60-40B0A313103E}"/>
                </a:ext>
              </a:extLst>
            </p:cNvPr>
            <p:cNvCxnSpPr>
              <a:stCxn id="304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接箭头连接符 305">
              <a:extLst>
                <a:ext uri="{FF2B5EF4-FFF2-40B4-BE49-F238E27FC236}">
                  <a16:creationId xmlns:a16="http://schemas.microsoft.com/office/drawing/2014/main" id="{39CBC24E-061E-4E6B-8D70-6C9BBDD2A7A5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7" name="组合 306">
            <a:extLst>
              <a:ext uri="{FF2B5EF4-FFF2-40B4-BE49-F238E27FC236}">
                <a16:creationId xmlns:a16="http://schemas.microsoft.com/office/drawing/2014/main" id="{A7D5B17C-AFEF-4EEE-8213-252F5361063C}"/>
              </a:ext>
            </a:extLst>
          </p:cNvPr>
          <p:cNvGrpSpPr/>
          <p:nvPr/>
        </p:nvGrpSpPr>
        <p:grpSpPr>
          <a:xfrm rot="10800000">
            <a:off x="6287294" y="5020073"/>
            <a:ext cx="204207" cy="182532"/>
            <a:chOff x="10293350" y="4991100"/>
            <a:chExt cx="454660" cy="406400"/>
          </a:xfrm>
        </p:grpSpPr>
        <p:sp>
          <p:nvSpPr>
            <p:cNvPr id="308" name="椭圆 307">
              <a:extLst>
                <a:ext uri="{FF2B5EF4-FFF2-40B4-BE49-F238E27FC236}">
                  <a16:creationId xmlns:a16="http://schemas.microsoft.com/office/drawing/2014/main" id="{7470E131-B897-4508-896A-7421FADF5161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09" name="直接箭头连接符 308">
              <a:extLst>
                <a:ext uri="{FF2B5EF4-FFF2-40B4-BE49-F238E27FC236}">
                  <a16:creationId xmlns:a16="http://schemas.microsoft.com/office/drawing/2014/main" id="{1780756E-F84E-48A5-B345-1325A65E55E7}"/>
                </a:ext>
              </a:extLst>
            </p:cNvPr>
            <p:cNvCxnSpPr>
              <a:stCxn id="308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箭头连接符 309">
              <a:extLst>
                <a:ext uri="{FF2B5EF4-FFF2-40B4-BE49-F238E27FC236}">
                  <a16:creationId xmlns:a16="http://schemas.microsoft.com/office/drawing/2014/main" id="{063DF302-4B4C-47C1-840F-5461756008B7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1" name="文本框 310">
            <a:extLst>
              <a:ext uri="{FF2B5EF4-FFF2-40B4-BE49-F238E27FC236}">
                <a16:creationId xmlns:a16="http://schemas.microsoft.com/office/drawing/2014/main" id="{55C0DBC5-5A2A-47C3-ADA7-8E13D3382362}"/>
              </a:ext>
            </a:extLst>
          </p:cNvPr>
          <p:cNvSpPr txBox="1"/>
          <p:nvPr/>
        </p:nvSpPr>
        <p:spPr>
          <a:xfrm>
            <a:off x="4955909" y="38055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永磁体</a:t>
            </a:r>
          </a:p>
        </p:txBody>
      </p:sp>
    </p:spTree>
    <p:extLst>
      <p:ext uri="{BB962C8B-B14F-4D97-AF65-F5344CB8AC3E}">
        <p14:creationId xmlns:p14="http://schemas.microsoft.com/office/powerpoint/2010/main" val="1020127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9E8B8073-9B63-4237-BCF9-FA1FDDE1E3D3}"/>
              </a:ext>
            </a:extLst>
          </p:cNvPr>
          <p:cNvGrpSpPr/>
          <p:nvPr/>
        </p:nvGrpSpPr>
        <p:grpSpPr>
          <a:xfrm rot="10800000">
            <a:off x="1180995" y="1765867"/>
            <a:ext cx="669368" cy="598318"/>
            <a:chOff x="10293350" y="4991100"/>
            <a:chExt cx="454660" cy="406400"/>
          </a:xfrm>
        </p:grpSpPr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C263FCE0-D403-4B73-A093-42B17B91528D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DE47FF8F-D417-40F4-811F-437CDC45E2E5}"/>
                </a:ext>
              </a:extLst>
            </p:cNvPr>
            <p:cNvCxnSpPr>
              <a:stCxn id="125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22ED9434-D65F-400B-B6F0-429EA116D3A0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文本框 127">
            <a:extLst>
              <a:ext uri="{FF2B5EF4-FFF2-40B4-BE49-F238E27FC236}">
                <a16:creationId xmlns:a16="http://schemas.microsoft.com/office/drawing/2014/main" id="{C1F5D782-BEA3-43C4-BA39-6134339BBD4D}"/>
              </a:ext>
            </a:extLst>
          </p:cNvPr>
          <p:cNvSpPr txBox="1"/>
          <p:nvPr/>
        </p:nvSpPr>
        <p:spPr>
          <a:xfrm>
            <a:off x="961680" y="9887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分子电流</a:t>
            </a:r>
          </a:p>
        </p:txBody>
      </p: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0E022382-6E15-424E-89B0-4081C464223B}"/>
              </a:ext>
            </a:extLst>
          </p:cNvPr>
          <p:cNvGrpSpPr/>
          <p:nvPr/>
        </p:nvGrpSpPr>
        <p:grpSpPr>
          <a:xfrm rot="10800000">
            <a:off x="4190707" y="1605897"/>
            <a:ext cx="2478040" cy="771416"/>
            <a:chOff x="7187526" y="5005783"/>
            <a:chExt cx="3684885" cy="1147108"/>
          </a:xfrm>
        </p:grpSpPr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D36AAB94-B902-453E-8047-0FF92DFB50FC}"/>
                </a:ext>
              </a:extLst>
            </p:cNvPr>
            <p:cNvGrpSpPr/>
            <p:nvPr/>
          </p:nvGrpSpPr>
          <p:grpSpPr>
            <a:xfrm>
              <a:off x="7187526" y="5005783"/>
              <a:ext cx="3684885" cy="1147108"/>
              <a:chOff x="2228798" y="4344326"/>
              <a:chExt cx="6231066" cy="1358545"/>
            </a:xfrm>
          </p:grpSpPr>
          <p:sp>
            <p:nvSpPr>
              <p:cNvPr id="147" name="任意多边形 386">
                <a:extLst>
                  <a:ext uri="{FF2B5EF4-FFF2-40B4-BE49-F238E27FC236}">
                    <a16:creationId xmlns:a16="http://schemas.microsoft.com/office/drawing/2014/main" id="{1F67E853-5684-4A8E-8A1F-F5D311004C79}"/>
                  </a:ext>
                </a:extLst>
              </p:cNvPr>
              <p:cNvSpPr/>
              <p:nvPr/>
            </p:nvSpPr>
            <p:spPr>
              <a:xfrm>
                <a:off x="2228798" y="4344326"/>
                <a:ext cx="6231066" cy="1358545"/>
              </a:xfrm>
              <a:custGeom>
                <a:avLst/>
                <a:gdLst>
                  <a:gd name="connsiteX0" fmla="*/ 0 w 4305298"/>
                  <a:gd name="connsiteY0" fmla="*/ 0 h 704850"/>
                  <a:gd name="connsiteX1" fmla="*/ 2152649 w 4305298"/>
                  <a:gd name="connsiteY1" fmla="*/ 0 h 704850"/>
                  <a:gd name="connsiteX2" fmla="*/ 4305298 w 4305298"/>
                  <a:gd name="connsiteY2" fmla="*/ 0 h 704850"/>
                  <a:gd name="connsiteX3" fmla="*/ 4305298 w 4305298"/>
                  <a:gd name="connsiteY3" fmla="*/ 704850 h 704850"/>
                  <a:gd name="connsiteX4" fmla="*/ 2152649 w 4305298"/>
                  <a:gd name="connsiteY4" fmla="*/ 704850 h 704850"/>
                  <a:gd name="connsiteX5" fmla="*/ 0 w 4305298"/>
                  <a:gd name="connsiteY5" fmla="*/ 704850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05298" h="704850">
                    <a:moveTo>
                      <a:pt x="0" y="0"/>
                    </a:moveTo>
                    <a:lnTo>
                      <a:pt x="2152649" y="0"/>
                    </a:lnTo>
                    <a:lnTo>
                      <a:pt x="4305298" y="0"/>
                    </a:lnTo>
                    <a:lnTo>
                      <a:pt x="4305298" y="704850"/>
                    </a:lnTo>
                    <a:lnTo>
                      <a:pt x="2152649" y="704850"/>
                    </a:lnTo>
                    <a:lnTo>
                      <a:pt x="0" y="70485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8" name="直接连接符 147">
                <a:extLst>
                  <a:ext uri="{FF2B5EF4-FFF2-40B4-BE49-F238E27FC236}">
                    <a16:creationId xmlns:a16="http://schemas.microsoft.com/office/drawing/2014/main" id="{840370D7-1008-4E19-AC4A-D223A82F1C9D}"/>
                  </a:ext>
                </a:extLst>
              </p:cNvPr>
              <p:cNvCxnSpPr/>
              <p:nvPr/>
            </p:nvCxnSpPr>
            <p:spPr>
              <a:xfrm>
                <a:off x="2832155" y="4344326"/>
                <a:ext cx="265543" cy="4222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>
                <a:extLst>
                  <a:ext uri="{FF2B5EF4-FFF2-40B4-BE49-F238E27FC236}">
                    <a16:creationId xmlns:a16="http://schemas.microsoft.com/office/drawing/2014/main" id="{BDCCCCA5-87DD-4B34-A582-B5D7927C7DDF}"/>
                  </a:ext>
                </a:extLst>
              </p:cNvPr>
              <p:cNvCxnSpPr/>
              <p:nvPr/>
            </p:nvCxnSpPr>
            <p:spPr>
              <a:xfrm flipH="1">
                <a:off x="2228798" y="4766577"/>
                <a:ext cx="868900" cy="4658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>
                <a:extLst>
                  <a:ext uri="{FF2B5EF4-FFF2-40B4-BE49-F238E27FC236}">
                    <a16:creationId xmlns:a16="http://schemas.microsoft.com/office/drawing/2014/main" id="{0FF23E60-B05B-4A27-879A-11DFBEF49809}"/>
                  </a:ext>
                </a:extLst>
              </p:cNvPr>
              <p:cNvCxnSpPr/>
              <p:nvPr/>
            </p:nvCxnSpPr>
            <p:spPr>
              <a:xfrm>
                <a:off x="2640070" y="5014368"/>
                <a:ext cx="369100" cy="37935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>
                <a:extLst>
                  <a:ext uri="{FF2B5EF4-FFF2-40B4-BE49-F238E27FC236}">
                    <a16:creationId xmlns:a16="http://schemas.microsoft.com/office/drawing/2014/main" id="{2EE005F8-F4C2-422E-94EA-C5F00DB8CD09}"/>
                  </a:ext>
                </a:extLst>
              </p:cNvPr>
              <p:cNvCxnSpPr/>
              <p:nvPr/>
            </p:nvCxnSpPr>
            <p:spPr>
              <a:xfrm>
                <a:off x="3009170" y="5393722"/>
                <a:ext cx="88528" cy="3091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接连接符 151">
                <a:extLst>
                  <a:ext uri="{FF2B5EF4-FFF2-40B4-BE49-F238E27FC236}">
                    <a16:creationId xmlns:a16="http://schemas.microsoft.com/office/drawing/2014/main" id="{F1BB5976-9723-4FC0-8D28-2BE2C6CBBF12}"/>
                  </a:ext>
                </a:extLst>
              </p:cNvPr>
              <p:cNvCxnSpPr/>
              <p:nvPr/>
            </p:nvCxnSpPr>
            <p:spPr>
              <a:xfrm>
                <a:off x="3009170" y="5393722"/>
                <a:ext cx="90566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接连接符 152">
                <a:extLst>
                  <a:ext uri="{FF2B5EF4-FFF2-40B4-BE49-F238E27FC236}">
                    <a16:creationId xmlns:a16="http://schemas.microsoft.com/office/drawing/2014/main" id="{C8CDD7B4-A19B-4AD1-9BAE-B9FD0B9A9036}"/>
                  </a:ext>
                </a:extLst>
              </p:cNvPr>
              <p:cNvCxnSpPr/>
              <p:nvPr/>
            </p:nvCxnSpPr>
            <p:spPr>
              <a:xfrm>
                <a:off x="3914833" y="5391511"/>
                <a:ext cx="259738" cy="31136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>
                <a:extLst>
                  <a:ext uri="{FF2B5EF4-FFF2-40B4-BE49-F238E27FC236}">
                    <a16:creationId xmlns:a16="http://schemas.microsoft.com/office/drawing/2014/main" id="{DE1EB493-4347-4495-A96B-07732FC4FFAC}"/>
                  </a:ext>
                </a:extLst>
              </p:cNvPr>
              <p:cNvCxnSpPr/>
              <p:nvPr/>
            </p:nvCxnSpPr>
            <p:spPr>
              <a:xfrm>
                <a:off x="3097698" y="4766577"/>
                <a:ext cx="1068529" cy="15899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>
                <a:extLst>
                  <a:ext uri="{FF2B5EF4-FFF2-40B4-BE49-F238E27FC236}">
                    <a16:creationId xmlns:a16="http://schemas.microsoft.com/office/drawing/2014/main" id="{4EDE0783-511B-4A11-A5E4-DF12E1E168C3}"/>
                  </a:ext>
                </a:extLst>
              </p:cNvPr>
              <p:cNvCxnSpPr/>
              <p:nvPr/>
            </p:nvCxnSpPr>
            <p:spPr>
              <a:xfrm flipV="1">
                <a:off x="4166227" y="4344327"/>
                <a:ext cx="876414" cy="58124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>
                <a:extLst>
                  <a:ext uri="{FF2B5EF4-FFF2-40B4-BE49-F238E27FC236}">
                    <a16:creationId xmlns:a16="http://schemas.microsoft.com/office/drawing/2014/main" id="{ED668856-F9A4-4FA8-BB46-8BC6B35B5A5A}"/>
                  </a:ext>
                </a:extLst>
              </p:cNvPr>
              <p:cNvCxnSpPr/>
              <p:nvPr/>
            </p:nvCxnSpPr>
            <p:spPr>
              <a:xfrm>
                <a:off x="4166227" y="4925575"/>
                <a:ext cx="327770" cy="2020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>
                <a:extLst>
                  <a:ext uri="{FF2B5EF4-FFF2-40B4-BE49-F238E27FC236}">
                    <a16:creationId xmlns:a16="http://schemas.microsoft.com/office/drawing/2014/main" id="{A4331077-66BB-4FFB-80E7-5891BC250A63}"/>
                  </a:ext>
                </a:extLst>
              </p:cNvPr>
              <p:cNvCxnSpPr/>
              <p:nvPr/>
            </p:nvCxnSpPr>
            <p:spPr>
              <a:xfrm flipV="1">
                <a:off x="3914834" y="4766578"/>
                <a:ext cx="1363943" cy="6283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>
                <a:extLst>
                  <a:ext uri="{FF2B5EF4-FFF2-40B4-BE49-F238E27FC236}">
                    <a16:creationId xmlns:a16="http://schemas.microsoft.com/office/drawing/2014/main" id="{A21E4C86-3C08-493B-91EC-C4C7BA762506}"/>
                  </a:ext>
                </a:extLst>
              </p:cNvPr>
              <p:cNvCxnSpPr>
                <a:endCxn id="147" idx="1"/>
              </p:cNvCxnSpPr>
              <p:nvPr/>
            </p:nvCxnSpPr>
            <p:spPr>
              <a:xfrm flipV="1">
                <a:off x="5271878" y="4344326"/>
                <a:ext cx="72453" cy="42917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>
                <a:extLst>
                  <a:ext uri="{FF2B5EF4-FFF2-40B4-BE49-F238E27FC236}">
                    <a16:creationId xmlns:a16="http://schemas.microsoft.com/office/drawing/2014/main" id="{31A4674B-A957-4277-99DD-9CD631182739}"/>
                  </a:ext>
                </a:extLst>
              </p:cNvPr>
              <p:cNvCxnSpPr/>
              <p:nvPr/>
            </p:nvCxnSpPr>
            <p:spPr>
              <a:xfrm>
                <a:off x="5268525" y="4766573"/>
                <a:ext cx="808891" cy="4883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接连接符 159">
                <a:extLst>
                  <a:ext uri="{FF2B5EF4-FFF2-40B4-BE49-F238E27FC236}">
                    <a16:creationId xmlns:a16="http://schemas.microsoft.com/office/drawing/2014/main" id="{B4E151F6-8D9B-4443-A6CF-954C4D1887EC}"/>
                  </a:ext>
                </a:extLst>
              </p:cNvPr>
              <p:cNvCxnSpPr>
                <a:endCxn id="147" idx="4"/>
              </p:cNvCxnSpPr>
              <p:nvPr/>
            </p:nvCxnSpPr>
            <p:spPr>
              <a:xfrm flipH="1">
                <a:off x="5344332" y="5254924"/>
                <a:ext cx="733083" cy="44794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>
                <a:extLst>
                  <a:ext uri="{FF2B5EF4-FFF2-40B4-BE49-F238E27FC236}">
                    <a16:creationId xmlns:a16="http://schemas.microsoft.com/office/drawing/2014/main" id="{1636BE4C-18CA-4949-AC77-F5F60E94F183}"/>
                  </a:ext>
                </a:extLst>
              </p:cNvPr>
              <p:cNvCxnSpPr/>
              <p:nvPr/>
            </p:nvCxnSpPr>
            <p:spPr>
              <a:xfrm flipV="1">
                <a:off x="6077415" y="4346539"/>
                <a:ext cx="636299" cy="90838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>
                <a:extLst>
                  <a:ext uri="{FF2B5EF4-FFF2-40B4-BE49-F238E27FC236}">
                    <a16:creationId xmlns:a16="http://schemas.microsoft.com/office/drawing/2014/main" id="{898BD566-0457-4693-B117-376FC9EB75AD}"/>
                  </a:ext>
                </a:extLst>
              </p:cNvPr>
              <p:cNvCxnSpPr/>
              <p:nvPr/>
            </p:nvCxnSpPr>
            <p:spPr>
              <a:xfrm>
                <a:off x="6405186" y="4780437"/>
                <a:ext cx="645487" cy="5013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>
                <a:extLst>
                  <a:ext uri="{FF2B5EF4-FFF2-40B4-BE49-F238E27FC236}">
                    <a16:creationId xmlns:a16="http://schemas.microsoft.com/office/drawing/2014/main" id="{EB405520-213F-4016-9D94-45F83604D637}"/>
                  </a:ext>
                </a:extLst>
              </p:cNvPr>
              <p:cNvCxnSpPr/>
              <p:nvPr/>
            </p:nvCxnSpPr>
            <p:spPr>
              <a:xfrm flipH="1">
                <a:off x="6632795" y="5281752"/>
                <a:ext cx="417878" cy="4211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>
                <a:extLst>
                  <a:ext uri="{FF2B5EF4-FFF2-40B4-BE49-F238E27FC236}">
                    <a16:creationId xmlns:a16="http://schemas.microsoft.com/office/drawing/2014/main" id="{B94166EE-D740-4C84-BC90-F970EC39973C}"/>
                  </a:ext>
                </a:extLst>
              </p:cNvPr>
              <p:cNvCxnSpPr/>
              <p:nvPr/>
            </p:nvCxnSpPr>
            <p:spPr>
              <a:xfrm flipV="1">
                <a:off x="7050674" y="5168163"/>
                <a:ext cx="685033" cy="11358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>
                <a:extLst>
                  <a:ext uri="{FF2B5EF4-FFF2-40B4-BE49-F238E27FC236}">
                    <a16:creationId xmlns:a16="http://schemas.microsoft.com/office/drawing/2014/main" id="{47FD038B-C9A7-4426-A27F-6AE1DDCDA699}"/>
                  </a:ext>
                </a:extLst>
              </p:cNvPr>
              <p:cNvCxnSpPr/>
              <p:nvPr/>
            </p:nvCxnSpPr>
            <p:spPr>
              <a:xfrm flipH="1" flipV="1">
                <a:off x="7411253" y="4359320"/>
                <a:ext cx="324453" cy="80884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>
                <a:extLst>
                  <a:ext uri="{FF2B5EF4-FFF2-40B4-BE49-F238E27FC236}">
                    <a16:creationId xmlns:a16="http://schemas.microsoft.com/office/drawing/2014/main" id="{E6ABA5A1-286C-4C3F-8ECD-A64B4D529845}"/>
                  </a:ext>
                </a:extLst>
              </p:cNvPr>
              <p:cNvCxnSpPr/>
              <p:nvPr/>
            </p:nvCxnSpPr>
            <p:spPr>
              <a:xfrm>
                <a:off x="7575860" y="4780437"/>
                <a:ext cx="879019" cy="612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>
                <a:extLst>
                  <a:ext uri="{FF2B5EF4-FFF2-40B4-BE49-F238E27FC236}">
                    <a16:creationId xmlns:a16="http://schemas.microsoft.com/office/drawing/2014/main" id="{0338D03A-89EB-4BCB-AA7B-5C2D2BE712B3}"/>
                  </a:ext>
                </a:extLst>
              </p:cNvPr>
              <p:cNvCxnSpPr/>
              <p:nvPr/>
            </p:nvCxnSpPr>
            <p:spPr>
              <a:xfrm flipH="1">
                <a:off x="7573479" y="5168163"/>
                <a:ext cx="162228" cy="53470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>
                <a:extLst>
                  <a:ext uri="{FF2B5EF4-FFF2-40B4-BE49-F238E27FC236}">
                    <a16:creationId xmlns:a16="http://schemas.microsoft.com/office/drawing/2014/main" id="{83B467A9-690B-4497-A0BA-A7595727D589}"/>
                  </a:ext>
                </a:extLst>
              </p:cNvPr>
              <p:cNvCxnSpPr/>
              <p:nvPr/>
            </p:nvCxnSpPr>
            <p:spPr>
              <a:xfrm flipV="1">
                <a:off x="7654592" y="5354388"/>
                <a:ext cx="805272" cy="8112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EE0E313F-589D-4484-A718-DD84117973B0}"/>
                </a:ext>
              </a:extLst>
            </p:cNvPr>
            <p:cNvCxnSpPr/>
            <p:nvPr/>
          </p:nvCxnSpPr>
          <p:spPr>
            <a:xfrm flipV="1">
              <a:off x="7233976" y="5294860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6C2F27B3-A825-4F6B-8E90-10B255DE8AC7}"/>
                </a:ext>
              </a:extLst>
            </p:cNvPr>
            <p:cNvCxnSpPr/>
            <p:nvPr/>
          </p:nvCxnSpPr>
          <p:spPr>
            <a:xfrm flipV="1">
              <a:off x="7227130" y="5923693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FE2B6ACA-12E2-477B-88D7-EB742A48971D}"/>
                </a:ext>
              </a:extLst>
            </p:cNvPr>
            <p:cNvCxnSpPr/>
            <p:nvPr/>
          </p:nvCxnSpPr>
          <p:spPr>
            <a:xfrm flipV="1">
              <a:off x="7738097" y="5661130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E8D1171C-525C-43D5-A89C-8D76E9EFBC16}"/>
                </a:ext>
              </a:extLst>
            </p:cNvPr>
            <p:cNvCxnSpPr/>
            <p:nvPr/>
          </p:nvCxnSpPr>
          <p:spPr>
            <a:xfrm flipV="1">
              <a:off x="7985431" y="5289929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979E9141-DF0C-49FD-A5C4-EA1F3BA127A1}"/>
                </a:ext>
              </a:extLst>
            </p:cNvPr>
            <p:cNvCxnSpPr/>
            <p:nvPr/>
          </p:nvCxnSpPr>
          <p:spPr>
            <a:xfrm flipV="1">
              <a:off x="7801726" y="5993852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箭头连接符 137">
              <a:extLst>
                <a:ext uri="{FF2B5EF4-FFF2-40B4-BE49-F238E27FC236}">
                  <a16:creationId xmlns:a16="http://schemas.microsoft.com/office/drawing/2014/main" id="{2D46F52A-5AC6-4DEE-9BA8-24AF72CBD462}"/>
                </a:ext>
              </a:extLst>
            </p:cNvPr>
            <p:cNvCxnSpPr/>
            <p:nvPr/>
          </p:nvCxnSpPr>
          <p:spPr>
            <a:xfrm flipV="1">
              <a:off x="8582288" y="5311316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BB7C23A1-3F5B-48DC-A012-139B6405D836}"/>
                </a:ext>
              </a:extLst>
            </p:cNvPr>
            <p:cNvCxnSpPr/>
            <p:nvPr/>
          </p:nvCxnSpPr>
          <p:spPr>
            <a:xfrm flipV="1">
              <a:off x="8634593" y="5957473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6675AB80-A468-465E-8263-C687CBBB3FEA}"/>
                </a:ext>
              </a:extLst>
            </p:cNvPr>
            <p:cNvCxnSpPr/>
            <p:nvPr/>
          </p:nvCxnSpPr>
          <p:spPr>
            <a:xfrm flipV="1">
              <a:off x="9196694" y="5288817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1F8BC8DB-3834-46A6-A294-A258CC2AB12E}"/>
                </a:ext>
              </a:extLst>
            </p:cNvPr>
            <p:cNvCxnSpPr/>
            <p:nvPr/>
          </p:nvCxnSpPr>
          <p:spPr>
            <a:xfrm flipV="1">
              <a:off x="9438527" y="5966038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B5C1D1A6-5DAE-446A-812B-CBC02DF406F8}"/>
                </a:ext>
              </a:extLst>
            </p:cNvPr>
            <p:cNvCxnSpPr/>
            <p:nvPr/>
          </p:nvCxnSpPr>
          <p:spPr>
            <a:xfrm flipV="1">
              <a:off x="9856044" y="5314798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66FF1075-0B37-4986-BD38-EC1F4492AD26}"/>
                </a:ext>
              </a:extLst>
            </p:cNvPr>
            <p:cNvCxnSpPr/>
            <p:nvPr/>
          </p:nvCxnSpPr>
          <p:spPr>
            <a:xfrm flipV="1">
              <a:off x="10475198" y="5237375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57C814EA-4CD6-4643-9EE5-37B0846336C3}"/>
                </a:ext>
              </a:extLst>
            </p:cNvPr>
            <p:cNvCxnSpPr/>
            <p:nvPr/>
          </p:nvCxnSpPr>
          <p:spPr>
            <a:xfrm flipV="1">
              <a:off x="10482020" y="5580605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箭头连接符 144">
              <a:extLst>
                <a:ext uri="{FF2B5EF4-FFF2-40B4-BE49-F238E27FC236}">
                  <a16:creationId xmlns:a16="http://schemas.microsoft.com/office/drawing/2014/main" id="{8D068641-22CA-4B1E-B283-85436511D43E}"/>
                </a:ext>
              </a:extLst>
            </p:cNvPr>
            <p:cNvCxnSpPr/>
            <p:nvPr/>
          </p:nvCxnSpPr>
          <p:spPr>
            <a:xfrm flipV="1">
              <a:off x="10017902" y="5975102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391EAAB3-09B4-4B55-8FEE-C3B7DC4B7CEA}"/>
                </a:ext>
              </a:extLst>
            </p:cNvPr>
            <p:cNvCxnSpPr/>
            <p:nvPr/>
          </p:nvCxnSpPr>
          <p:spPr>
            <a:xfrm flipV="1">
              <a:off x="10490093" y="5993426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2" name="组合 291">
            <a:extLst>
              <a:ext uri="{FF2B5EF4-FFF2-40B4-BE49-F238E27FC236}">
                <a16:creationId xmlns:a16="http://schemas.microsoft.com/office/drawing/2014/main" id="{4213A231-C82D-498C-90CA-3FE8FE7CCD21}"/>
              </a:ext>
            </a:extLst>
          </p:cNvPr>
          <p:cNvGrpSpPr/>
          <p:nvPr/>
        </p:nvGrpSpPr>
        <p:grpSpPr>
          <a:xfrm>
            <a:off x="1066347" y="4771960"/>
            <a:ext cx="898662" cy="244567"/>
            <a:chOff x="2618884" y="2393547"/>
            <a:chExt cx="1334674" cy="363226"/>
          </a:xfrm>
        </p:grpSpPr>
        <p:sp>
          <p:nvSpPr>
            <p:cNvPr id="267" name="任意多边形 12">
              <a:extLst>
                <a:ext uri="{FF2B5EF4-FFF2-40B4-BE49-F238E27FC236}">
                  <a16:creationId xmlns:a16="http://schemas.microsoft.com/office/drawing/2014/main" id="{07682192-2D58-4CB4-8134-CCE865CAF949}"/>
                </a:ext>
              </a:extLst>
            </p:cNvPr>
            <p:cNvSpPr/>
            <p:nvPr/>
          </p:nvSpPr>
          <p:spPr>
            <a:xfrm>
              <a:off x="2682619" y="2479673"/>
              <a:ext cx="1270939" cy="277100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DA75DB77-50DD-487A-8B27-7C1CC3FBBFBE}"/>
                </a:ext>
              </a:extLst>
            </p:cNvPr>
            <p:cNvSpPr/>
            <p:nvPr/>
          </p:nvSpPr>
          <p:spPr>
            <a:xfrm>
              <a:off x="3318088" y="2479673"/>
              <a:ext cx="635470" cy="277100"/>
            </a:xfrm>
            <a:prstGeom prst="rect">
              <a:avLst/>
            </a:prstGeom>
            <a:solidFill>
              <a:srgbClr val="85B4D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任意多边形 19">
              <a:extLst>
                <a:ext uri="{FF2B5EF4-FFF2-40B4-BE49-F238E27FC236}">
                  <a16:creationId xmlns:a16="http://schemas.microsoft.com/office/drawing/2014/main" id="{F6DCEC28-25E4-41D4-A167-A95957398B93}"/>
                </a:ext>
              </a:extLst>
            </p:cNvPr>
            <p:cNvSpPr/>
            <p:nvPr/>
          </p:nvSpPr>
          <p:spPr>
            <a:xfrm>
              <a:off x="3254354" y="2393547"/>
              <a:ext cx="699203" cy="86126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任意多边形 20">
              <a:extLst>
                <a:ext uri="{FF2B5EF4-FFF2-40B4-BE49-F238E27FC236}">
                  <a16:creationId xmlns:a16="http://schemas.microsoft.com/office/drawing/2014/main" id="{3E5C93D1-0ABC-400A-96BD-57EC0DB2D704}"/>
                </a:ext>
              </a:extLst>
            </p:cNvPr>
            <p:cNvSpPr/>
            <p:nvPr/>
          </p:nvSpPr>
          <p:spPr>
            <a:xfrm>
              <a:off x="2618885" y="2393547"/>
              <a:ext cx="699203" cy="86126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1" name="任意多边形 26">
              <a:extLst>
                <a:ext uri="{FF2B5EF4-FFF2-40B4-BE49-F238E27FC236}">
                  <a16:creationId xmlns:a16="http://schemas.microsoft.com/office/drawing/2014/main" id="{89F17144-20DB-4399-898C-0458D76D9BE3}"/>
                </a:ext>
              </a:extLst>
            </p:cNvPr>
            <p:cNvSpPr/>
            <p:nvPr/>
          </p:nvSpPr>
          <p:spPr>
            <a:xfrm>
              <a:off x="2618884" y="2396284"/>
              <a:ext cx="63734" cy="360489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72" name="组合 271">
              <a:extLst>
                <a:ext uri="{FF2B5EF4-FFF2-40B4-BE49-F238E27FC236}">
                  <a16:creationId xmlns:a16="http://schemas.microsoft.com/office/drawing/2014/main" id="{D0F1BE10-C1A9-4C01-9AB3-4AAEC622C0E9}"/>
                </a:ext>
              </a:extLst>
            </p:cNvPr>
            <p:cNvGrpSpPr/>
            <p:nvPr/>
          </p:nvGrpSpPr>
          <p:grpSpPr>
            <a:xfrm>
              <a:off x="2746352" y="2542466"/>
              <a:ext cx="63547" cy="143793"/>
              <a:chOff x="4058285" y="3817620"/>
              <a:chExt cx="215265" cy="365760"/>
            </a:xfrm>
          </p:grpSpPr>
          <p:cxnSp>
            <p:nvCxnSpPr>
              <p:cNvPr id="288" name="直接连接符 287">
                <a:extLst>
                  <a:ext uri="{FF2B5EF4-FFF2-40B4-BE49-F238E27FC236}">
                    <a16:creationId xmlns:a16="http://schemas.microsoft.com/office/drawing/2014/main" id="{0DA790DF-52DC-4214-BE33-BBDB289DEF6D}"/>
                  </a:ext>
                </a:extLst>
              </p:cNvPr>
              <p:cNvCxnSpPr/>
              <p:nvPr/>
            </p:nvCxnSpPr>
            <p:spPr>
              <a:xfrm>
                <a:off x="4058285" y="3817620"/>
                <a:ext cx="0" cy="36576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直接连接符 288">
                <a:extLst>
                  <a:ext uri="{FF2B5EF4-FFF2-40B4-BE49-F238E27FC236}">
                    <a16:creationId xmlns:a16="http://schemas.microsoft.com/office/drawing/2014/main" id="{1C341723-A888-41D1-A413-1E9F084E2858}"/>
                  </a:ext>
                </a:extLst>
              </p:cNvPr>
              <p:cNvCxnSpPr/>
              <p:nvPr/>
            </p:nvCxnSpPr>
            <p:spPr>
              <a:xfrm>
                <a:off x="4060190" y="3822065"/>
                <a:ext cx="213360" cy="3581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直接连接符 289">
                <a:extLst>
                  <a:ext uri="{FF2B5EF4-FFF2-40B4-BE49-F238E27FC236}">
                    <a16:creationId xmlns:a16="http://schemas.microsoft.com/office/drawing/2014/main" id="{560AD24B-08F2-4F4D-8085-F7E9BEF0B9AB}"/>
                  </a:ext>
                </a:extLst>
              </p:cNvPr>
              <p:cNvCxnSpPr/>
              <p:nvPr/>
            </p:nvCxnSpPr>
            <p:spPr>
              <a:xfrm>
                <a:off x="4273550" y="3817620"/>
                <a:ext cx="0" cy="36576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3" name="任意多边形 44">
              <a:extLst>
                <a:ext uri="{FF2B5EF4-FFF2-40B4-BE49-F238E27FC236}">
                  <a16:creationId xmlns:a16="http://schemas.microsoft.com/office/drawing/2014/main" id="{17CA5885-7465-4128-8BB0-961C9A458175}"/>
                </a:ext>
              </a:extLst>
            </p:cNvPr>
            <p:cNvSpPr/>
            <p:nvPr/>
          </p:nvSpPr>
          <p:spPr>
            <a:xfrm>
              <a:off x="3829838" y="2542926"/>
              <a:ext cx="63547" cy="142872"/>
            </a:xfrm>
            <a:custGeom>
              <a:avLst/>
              <a:gdLst>
                <a:gd name="connsiteX0" fmla="*/ 209550 w 220116"/>
                <a:gd name="connsiteY0" fmla="*/ 61575 h 395155"/>
                <a:gd name="connsiteX1" fmla="*/ 171450 w 220116"/>
                <a:gd name="connsiteY1" fmla="*/ 7600 h 395155"/>
                <a:gd name="connsiteX2" fmla="*/ 88900 w 220116"/>
                <a:gd name="connsiteY2" fmla="*/ 4425 h 395155"/>
                <a:gd name="connsiteX3" fmla="*/ 28575 w 220116"/>
                <a:gd name="connsiteY3" fmla="*/ 45700 h 395155"/>
                <a:gd name="connsiteX4" fmla="*/ 25400 w 220116"/>
                <a:gd name="connsiteY4" fmla="*/ 140950 h 395155"/>
                <a:gd name="connsiteX5" fmla="*/ 101600 w 220116"/>
                <a:gd name="connsiteY5" fmla="*/ 185400 h 395155"/>
                <a:gd name="connsiteX6" fmla="*/ 187325 w 220116"/>
                <a:gd name="connsiteY6" fmla="*/ 226675 h 395155"/>
                <a:gd name="connsiteX7" fmla="*/ 219075 w 220116"/>
                <a:gd name="connsiteY7" fmla="*/ 283825 h 395155"/>
                <a:gd name="connsiteX8" fmla="*/ 209550 w 220116"/>
                <a:gd name="connsiteY8" fmla="*/ 369550 h 395155"/>
                <a:gd name="connsiteX9" fmla="*/ 180975 w 220116"/>
                <a:gd name="connsiteY9" fmla="*/ 388600 h 395155"/>
                <a:gd name="connsiteX10" fmla="*/ 95250 w 220116"/>
                <a:gd name="connsiteY10" fmla="*/ 394950 h 395155"/>
                <a:gd name="connsiteX11" fmla="*/ 22225 w 220116"/>
                <a:gd name="connsiteY11" fmla="*/ 382250 h 395155"/>
                <a:gd name="connsiteX12" fmla="*/ 0 w 220116"/>
                <a:gd name="connsiteY12" fmla="*/ 315575 h 395155"/>
                <a:gd name="connsiteX0" fmla="*/ 209550 w 220116"/>
                <a:gd name="connsiteY0" fmla="*/ 61575 h 395325"/>
                <a:gd name="connsiteX1" fmla="*/ 171450 w 220116"/>
                <a:gd name="connsiteY1" fmla="*/ 7600 h 395325"/>
                <a:gd name="connsiteX2" fmla="*/ 88900 w 220116"/>
                <a:gd name="connsiteY2" fmla="*/ 4425 h 395325"/>
                <a:gd name="connsiteX3" fmla="*/ 28575 w 220116"/>
                <a:gd name="connsiteY3" fmla="*/ 45700 h 395325"/>
                <a:gd name="connsiteX4" fmla="*/ 25400 w 220116"/>
                <a:gd name="connsiteY4" fmla="*/ 140950 h 395325"/>
                <a:gd name="connsiteX5" fmla="*/ 101600 w 220116"/>
                <a:gd name="connsiteY5" fmla="*/ 185400 h 395325"/>
                <a:gd name="connsiteX6" fmla="*/ 187325 w 220116"/>
                <a:gd name="connsiteY6" fmla="*/ 226675 h 395325"/>
                <a:gd name="connsiteX7" fmla="*/ 219075 w 220116"/>
                <a:gd name="connsiteY7" fmla="*/ 283825 h 395325"/>
                <a:gd name="connsiteX8" fmla="*/ 209550 w 220116"/>
                <a:gd name="connsiteY8" fmla="*/ 369550 h 395325"/>
                <a:gd name="connsiteX9" fmla="*/ 180975 w 220116"/>
                <a:gd name="connsiteY9" fmla="*/ 388600 h 395325"/>
                <a:gd name="connsiteX10" fmla="*/ 95250 w 220116"/>
                <a:gd name="connsiteY10" fmla="*/ 394950 h 395325"/>
                <a:gd name="connsiteX11" fmla="*/ 28575 w 220116"/>
                <a:gd name="connsiteY11" fmla="*/ 379075 h 395325"/>
                <a:gd name="connsiteX12" fmla="*/ 0 w 220116"/>
                <a:gd name="connsiteY12" fmla="*/ 315575 h 395325"/>
                <a:gd name="connsiteX0" fmla="*/ 209550 w 223457"/>
                <a:gd name="connsiteY0" fmla="*/ 61575 h 394950"/>
                <a:gd name="connsiteX1" fmla="*/ 171450 w 223457"/>
                <a:gd name="connsiteY1" fmla="*/ 7600 h 394950"/>
                <a:gd name="connsiteX2" fmla="*/ 88900 w 223457"/>
                <a:gd name="connsiteY2" fmla="*/ 4425 h 394950"/>
                <a:gd name="connsiteX3" fmla="*/ 28575 w 223457"/>
                <a:gd name="connsiteY3" fmla="*/ 45700 h 394950"/>
                <a:gd name="connsiteX4" fmla="*/ 25400 w 223457"/>
                <a:gd name="connsiteY4" fmla="*/ 140950 h 394950"/>
                <a:gd name="connsiteX5" fmla="*/ 101600 w 223457"/>
                <a:gd name="connsiteY5" fmla="*/ 185400 h 394950"/>
                <a:gd name="connsiteX6" fmla="*/ 187325 w 223457"/>
                <a:gd name="connsiteY6" fmla="*/ 226675 h 394950"/>
                <a:gd name="connsiteX7" fmla="*/ 219075 w 223457"/>
                <a:gd name="connsiteY7" fmla="*/ 283825 h 394950"/>
                <a:gd name="connsiteX8" fmla="*/ 209550 w 223457"/>
                <a:gd name="connsiteY8" fmla="*/ 369550 h 394950"/>
                <a:gd name="connsiteX9" fmla="*/ 95250 w 223457"/>
                <a:gd name="connsiteY9" fmla="*/ 394950 h 394950"/>
                <a:gd name="connsiteX10" fmla="*/ 28575 w 223457"/>
                <a:gd name="connsiteY10" fmla="*/ 379075 h 394950"/>
                <a:gd name="connsiteX11" fmla="*/ 0 w 223457"/>
                <a:gd name="connsiteY11" fmla="*/ 315575 h 394950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351"/>
                <a:gd name="connsiteY0" fmla="*/ 61575 h 398447"/>
                <a:gd name="connsiteX1" fmla="*/ 171450 w 219351"/>
                <a:gd name="connsiteY1" fmla="*/ 7600 h 398447"/>
                <a:gd name="connsiteX2" fmla="*/ 88900 w 219351"/>
                <a:gd name="connsiteY2" fmla="*/ 4425 h 398447"/>
                <a:gd name="connsiteX3" fmla="*/ 28575 w 219351"/>
                <a:gd name="connsiteY3" fmla="*/ 45700 h 398447"/>
                <a:gd name="connsiteX4" fmla="*/ 25400 w 219351"/>
                <a:gd name="connsiteY4" fmla="*/ 140950 h 398447"/>
                <a:gd name="connsiteX5" fmla="*/ 101600 w 219351"/>
                <a:gd name="connsiteY5" fmla="*/ 185400 h 398447"/>
                <a:gd name="connsiteX6" fmla="*/ 187325 w 219351"/>
                <a:gd name="connsiteY6" fmla="*/ 226675 h 398447"/>
                <a:gd name="connsiteX7" fmla="*/ 219075 w 219351"/>
                <a:gd name="connsiteY7" fmla="*/ 283825 h 398447"/>
                <a:gd name="connsiteX8" fmla="*/ 197643 w 219351"/>
                <a:gd name="connsiteY8" fmla="*/ 367168 h 398447"/>
                <a:gd name="connsiteX9" fmla="*/ 117475 w 219351"/>
                <a:gd name="connsiteY9" fmla="*/ 398125 h 398447"/>
                <a:gd name="connsiteX10" fmla="*/ 28575 w 219351"/>
                <a:gd name="connsiteY10" fmla="*/ 379075 h 398447"/>
                <a:gd name="connsiteX11" fmla="*/ 0 w 219351"/>
                <a:gd name="connsiteY11" fmla="*/ 315575 h 398447"/>
                <a:gd name="connsiteX0" fmla="*/ 209550 w 217049"/>
                <a:gd name="connsiteY0" fmla="*/ 61575 h 398447"/>
                <a:gd name="connsiteX1" fmla="*/ 171450 w 217049"/>
                <a:gd name="connsiteY1" fmla="*/ 7600 h 398447"/>
                <a:gd name="connsiteX2" fmla="*/ 88900 w 217049"/>
                <a:gd name="connsiteY2" fmla="*/ 4425 h 398447"/>
                <a:gd name="connsiteX3" fmla="*/ 28575 w 217049"/>
                <a:gd name="connsiteY3" fmla="*/ 45700 h 398447"/>
                <a:gd name="connsiteX4" fmla="*/ 25400 w 217049"/>
                <a:gd name="connsiteY4" fmla="*/ 140950 h 398447"/>
                <a:gd name="connsiteX5" fmla="*/ 101600 w 217049"/>
                <a:gd name="connsiteY5" fmla="*/ 185400 h 398447"/>
                <a:gd name="connsiteX6" fmla="*/ 187325 w 217049"/>
                <a:gd name="connsiteY6" fmla="*/ 226675 h 398447"/>
                <a:gd name="connsiteX7" fmla="*/ 216694 w 217049"/>
                <a:gd name="connsiteY7" fmla="*/ 283825 h 398447"/>
                <a:gd name="connsiteX8" fmla="*/ 197643 w 217049"/>
                <a:gd name="connsiteY8" fmla="*/ 367168 h 398447"/>
                <a:gd name="connsiteX9" fmla="*/ 117475 w 217049"/>
                <a:gd name="connsiteY9" fmla="*/ 398125 h 398447"/>
                <a:gd name="connsiteX10" fmla="*/ 28575 w 217049"/>
                <a:gd name="connsiteY10" fmla="*/ 379075 h 398447"/>
                <a:gd name="connsiteX11" fmla="*/ 0 w 217049"/>
                <a:gd name="connsiteY11" fmla="*/ 315575 h 398447"/>
                <a:gd name="connsiteX0" fmla="*/ 209550 w 217049"/>
                <a:gd name="connsiteY0" fmla="*/ 61575 h 399559"/>
                <a:gd name="connsiteX1" fmla="*/ 171450 w 217049"/>
                <a:gd name="connsiteY1" fmla="*/ 7600 h 399559"/>
                <a:gd name="connsiteX2" fmla="*/ 88900 w 217049"/>
                <a:gd name="connsiteY2" fmla="*/ 4425 h 399559"/>
                <a:gd name="connsiteX3" fmla="*/ 28575 w 217049"/>
                <a:gd name="connsiteY3" fmla="*/ 45700 h 399559"/>
                <a:gd name="connsiteX4" fmla="*/ 25400 w 217049"/>
                <a:gd name="connsiteY4" fmla="*/ 140950 h 399559"/>
                <a:gd name="connsiteX5" fmla="*/ 101600 w 217049"/>
                <a:gd name="connsiteY5" fmla="*/ 185400 h 399559"/>
                <a:gd name="connsiteX6" fmla="*/ 187325 w 217049"/>
                <a:gd name="connsiteY6" fmla="*/ 226675 h 399559"/>
                <a:gd name="connsiteX7" fmla="*/ 216694 w 217049"/>
                <a:gd name="connsiteY7" fmla="*/ 283825 h 399559"/>
                <a:gd name="connsiteX8" fmla="*/ 197643 w 217049"/>
                <a:gd name="connsiteY8" fmla="*/ 367168 h 399559"/>
                <a:gd name="connsiteX9" fmla="*/ 117475 w 217049"/>
                <a:gd name="connsiteY9" fmla="*/ 398125 h 399559"/>
                <a:gd name="connsiteX10" fmla="*/ 40481 w 217049"/>
                <a:gd name="connsiteY10" fmla="*/ 386218 h 399559"/>
                <a:gd name="connsiteX11" fmla="*/ 0 w 217049"/>
                <a:gd name="connsiteY11" fmla="*/ 315575 h 399559"/>
                <a:gd name="connsiteX0" fmla="*/ 195263 w 202762"/>
                <a:gd name="connsiteY0" fmla="*/ 61575 h 399493"/>
                <a:gd name="connsiteX1" fmla="*/ 157163 w 202762"/>
                <a:gd name="connsiteY1" fmla="*/ 7600 h 399493"/>
                <a:gd name="connsiteX2" fmla="*/ 74613 w 202762"/>
                <a:gd name="connsiteY2" fmla="*/ 4425 h 399493"/>
                <a:gd name="connsiteX3" fmla="*/ 14288 w 202762"/>
                <a:gd name="connsiteY3" fmla="*/ 45700 h 399493"/>
                <a:gd name="connsiteX4" fmla="*/ 11113 w 202762"/>
                <a:gd name="connsiteY4" fmla="*/ 140950 h 399493"/>
                <a:gd name="connsiteX5" fmla="*/ 87313 w 202762"/>
                <a:gd name="connsiteY5" fmla="*/ 185400 h 399493"/>
                <a:gd name="connsiteX6" fmla="*/ 173038 w 202762"/>
                <a:gd name="connsiteY6" fmla="*/ 226675 h 399493"/>
                <a:gd name="connsiteX7" fmla="*/ 202407 w 202762"/>
                <a:gd name="connsiteY7" fmla="*/ 283825 h 399493"/>
                <a:gd name="connsiteX8" fmla="*/ 183356 w 202762"/>
                <a:gd name="connsiteY8" fmla="*/ 367168 h 399493"/>
                <a:gd name="connsiteX9" fmla="*/ 103188 w 202762"/>
                <a:gd name="connsiteY9" fmla="*/ 398125 h 399493"/>
                <a:gd name="connsiteX10" fmla="*/ 26194 w 202762"/>
                <a:gd name="connsiteY10" fmla="*/ 386218 h 399493"/>
                <a:gd name="connsiteX11" fmla="*/ 0 w 202762"/>
                <a:gd name="connsiteY11" fmla="*/ 317956 h 399493"/>
                <a:gd name="connsiteX0" fmla="*/ 191348 w 198847"/>
                <a:gd name="connsiteY0" fmla="*/ 61575 h 399493"/>
                <a:gd name="connsiteX1" fmla="*/ 153248 w 198847"/>
                <a:gd name="connsiteY1" fmla="*/ 7600 h 399493"/>
                <a:gd name="connsiteX2" fmla="*/ 70698 w 198847"/>
                <a:gd name="connsiteY2" fmla="*/ 4425 h 399493"/>
                <a:gd name="connsiteX3" fmla="*/ 10373 w 198847"/>
                <a:gd name="connsiteY3" fmla="*/ 45700 h 399493"/>
                <a:gd name="connsiteX4" fmla="*/ 7198 w 198847"/>
                <a:gd name="connsiteY4" fmla="*/ 140950 h 399493"/>
                <a:gd name="connsiteX5" fmla="*/ 83398 w 198847"/>
                <a:gd name="connsiteY5" fmla="*/ 185400 h 399493"/>
                <a:gd name="connsiteX6" fmla="*/ 169123 w 198847"/>
                <a:gd name="connsiteY6" fmla="*/ 226675 h 399493"/>
                <a:gd name="connsiteX7" fmla="*/ 198492 w 198847"/>
                <a:gd name="connsiteY7" fmla="*/ 283825 h 399493"/>
                <a:gd name="connsiteX8" fmla="*/ 179441 w 198847"/>
                <a:gd name="connsiteY8" fmla="*/ 367168 h 399493"/>
                <a:gd name="connsiteX9" fmla="*/ 99273 w 198847"/>
                <a:gd name="connsiteY9" fmla="*/ 398125 h 399493"/>
                <a:gd name="connsiteX10" fmla="*/ 22279 w 198847"/>
                <a:gd name="connsiteY10" fmla="*/ 386218 h 399493"/>
                <a:gd name="connsiteX11" fmla="*/ 3229 w 198847"/>
                <a:gd name="connsiteY11" fmla="*/ 317956 h 399493"/>
                <a:gd name="connsiteX0" fmla="*/ 191348 w 198847"/>
                <a:gd name="connsiteY0" fmla="*/ 61575 h 400217"/>
                <a:gd name="connsiteX1" fmla="*/ 153248 w 198847"/>
                <a:gd name="connsiteY1" fmla="*/ 7600 h 400217"/>
                <a:gd name="connsiteX2" fmla="*/ 70698 w 198847"/>
                <a:gd name="connsiteY2" fmla="*/ 4425 h 400217"/>
                <a:gd name="connsiteX3" fmla="*/ 10373 w 198847"/>
                <a:gd name="connsiteY3" fmla="*/ 45700 h 400217"/>
                <a:gd name="connsiteX4" fmla="*/ 7198 w 198847"/>
                <a:gd name="connsiteY4" fmla="*/ 140950 h 400217"/>
                <a:gd name="connsiteX5" fmla="*/ 83398 w 198847"/>
                <a:gd name="connsiteY5" fmla="*/ 185400 h 400217"/>
                <a:gd name="connsiteX6" fmla="*/ 169123 w 198847"/>
                <a:gd name="connsiteY6" fmla="*/ 226675 h 400217"/>
                <a:gd name="connsiteX7" fmla="*/ 198492 w 198847"/>
                <a:gd name="connsiteY7" fmla="*/ 283825 h 400217"/>
                <a:gd name="connsiteX8" fmla="*/ 179441 w 198847"/>
                <a:gd name="connsiteY8" fmla="*/ 367168 h 400217"/>
                <a:gd name="connsiteX9" fmla="*/ 99273 w 198847"/>
                <a:gd name="connsiteY9" fmla="*/ 398125 h 400217"/>
                <a:gd name="connsiteX10" fmla="*/ 31804 w 198847"/>
                <a:gd name="connsiteY10" fmla="*/ 388599 h 400217"/>
                <a:gd name="connsiteX11" fmla="*/ 3229 w 198847"/>
                <a:gd name="connsiteY11" fmla="*/ 317956 h 400217"/>
                <a:gd name="connsiteX0" fmla="*/ 191348 w 198847"/>
                <a:gd name="connsiteY0" fmla="*/ 61575 h 400745"/>
                <a:gd name="connsiteX1" fmla="*/ 153248 w 198847"/>
                <a:gd name="connsiteY1" fmla="*/ 7600 h 400745"/>
                <a:gd name="connsiteX2" fmla="*/ 70698 w 198847"/>
                <a:gd name="connsiteY2" fmla="*/ 4425 h 400745"/>
                <a:gd name="connsiteX3" fmla="*/ 10373 w 198847"/>
                <a:gd name="connsiteY3" fmla="*/ 45700 h 400745"/>
                <a:gd name="connsiteX4" fmla="*/ 7198 w 198847"/>
                <a:gd name="connsiteY4" fmla="*/ 140950 h 400745"/>
                <a:gd name="connsiteX5" fmla="*/ 83398 w 198847"/>
                <a:gd name="connsiteY5" fmla="*/ 185400 h 400745"/>
                <a:gd name="connsiteX6" fmla="*/ 169123 w 198847"/>
                <a:gd name="connsiteY6" fmla="*/ 226675 h 400745"/>
                <a:gd name="connsiteX7" fmla="*/ 198492 w 198847"/>
                <a:gd name="connsiteY7" fmla="*/ 283825 h 400745"/>
                <a:gd name="connsiteX8" fmla="*/ 179441 w 198847"/>
                <a:gd name="connsiteY8" fmla="*/ 360025 h 400745"/>
                <a:gd name="connsiteX9" fmla="*/ 99273 w 198847"/>
                <a:gd name="connsiteY9" fmla="*/ 398125 h 400745"/>
                <a:gd name="connsiteX10" fmla="*/ 31804 w 198847"/>
                <a:gd name="connsiteY10" fmla="*/ 388599 h 400745"/>
                <a:gd name="connsiteX11" fmla="*/ 3229 w 198847"/>
                <a:gd name="connsiteY11" fmla="*/ 317956 h 400745"/>
                <a:gd name="connsiteX0" fmla="*/ 191348 w 199158"/>
                <a:gd name="connsiteY0" fmla="*/ 61575 h 400393"/>
                <a:gd name="connsiteX1" fmla="*/ 153248 w 199158"/>
                <a:gd name="connsiteY1" fmla="*/ 7600 h 400393"/>
                <a:gd name="connsiteX2" fmla="*/ 70698 w 199158"/>
                <a:gd name="connsiteY2" fmla="*/ 4425 h 400393"/>
                <a:gd name="connsiteX3" fmla="*/ 10373 w 199158"/>
                <a:gd name="connsiteY3" fmla="*/ 45700 h 400393"/>
                <a:gd name="connsiteX4" fmla="*/ 7198 w 199158"/>
                <a:gd name="connsiteY4" fmla="*/ 140950 h 400393"/>
                <a:gd name="connsiteX5" fmla="*/ 83398 w 199158"/>
                <a:gd name="connsiteY5" fmla="*/ 185400 h 400393"/>
                <a:gd name="connsiteX6" fmla="*/ 169123 w 199158"/>
                <a:gd name="connsiteY6" fmla="*/ 226675 h 400393"/>
                <a:gd name="connsiteX7" fmla="*/ 198492 w 199158"/>
                <a:gd name="connsiteY7" fmla="*/ 283825 h 400393"/>
                <a:gd name="connsiteX8" fmla="*/ 181822 w 199158"/>
                <a:gd name="connsiteY8" fmla="*/ 364788 h 400393"/>
                <a:gd name="connsiteX9" fmla="*/ 99273 w 199158"/>
                <a:gd name="connsiteY9" fmla="*/ 398125 h 400393"/>
                <a:gd name="connsiteX10" fmla="*/ 31804 w 199158"/>
                <a:gd name="connsiteY10" fmla="*/ 388599 h 400393"/>
                <a:gd name="connsiteX11" fmla="*/ 3229 w 199158"/>
                <a:gd name="connsiteY11" fmla="*/ 317956 h 400393"/>
                <a:gd name="connsiteX0" fmla="*/ 191348 w 199158"/>
                <a:gd name="connsiteY0" fmla="*/ 61575 h 398784"/>
                <a:gd name="connsiteX1" fmla="*/ 153248 w 199158"/>
                <a:gd name="connsiteY1" fmla="*/ 7600 h 398784"/>
                <a:gd name="connsiteX2" fmla="*/ 70698 w 199158"/>
                <a:gd name="connsiteY2" fmla="*/ 4425 h 398784"/>
                <a:gd name="connsiteX3" fmla="*/ 10373 w 199158"/>
                <a:gd name="connsiteY3" fmla="*/ 45700 h 398784"/>
                <a:gd name="connsiteX4" fmla="*/ 7198 w 199158"/>
                <a:gd name="connsiteY4" fmla="*/ 140950 h 398784"/>
                <a:gd name="connsiteX5" fmla="*/ 83398 w 199158"/>
                <a:gd name="connsiteY5" fmla="*/ 185400 h 398784"/>
                <a:gd name="connsiteX6" fmla="*/ 169123 w 199158"/>
                <a:gd name="connsiteY6" fmla="*/ 226675 h 398784"/>
                <a:gd name="connsiteX7" fmla="*/ 198492 w 199158"/>
                <a:gd name="connsiteY7" fmla="*/ 283825 h 398784"/>
                <a:gd name="connsiteX8" fmla="*/ 181822 w 199158"/>
                <a:gd name="connsiteY8" fmla="*/ 364788 h 398784"/>
                <a:gd name="connsiteX9" fmla="*/ 99273 w 199158"/>
                <a:gd name="connsiteY9" fmla="*/ 398125 h 398784"/>
                <a:gd name="connsiteX10" fmla="*/ 36566 w 199158"/>
                <a:gd name="connsiteY10" fmla="*/ 381456 h 398784"/>
                <a:gd name="connsiteX11" fmla="*/ 3229 w 199158"/>
                <a:gd name="connsiteY11" fmla="*/ 317956 h 398784"/>
                <a:gd name="connsiteX0" fmla="*/ 191348 w 198664"/>
                <a:gd name="connsiteY0" fmla="*/ 61575 h 398920"/>
                <a:gd name="connsiteX1" fmla="*/ 153248 w 198664"/>
                <a:gd name="connsiteY1" fmla="*/ 7600 h 398920"/>
                <a:gd name="connsiteX2" fmla="*/ 70698 w 198664"/>
                <a:gd name="connsiteY2" fmla="*/ 4425 h 398920"/>
                <a:gd name="connsiteX3" fmla="*/ 10373 w 198664"/>
                <a:gd name="connsiteY3" fmla="*/ 45700 h 398920"/>
                <a:gd name="connsiteX4" fmla="*/ 7198 w 198664"/>
                <a:gd name="connsiteY4" fmla="*/ 140950 h 398920"/>
                <a:gd name="connsiteX5" fmla="*/ 83398 w 198664"/>
                <a:gd name="connsiteY5" fmla="*/ 185400 h 398920"/>
                <a:gd name="connsiteX6" fmla="*/ 169123 w 198664"/>
                <a:gd name="connsiteY6" fmla="*/ 226675 h 398920"/>
                <a:gd name="connsiteX7" fmla="*/ 198492 w 198664"/>
                <a:gd name="connsiteY7" fmla="*/ 283825 h 398920"/>
                <a:gd name="connsiteX8" fmla="*/ 177059 w 198664"/>
                <a:gd name="connsiteY8" fmla="*/ 362406 h 398920"/>
                <a:gd name="connsiteX9" fmla="*/ 99273 w 198664"/>
                <a:gd name="connsiteY9" fmla="*/ 398125 h 398920"/>
                <a:gd name="connsiteX10" fmla="*/ 36566 w 198664"/>
                <a:gd name="connsiteY10" fmla="*/ 381456 h 398920"/>
                <a:gd name="connsiteX11" fmla="*/ 3229 w 198664"/>
                <a:gd name="connsiteY11" fmla="*/ 317956 h 398920"/>
                <a:gd name="connsiteX0" fmla="*/ 200873 w 200873"/>
                <a:gd name="connsiteY0" fmla="*/ 64090 h 399054"/>
                <a:gd name="connsiteX1" fmla="*/ 153248 w 200873"/>
                <a:gd name="connsiteY1" fmla="*/ 7734 h 399054"/>
                <a:gd name="connsiteX2" fmla="*/ 70698 w 200873"/>
                <a:gd name="connsiteY2" fmla="*/ 4559 h 399054"/>
                <a:gd name="connsiteX3" fmla="*/ 10373 w 200873"/>
                <a:gd name="connsiteY3" fmla="*/ 45834 h 399054"/>
                <a:gd name="connsiteX4" fmla="*/ 7198 w 200873"/>
                <a:gd name="connsiteY4" fmla="*/ 141084 h 399054"/>
                <a:gd name="connsiteX5" fmla="*/ 83398 w 200873"/>
                <a:gd name="connsiteY5" fmla="*/ 185534 h 399054"/>
                <a:gd name="connsiteX6" fmla="*/ 169123 w 200873"/>
                <a:gd name="connsiteY6" fmla="*/ 226809 h 399054"/>
                <a:gd name="connsiteX7" fmla="*/ 198492 w 200873"/>
                <a:gd name="connsiteY7" fmla="*/ 283959 h 399054"/>
                <a:gd name="connsiteX8" fmla="*/ 177059 w 200873"/>
                <a:gd name="connsiteY8" fmla="*/ 362540 h 399054"/>
                <a:gd name="connsiteX9" fmla="*/ 99273 w 200873"/>
                <a:gd name="connsiteY9" fmla="*/ 398259 h 399054"/>
                <a:gd name="connsiteX10" fmla="*/ 36566 w 200873"/>
                <a:gd name="connsiteY10" fmla="*/ 381590 h 399054"/>
                <a:gd name="connsiteX11" fmla="*/ 3229 w 200873"/>
                <a:gd name="connsiteY11" fmla="*/ 318090 h 399054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67534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300628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2152 h 396415"/>
                <a:gd name="connsiteX1" fmla="*/ 153248 w 200873"/>
                <a:gd name="connsiteY1" fmla="*/ 10558 h 396415"/>
                <a:gd name="connsiteX2" fmla="*/ 70698 w 200873"/>
                <a:gd name="connsiteY2" fmla="*/ 2621 h 396415"/>
                <a:gd name="connsiteX3" fmla="*/ 10373 w 200873"/>
                <a:gd name="connsiteY3" fmla="*/ 43896 h 396415"/>
                <a:gd name="connsiteX4" fmla="*/ 7198 w 200873"/>
                <a:gd name="connsiteY4" fmla="*/ 139146 h 396415"/>
                <a:gd name="connsiteX5" fmla="*/ 83398 w 200873"/>
                <a:gd name="connsiteY5" fmla="*/ 183596 h 396415"/>
                <a:gd name="connsiteX6" fmla="*/ 169123 w 200873"/>
                <a:gd name="connsiteY6" fmla="*/ 224871 h 396415"/>
                <a:gd name="connsiteX7" fmla="*/ 198492 w 200873"/>
                <a:gd name="connsiteY7" fmla="*/ 298690 h 396415"/>
                <a:gd name="connsiteX8" fmla="*/ 172297 w 200873"/>
                <a:gd name="connsiteY8" fmla="*/ 374890 h 396415"/>
                <a:gd name="connsiteX9" fmla="*/ 99273 w 200873"/>
                <a:gd name="connsiteY9" fmla="*/ 396321 h 396415"/>
                <a:gd name="connsiteX10" fmla="*/ 36566 w 200873"/>
                <a:gd name="connsiteY10" fmla="*/ 379652 h 396415"/>
                <a:gd name="connsiteX11" fmla="*/ 3229 w 200873"/>
                <a:gd name="connsiteY11" fmla="*/ 316152 h 39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873" h="396415">
                  <a:moveTo>
                    <a:pt x="200873" y="62152"/>
                  </a:moveTo>
                  <a:cubicBezTo>
                    <a:pt x="191877" y="39927"/>
                    <a:pt x="174944" y="20480"/>
                    <a:pt x="153248" y="10558"/>
                  </a:cubicBezTo>
                  <a:cubicBezTo>
                    <a:pt x="131552" y="636"/>
                    <a:pt x="94510" y="-2935"/>
                    <a:pt x="70698" y="2621"/>
                  </a:cubicBezTo>
                  <a:cubicBezTo>
                    <a:pt x="46886" y="8177"/>
                    <a:pt x="20956" y="21142"/>
                    <a:pt x="10373" y="43896"/>
                  </a:cubicBezTo>
                  <a:cubicBezTo>
                    <a:pt x="-210" y="66650"/>
                    <a:pt x="-4973" y="115863"/>
                    <a:pt x="7198" y="139146"/>
                  </a:cubicBezTo>
                  <a:cubicBezTo>
                    <a:pt x="19369" y="162429"/>
                    <a:pt x="56410" y="169309"/>
                    <a:pt x="83398" y="183596"/>
                  </a:cubicBezTo>
                  <a:cubicBezTo>
                    <a:pt x="110385" y="197884"/>
                    <a:pt x="149941" y="205689"/>
                    <a:pt x="169123" y="224871"/>
                  </a:cubicBezTo>
                  <a:cubicBezTo>
                    <a:pt x="188305" y="244053"/>
                    <a:pt x="197963" y="273687"/>
                    <a:pt x="198492" y="298690"/>
                  </a:cubicBezTo>
                  <a:cubicBezTo>
                    <a:pt x="199021" y="323693"/>
                    <a:pt x="188833" y="358618"/>
                    <a:pt x="172297" y="374890"/>
                  </a:cubicBezTo>
                  <a:cubicBezTo>
                    <a:pt x="155761" y="391162"/>
                    <a:pt x="121895" y="395527"/>
                    <a:pt x="99273" y="396321"/>
                  </a:cubicBezTo>
                  <a:cubicBezTo>
                    <a:pt x="76651" y="397115"/>
                    <a:pt x="52573" y="393014"/>
                    <a:pt x="36566" y="379652"/>
                  </a:cubicBezTo>
                  <a:cubicBezTo>
                    <a:pt x="20559" y="366291"/>
                    <a:pt x="6404" y="342875"/>
                    <a:pt x="3229" y="316152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4" name="文本框 293">
            <a:extLst>
              <a:ext uri="{FF2B5EF4-FFF2-40B4-BE49-F238E27FC236}">
                <a16:creationId xmlns:a16="http://schemas.microsoft.com/office/drawing/2014/main" id="{4F5C70C1-FC92-4E0E-8DF0-3B93B614B2F2}"/>
              </a:ext>
            </a:extLst>
          </p:cNvPr>
          <p:cNvSpPr txBox="1"/>
          <p:nvPr/>
        </p:nvSpPr>
        <p:spPr>
          <a:xfrm>
            <a:off x="1077097" y="379921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小磁铁</a:t>
            </a:r>
          </a:p>
        </p:txBody>
      </p:sp>
      <p:sp>
        <p:nvSpPr>
          <p:cNvPr id="296" name="文本框 295">
            <a:extLst>
              <a:ext uri="{FF2B5EF4-FFF2-40B4-BE49-F238E27FC236}">
                <a16:creationId xmlns:a16="http://schemas.microsoft.com/office/drawing/2014/main" id="{CD2F968C-AA5F-47A5-8A80-06E0927BEDF3}"/>
              </a:ext>
            </a:extLst>
          </p:cNvPr>
          <p:cNvSpPr txBox="1"/>
          <p:nvPr/>
        </p:nvSpPr>
        <p:spPr>
          <a:xfrm>
            <a:off x="4644897" y="98872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磁畴有序排列</a:t>
            </a:r>
          </a:p>
        </p:txBody>
      </p:sp>
      <p:grpSp>
        <p:nvGrpSpPr>
          <p:cNvPr id="299" name="组合 298">
            <a:extLst>
              <a:ext uri="{FF2B5EF4-FFF2-40B4-BE49-F238E27FC236}">
                <a16:creationId xmlns:a16="http://schemas.microsoft.com/office/drawing/2014/main" id="{5F7B26ED-FE57-4C6D-B490-F835D9713AB4}"/>
              </a:ext>
            </a:extLst>
          </p:cNvPr>
          <p:cNvGrpSpPr/>
          <p:nvPr/>
        </p:nvGrpSpPr>
        <p:grpSpPr>
          <a:xfrm>
            <a:off x="8541460" y="1619588"/>
            <a:ext cx="2478044" cy="771417"/>
            <a:chOff x="7184463" y="3361392"/>
            <a:chExt cx="3684885" cy="1147108"/>
          </a:xfrm>
        </p:grpSpPr>
        <p:grpSp>
          <p:nvGrpSpPr>
            <p:cNvPr id="300" name="组合 299">
              <a:extLst>
                <a:ext uri="{FF2B5EF4-FFF2-40B4-BE49-F238E27FC236}">
                  <a16:creationId xmlns:a16="http://schemas.microsoft.com/office/drawing/2014/main" id="{A8947704-9C2F-401B-842F-C356D6C9C10F}"/>
                </a:ext>
              </a:extLst>
            </p:cNvPr>
            <p:cNvGrpSpPr/>
            <p:nvPr/>
          </p:nvGrpSpPr>
          <p:grpSpPr>
            <a:xfrm>
              <a:off x="7184463" y="3361392"/>
              <a:ext cx="3684885" cy="1147108"/>
              <a:chOff x="2228798" y="4344326"/>
              <a:chExt cx="6231066" cy="1358545"/>
            </a:xfrm>
          </p:grpSpPr>
          <p:sp>
            <p:nvSpPr>
              <p:cNvPr id="315" name="任意多边形 402">
                <a:extLst>
                  <a:ext uri="{FF2B5EF4-FFF2-40B4-BE49-F238E27FC236}">
                    <a16:creationId xmlns:a16="http://schemas.microsoft.com/office/drawing/2014/main" id="{26D5B0B9-1F07-41F2-8307-6B3F34B1BD79}"/>
                  </a:ext>
                </a:extLst>
              </p:cNvPr>
              <p:cNvSpPr/>
              <p:nvPr/>
            </p:nvSpPr>
            <p:spPr>
              <a:xfrm>
                <a:off x="2228798" y="4344326"/>
                <a:ext cx="6231066" cy="1358545"/>
              </a:xfrm>
              <a:custGeom>
                <a:avLst/>
                <a:gdLst>
                  <a:gd name="connsiteX0" fmla="*/ 0 w 4305298"/>
                  <a:gd name="connsiteY0" fmla="*/ 0 h 704850"/>
                  <a:gd name="connsiteX1" fmla="*/ 2152649 w 4305298"/>
                  <a:gd name="connsiteY1" fmla="*/ 0 h 704850"/>
                  <a:gd name="connsiteX2" fmla="*/ 4305298 w 4305298"/>
                  <a:gd name="connsiteY2" fmla="*/ 0 h 704850"/>
                  <a:gd name="connsiteX3" fmla="*/ 4305298 w 4305298"/>
                  <a:gd name="connsiteY3" fmla="*/ 704850 h 704850"/>
                  <a:gd name="connsiteX4" fmla="*/ 2152649 w 4305298"/>
                  <a:gd name="connsiteY4" fmla="*/ 704850 h 704850"/>
                  <a:gd name="connsiteX5" fmla="*/ 0 w 4305298"/>
                  <a:gd name="connsiteY5" fmla="*/ 704850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05298" h="704850">
                    <a:moveTo>
                      <a:pt x="0" y="0"/>
                    </a:moveTo>
                    <a:lnTo>
                      <a:pt x="2152649" y="0"/>
                    </a:lnTo>
                    <a:lnTo>
                      <a:pt x="4305298" y="0"/>
                    </a:lnTo>
                    <a:lnTo>
                      <a:pt x="4305298" y="704850"/>
                    </a:lnTo>
                    <a:lnTo>
                      <a:pt x="2152649" y="704850"/>
                    </a:lnTo>
                    <a:lnTo>
                      <a:pt x="0" y="70485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16" name="直接连接符 315">
                <a:extLst>
                  <a:ext uri="{FF2B5EF4-FFF2-40B4-BE49-F238E27FC236}">
                    <a16:creationId xmlns:a16="http://schemas.microsoft.com/office/drawing/2014/main" id="{DBD86F28-5344-41D3-B5C1-7E8B63508903}"/>
                  </a:ext>
                </a:extLst>
              </p:cNvPr>
              <p:cNvCxnSpPr/>
              <p:nvPr/>
            </p:nvCxnSpPr>
            <p:spPr>
              <a:xfrm>
                <a:off x="2832155" y="4344326"/>
                <a:ext cx="265543" cy="4222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直接连接符 316">
                <a:extLst>
                  <a:ext uri="{FF2B5EF4-FFF2-40B4-BE49-F238E27FC236}">
                    <a16:creationId xmlns:a16="http://schemas.microsoft.com/office/drawing/2014/main" id="{3670E7FC-0A44-4269-AB54-801B5902B9C2}"/>
                  </a:ext>
                </a:extLst>
              </p:cNvPr>
              <p:cNvCxnSpPr/>
              <p:nvPr/>
            </p:nvCxnSpPr>
            <p:spPr>
              <a:xfrm flipH="1">
                <a:off x="2228798" y="4766577"/>
                <a:ext cx="868900" cy="4658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直接连接符 317">
                <a:extLst>
                  <a:ext uri="{FF2B5EF4-FFF2-40B4-BE49-F238E27FC236}">
                    <a16:creationId xmlns:a16="http://schemas.microsoft.com/office/drawing/2014/main" id="{B5F01936-5124-46C9-ABB9-A651A03BCB6C}"/>
                  </a:ext>
                </a:extLst>
              </p:cNvPr>
              <p:cNvCxnSpPr/>
              <p:nvPr/>
            </p:nvCxnSpPr>
            <p:spPr>
              <a:xfrm>
                <a:off x="2640070" y="5014368"/>
                <a:ext cx="369100" cy="37935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直接连接符 318">
                <a:extLst>
                  <a:ext uri="{FF2B5EF4-FFF2-40B4-BE49-F238E27FC236}">
                    <a16:creationId xmlns:a16="http://schemas.microsoft.com/office/drawing/2014/main" id="{9EAD0C1C-001B-4055-A98D-A2E7A46B6584}"/>
                  </a:ext>
                </a:extLst>
              </p:cNvPr>
              <p:cNvCxnSpPr/>
              <p:nvPr/>
            </p:nvCxnSpPr>
            <p:spPr>
              <a:xfrm>
                <a:off x="3009170" y="5393722"/>
                <a:ext cx="88528" cy="3091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直接连接符 319">
                <a:extLst>
                  <a:ext uri="{FF2B5EF4-FFF2-40B4-BE49-F238E27FC236}">
                    <a16:creationId xmlns:a16="http://schemas.microsoft.com/office/drawing/2014/main" id="{6EC30106-D8D5-43E7-B4CC-183BD046881D}"/>
                  </a:ext>
                </a:extLst>
              </p:cNvPr>
              <p:cNvCxnSpPr/>
              <p:nvPr/>
            </p:nvCxnSpPr>
            <p:spPr>
              <a:xfrm>
                <a:off x="3009170" y="5393722"/>
                <a:ext cx="90566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直接连接符 320">
                <a:extLst>
                  <a:ext uri="{FF2B5EF4-FFF2-40B4-BE49-F238E27FC236}">
                    <a16:creationId xmlns:a16="http://schemas.microsoft.com/office/drawing/2014/main" id="{8B1CA148-98E5-416A-BFE6-CBA04FF9C621}"/>
                  </a:ext>
                </a:extLst>
              </p:cNvPr>
              <p:cNvCxnSpPr/>
              <p:nvPr/>
            </p:nvCxnSpPr>
            <p:spPr>
              <a:xfrm>
                <a:off x="3914833" y="5391511"/>
                <a:ext cx="259738" cy="31136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直接连接符 321">
                <a:extLst>
                  <a:ext uri="{FF2B5EF4-FFF2-40B4-BE49-F238E27FC236}">
                    <a16:creationId xmlns:a16="http://schemas.microsoft.com/office/drawing/2014/main" id="{C386C000-EA47-4A58-AC1B-7301077F502A}"/>
                  </a:ext>
                </a:extLst>
              </p:cNvPr>
              <p:cNvCxnSpPr/>
              <p:nvPr/>
            </p:nvCxnSpPr>
            <p:spPr>
              <a:xfrm>
                <a:off x="3097698" y="4766577"/>
                <a:ext cx="1068529" cy="15899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直接连接符 322">
                <a:extLst>
                  <a:ext uri="{FF2B5EF4-FFF2-40B4-BE49-F238E27FC236}">
                    <a16:creationId xmlns:a16="http://schemas.microsoft.com/office/drawing/2014/main" id="{AF70CCEC-9F1E-4457-8875-D7C92C8B79F4}"/>
                  </a:ext>
                </a:extLst>
              </p:cNvPr>
              <p:cNvCxnSpPr/>
              <p:nvPr/>
            </p:nvCxnSpPr>
            <p:spPr>
              <a:xfrm flipV="1">
                <a:off x="4166227" y="4344327"/>
                <a:ext cx="876414" cy="58124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直接连接符 323">
                <a:extLst>
                  <a:ext uri="{FF2B5EF4-FFF2-40B4-BE49-F238E27FC236}">
                    <a16:creationId xmlns:a16="http://schemas.microsoft.com/office/drawing/2014/main" id="{05D38674-1C89-4CAE-825D-F743DEEAF695}"/>
                  </a:ext>
                </a:extLst>
              </p:cNvPr>
              <p:cNvCxnSpPr/>
              <p:nvPr/>
            </p:nvCxnSpPr>
            <p:spPr>
              <a:xfrm>
                <a:off x="4166227" y="4925575"/>
                <a:ext cx="327770" cy="2020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直接连接符 324">
                <a:extLst>
                  <a:ext uri="{FF2B5EF4-FFF2-40B4-BE49-F238E27FC236}">
                    <a16:creationId xmlns:a16="http://schemas.microsoft.com/office/drawing/2014/main" id="{282220CD-BFFC-45B4-AD50-ADD47C2872B2}"/>
                  </a:ext>
                </a:extLst>
              </p:cNvPr>
              <p:cNvCxnSpPr/>
              <p:nvPr/>
            </p:nvCxnSpPr>
            <p:spPr>
              <a:xfrm flipV="1">
                <a:off x="3914834" y="4766578"/>
                <a:ext cx="1363943" cy="6283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直接连接符 325">
                <a:extLst>
                  <a:ext uri="{FF2B5EF4-FFF2-40B4-BE49-F238E27FC236}">
                    <a16:creationId xmlns:a16="http://schemas.microsoft.com/office/drawing/2014/main" id="{03B359A7-0B88-4093-B5C3-B40C36A018E7}"/>
                  </a:ext>
                </a:extLst>
              </p:cNvPr>
              <p:cNvCxnSpPr>
                <a:endCxn id="315" idx="1"/>
              </p:cNvCxnSpPr>
              <p:nvPr/>
            </p:nvCxnSpPr>
            <p:spPr>
              <a:xfrm flipV="1">
                <a:off x="5271878" y="4344326"/>
                <a:ext cx="72453" cy="42917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直接连接符 326">
                <a:extLst>
                  <a:ext uri="{FF2B5EF4-FFF2-40B4-BE49-F238E27FC236}">
                    <a16:creationId xmlns:a16="http://schemas.microsoft.com/office/drawing/2014/main" id="{1860F083-7E51-46FD-A8F1-A500895DD22F}"/>
                  </a:ext>
                </a:extLst>
              </p:cNvPr>
              <p:cNvCxnSpPr/>
              <p:nvPr/>
            </p:nvCxnSpPr>
            <p:spPr>
              <a:xfrm>
                <a:off x="5268525" y="4766573"/>
                <a:ext cx="808891" cy="4883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直接连接符 327">
                <a:extLst>
                  <a:ext uri="{FF2B5EF4-FFF2-40B4-BE49-F238E27FC236}">
                    <a16:creationId xmlns:a16="http://schemas.microsoft.com/office/drawing/2014/main" id="{12AF22CB-CA83-4548-BA7C-FF2DA5755FEB}"/>
                  </a:ext>
                </a:extLst>
              </p:cNvPr>
              <p:cNvCxnSpPr>
                <a:endCxn id="315" idx="4"/>
              </p:cNvCxnSpPr>
              <p:nvPr/>
            </p:nvCxnSpPr>
            <p:spPr>
              <a:xfrm flipH="1">
                <a:off x="5344332" y="5254924"/>
                <a:ext cx="733083" cy="44794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直接连接符 328">
                <a:extLst>
                  <a:ext uri="{FF2B5EF4-FFF2-40B4-BE49-F238E27FC236}">
                    <a16:creationId xmlns:a16="http://schemas.microsoft.com/office/drawing/2014/main" id="{EBC736DC-B5B4-43E4-84A7-C392BF80A4AE}"/>
                  </a:ext>
                </a:extLst>
              </p:cNvPr>
              <p:cNvCxnSpPr/>
              <p:nvPr/>
            </p:nvCxnSpPr>
            <p:spPr>
              <a:xfrm flipV="1">
                <a:off x="6077415" y="4346539"/>
                <a:ext cx="636299" cy="90838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直接连接符 329">
                <a:extLst>
                  <a:ext uri="{FF2B5EF4-FFF2-40B4-BE49-F238E27FC236}">
                    <a16:creationId xmlns:a16="http://schemas.microsoft.com/office/drawing/2014/main" id="{1061589F-726E-4904-B321-ACB2F361DE27}"/>
                  </a:ext>
                </a:extLst>
              </p:cNvPr>
              <p:cNvCxnSpPr/>
              <p:nvPr/>
            </p:nvCxnSpPr>
            <p:spPr>
              <a:xfrm>
                <a:off x="6405186" y="4780437"/>
                <a:ext cx="645487" cy="5013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直接连接符 330">
                <a:extLst>
                  <a:ext uri="{FF2B5EF4-FFF2-40B4-BE49-F238E27FC236}">
                    <a16:creationId xmlns:a16="http://schemas.microsoft.com/office/drawing/2014/main" id="{88FE7305-CCD9-4739-8472-1682993B755A}"/>
                  </a:ext>
                </a:extLst>
              </p:cNvPr>
              <p:cNvCxnSpPr/>
              <p:nvPr/>
            </p:nvCxnSpPr>
            <p:spPr>
              <a:xfrm flipH="1">
                <a:off x="6632795" y="5281752"/>
                <a:ext cx="417878" cy="4211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直接连接符 331">
                <a:extLst>
                  <a:ext uri="{FF2B5EF4-FFF2-40B4-BE49-F238E27FC236}">
                    <a16:creationId xmlns:a16="http://schemas.microsoft.com/office/drawing/2014/main" id="{7E062E95-2320-46F2-A65D-54140045BCB8}"/>
                  </a:ext>
                </a:extLst>
              </p:cNvPr>
              <p:cNvCxnSpPr/>
              <p:nvPr/>
            </p:nvCxnSpPr>
            <p:spPr>
              <a:xfrm flipV="1">
                <a:off x="7050674" y="5168163"/>
                <a:ext cx="685033" cy="11358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直接连接符 332">
                <a:extLst>
                  <a:ext uri="{FF2B5EF4-FFF2-40B4-BE49-F238E27FC236}">
                    <a16:creationId xmlns:a16="http://schemas.microsoft.com/office/drawing/2014/main" id="{D3E3D465-CA04-4BA1-A62B-E881971A5C7C}"/>
                  </a:ext>
                </a:extLst>
              </p:cNvPr>
              <p:cNvCxnSpPr/>
              <p:nvPr/>
            </p:nvCxnSpPr>
            <p:spPr>
              <a:xfrm flipH="1" flipV="1">
                <a:off x="7411253" y="4359320"/>
                <a:ext cx="324453" cy="80884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直接连接符 333">
                <a:extLst>
                  <a:ext uri="{FF2B5EF4-FFF2-40B4-BE49-F238E27FC236}">
                    <a16:creationId xmlns:a16="http://schemas.microsoft.com/office/drawing/2014/main" id="{7957E62E-8DC2-4E83-A715-EB94A796844A}"/>
                  </a:ext>
                </a:extLst>
              </p:cNvPr>
              <p:cNvCxnSpPr/>
              <p:nvPr/>
            </p:nvCxnSpPr>
            <p:spPr>
              <a:xfrm>
                <a:off x="7575860" y="4780437"/>
                <a:ext cx="879019" cy="612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直接连接符 334">
                <a:extLst>
                  <a:ext uri="{FF2B5EF4-FFF2-40B4-BE49-F238E27FC236}">
                    <a16:creationId xmlns:a16="http://schemas.microsoft.com/office/drawing/2014/main" id="{164F93B8-DF99-4C1E-A94F-ABC44923375D}"/>
                  </a:ext>
                </a:extLst>
              </p:cNvPr>
              <p:cNvCxnSpPr/>
              <p:nvPr/>
            </p:nvCxnSpPr>
            <p:spPr>
              <a:xfrm flipH="1">
                <a:off x="7573479" y="5168163"/>
                <a:ext cx="162228" cy="53470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直接连接符 335">
                <a:extLst>
                  <a:ext uri="{FF2B5EF4-FFF2-40B4-BE49-F238E27FC236}">
                    <a16:creationId xmlns:a16="http://schemas.microsoft.com/office/drawing/2014/main" id="{9AD6A0AE-BEC2-4512-B7C4-D0CA5F2FC718}"/>
                  </a:ext>
                </a:extLst>
              </p:cNvPr>
              <p:cNvCxnSpPr/>
              <p:nvPr/>
            </p:nvCxnSpPr>
            <p:spPr>
              <a:xfrm flipV="1">
                <a:off x="7654592" y="5354388"/>
                <a:ext cx="805272" cy="8112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1" name="直接箭头连接符 300">
              <a:extLst>
                <a:ext uri="{FF2B5EF4-FFF2-40B4-BE49-F238E27FC236}">
                  <a16:creationId xmlns:a16="http://schemas.microsoft.com/office/drawing/2014/main" id="{F97EC284-219F-482D-AF4C-90CF16FAFA46}"/>
                </a:ext>
              </a:extLst>
            </p:cNvPr>
            <p:cNvCxnSpPr/>
            <p:nvPr/>
          </p:nvCxnSpPr>
          <p:spPr>
            <a:xfrm flipV="1">
              <a:off x="7297791" y="3566793"/>
              <a:ext cx="182609" cy="23931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箭头连接符 301">
              <a:extLst>
                <a:ext uri="{FF2B5EF4-FFF2-40B4-BE49-F238E27FC236}">
                  <a16:creationId xmlns:a16="http://schemas.microsoft.com/office/drawing/2014/main" id="{2FBB3A5F-16D5-405F-A6CC-979F6584F37D}"/>
                </a:ext>
              </a:extLst>
            </p:cNvPr>
            <p:cNvCxnSpPr/>
            <p:nvPr/>
          </p:nvCxnSpPr>
          <p:spPr>
            <a:xfrm flipV="1">
              <a:off x="7291389" y="4321523"/>
              <a:ext cx="245357" cy="605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箭头连接符 302">
              <a:extLst>
                <a:ext uri="{FF2B5EF4-FFF2-40B4-BE49-F238E27FC236}">
                  <a16:creationId xmlns:a16="http://schemas.microsoft.com/office/drawing/2014/main" id="{0F9B07A8-6FC8-46A1-846C-5283BF3F7AD7}"/>
                </a:ext>
              </a:extLst>
            </p:cNvPr>
            <p:cNvCxnSpPr/>
            <p:nvPr/>
          </p:nvCxnSpPr>
          <p:spPr>
            <a:xfrm flipH="1">
              <a:off x="7704632" y="4000622"/>
              <a:ext cx="253811" cy="1302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箭头连接符 303">
              <a:extLst>
                <a:ext uri="{FF2B5EF4-FFF2-40B4-BE49-F238E27FC236}">
                  <a16:creationId xmlns:a16="http://schemas.microsoft.com/office/drawing/2014/main" id="{C67A6FC9-1904-4A90-ABAE-4675FB5D1E6D}"/>
                </a:ext>
              </a:extLst>
            </p:cNvPr>
            <p:cNvCxnSpPr/>
            <p:nvPr/>
          </p:nvCxnSpPr>
          <p:spPr>
            <a:xfrm flipH="1" flipV="1">
              <a:off x="8128874" y="3440063"/>
              <a:ext cx="171493" cy="246388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直接箭头连接符 304">
              <a:extLst>
                <a:ext uri="{FF2B5EF4-FFF2-40B4-BE49-F238E27FC236}">
                  <a16:creationId xmlns:a16="http://schemas.microsoft.com/office/drawing/2014/main" id="{DE5919BB-95C0-4645-8609-A549D8C6AD8A}"/>
                </a:ext>
              </a:extLst>
            </p:cNvPr>
            <p:cNvCxnSpPr/>
            <p:nvPr/>
          </p:nvCxnSpPr>
          <p:spPr>
            <a:xfrm flipH="1">
              <a:off x="8698422" y="4101481"/>
              <a:ext cx="176181" cy="25709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接箭头连接符 305">
              <a:extLst>
                <a:ext uri="{FF2B5EF4-FFF2-40B4-BE49-F238E27FC236}">
                  <a16:creationId xmlns:a16="http://schemas.microsoft.com/office/drawing/2014/main" id="{28F14DB2-62C5-425C-AB00-A13C1BF71868}"/>
                </a:ext>
              </a:extLst>
            </p:cNvPr>
            <p:cNvCxnSpPr/>
            <p:nvPr/>
          </p:nvCxnSpPr>
          <p:spPr>
            <a:xfrm flipH="1">
              <a:off x="7805780" y="4376398"/>
              <a:ext cx="253811" cy="1302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直接箭头连接符 306">
              <a:extLst>
                <a:ext uri="{FF2B5EF4-FFF2-40B4-BE49-F238E27FC236}">
                  <a16:creationId xmlns:a16="http://schemas.microsoft.com/office/drawing/2014/main" id="{109C786D-A4D5-4E9D-A340-C72D6CC3D5DD}"/>
                </a:ext>
              </a:extLst>
            </p:cNvPr>
            <p:cNvCxnSpPr/>
            <p:nvPr/>
          </p:nvCxnSpPr>
          <p:spPr>
            <a:xfrm flipV="1">
              <a:off x="9263998" y="3487128"/>
              <a:ext cx="182609" cy="23931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直接箭头连接符 307">
              <a:extLst>
                <a:ext uri="{FF2B5EF4-FFF2-40B4-BE49-F238E27FC236}">
                  <a16:creationId xmlns:a16="http://schemas.microsoft.com/office/drawing/2014/main" id="{3ACC61BD-577A-4E80-ACC1-03BFAB2380CF}"/>
                </a:ext>
              </a:extLst>
            </p:cNvPr>
            <p:cNvCxnSpPr/>
            <p:nvPr/>
          </p:nvCxnSpPr>
          <p:spPr>
            <a:xfrm flipH="1" flipV="1">
              <a:off x="9629344" y="4022782"/>
              <a:ext cx="4227" cy="35505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接箭头连接符 308">
              <a:extLst>
                <a:ext uri="{FF2B5EF4-FFF2-40B4-BE49-F238E27FC236}">
                  <a16:creationId xmlns:a16="http://schemas.microsoft.com/office/drawing/2014/main" id="{6098D8DC-E7BF-4E03-893C-04A253D8D967}"/>
                </a:ext>
              </a:extLst>
            </p:cNvPr>
            <p:cNvCxnSpPr/>
            <p:nvPr/>
          </p:nvCxnSpPr>
          <p:spPr>
            <a:xfrm flipH="1" flipV="1">
              <a:off x="10004014" y="3592423"/>
              <a:ext cx="171493" cy="246388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箭头连接符 309">
              <a:extLst>
                <a:ext uri="{FF2B5EF4-FFF2-40B4-BE49-F238E27FC236}">
                  <a16:creationId xmlns:a16="http://schemas.microsoft.com/office/drawing/2014/main" id="{5E5E3C23-699E-45B8-BC2B-A03B425CAFD7}"/>
                </a:ext>
              </a:extLst>
            </p:cNvPr>
            <p:cNvCxnSpPr/>
            <p:nvPr/>
          </p:nvCxnSpPr>
          <p:spPr>
            <a:xfrm>
              <a:off x="10288974" y="4124887"/>
              <a:ext cx="1162" cy="362098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接箭头连接符 310">
              <a:extLst>
                <a:ext uri="{FF2B5EF4-FFF2-40B4-BE49-F238E27FC236}">
                  <a16:creationId xmlns:a16="http://schemas.microsoft.com/office/drawing/2014/main" id="{DED20B94-4269-46B7-A1A8-CC7CA8B6DC96}"/>
                </a:ext>
              </a:extLst>
            </p:cNvPr>
            <p:cNvCxnSpPr/>
            <p:nvPr/>
          </p:nvCxnSpPr>
          <p:spPr>
            <a:xfrm flipH="1">
              <a:off x="10577162" y="3461003"/>
              <a:ext cx="176181" cy="25709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接箭头连接符 311">
              <a:extLst>
                <a:ext uri="{FF2B5EF4-FFF2-40B4-BE49-F238E27FC236}">
                  <a16:creationId xmlns:a16="http://schemas.microsoft.com/office/drawing/2014/main" id="{F77C303F-038E-4A07-95A7-80868F260DD1}"/>
                </a:ext>
              </a:extLst>
            </p:cNvPr>
            <p:cNvCxnSpPr/>
            <p:nvPr/>
          </p:nvCxnSpPr>
          <p:spPr>
            <a:xfrm>
              <a:off x="10556619" y="3872075"/>
              <a:ext cx="180852" cy="25709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直接箭头连接符 312">
              <a:extLst>
                <a:ext uri="{FF2B5EF4-FFF2-40B4-BE49-F238E27FC236}">
                  <a16:creationId xmlns:a16="http://schemas.microsoft.com/office/drawing/2014/main" id="{74BE5271-8407-4762-A6D5-0BFEFC2161E3}"/>
                </a:ext>
              </a:extLst>
            </p:cNvPr>
            <p:cNvCxnSpPr/>
            <p:nvPr/>
          </p:nvCxnSpPr>
          <p:spPr>
            <a:xfrm flipV="1">
              <a:off x="10548734" y="4397036"/>
              <a:ext cx="245357" cy="605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直接箭头连接符 313">
              <a:extLst>
                <a:ext uri="{FF2B5EF4-FFF2-40B4-BE49-F238E27FC236}">
                  <a16:creationId xmlns:a16="http://schemas.microsoft.com/office/drawing/2014/main" id="{BF802C51-01EB-4421-8125-22F5A46FB1B3}"/>
                </a:ext>
              </a:extLst>
            </p:cNvPr>
            <p:cNvCxnSpPr/>
            <p:nvPr/>
          </p:nvCxnSpPr>
          <p:spPr>
            <a:xfrm flipV="1">
              <a:off x="8624975" y="3568677"/>
              <a:ext cx="260184" cy="238814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" name="文本框 337">
            <a:extLst>
              <a:ext uri="{FF2B5EF4-FFF2-40B4-BE49-F238E27FC236}">
                <a16:creationId xmlns:a16="http://schemas.microsoft.com/office/drawing/2014/main" id="{A0216504-C6EA-4785-B758-044FBAEDE76B}"/>
              </a:ext>
            </a:extLst>
          </p:cNvPr>
          <p:cNvSpPr txBox="1"/>
          <p:nvPr/>
        </p:nvSpPr>
        <p:spPr>
          <a:xfrm>
            <a:off x="9226484" y="9887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无序排列</a:t>
            </a:r>
          </a:p>
        </p:txBody>
      </p:sp>
      <p:grpSp>
        <p:nvGrpSpPr>
          <p:cNvPr id="220" name="组合 219">
            <a:extLst>
              <a:ext uri="{FF2B5EF4-FFF2-40B4-BE49-F238E27FC236}">
                <a16:creationId xmlns:a16="http://schemas.microsoft.com/office/drawing/2014/main" id="{CBEBF751-B4FC-4BF5-9EAD-F5704E3E216A}"/>
              </a:ext>
            </a:extLst>
          </p:cNvPr>
          <p:cNvGrpSpPr/>
          <p:nvPr/>
        </p:nvGrpSpPr>
        <p:grpSpPr>
          <a:xfrm>
            <a:off x="3497099" y="4519761"/>
            <a:ext cx="3865257" cy="823452"/>
            <a:chOff x="2304584" y="2905126"/>
            <a:chExt cx="6260847" cy="1001554"/>
          </a:xfrm>
        </p:grpSpPr>
        <p:sp>
          <p:nvSpPr>
            <p:cNvPr id="221" name="任意多边形 12">
              <a:extLst>
                <a:ext uri="{FF2B5EF4-FFF2-40B4-BE49-F238E27FC236}">
                  <a16:creationId xmlns:a16="http://schemas.microsoft.com/office/drawing/2014/main" id="{627CC90E-29DE-496F-A195-FEE395671F9A}"/>
                </a:ext>
              </a:extLst>
            </p:cNvPr>
            <p:cNvSpPr/>
            <p:nvPr/>
          </p:nvSpPr>
          <p:spPr>
            <a:xfrm>
              <a:off x="3400424" y="3124201"/>
              <a:ext cx="4305298" cy="704850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" name="矩形 221">
              <a:extLst>
                <a:ext uri="{FF2B5EF4-FFF2-40B4-BE49-F238E27FC236}">
                  <a16:creationId xmlns:a16="http://schemas.microsoft.com/office/drawing/2014/main" id="{AB5BFFE1-486C-4173-A95E-693D9B6AF16C}"/>
                </a:ext>
              </a:extLst>
            </p:cNvPr>
            <p:cNvSpPr/>
            <p:nvPr/>
          </p:nvSpPr>
          <p:spPr>
            <a:xfrm>
              <a:off x="5553073" y="3124201"/>
              <a:ext cx="2152649" cy="704850"/>
            </a:xfrm>
            <a:prstGeom prst="rect">
              <a:avLst/>
            </a:prstGeom>
            <a:solidFill>
              <a:srgbClr val="85B4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3" name="任意多边形 19">
              <a:extLst>
                <a:ext uri="{FF2B5EF4-FFF2-40B4-BE49-F238E27FC236}">
                  <a16:creationId xmlns:a16="http://schemas.microsoft.com/office/drawing/2014/main" id="{AA437956-6EEE-4386-AD88-301C118E602E}"/>
                </a:ext>
              </a:extLst>
            </p:cNvPr>
            <p:cNvSpPr/>
            <p:nvPr/>
          </p:nvSpPr>
          <p:spPr>
            <a:xfrm>
              <a:off x="5337174" y="2905126"/>
              <a:ext cx="2368547" cy="219075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4" name="任意多边形 20">
              <a:extLst>
                <a:ext uri="{FF2B5EF4-FFF2-40B4-BE49-F238E27FC236}">
                  <a16:creationId xmlns:a16="http://schemas.microsoft.com/office/drawing/2014/main" id="{7787A8B2-DE5B-42EE-A6F7-5C2B4C2B43A0}"/>
                </a:ext>
              </a:extLst>
            </p:cNvPr>
            <p:cNvSpPr/>
            <p:nvPr/>
          </p:nvSpPr>
          <p:spPr>
            <a:xfrm>
              <a:off x="3184525" y="2905126"/>
              <a:ext cx="2368547" cy="219075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" name="任意多边形 26">
              <a:extLst>
                <a:ext uri="{FF2B5EF4-FFF2-40B4-BE49-F238E27FC236}">
                  <a16:creationId xmlns:a16="http://schemas.microsoft.com/office/drawing/2014/main" id="{205E70CB-203C-4235-AEA5-483E4B835BD3}"/>
                </a:ext>
              </a:extLst>
            </p:cNvPr>
            <p:cNvSpPr/>
            <p:nvPr/>
          </p:nvSpPr>
          <p:spPr>
            <a:xfrm>
              <a:off x="3184524" y="2912088"/>
              <a:ext cx="215899" cy="916963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6" name="组合 225">
              <a:extLst>
                <a:ext uri="{FF2B5EF4-FFF2-40B4-BE49-F238E27FC236}">
                  <a16:creationId xmlns:a16="http://schemas.microsoft.com/office/drawing/2014/main" id="{70DFF701-8716-472A-9543-376644604967}"/>
                </a:ext>
              </a:extLst>
            </p:cNvPr>
            <p:cNvGrpSpPr/>
            <p:nvPr/>
          </p:nvGrpSpPr>
          <p:grpSpPr>
            <a:xfrm>
              <a:off x="3616322" y="3283926"/>
              <a:ext cx="215265" cy="365760"/>
              <a:chOff x="4058285" y="3817620"/>
              <a:chExt cx="215265" cy="365760"/>
            </a:xfrm>
          </p:grpSpPr>
          <p:cxnSp>
            <p:nvCxnSpPr>
              <p:cNvPr id="236" name="直接连接符 235">
                <a:extLst>
                  <a:ext uri="{FF2B5EF4-FFF2-40B4-BE49-F238E27FC236}">
                    <a16:creationId xmlns:a16="http://schemas.microsoft.com/office/drawing/2014/main" id="{C23EEAF7-65E3-4A87-9DC1-F1F7B0A36717}"/>
                  </a:ext>
                </a:extLst>
              </p:cNvPr>
              <p:cNvCxnSpPr/>
              <p:nvPr/>
            </p:nvCxnSpPr>
            <p:spPr>
              <a:xfrm>
                <a:off x="4058285" y="3817620"/>
                <a:ext cx="0" cy="36576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直接连接符 236">
                <a:extLst>
                  <a:ext uri="{FF2B5EF4-FFF2-40B4-BE49-F238E27FC236}">
                    <a16:creationId xmlns:a16="http://schemas.microsoft.com/office/drawing/2014/main" id="{91D1A29D-808D-43B2-B1D7-F107A82ED9AD}"/>
                  </a:ext>
                </a:extLst>
              </p:cNvPr>
              <p:cNvCxnSpPr/>
              <p:nvPr/>
            </p:nvCxnSpPr>
            <p:spPr>
              <a:xfrm>
                <a:off x="4060190" y="3822065"/>
                <a:ext cx="213360" cy="35814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直接连接符 237">
                <a:extLst>
                  <a:ext uri="{FF2B5EF4-FFF2-40B4-BE49-F238E27FC236}">
                    <a16:creationId xmlns:a16="http://schemas.microsoft.com/office/drawing/2014/main" id="{4F09FC4A-5478-4BEA-8858-CB629E6B94FE}"/>
                  </a:ext>
                </a:extLst>
              </p:cNvPr>
              <p:cNvCxnSpPr/>
              <p:nvPr/>
            </p:nvCxnSpPr>
            <p:spPr>
              <a:xfrm>
                <a:off x="4273550" y="3817620"/>
                <a:ext cx="0" cy="36576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7" name="任意多边形 44">
              <a:extLst>
                <a:ext uri="{FF2B5EF4-FFF2-40B4-BE49-F238E27FC236}">
                  <a16:creationId xmlns:a16="http://schemas.microsoft.com/office/drawing/2014/main" id="{018B5BB7-21B7-4CF7-8919-87E2A7A905CA}"/>
                </a:ext>
              </a:extLst>
            </p:cNvPr>
            <p:cNvSpPr/>
            <p:nvPr/>
          </p:nvSpPr>
          <p:spPr>
            <a:xfrm>
              <a:off x="7286622" y="3285096"/>
              <a:ext cx="215265" cy="363419"/>
            </a:xfrm>
            <a:custGeom>
              <a:avLst/>
              <a:gdLst>
                <a:gd name="connsiteX0" fmla="*/ 209550 w 220116"/>
                <a:gd name="connsiteY0" fmla="*/ 61575 h 395155"/>
                <a:gd name="connsiteX1" fmla="*/ 171450 w 220116"/>
                <a:gd name="connsiteY1" fmla="*/ 7600 h 395155"/>
                <a:gd name="connsiteX2" fmla="*/ 88900 w 220116"/>
                <a:gd name="connsiteY2" fmla="*/ 4425 h 395155"/>
                <a:gd name="connsiteX3" fmla="*/ 28575 w 220116"/>
                <a:gd name="connsiteY3" fmla="*/ 45700 h 395155"/>
                <a:gd name="connsiteX4" fmla="*/ 25400 w 220116"/>
                <a:gd name="connsiteY4" fmla="*/ 140950 h 395155"/>
                <a:gd name="connsiteX5" fmla="*/ 101600 w 220116"/>
                <a:gd name="connsiteY5" fmla="*/ 185400 h 395155"/>
                <a:gd name="connsiteX6" fmla="*/ 187325 w 220116"/>
                <a:gd name="connsiteY6" fmla="*/ 226675 h 395155"/>
                <a:gd name="connsiteX7" fmla="*/ 219075 w 220116"/>
                <a:gd name="connsiteY7" fmla="*/ 283825 h 395155"/>
                <a:gd name="connsiteX8" fmla="*/ 209550 w 220116"/>
                <a:gd name="connsiteY8" fmla="*/ 369550 h 395155"/>
                <a:gd name="connsiteX9" fmla="*/ 180975 w 220116"/>
                <a:gd name="connsiteY9" fmla="*/ 388600 h 395155"/>
                <a:gd name="connsiteX10" fmla="*/ 95250 w 220116"/>
                <a:gd name="connsiteY10" fmla="*/ 394950 h 395155"/>
                <a:gd name="connsiteX11" fmla="*/ 22225 w 220116"/>
                <a:gd name="connsiteY11" fmla="*/ 382250 h 395155"/>
                <a:gd name="connsiteX12" fmla="*/ 0 w 220116"/>
                <a:gd name="connsiteY12" fmla="*/ 315575 h 395155"/>
                <a:gd name="connsiteX0" fmla="*/ 209550 w 220116"/>
                <a:gd name="connsiteY0" fmla="*/ 61575 h 395325"/>
                <a:gd name="connsiteX1" fmla="*/ 171450 w 220116"/>
                <a:gd name="connsiteY1" fmla="*/ 7600 h 395325"/>
                <a:gd name="connsiteX2" fmla="*/ 88900 w 220116"/>
                <a:gd name="connsiteY2" fmla="*/ 4425 h 395325"/>
                <a:gd name="connsiteX3" fmla="*/ 28575 w 220116"/>
                <a:gd name="connsiteY3" fmla="*/ 45700 h 395325"/>
                <a:gd name="connsiteX4" fmla="*/ 25400 w 220116"/>
                <a:gd name="connsiteY4" fmla="*/ 140950 h 395325"/>
                <a:gd name="connsiteX5" fmla="*/ 101600 w 220116"/>
                <a:gd name="connsiteY5" fmla="*/ 185400 h 395325"/>
                <a:gd name="connsiteX6" fmla="*/ 187325 w 220116"/>
                <a:gd name="connsiteY6" fmla="*/ 226675 h 395325"/>
                <a:gd name="connsiteX7" fmla="*/ 219075 w 220116"/>
                <a:gd name="connsiteY7" fmla="*/ 283825 h 395325"/>
                <a:gd name="connsiteX8" fmla="*/ 209550 w 220116"/>
                <a:gd name="connsiteY8" fmla="*/ 369550 h 395325"/>
                <a:gd name="connsiteX9" fmla="*/ 180975 w 220116"/>
                <a:gd name="connsiteY9" fmla="*/ 388600 h 395325"/>
                <a:gd name="connsiteX10" fmla="*/ 95250 w 220116"/>
                <a:gd name="connsiteY10" fmla="*/ 394950 h 395325"/>
                <a:gd name="connsiteX11" fmla="*/ 28575 w 220116"/>
                <a:gd name="connsiteY11" fmla="*/ 379075 h 395325"/>
                <a:gd name="connsiteX12" fmla="*/ 0 w 220116"/>
                <a:gd name="connsiteY12" fmla="*/ 315575 h 395325"/>
                <a:gd name="connsiteX0" fmla="*/ 209550 w 223457"/>
                <a:gd name="connsiteY0" fmla="*/ 61575 h 394950"/>
                <a:gd name="connsiteX1" fmla="*/ 171450 w 223457"/>
                <a:gd name="connsiteY1" fmla="*/ 7600 h 394950"/>
                <a:gd name="connsiteX2" fmla="*/ 88900 w 223457"/>
                <a:gd name="connsiteY2" fmla="*/ 4425 h 394950"/>
                <a:gd name="connsiteX3" fmla="*/ 28575 w 223457"/>
                <a:gd name="connsiteY3" fmla="*/ 45700 h 394950"/>
                <a:gd name="connsiteX4" fmla="*/ 25400 w 223457"/>
                <a:gd name="connsiteY4" fmla="*/ 140950 h 394950"/>
                <a:gd name="connsiteX5" fmla="*/ 101600 w 223457"/>
                <a:gd name="connsiteY5" fmla="*/ 185400 h 394950"/>
                <a:gd name="connsiteX6" fmla="*/ 187325 w 223457"/>
                <a:gd name="connsiteY6" fmla="*/ 226675 h 394950"/>
                <a:gd name="connsiteX7" fmla="*/ 219075 w 223457"/>
                <a:gd name="connsiteY7" fmla="*/ 283825 h 394950"/>
                <a:gd name="connsiteX8" fmla="*/ 209550 w 223457"/>
                <a:gd name="connsiteY8" fmla="*/ 369550 h 394950"/>
                <a:gd name="connsiteX9" fmla="*/ 95250 w 223457"/>
                <a:gd name="connsiteY9" fmla="*/ 394950 h 394950"/>
                <a:gd name="connsiteX10" fmla="*/ 28575 w 223457"/>
                <a:gd name="connsiteY10" fmla="*/ 379075 h 394950"/>
                <a:gd name="connsiteX11" fmla="*/ 0 w 223457"/>
                <a:gd name="connsiteY11" fmla="*/ 315575 h 394950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351"/>
                <a:gd name="connsiteY0" fmla="*/ 61575 h 398447"/>
                <a:gd name="connsiteX1" fmla="*/ 171450 w 219351"/>
                <a:gd name="connsiteY1" fmla="*/ 7600 h 398447"/>
                <a:gd name="connsiteX2" fmla="*/ 88900 w 219351"/>
                <a:gd name="connsiteY2" fmla="*/ 4425 h 398447"/>
                <a:gd name="connsiteX3" fmla="*/ 28575 w 219351"/>
                <a:gd name="connsiteY3" fmla="*/ 45700 h 398447"/>
                <a:gd name="connsiteX4" fmla="*/ 25400 w 219351"/>
                <a:gd name="connsiteY4" fmla="*/ 140950 h 398447"/>
                <a:gd name="connsiteX5" fmla="*/ 101600 w 219351"/>
                <a:gd name="connsiteY5" fmla="*/ 185400 h 398447"/>
                <a:gd name="connsiteX6" fmla="*/ 187325 w 219351"/>
                <a:gd name="connsiteY6" fmla="*/ 226675 h 398447"/>
                <a:gd name="connsiteX7" fmla="*/ 219075 w 219351"/>
                <a:gd name="connsiteY7" fmla="*/ 283825 h 398447"/>
                <a:gd name="connsiteX8" fmla="*/ 197643 w 219351"/>
                <a:gd name="connsiteY8" fmla="*/ 367168 h 398447"/>
                <a:gd name="connsiteX9" fmla="*/ 117475 w 219351"/>
                <a:gd name="connsiteY9" fmla="*/ 398125 h 398447"/>
                <a:gd name="connsiteX10" fmla="*/ 28575 w 219351"/>
                <a:gd name="connsiteY10" fmla="*/ 379075 h 398447"/>
                <a:gd name="connsiteX11" fmla="*/ 0 w 219351"/>
                <a:gd name="connsiteY11" fmla="*/ 315575 h 398447"/>
                <a:gd name="connsiteX0" fmla="*/ 209550 w 217049"/>
                <a:gd name="connsiteY0" fmla="*/ 61575 h 398447"/>
                <a:gd name="connsiteX1" fmla="*/ 171450 w 217049"/>
                <a:gd name="connsiteY1" fmla="*/ 7600 h 398447"/>
                <a:gd name="connsiteX2" fmla="*/ 88900 w 217049"/>
                <a:gd name="connsiteY2" fmla="*/ 4425 h 398447"/>
                <a:gd name="connsiteX3" fmla="*/ 28575 w 217049"/>
                <a:gd name="connsiteY3" fmla="*/ 45700 h 398447"/>
                <a:gd name="connsiteX4" fmla="*/ 25400 w 217049"/>
                <a:gd name="connsiteY4" fmla="*/ 140950 h 398447"/>
                <a:gd name="connsiteX5" fmla="*/ 101600 w 217049"/>
                <a:gd name="connsiteY5" fmla="*/ 185400 h 398447"/>
                <a:gd name="connsiteX6" fmla="*/ 187325 w 217049"/>
                <a:gd name="connsiteY6" fmla="*/ 226675 h 398447"/>
                <a:gd name="connsiteX7" fmla="*/ 216694 w 217049"/>
                <a:gd name="connsiteY7" fmla="*/ 283825 h 398447"/>
                <a:gd name="connsiteX8" fmla="*/ 197643 w 217049"/>
                <a:gd name="connsiteY8" fmla="*/ 367168 h 398447"/>
                <a:gd name="connsiteX9" fmla="*/ 117475 w 217049"/>
                <a:gd name="connsiteY9" fmla="*/ 398125 h 398447"/>
                <a:gd name="connsiteX10" fmla="*/ 28575 w 217049"/>
                <a:gd name="connsiteY10" fmla="*/ 379075 h 398447"/>
                <a:gd name="connsiteX11" fmla="*/ 0 w 217049"/>
                <a:gd name="connsiteY11" fmla="*/ 315575 h 398447"/>
                <a:gd name="connsiteX0" fmla="*/ 209550 w 217049"/>
                <a:gd name="connsiteY0" fmla="*/ 61575 h 399559"/>
                <a:gd name="connsiteX1" fmla="*/ 171450 w 217049"/>
                <a:gd name="connsiteY1" fmla="*/ 7600 h 399559"/>
                <a:gd name="connsiteX2" fmla="*/ 88900 w 217049"/>
                <a:gd name="connsiteY2" fmla="*/ 4425 h 399559"/>
                <a:gd name="connsiteX3" fmla="*/ 28575 w 217049"/>
                <a:gd name="connsiteY3" fmla="*/ 45700 h 399559"/>
                <a:gd name="connsiteX4" fmla="*/ 25400 w 217049"/>
                <a:gd name="connsiteY4" fmla="*/ 140950 h 399559"/>
                <a:gd name="connsiteX5" fmla="*/ 101600 w 217049"/>
                <a:gd name="connsiteY5" fmla="*/ 185400 h 399559"/>
                <a:gd name="connsiteX6" fmla="*/ 187325 w 217049"/>
                <a:gd name="connsiteY6" fmla="*/ 226675 h 399559"/>
                <a:gd name="connsiteX7" fmla="*/ 216694 w 217049"/>
                <a:gd name="connsiteY7" fmla="*/ 283825 h 399559"/>
                <a:gd name="connsiteX8" fmla="*/ 197643 w 217049"/>
                <a:gd name="connsiteY8" fmla="*/ 367168 h 399559"/>
                <a:gd name="connsiteX9" fmla="*/ 117475 w 217049"/>
                <a:gd name="connsiteY9" fmla="*/ 398125 h 399559"/>
                <a:gd name="connsiteX10" fmla="*/ 40481 w 217049"/>
                <a:gd name="connsiteY10" fmla="*/ 386218 h 399559"/>
                <a:gd name="connsiteX11" fmla="*/ 0 w 217049"/>
                <a:gd name="connsiteY11" fmla="*/ 315575 h 399559"/>
                <a:gd name="connsiteX0" fmla="*/ 195263 w 202762"/>
                <a:gd name="connsiteY0" fmla="*/ 61575 h 399493"/>
                <a:gd name="connsiteX1" fmla="*/ 157163 w 202762"/>
                <a:gd name="connsiteY1" fmla="*/ 7600 h 399493"/>
                <a:gd name="connsiteX2" fmla="*/ 74613 w 202762"/>
                <a:gd name="connsiteY2" fmla="*/ 4425 h 399493"/>
                <a:gd name="connsiteX3" fmla="*/ 14288 w 202762"/>
                <a:gd name="connsiteY3" fmla="*/ 45700 h 399493"/>
                <a:gd name="connsiteX4" fmla="*/ 11113 w 202762"/>
                <a:gd name="connsiteY4" fmla="*/ 140950 h 399493"/>
                <a:gd name="connsiteX5" fmla="*/ 87313 w 202762"/>
                <a:gd name="connsiteY5" fmla="*/ 185400 h 399493"/>
                <a:gd name="connsiteX6" fmla="*/ 173038 w 202762"/>
                <a:gd name="connsiteY6" fmla="*/ 226675 h 399493"/>
                <a:gd name="connsiteX7" fmla="*/ 202407 w 202762"/>
                <a:gd name="connsiteY7" fmla="*/ 283825 h 399493"/>
                <a:gd name="connsiteX8" fmla="*/ 183356 w 202762"/>
                <a:gd name="connsiteY8" fmla="*/ 367168 h 399493"/>
                <a:gd name="connsiteX9" fmla="*/ 103188 w 202762"/>
                <a:gd name="connsiteY9" fmla="*/ 398125 h 399493"/>
                <a:gd name="connsiteX10" fmla="*/ 26194 w 202762"/>
                <a:gd name="connsiteY10" fmla="*/ 386218 h 399493"/>
                <a:gd name="connsiteX11" fmla="*/ 0 w 202762"/>
                <a:gd name="connsiteY11" fmla="*/ 317956 h 399493"/>
                <a:gd name="connsiteX0" fmla="*/ 191348 w 198847"/>
                <a:gd name="connsiteY0" fmla="*/ 61575 h 399493"/>
                <a:gd name="connsiteX1" fmla="*/ 153248 w 198847"/>
                <a:gd name="connsiteY1" fmla="*/ 7600 h 399493"/>
                <a:gd name="connsiteX2" fmla="*/ 70698 w 198847"/>
                <a:gd name="connsiteY2" fmla="*/ 4425 h 399493"/>
                <a:gd name="connsiteX3" fmla="*/ 10373 w 198847"/>
                <a:gd name="connsiteY3" fmla="*/ 45700 h 399493"/>
                <a:gd name="connsiteX4" fmla="*/ 7198 w 198847"/>
                <a:gd name="connsiteY4" fmla="*/ 140950 h 399493"/>
                <a:gd name="connsiteX5" fmla="*/ 83398 w 198847"/>
                <a:gd name="connsiteY5" fmla="*/ 185400 h 399493"/>
                <a:gd name="connsiteX6" fmla="*/ 169123 w 198847"/>
                <a:gd name="connsiteY6" fmla="*/ 226675 h 399493"/>
                <a:gd name="connsiteX7" fmla="*/ 198492 w 198847"/>
                <a:gd name="connsiteY7" fmla="*/ 283825 h 399493"/>
                <a:gd name="connsiteX8" fmla="*/ 179441 w 198847"/>
                <a:gd name="connsiteY8" fmla="*/ 367168 h 399493"/>
                <a:gd name="connsiteX9" fmla="*/ 99273 w 198847"/>
                <a:gd name="connsiteY9" fmla="*/ 398125 h 399493"/>
                <a:gd name="connsiteX10" fmla="*/ 22279 w 198847"/>
                <a:gd name="connsiteY10" fmla="*/ 386218 h 399493"/>
                <a:gd name="connsiteX11" fmla="*/ 3229 w 198847"/>
                <a:gd name="connsiteY11" fmla="*/ 317956 h 399493"/>
                <a:gd name="connsiteX0" fmla="*/ 191348 w 198847"/>
                <a:gd name="connsiteY0" fmla="*/ 61575 h 400217"/>
                <a:gd name="connsiteX1" fmla="*/ 153248 w 198847"/>
                <a:gd name="connsiteY1" fmla="*/ 7600 h 400217"/>
                <a:gd name="connsiteX2" fmla="*/ 70698 w 198847"/>
                <a:gd name="connsiteY2" fmla="*/ 4425 h 400217"/>
                <a:gd name="connsiteX3" fmla="*/ 10373 w 198847"/>
                <a:gd name="connsiteY3" fmla="*/ 45700 h 400217"/>
                <a:gd name="connsiteX4" fmla="*/ 7198 w 198847"/>
                <a:gd name="connsiteY4" fmla="*/ 140950 h 400217"/>
                <a:gd name="connsiteX5" fmla="*/ 83398 w 198847"/>
                <a:gd name="connsiteY5" fmla="*/ 185400 h 400217"/>
                <a:gd name="connsiteX6" fmla="*/ 169123 w 198847"/>
                <a:gd name="connsiteY6" fmla="*/ 226675 h 400217"/>
                <a:gd name="connsiteX7" fmla="*/ 198492 w 198847"/>
                <a:gd name="connsiteY7" fmla="*/ 283825 h 400217"/>
                <a:gd name="connsiteX8" fmla="*/ 179441 w 198847"/>
                <a:gd name="connsiteY8" fmla="*/ 367168 h 400217"/>
                <a:gd name="connsiteX9" fmla="*/ 99273 w 198847"/>
                <a:gd name="connsiteY9" fmla="*/ 398125 h 400217"/>
                <a:gd name="connsiteX10" fmla="*/ 31804 w 198847"/>
                <a:gd name="connsiteY10" fmla="*/ 388599 h 400217"/>
                <a:gd name="connsiteX11" fmla="*/ 3229 w 198847"/>
                <a:gd name="connsiteY11" fmla="*/ 317956 h 400217"/>
                <a:gd name="connsiteX0" fmla="*/ 191348 w 198847"/>
                <a:gd name="connsiteY0" fmla="*/ 61575 h 400745"/>
                <a:gd name="connsiteX1" fmla="*/ 153248 w 198847"/>
                <a:gd name="connsiteY1" fmla="*/ 7600 h 400745"/>
                <a:gd name="connsiteX2" fmla="*/ 70698 w 198847"/>
                <a:gd name="connsiteY2" fmla="*/ 4425 h 400745"/>
                <a:gd name="connsiteX3" fmla="*/ 10373 w 198847"/>
                <a:gd name="connsiteY3" fmla="*/ 45700 h 400745"/>
                <a:gd name="connsiteX4" fmla="*/ 7198 w 198847"/>
                <a:gd name="connsiteY4" fmla="*/ 140950 h 400745"/>
                <a:gd name="connsiteX5" fmla="*/ 83398 w 198847"/>
                <a:gd name="connsiteY5" fmla="*/ 185400 h 400745"/>
                <a:gd name="connsiteX6" fmla="*/ 169123 w 198847"/>
                <a:gd name="connsiteY6" fmla="*/ 226675 h 400745"/>
                <a:gd name="connsiteX7" fmla="*/ 198492 w 198847"/>
                <a:gd name="connsiteY7" fmla="*/ 283825 h 400745"/>
                <a:gd name="connsiteX8" fmla="*/ 179441 w 198847"/>
                <a:gd name="connsiteY8" fmla="*/ 360025 h 400745"/>
                <a:gd name="connsiteX9" fmla="*/ 99273 w 198847"/>
                <a:gd name="connsiteY9" fmla="*/ 398125 h 400745"/>
                <a:gd name="connsiteX10" fmla="*/ 31804 w 198847"/>
                <a:gd name="connsiteY10" fmla="*/ 388599 h 400745"/>
                <a:gd name="connsiteX11" fmla="*/ 3229 w 198847"/>
                <a:gd name="connsiteY11" fmla="*/ 317956 h 400745"/>
                <a:gd name="connsiteX0" fmla="*/ 191348 w 199158"/>
                <a:gd name="connsiteY0" fmla="*/ 61575 h 400393"/>
                <a:gd name="connsiteX1" fmla="*/ 153248 w 199158"/>
                <a:gd name="connsiteY1" fmla="*/ 7600 h 400393"/>
                <a:gd name="connsiteX2" fmla="*/ 70698 w 199158"/>
                <a:gd name="connsiteY2" fmla="*/ 4425 h 400393"/>
                <a:gd name="connsiteX3" fmla="*/ 10373 w 199158"/>
                <a:gd name="connsiteY3" fmla="*/ 45700 h 400393"/>
                <a:gd name="connsiteX4" fmla="*/ 7198 w 199158"/>
                <a:gd name="connsiteY4" fmla="*/ 140950 h 400393"/>
                <a:gd name="connsiteX5" fmla="*/ 83398 w 199158"/>
                <a:gd name="connsiteY5" fmla="*/ 185400 h 400393"/>
                <a:gd name="connsiteX6" fmla="*/ 169123 w 199158"/>
                <a:gd name="connsiteY6" fmla="*/ 226675 h 400393"/>
                <a:gd name="connsiteX7" fmla="*/ 198492 w 199158"/>
                <a:gd name="connsiteY7" fmla="*/ 283825 h 400393"/>
                <a:gd name="connsiteX8" fmla="*/ 181822 w 199158"/>
                <a:gd name="connsiteY8" fmla="*/ 364788 h 400393"/>
                <a:gd name="connsiteX9" fmla="*/ 99273 w 199158"/>
                <a:gd name="connsiteY9" fmla="*/ 398125 h 400393"/>
                <a:gd name="connsiteX10" fmla="*/ 31804 w 199158"/>
                <a:gd name="connsiteY10" fmla="*/ 388599 h 400393"/>
                <a:gd name="connsiteX11" fmla="*/ 3229 w 199158"/>
                <a:gd name="connsiteY11" fmla="*/ 317956 h 400393"/>
                <a:gd name="connsiteX0" fmla="*/ 191348 w 199158"/>
                <a:gd name="connsiteY0" fmla="*/ 61575 h 398784"/>
                <a:gd name="connsiteX1" fmla="*/ 153248 w 199158"/>
                <a:gd name="connsiteY1" fmla="*/ 7600 h 398784"/>
                <a:gd name="connsiteX2" fmla="*/ 70698 w 199158"/>
                <a:gd name="connsiteY2" fmla="*/ 4425 h 398784"/>
                <a:gd name="connsiteX3" fmla="*/ 10373 w 199158"/>
                <a:gd name="connsiteY3" fmla="*/ 45700 h 398784"/>
                <a:gd name="connsiteX4" fmla="*/ 7198 w 199158"/>
                <a:gd name="connsiteY4" fmla="*/ 140950 h 398784"/>
                <a:gd name="connsiteX5" fmla="*/ 83398 w 199158"/>
                <a:gd name="connsiteY5" fmla="*/ 185400 h 398784"/>
                <a:gd name="connsiteX6" fmla="*/ 169123 w 199158"/>
                <a:gd name="connsiteY6" fmla="*/ 226675 h 398784"/>
                <a:gd name="connsiteX7" fmla="*/ 198492 w 199158"/>
                <a:gd name="connsiteY7" fmla="*/ 283825 h 398784"/>
                <a:gd name="connsiteX8" fmla="*/ 181822 w 199158"/>
                <a:gd name="connsiteY8" fmla="*/ 364788 h 398784"/>
                <a:gd name="connsiteX9" fmla="*/ 99273 w 199158"/>
                <a:gd name="connsiteY9" fmla="*/ 398125 h 398784"/>
                <a:gd name="connsiteX10" fmla="*/ 36566 w 199158"/>
                <a:gd name="connsiteY10" fmla="*/ 381456 h 398784"/>
                <a:gd name="connsiteX11" fmla="*/ 3229 w 199158"/>
                <a:gd name="connsiteY11" fmla="*/ 317956 h 398784"/>
                <a:gd name="connsiteX0" fmla="*/ 191348 w 198664"/>
                <a:gd name="connsiteY0" fmla="*/ 61575 h 398920"/>
                <a:gd name="connsiteX1" fmla="*/ 153248 w 198664"/>
                <a:gd name="connsiteY1" fmla="*/ 7600 h 398920"/>
                <a:gd name="connsiteX2" fmla="*/ 70698 w 198664"/>
                <a:gd name="connsiteY2" fmla="*/ 4425 h 398920"/>
                <a:gd name="connsiteX3" fmla="*/ 10373 w 198664"/>
                <a:gd name="connsiteY3" fmla="*/ 45700 h 398920"/>
                <a:gd name="connsiteX4" fmla="*/ 7198 w 198664"/>
                <a:gd name="connsiteY4" fmla="*/ 140950 h 398920"/>
                <a:gd name="connsiteX5" fmla="*/ 83398 w 198664"/>
                <a:gd name="connsiteY5" fmla="*/ 185400 h 398920"/>
                <a:gd name="connsiteX6" fmla="*/ 169123 w 198664"/>
                <a:gd name="connsiteY6" fmla="*/ 226675 h 398920"/>
                <a:gd name="connsiteX7" fmla="*/ 198492 w 198664"/>
                <a:gd name="connsiteY7" fmla="*/ 283825 h 398920"/>
                <a:gd name="connsiteX8" fmla="*/ 177059 w 198664"/>
                <a:gd name="connsiteY8" fmla="*/ 362406 h 398920"/>
                <a:gd name="connsiteX9" fmla="*/ 99273 w 198664"/>
                <a:gd name="connsiteY9" fmla="*/ 398125 h 398920"/>
                <a:gd name="connsiteX10" fmla="*/ 36566 w 198664"/>
                <a:gd name="connsiteY10" fmla="*/ 381456 h 398920"/>
                <a:gd name="connsiteX11" fmla="*/ 3229 w 198664"/>
                <a:gd name="connsiteY11" fmla="*/ 317956 h 398920"/>
                <a:gd name="connsiteX0" fmla="*/ 200873 w 200873"/>
                <a:gd name="connsiteY0" fmla="*/ 64090 h 399054"/>
                <a:gd name="connsiteX1" fmla="*/ 153248 w 200873"/>
                <a:gd name="connsiteY1" fmla="*/ 7734 h 399054"/>
                <a:gd name="connsiteX2" fmla="*/ 70698 w 200873"/>
                <a:gd name="connsiteY2" fmla="*/ 4559 h 399054"/>
                <a:gd name="connsiteX3" fmla="*/ 10373 w 200873"/>
                <a:gd name="connsiteY3" fmla="*/ 45834 h 399054"/>
                <a:gd name="connsiteX4" fmla="*/ 7198 w 200873"/>
                <a:gd name="connsiteY4" fmla="*/ 141084 h 399054"/>
                <a:gd name="connsiteX5" fmla="*/ 83398 w 200873"/>
                <a:gd name="connsiteY5" fmla="*/ 185534 h 399054"/>
                <a:gd name="connsiteX6" fmla="*/ 169123 w 200873"/>
                <a:gd name="connsiteY6" fmla="*/ 226809 h 399054"/>
                <a:gd name="connsiteX7" fmla="*/ 198492 w 200873"/>
                <a:gd name="connsiteY7" fmla="*/ 283959 h 399054"/>
                <a:gd name="connsiteX8" fmla="*/ 177059 w 200873"/>
                <a:gd name="connsiteY8" fmla="*/ 362540 h 399054"/>
                <a:gd name="connsiteX9" fmla="*/ 99273 w 200873"/>
                <a:gd name="connsiteY9" fmla="*/ 398259 h 399054"/>
                <a:gd name="connsiteX10" fmla="*/ 36566 w 200873"/>
                <a:gd name="connsiteY10" fmla="*/ 381590 h 399054"/>
                <a:gd name="connsiteX11" fmla="*/ 3229 w 200873"/>
                <a:gd name="connsiteY11" fmla="*/ 318090 h 399054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67534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300628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2152 h 396415"/>
                <a:gd name="connsiteX1" fmla="*/ 153248 w 200873"/>
                <a:gd name="connsiteY1" fmla="*/ 10558 h 396415"/>
                <a:gd name="connsiteX2" fmla="*/ 70698 w 200873"/>
                <a:gd name="connsiteY2" fmla="*/ 2621 h 396415"/>
                <a:gd name="connsiteX3" fmla="*/ 10373 w 200873"/>
                <a:gd name="connsiteY3" fmla="*/ 43896 h 396415"/>
                <a:gd name="connsiteX4" fmla="*/ 7198 w 200873"/>
                <a:gd name="connsiteY4" fmla="*/ 139146 h 396415"/>
                <a:gd name="connsiteX5" fmla="*/ 83398 w 200873"/>
                <a:gd name="connsiteY5" fmla="*/ 183596 h 396415"/>
                <a:gd name="connsiteX6" fmla="*/ 169123 w 200873"/>
                <a:gd name="connsiteY6" fmla="*/ 224871 h 396415"/>
                <a:gd name="connsiteX7" fmla="*/ 198492 w 200873"/>
                <a:gd name="connsiteY7" fmla="*/ 298690 h 396415"/>
                <a:gd name="connsiteX8" fmla="*/ 172297 w 200873"/>
                <a:gd name="connsiteY8" fmla="*/ 374890 h 396415"/>
                <a:gd name="connsiteX9" fmla="*/ 99273 w 200873"/>
                <a:gd name="connsiteY9" fmla="*/ 396321 h 396415"/>
                <a:gd name="connsiteX10" fmla="*/ 36566 w 200873"/>
                <a:gd name="connsiteY10" fmla="*/ 379652 h 396415"/>
                <a:gd name="connsiteX11" fmla="*/ 3229 w 200873"/>
                <a:gd name="connsiteY11" fmla="*/ 316152 h 39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873" h="396415">
                  <a:moveTo>
                    <a:pt x="200873" y="62152"/>
                  </a:moveTo>
                  <a:cubicBezTo>
                    <a:pt x="191877" y="39927"/>
                    <a:pt x="174944" y="20480"/>
                    <a:pt x="153248" y="10558"/>
                  </a:cubicBezTo>
                  <a:cubicBezTo>
                    <a:pt x="131552" y="636"/>
                    <a:pt x="94510" y="-2935"/>
                    <a:pt x="70698" y="2621"/>
                  </a:cubicBezTo>
                  <a:cubicBezTo>
                    <a:pt x="46886" y="8177"/>
                    <a:pt x="20956" y="21142"/>
                    <a:pt x="10373" y="43896"/>
                  </a:cubicBezTo>
                  <a:cubicBezTo>
                    <a:pt x="-210" y="66650"/>
                    <a:pt x="-4973" y="115863"/>
                    <a:pt x="7198" y="139146"/>
                  </a:cubicBezTo>
                  <a:cubicBezTo>
                    <a:pt x="19369" y="162429"/>
                    <a:pt x="56410" y="169309"/>
                    <a:pt x="83398" y="183596"/>
                  </a:cubicBezTo>
                  <a:cubicBezTo>
                    <a:pt x="110385" y="197884"/>
                    <a:pt x="149941" y="205689"/>
                    <a:pt x="169123" y="224871"/>
                  </a:cubicBezTo>
                  <a:cubicBezTo>
                    <a:pt x="188305" y="244053"/>
                    <a:pt x="197963" y="273687"/>
                    <a:pt x="198492" y="298690"/>
                  </a:cubicBezTo>
                  <a:cubicBezTo>
                    <a:pt x="199021" y="323693"/>
                    <a:pt x="188833" y="358618"/>
                    <a:pt x="172297" y="374890"/>
                  </a:cubicBezTo>
                  <a:cubicBezTo>
                    <a:pt x="155761" y="391162"/>
                    <a:pt x="121895" y="395527"/>
                    <a:pt x="99273" y="396321"/>
                  </a:cubicBezTo>
                  <a:cubicBezTo>
                    <a:pt x="76651" y="397115"/>
                    <a:pt x="52573" y="393014"/>
                    <a:pt x="36566" y="379652"/>
                  </a:cubicBezTo>
                  <a:cubicBezTo>
                    <a:pt x="20559" y="366291"/>
                    <a:pt x="6404" y="342875"/>
                    <a:pt x="3229" y="31615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任意多边形 106">
              <a:extLst>
                <a:ext uri="{FF2B5EF4-FFF2-40B4-BE49-F238E27FC236}">
                  <a16:creationId xmlns:a16="http://schemas.microsoft.com/office/drawing/2014/main" id="{6FF29EF8-16BE-4BD4-8FA5-A010BCE6CFCD}"/>
                </a:ext>
              </a:extLst>
            </p:cNvPr>
            <p:cNvSpPr/>
            <p:nvPr/>
          </p:nvSpPr>
          <p:spPr>
            <a:xfrm>
              <a:off x="7708900" y="3060701"/>
              <a:ext cx="774700" cy="254000"/>
            </a:xfrm>
            <a:custGeom>
              <a:avLst/>
              <a:gdLst>
                <a:gd name="connsiteX0" fmla="*/ 774700 w 774700"/>
                <a:gd name="connsiteY0" fmla="*/ 0 h 254000"/>
                <a:gd name="connsiteX1" fmla="*/ 546100 w 774700"/>
                <a:gd name="connsiteY1" fmla="*/ 1270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546100 w 774700"/>
                <a:gd name="connsiteY1" fmla="*/ 1270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546100 w 774700"/>
                <a:gd name="connsiteY1" fmla="*/ 1270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403225 w 774700"/>
                <a:gd name="connsiteY1" fmla="*/ 1651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403225 w 774700"/>
                <a:gd name="connsiteY1" fmla="*/ 1651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403225 w 774700"/>
                <a:gd name="connsiteY1" fmla="*/ 1651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403225 w 774700"/>
                <a:gd name="connsiteY1" fmla="*/ 165100 h 254000"/>
                <a:gd name="connsiteX2" fmla="*/ 0 w 774700"/>
                <a:gd name="connsiteY2" fmla="*/ 25400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4700" h="254000">
                  <a:moveTo>
                    <a:pt x="774700" y="0"/>
                  </a:moveTo>
                  <a:cubicBezTo>
                    <a:pt x="713052" y="42332"/>
                    <a:pt x="532341" y="122767"/>
                    <a:pt x="403225" y="165100"/>
                  </a:cubicBezTo>
                  <a:cubicBezTo>
                    <a:pt x="274109" y="207433"/>
                    <a:pt x="208492" y="225954"/>
                    <a:pt x="0" y="254000"/>
                  </a:cubicBezTo>
                </a:path>
              </a:pathLst>
            </a:custGeom>
            <a:noFill/>
            <a:ln w="31750">
              <a:solidFill>
                <a:srgbClr val="0087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9" name="组合 228">
              <a:extLst>
                <a:ext uri="{FF2B5EF4-FFF2-40B4-BE49-F238E27FC236}">
                  <a16:creationId xmlns:a16="http://schemas.microsoft.com/office/drawing/2014/main" id="{563900A1-4949-4E9C-9B07-48D857F0872C}"/>
                </a:ext>
              </a:extLst>
            </p:cNvPr>
            <p:cNvGrpSpPr/>
            <p:nvPr/>
          </p:nvGrpSpPr>
          <p:grpSpPr>
            <a:xfrm rot="11101716">
              <a:off x="2329241" y="3540062"/>
              <a:ext cx="982663" cy="366618"/>
              <a:chOff x="8108950" y="4662582"/>
              <a:chExt cx="982663" cy="366618"/>
            </a:xfrm>
          </p:grpSpPr>
          <p:cxnSp>
            <p:nvCxnSpPr>
              <p:cNvPr id="234" name="直接箭头连接符 233">
                <a:extLst>
                  <a:ext uri="{FF2B5EF4-FFF2-40B4-BE49-F238E27FC236}">
                    <a16:creationId xmlns:a16="http://schemas.microsoft.com/office/drawing/2014/main" id="{E0B4ECB9-A9FE-4730-B70B-85071400B7DB}"/>
                  </a:ext>
                </a:extLst>
              </p:cNvPr>
              <p:cNvCxnSpPr/>
              <p:nvPr/>
            </p:nvCxnSpPr>
            <p:spPr>
              <a:xfrm flipV="1">
                <a:off x="8879809" y="4662582"/>
                <a:ext cx="211804" cy="116413"/>
              </a:xfrm>
              <a:prstGeom prst="straightConnector1">
                <a:avLst/>
              </a:prstGeom>
              <a:ln w="31750">
                <a:solidFill>
                  <a:srgbClr val="008750"/>
                </a:solidFill>
                <a:prstDash val="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" name="任意多边形 111">
                <a:extLst>
                  <a:ext uri="{FF2B5EF4-FFF2-40B4-BE49-F238E27FC236}">
                    <a16:creationId xmlns:a16="http://schemas.microsoft.com/office/drawing/2014/main" id="{504D51A9-F92E-4763-A6E7-F2FB8A5FD200}"/>
                  </a:ext>
                </a:extLst>
              </p:cNvPr>
              <p:cNvSpPr/>
              <p:nvPr/>
            </p:nvSpPr>
            <p:spPr>
              <a:xfrm>
                <a:off x="8108950" y="4775200"/>
                <a:ext cx="774700" cy="254000"/>
              </a:xfrm>
              <a:custGeom>
                <a:avLst/>
                <a:gdLst>
                  <a:gd name="connsiteX0" fmla="*/ 774700 w 774700"/>
                  <a:gd name="connsiteY0" fmla="*/ 0 h 254000"/>
                  <a:gd name="connsiteX1" fmla="*/ 546100 w 774700"/>
                  <a:gd name="connsiteY1" fmla="*/ 1270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546100 w 774700"/>
                  <a:gd name="connsiteY1" fmla="*/ 1270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546100 w 774700"/>
                  <a:gd name="connsiteY1" fmla="*/ 1270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403225 w 774700"/>
                  <a:gd name="connsiteY1" fmla="*/ 1651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403225 w 774700"/>
                  <a:gd name="connsiteY1" fmla="*/ 1651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403225 w 774700"/>
                  <a:gd name="connsiteY1" fmla="*/ 1651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403225 w 774700"/>
                  <a:gd name="connsiteY1" fmla="*/ 165100 h 254000"/>
                  <a:gd name="connsiteX2" fmla="*/ 0 w 774700"/>
                  <a:gd name="connsiteY2" fmla="*/ 254000 h 254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74700" h="254000">
                    <a:moveTo>
                      <a:pt x="774700" y="0"/>
                    </a:moveTo>
                    <a:cubicBezTo>
                      <a:pt x="713052" y="42332"/>
                      <a:pt x="532341" y="122767"/>
                      <a:pt x="403225" y="165100"/>
                    </a:cubicBezTo>
                    <a:cubicBezTo>
                      <a:pt x="274109" y="207433"/>
                      <a:pt x="208492" y="225954"/>
                      <a:pt x="0" y="254000"/>
                    </a:cubicBezTo>
                  </a:path>
                </a:pathLst>
              </a:custGeom>
              <a:noFill/>
              <a:ln w="31750">
                <a:solidFill>
                  <a:srgbClr val="00875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30" name="任意多边形 114">
              <a:extLst>
                <a:ext uri="{FF2B5EF4-FFF2-40B4-BE49-F238E27FC236}">
                  <a16:creationId xmlns:a16="http://schemas.microsoft.com/office/drawing/2014/main" id="{9B001150-C599-4DD1-B0DD-D3607FECE237}"/>
                </a:ext>
              </a:extLst>
            </p:cNvPr>
            <p:cNvSpPr/>
            <p:nvPr/>
          </p:nvSpPr>
          <p:spPr>
            <a:xfrm>
              <a:off x="7705720" y="3571985"/>
              <a:ext cx="859711" cy="133350"/>
            </a:xfrm>
            <a:custGeom>
              <a:avLst/>
              <a:gdLst>
                <a:gd name="connsiteX0" fmla="*/ 787400 w 787400"/>
                <a:gd name="connsiteY0" fmla="*/ 133350 h 133350"/>
                <a:gd name="connsiteX1" fmla="*/ 444500 w 787400"/>
                <a:gd name="connsiteY1" fmla="*/ 5080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444500 w 787400"/>
                <a:gd name="connsiteY1" fmla="*/ 5080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419100 w 787400"/>
                <a:gd name="connsiteY1" fmla="*/ 6985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381000 w 787400"/>
                <a:gd name="connsiteY1" fmla="*/ 3175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381000 w 787400"/>
                <a:gd name="connsiteY1" fmla="*/ 3175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381000 w 787400"/>
                <a:gd name="connsiteY1" fmla="*/ 31750 h 133350"/>
                <a:gd name="connsiteX2" fmla="*/ 0 w 787400"/>
                <a:gd name="connsiteY2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7400" h="133350">
                  <a:moveTo>
                    <a:pt x="787400" y="133350"/>
                  </a:moveTo>
                  <a:cubicBezTo>
                    <a:pt x="651933" y="99483"/>
                    <a:pt x="567267" y="59267"/>
                    <a:pt x="381000" y="31750"/>
                  </a:cubicBezTo>
                  <a:cubicBezTo>
                    <a:pt x="194733" y="4233"/>
                    <a:pt x="127000" y="10583"/>
                    <a:pt x="0" y="0"/>
                  </a:cubicBezTo>
                </a:path>
              </a:pathLst>
            </a:custGeom>
            <a:noFill/>
            <a:ln w="31750">
              <a:solidFill>
                <a:srgbClr val="0087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31" name="组合 230">
              <a:extLst>
                <a:ext uri="{FF2B5EF4-FFF2-40B4-BE49-F238E27FC236}">
                  <a16:creationId xmlns:a16="http://schemas.microsoft.com/office/drawing/2014/main" id="{8549B4B3-BC00-444C-B3D4-21C7D52D7531}"/>
                </a:ext>
              </a:extLst>
            </p:cNvPr>
            <p:cNvGrpSpPr/>
            <p:nvPr/>
          </p:nvGrpSpPr>
          <p:grpSpPr>
            <a:xfrm rot="10800000">
              <a:off x="2304584" y="3060050"/>
              <a:ext cx="985843" cy="190499"/>
              <a:chOff x="8105770" y="5286485"/>
              <a:chExt cx="985843" cy="190499"/>
            </a:xfrm>
          </p:grpSpPr>
          <p:cxnSp>
            <p:nvCxnSpPr>
              <p:cNvPr id="232" name="直接箭头连接符 231">
                <a:extLst>
                  <a:ext uri="{FF2B5EF4-FFF2-40B4-BE49-F238E27FC236}">
                    <a16:creationId xmlns:a16="http://schemas.microsoft.com/office/drawing/2014/main" id="{EE8398E7-9E2A-497B-A19C-C2430BD27926}"/>
                  </a:ext>
                </a:extLst>
              </p:cNvPr>
              <p:cNvCxnSpPr/>
              <p:nvPr/>
            </p:nvCxnSpPr>
            <p:spPr>
              <a:xfrm>
                <a:off x="8954200" y="5422340"/>
                <a:ext cx="137413" cy="54644"/>
              </a:xfrm>
              <a:prstGeom prst="straightConnector1">
                <a:avLst/>
              </a:prstGeom>
              <a:ln w="31750">
                <a:solidFill>
                  <a:srgbClr val="008750"/>
                </a:solidFill>
                <a:prstDash val="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3" name="任意多边形 119">
                <a:extLst>
                  <a:ext uri="{FF2B5EF4-FFF2-40B4-BE49-F238E27FC236}">
                    <a16:creationId xmlns:a16="http://schemas.microsoft.com/office/drawing/2014/main" id="{F0693B17-66F5-4A2B-BD95-C03155E35ECD}"/>
                  </a:ext>
                </a:extLst>
              </p:cNvPr>
              <p:cNvSpPr/>
              <p:nvPr/>
            </p:nvSpPr>
            <p:spPr>
              <a:xfrm>
                <a:off x="8105770" y="5286485"/>
                <a:ext cx="859711" cy="133350"/>
              </a:xfrm>
              <a:custGeom>
                <a:avLst/>
                <a:gdLst>
                  <a:gd name="connsiteX0" fmla="*/ 787400 w 787400"/>
                  <a:gd name="connsiteY0" fmla="*/ 133350 h 133350"/>
                  <a:gd name="connsiteX1" fmla="*/ 444500 w 787400"/>
                  <a:gd name="connsiteY1" fmla="*/ 5080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444500 w 787400"/>
                  <a:gd name="connsiteY1" fmla="*/ 5080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419100 w 787400"/>
                  <a:gd name="connsiteY1" fmla="*/ 6985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381000 w 787400"/>
                  <a:gd name="connsiteY1" fmla="*/ 3175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381000 w 787400"/>
                  <a:gd name="connsiteY1" fmla="*/ 3175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381000 w 787400"/>
                  <a:gd name="connsiteY1" fmla="*/ 31750 h 133350"/>
                  <a:gd name="connsiteX2" fmla="*/ 0 w 787400"/>
                  <a:gd name="connsiteY2" fmla="*/ 0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87400" h="133350">
                    <a:moveTo>
                      <a:pt x="787400" y="133350"/>
                    </a:moveTo>
                    <a:cubicBezTo>
                      <a:pt x="651933" y="99483"/>
                      <a:pt x="567267" y="59267"/>
                      <a:pt x="381000" y="31750"/>
                    </a:cubicBezTo>
                    <a:cubicBezTo>
                      <a:pt x="194733" y="4233"/>
                      <a:pt x="127000" y="10583"/>
                      <a:pt x="0" y="0"/>
                    </a:cubicBezTo>
                  </a:path>
                </a:pathLst>
              </a:custGeom>
              <a:noFill/>
              <a:ln w="31750">
                <a:solidFill>
                  <a:srgbClr val="00875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39" name="组合 238">
            <a:extLst>
              <a:ext uri="{FF2B5EF4-FFF2-40B4-BE49-F238E27FC236}">
                <a16:creationId xmlns:a16="http://schemas.microsoft.com/office/drawing/2014/main" id="{BB0AA77E-055A-44CD-AF6D-22428588E6B3}"/>
              </a:ext>
            </a:extLst>
          </p:cNvPr>
          <p:cNvGrpSpPr/>
          <p:nvPr/>
        </p:nvGrpSpPr>
        <p:grpSpPr>
          <a:xfrm rot="10800000">
            <a:off x="4469137" y="4589187"/>
            <a:ext cx="204207" cy="182532"/>
            <a:chOff x="10293350" y="4991100"/>
            <a:chExt cx="454660" cy="406400"/>
          </a:xfrm>
        </p:grpSpPr>
        <p:sp>
          <p:nvSpPr>
            <p:cNvPr id="240" name="椭圆 239">
              <a:extLst>
                <a:ext uri="{FF2B5EF4-FFF2-40B4-BE49-F238E27FC236}">
                  <a16:creationId xmlns:a16="http://schemas.microsoft.com/office/drawing/2014/main" id="{9345FC2F-C29D-45EF-9CB6-ED3713AB7949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1" name="直接箭头连接符 240">
              <a:extLst>
                <a:ext uri="{FF2B5EF4-FFF2-40B4-BE49-F238E27FC236}">
                  <a16:creationId xmlns:a16="http://schemas.microsoft.com/office/drawing/2014/main" id="{724C2E18-80B4-4E94-9D2A-F97590C3DD01}"/>
                </a:ext>
              </a:extLst>
            </p:cNvPr>
            <p:cNvCxnSpPr>
              <a:stCxn id="240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箭头连接符 241">
              <a:extLst>
                <a:ext uri="{FF2B5EF4-FFF2-40B4-BE49-F238E27FC236}">
                  <a16:creationId xmlns:a16="http://schemas.microsoft.com/office/drawing/2014/main" id="{97CED829-0582-47B9-ABE5-C9A7F9BEC4BD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组合 242">
            <a:extLst>
              <a:ext uri="{FF2B5EF4-FFF2-40B4-BE49-F238E27FC236}">
                <a16:creationId xmlns:a16="http://schemas.microsoft.com/office/drawing/2014/main" id="{DFD42E2B-89FD-4089-81B8-92C4CE2F009B}"/>
              </a:ext>
            </a:extLst>
          </p:cNvPr>
          <p:cNvGrpSpPr/>
          <p:nvPr/>
        </p:nvGrpSpPr>
        <p:grpSpPr>
          <a:xfrm rot="10800000">
            <a:off x="4469137" y="4803984"/>
            <a:ext cx="204207" cy="182532"/>
            <a:chOff x="10293350" y="4991100"/>
            <a:chExt cx="454660" cy="406400"/>
          </a:xfrm>
        </p:grpSpPr>
        <p:sp>
          <p:nvSpPr>
            <p:cNvPr id="244" name="椭圆 243">
              <a:extLst>
                <a:ext uri="{FF2B5EF4-FFF2-40B4-BE49-F238E27FC236}">
                  <a16:creationId xmlns:a16="http://schemas.microsoft.com/office/drawing/2014/main" id="{05FC2D4B-D42C-44C0-BA37-32CA02DFB804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5" name="直接箭头连接符 244">
              <a:extLst>
                <a:ext uri="{FF2B5EF4-FFF2-40B4-BE49-F238E27FC236}">
                  <a16:creationId xmlns:a16="http://schemas.microsoft.com/office/drawing/2014/main" id="{226BF838-11FB-4CFE-B53F-AFEBF0E2C8CE}"/>
                </a:ext>
              </a:extLst>
            </p:cNvPr>
            <p:cNvCxnSpPr>
              <a:stCxn id="244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箭头连接符 245">
              <a:extLst>
                <a:ext uri="{FF2B5EF4-FFF2-40B4-BE49-F238E27FC236}">
                  <a16:creationId xmlns:a16="http://schemas.microsoft.com/office/drawing/2014/main" id="{5E5D94ED-9764-4C8C-A10D-DE9BB0AB7CE9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组合 246">
            <a:extLst>
              <a:ext uri="{FF2B5EF4-FFF2-40B4-BE49-F238E27FC236}">
                <a16:creationId xmlns:a16="http://schemas.microsoft.com/office/drawing/2014/main" id="{D4319809-C68C-4786-A56B-4836DEBFC82E}"/>
              </a:ext>
            </a:extLst>
          </p:cNvPr>
          <p:cNvGrpSpPr/>
          <p:nvPr/>
        </p:nvGrpSpPr>
        <p:grpSpPr>
          <a:xfrm rot="10800000">
            <a:off x="4465650" y="5018780"/>
            <a:ext cx="204207" cy="182532"/>
            <a:chOff x="10293350" y="4991100"/>
            <a:chExt cx="454660" cy="406400"/>
          </a:xfrm>
        </p:grpSpPr>
        <p:sp>
          <p:nvSpPr>
            <p:cNvPr id="248" name="椭圆 247">
              <a:extLst>
                <a:ext uri="{FF2B5EF4-FFF2-40B4-BE49-F238E27FC236}">
                  <a16:creationId xmlns:a16="http://schemas.microsoft.com/office/drawing/2014/main" id="{B91873A9-617E-40A3-8823-6D95AF10AF8A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9" name="直接箭头连接符 248">
              <a:extLst>
                <a:ext uri="{FF2B5EF4-FFF2-40B4-BE49-F238E27FC236}">
                  <a16:creationId xmlns:a16="http://schemas.microsoft.com/office/drawing/2014/main" id="{0431DA7D-375B-4ECE-80EB-DF54A68E785B}"/>
                </a:ext>
              </a:extLst>
            </p:cNvPr>
            <p:cNvCxnSpPr>
              <a:stCxn id="248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箭头连接符 249">
              <a:extLst>
                <a:ext uri="{FF2B5EF4-FFF2-40B4-BE49-F238E27FC236}">
                  <a16:creationId xmlns:a16="http://schemas.microsoft.com/office/drawing/2014/main" id="{78C79788-FB29-4A79-9AAA-5900298C5342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组合 250">
            <a:extLst>
              <a:ext uri="{FF2B5EF4-FFF2-40B4-BE49-F238E27FC236}">
                <a16:creationId xmlns:a16="http://schemas.microsoft.com/office/drawing/2014/main" id="{8FFEBB0B-5C39-486C-AB1B-64B72F339E9A}"/>
              </a:ext>
            </a:extLst>
          </p:cNvPr>
          <p:cNvGrpSpPr/>
          <p:nvPr/>
        </p:nvGrpSpPr>
        <p:grpSpPr>
          <a:xfrm rot="10800000">
            <a:off x="4719381" y="4589187"/>
            <a:ext cx="204207" cy="182532"/>
            <a:chOff x="10293350" y="4991100"/>
            <a:chExt cx="454660" cy="406400"/>
          </a:xfrm>
        </p:grpSpPr>
        <p:sp>
          <p:nvSpPr>
            <p:cNvPr id="252" name="椭圆 251">
              <a:extLst>
                <a:ext uri="{FF2B5EF4-FFF2-40B4-BE49-F238E27FC236}">
                  <a16:creationId xmlns:a16="http://schemas.microsoft.com/office/drawing/2014/main" id="{BD7B1E68-1DB7-4A29-B6D6-7792EC29EE71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3" name="直接箭头连接符 252">
              <a:extLst>
                <a:ext uri="{FF2B5EF4-FFF2-40B4-BE49-F238E27FC236}">
                  <a16:creationId xmlns:a16="http://schemas.microsoft.com/office/drawing/2014/main" id="{5519AB3E-4138-4F90-9C78-840AA0FF5888}"/>
                </a:ext>
              </a:extLst>
            </p:cNvPr>
            <p:cNvCxnSpPr>
              <a:stCxn id="252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箭头连接符 253">
              <a:extLst>
                <a:ext uri="{FF2B5EF4-FFF2-40B4-BE49-F238E27FC236}">
                  <a16:creationId xmlns:a16="http://schemas.microsoft.com/office/drawing/2014/main" id="{D56ED698-B526-491E-AFE7-FB33012B9553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5" name="组合 254">
            <a:extLst>
              <a:ext uri="{FF2B5EF4-FFF2-40B4-BE49-F238E27FC236}">
                <a16:creationId xmlns:a16="http://schemas.microsoft.com/office/drawing/2014/main" id="{0F397BAC-9AB8-452C-8E76-ACD16056A620}"/>
              </a:ext>
            </a:extLst>
          </p:cNvPr>
          <p:cNvGrpSpPr/>
          <p:nvPr/>
        </p:nvGrpSpPr>
        <p:grpSpPr>
          <a:xfrm rot="10800000">
            <a:off x="4719381" y="4803984"/>
            <a:ext cx="204207" cy="182532"/>
            <a:chOff x="10293350" y="4991100"/>
            <a:chExt cx="454660" cy="406400"/>
          </a:xfrm>
        </p:grpSpPr>
        <p:sp>
          <p:nvSpPr>
            <p:cNvPr id="256" name="椭圆 255">
              <a:extLst>
                <a:ext uri="{FF2B5EF4-FFF2-40B4-BE49-F238E27FC236}">
                  <a16:creationId xmlns:a16="http://schemas.microsoft.com/office/drawing/2014/main" id="{F4C00EF6-E01D-488A-BD81-18C6C02AA528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7" name="直接箭头连接符 256">
              <a:extLst>
                <a:ext uri="{FF2B5EF4-FFF2-40B4-BE49-F238E27FC236}">
                  <a16:creationId xmlns:a16="http://schemas.microsoft.com/office/drawing/2014/main" id="{177C7A9B-9696-4A5A-B8C2-0502519B007D}"/>
                </a:ext>
              </a:extLst>
            </p:cNvPr>
            <p:cNvCxnSpPr>
              <a:stCxn id="256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箭头连接符 257">
              <a:extLst>
                <a:ext uri="{FF2B5EF4-FFF2-40B4-BE49-F238E27FC236}">
                  <a16:creationId xmlns:a16="http://schemas.microsoft.com/office/drawing/2014/main" id="{494AC58B-0872-46C0-A731-6282451F6B3D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9" name="组合 258">
            <a:extLst>
              <a:ext uri="{FF2B5EF4-FFF2-40B4-BE49-F238E27FC236}">
                <a16:creationId xmlns:a16="http://schemas.microsoft.com/office/drawing/2014/main" id="{398CD092-C2F4-4024-B10B-DAF651C85AF2}"/>
              </a:ext>
            </a:extLst>
          </p:cNvPr>
          <p:cNvGrpSpPr/>
          <p:nvPr/>
        </p:nvGrpSpPr>
        <p:grpSpPr>
          <a:xfrm rot="10800000">
            <a:off x="4715894" y="5018780"/>
            <a:ext cx="204207" cy="182532"/>
            <a:chOff x="10293350" y="4991100"/>
            <a:chExt cx="454660" cy="406400"/>
          </a:xfrm>
        </p:grpSpPr>
        <p:sp>
          <p:nvSpPr>
            <p:cNvPr id="260" name="椭圆 259">
              <a:extLst>
                <a:ext uri="{FF2B5EF4-FFF2-40B4-BE49-F238E27FC236}">
                  <a16:creationId xmlns:a16="http://schemas.microsoft.com/office/drawing/2014/main" id="{F4C77F44-7BE2-4E69-94D2-0CA940F1A104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1" name="直接箭头连接符 260">
              <a:extLst>
                <a:ext uri="{FF2B5EF4-FFF2-40B4-BE49-F238E27FC236}">
                  <a16:creationId xmlns:a16="http://schemas.microsoft.com/office/drawing/2014/main" id="{F062FAA7-AB0C-4863-9992-597606A436A8}"/>
                </a:ext>
              </a:extLst>
            </p:cNvPr>
            <p:cNvCxnSpPr>
              <a:stCxn id="260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箭头连接符 261">
              <a:extLst>
                <a:ext uri="{FF2B5EF4-FFF2-40B4-BE49-F238E27FC236}">
                  <a16:creationId xmlns:a16="http://schemas.microsoft.com/office/drawing/2014/main" id="{9122A75D-E94D-4600-8B3F-EFE0C74026BE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3" name="组合 262">
            <a:extLst>
              <a:ext uri="{FF2B5EF4-FFF2-40B4-BE49-F238E27FC236}">
                <a16:creationId xmlns:a16="http://schemas.microsoft.com/office/drawing/2014/main" id="{A14E1C63-BBB0-4607-906F-232D9042B653}"/>
              </a:ext>
            </a:extLst>
          </p:cNvPr>
          <p:cNvGrpSpPr/>
          <p:nvPr/>
        </p:nvGrpSpPr>
        <p:grpSpPr>
          <a:xfrm rot="10800000">
            <a:off x="4988767" y="4594606"/>
            <a:ext cx="204207" cy="182532"/>
            <a:chOff x="10293350" y="4991100"/>
            <a:chExt cx="454660" cy="406400"/>
          </a:xfrm>
        </p:grpSpPr>
        <p:sp>
          <p:nvSpPr>
            <p:cNvPr id="264" name="椭圆 263">
              <a:extLst>
                <a:ext uri="{FF2B5EF4-FFF2-40B4-BE49-F238E27FC236}">
                  <a16:creationId xmlns:a16="http://schemas.microsoft.com/office/drawing/2014/main" id="{97AFF0AF-9B85-4665-9F1E-9A100558AEEC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5" name="直接箭头连接符 264">
              <a:extLst>
                <a:ext uri="{FF2B5EF4-FFF2-40B4-BE49-F238E27FC236}">
                  <a16:creationId xmlns:a16="http://schemas.microsoft.com/office/drawing/2014/main" id="{4B199555-B25B-461E-B35B-2C9A83FD211C}"/>
                </a:ext>
              </a:extLst>
            </p:cNvPr>
            <p:cNvCxnSpPr>
              <a:stCxn id="264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箭头连接符 265">
              <a:extLst>
                <a:ext uri="{FF2B5EF4-FFF2-40B4-BE49-F238E27FC236}">
                  <a16:creationId xmlns:a16="http://schemas.microsoft.com/office/drawing/2014/main" id="{688DF281-13BB-4C65-AE58-5354B2D6409C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4" name="组合 273">
            <a:extLst>
              <a:ext uri="{FF2B5EF4-FFF2-40B4-BE49-F238E27FC236}">
                <a16:creationId xmlns:a16="http://schemas.microsoft.com/office/drawing/2014/main" id="{B231ECAF-198C-466A-9E5D-73935702584D}"/>
              </a:ext>
            </a:extLst>
          </p:cNvPr>
          <p:cNvGrpSpPr/>
          <p:nvPr/>
        </p:nvGrpSpPr>
        <p:grpSpPr>
          <a:xfrm rot="10800000">
            <a:off x="4988767" y="4809403"/>
            <a:ext cx="204207" cy="182532"/>
            <a:chOff x="10293350" y="4991100"/>
            <a:chExt cx="454660" cy="406400"/>
          </a:xfrm>
        </p:grpSpPr>
        <p:sp>
          <p:nvSpPr>
            <p:cNvPr id="275" name="椭圆 274">
              <a:extLst>
                <a:ext uri="{FF2B5EF4-FFF2-40B4-BE49-F238E27FC236}">
                  <a16:creationId xmlns:a16="http://schemas.microsoft.com/office/drawing/2014/main" id="{CE59EFBC-FE0C-4B7D-91DC-6D9EC2579ACE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6" name="直接箭头连接符 275">
              <a:extLst>
                <a:ext uri="{FF2B5EF4-FFF2-40B4-BE49-F238E27FC236}">
                  <a16:creationId xmlns:a16="http://schemas.microsoft.com/office/drawing/2014/main" id="{ACA22E1E-D862-4C9B-91C1-A102464156FA}"/>
                </a:ext>
              </a:extLst>
            </p:cNvPr>
            <p:cNvCxnSpPr>
              <a:stCxn id="275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箭头连接符 276">
              <a:extLst>
                <a:ext uri="{FF2B5EF4-FFF2-40B4-BE49-F238E27FC236}">
                  <a16:creationId xmlns:a16="http://schemas.microsoft.com/office/drawing/2014/main" id="{46EB7C7D-E336-493F-85C0-F4242FD93904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8" name="组合 277">
            <a:extLst>
              <a:ext uri="{FF2B5EF4-FFF2-40B4-BE49-F238E27FC236}">
                <a16:creationId xmlns:a16="http://schemas.microsoft.com/office/drawing/2014/main" id="{3FAFBD99-9238-4D17-99BE-A12F24BBB407}"/>
              </a:ext>
            </a:extLst>
          </p:cNvPr>
          <p:cNvGrpSpPr/>
          <p:nvPr/>
        </p:nvGrpSpPr>
        <p:grpSpPr>
          <a:xfrm rot="10800000">
            <a:off x="4985280" y="5024199"/>
            <a:ext cx="204207" cy="182532"/>
            <a:chOff x="10293350" y="4991100"/>
            <a:chExt cx="454660" cy="406400"/>
          </a:xfrm>
        </p:grpSpPr>
        <p:sp>
          <p:nvSpPr>
            <p:cNvPr id="279" name="椭圆 278">
              <a:extLst>
                <a:ext uri="{FF2B5EF4-FFF2-40B4-BE49-F238E27FC236}">
                  <a16:creationId xmlns:a16="http://schemas.microsoft.com/office/drawing/2014/main" id="{457A7729-9BF9-4B43-97F7-D875C1883332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0" name="直接箭头连接符 279">
              <a:extLst>
                <a:ext uri="{FF2B5EF4-FFF2-40B4-BE49-F238E27FC236}">
                  <a16:creationId xmlns:a16="http://schemas.microsoft.com/office/drawing/2014/main" id="{1DE8029D-F5EE-4518-82A4-D9002DABDA5A}"/>
                </a:ext>
              </a:extLst>
            </p:cNvPr>
            <p:cNvCxnSpPr>
              <a:stCxn id="279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箭头连接符 280">
              <a:extLst>
                <a:ext uri="{FF2B5EF4-FFF2-40B4-BE49-F238E27FC236}">
                  <a16:creationId xmlns:a16="http://schemas.microsoft.com/office/drawing/2014/main" id="{2F2C83CC-DF8C-46A8-B72C-2C14EFFDC01A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组合 281">
            <a:extLst>
              <a:ext uri="{FF2B5EF4-FFF2-40B4-BE49-F238E27FC236}">
                <a16:creationId xmlns:a16="http://schemas.microsoft.com/office/drawing/2014/main" id="{FE7AEBA1-5A75-4336-BE9D-74F0A96FA79D}"/>
              </a:ext>
            </a:extLst>
          </p:cNvPr>
          <p:cNvGrpSpPr/>
          <p:nvPr/>
        </p:nvGrpSpPr>
        <p:grpSpPr>
          <a:xfrm rot="10800000">
            <a:off x="5224652" y="4589187"/>
            <a:ext cx="204207" cy="182532"/>
            <a:chOff x="10293350" y="4991100"/>
            <a:chExt cx="454660" cy="406400"/>
          </a:xfrm>
        </p:grpSpPr>
        <p:sp>
          <p:nvSpPr>
            <p:cNvPr id="283" name="椭圆 282">
              <a:extLst>
                <a:ext uri="{FF2B5EF4-FFF2-40B4-BE49-F238E27FC236}">
                  <a16:creationId xmlns:a16="http://schemas.microsoft.com/office/drawing/2014/main" id="{39477C23-56EB-4757-9CDF-C7346AA89799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4" name="直接箭头连接符 283">
              <a:extLst>
                <a:ext uri="{FF2B5EF4-FFF2-40B4-BE49-F238E27FC236}">
                  <a16:creationId xmlns:a16="http://schemas.microsoft.com/office/drawing/2014/main" id="{FE40171E-D96F-4435-9950-D38C45A071A9}"/>
                </a:ext>
              </a:extLst>
            </p:cNvPr>
            <p:cNvCxnSpPr>
              <a:stCxn id="283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接箭头连接符 284">
              <a:extLst>
                <a:ext uri="{FF2B5EF4-FFF2-40B4-BE49-F238E27FC236}">
                  <a16:creationId xmlns:a16="http://schemas.microsoft.com/office/drawing/2014/main" id="{90301903-A641-4402-BD78-1644CEC07D84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组合 285">
            <a:extLst>
              <a:ext uri="{FF2B5EF4-FFF2-40B4-BE49-F238E27FC236}">
                <a16:creationId xmlns:a16="http://schemas.microsoft.com/office/drawing/2014/main" id="{C8642F1F-9F60-4C3A-A15C-AAF146F8D21C}"/>
              </a:ext>
            </a:extLst>
          </p:cNvPr>
          <p:cNvGrpSpPr/>
          <p:nvPr/>
        </p:nvGrpSpPr>
        <p:grpSpPr>
          <a:xfrm rot="10800000">
            <a:off x="5224652" y="4803984"/>
            <a:ext cx="204207" cy="182532"/>
            <a:chOff x="10293350" y="4991100"/>
            <a:chExt cx="454660" cy="406400"/>
          </a:xfrm>
        </p:grpSpPr>
        <p:sp>
          <p:nvSpPr>
            <p:cNvPr id="287" name="椭圆 286">
              <a:extLst>
                <a:ext uri="{FF2B5EF4-FFF2-40B4-BE49-F238E27FC236}">
                  <a16:creationId xmlns:a16="http://schemas.microsoft.com/office/drawing/2014/main" id="{39F41ADC-D217-4EE2-B254-734C90585BFA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1" name="直接箭头连接符 290">
              <a:extLst>
                <a:ext uri="{FF2B5EF4-FFF2-40B4-BE49-F238E27FC236}">
                  <a16:creationId xmlns:a16="http://schemas.microsoft.com/office/drawing/2014/main" id="{53553A3B-D6AC-412B-8A37-AE5F43F685AA}"/>
                </a:ext>
              </a:extLst>
            </p:cNvPr>
            <p:cNvCxnSpPr>
              <a:stCxn id="287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箭头连接符 292">
              <a:extLst>
                <a:ext uri="{FF2B5EF4-FFF2-40B4-BE49-F238E27FC236}">
                  <a16:creationId xmlns:a16="http://schemas.microsoft.com/office/drawing/2014/main" id="{6EAF4D0B-8B62-49DF-91E9-ABA1E75C0771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5" name="组合 294">
            <a:extLst>
              <a:ext uri="{FF2B5EF4-FFF2-40B4-BE49-F238E27FC236}">
                <a16:creationId xmlns:a16="http://schemas.microsoft.com/office/drawing/2014/main" id="{02EB8BD2-F4F6-4F7A-BBE7-8AEB22422C28}"/>
              </a:ext>
            </a:extLst>
          </p:cNvPr>
          <p:cNvGrpSpPr/>
          <p:nvPr/>
        </p:nvGrpSpPr>
        <p:grpSpPr>
          <a:xfrm rot="10800000">
            <a:off x="5221166" y="5018780"/>
            <a:ext cx="204207" cy="182532"/>
            <a:chOff x="10293350" y="4991100"/>
            <a:chExt cx="454660" cy="406400"/>
          </a:xfrm>
        </p:grpSpPr>
        <p:sp>
          <p:nvSpPr>
            <p:cNvPr id="297" name="椭圆 296">
              <a:extLst>
                <a:ext uri="{FF2B5EF4-FFF2-40B4-BE49-F238E27FC236}">
                  <a16:creationId xmlns:a16="http://schemas.microsoft.com/office/drawing/2014/main" id="{6FD00811-7410-433F-9480-EDC39326056B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7" name="直接箭头连接符 336">
              <a:extLst>
                <a:ext uri="{FF2B5EF4-FFF2-40B4-BE49-F238E27FC236}">
                  <a16:creationId xmlns:a16="http://schemas.microsoft.com/office/drawing/2014/main" id="{94088CE3-CCEF-4A94-B981-E84F577ACF70}"/>
                </a:ext>
              </a:extLst>
            </p:cNvPr>
            <p:cNvCxnSpPr>
              <a:stCxn id="297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直接箭头连接符 338">
              <a:extLst>
                <a:ext uri="{FF2B5EF4-FFF2-40B4-BE49-F238E27FC236}">
                  <a16:creationId xmlns:a16="http://schemas.microsoft.com/office/drawing/2014/main" id="{405C9214-B64B-49E8-8293-3EDC7C3249C4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0" name="组合 339">
            <a:extLst>
              <a:ext uri="{FF2B5EF4-FFF2-40B4-BE49-F238E27FC236}">
                <a16:creationId xmlns:a16="http://schemas.microsoft.com/office/drawing/2014/main" id="{032F1316-3F33-4A5C-B0A6-0548571CE6CA}"/>
              </a:ext>
            </a:extLst>
          </p:cNvPr>
          <p:cNvGrpSpPr/>
          <p:nvPr/>
        </p:nvGrpSpPr>
        <p:grpSpPr>
          <a:xfrm rot="10800000">
            <a:off x="5474897" y="4589187"/>
            <a:ext cx="204207" cy="182532"/>
            <a:chOff x="10293350" y="4991100"/>
            <a:chExt cx="454660" cy="406400"/>
          </a:xfrm>
        </p:grpSpPr>
        <p:sp>
          <p:nvSpPr>
            <p:cNvPr id="341" name="椭圆 340">
              <a:extLst>
                <a:ext uri="{FF2B5EF4-FFF2-40B4-BE49-F238E27FC236}">
                  <a16:creationId xmlns:a16="http://schemas.microsoft.com/office/drawing/2014/main" id="{30BBF5D6-F4DA-4DD1-95A8-0A27F8557C80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42" name="直接箭头连接符 341">
              <a:extLst>
                <a:ext uri="{FF2B5EF4-FFF2-40B4-BE49-F238E27FC236}">
                  <a16:creationId xmlns:a16="http://schemas.microsoft.com/office/drawing/2014/main" id="{B09BE698-6FA0-4E73-9B1D-0C42B673358C}"/>
                </a:ext>
              </a:extLst>
            </p:cNvPr>
            <p:cNvCxnSpPr>
              <a:stCxn id="341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直接箭头连接符 342">
              <a:extLst>
                <a:ext uri="{FF2B5EF4-FFF2-40B4-BE49-F238E27FC236}">
                  <a16:creationId xmlns:a16="http://schemas.microsoft.com/office/drawing/2014/main" id="{F696D227-9EF7-444E-8A54-83252219E5BA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4" name="组合 343">
            <a:extLst>
              <a:ext uri="{FF2B5EF4-FFF2-40B4-BE49-F238E27FC236}">
                <a16:creationId xmlns:a16="http://schemas.microsoft.com/office/drawing/2014/main" id="{88FAE14C-A7A4-4F39-A9DD-97B9CAB81D2F}"/>
              </a:ext>
            </a:extLst>
          </p:cNvPr>
          <p:cNvGrpSpPr/>
          <p:nvPr/>
        </p:nvGrpSpPr>
        <p:grpSpPr>
          <a:xfrm rot="10800000">
            <a:off x="5474897" y="4803984"/>
            <a:ext cx="204207" cy="182532"/>
            <a:chOff x="10293350" y="4991100"/>
            <a:chExt cx="454660" cy="406400"/>
          </a:xfrm>
        </p:grpSpPr>
        <p:sp>
          <p:nvSpPr>
            <p:cNvPr id="345" name="椭圆 344">
              <a:extLst>
                <a:ext uri="{FF2B5EF4-FFF2-40B4-BE49-F238E27FC236}">
                  <a16:creationId xmlns:a16="http://schemas.microsoft.com/office/drawing/2014/main" id="{AE84F67D-7276-4C07-9A7E-841B7195B42D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46" name="直接箭头连接符 345">
              <a:extLst>
                <a:ext uri="{FF2B5EF4-FFF2-40B4-BE49-F238E27FC236}">
                  <a16:creationId xmlns:a16="http://schemas.microsoft.com/office/drawing/2014/main" id="{20C2851A-CA17-40F1-AE93-844E4A7DF5ED}"/>
                </a:ext>
              </a:extLst>
            </p:cNvPr>
            <p:cNvCxnSpPr>
              <a:stCxn id="345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直接箭头连接符 346">
              <a:extLst>
                <a:ext uri="{FF2B5EF4-FFF2-40B4-BE49-F238E27FC236}">
                  <a16:creationId xmlns:a16="http://schemas.microsoft.com/office/drawing/2014/main" id="{5DD58BB6-CB8D-42D7-98F9-71692F7B3A6F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8" name="组合 347">
            <a:extLst>
              <a:ext uri="{FF2B5EF4-FFF2-40B4-BE49-F238E27FC236}">
                <a16:creationId xmlns:a16="http://schemas.microsoft.com/office/drawing/2014/main" id="{10EAA39D-23E3-4706-9BD5-15C481A0E4A7}"/>
              </a:ext>
            </a:extLst>
          </p:cNvPr>
          <p:cNvGrpSpPr/>
          <p:nvPr/>
        </p:nvGrpSpPr>
        <p:grpSpPr>
          <a:xfrm rot="10800000">
            <a:off x="5471411" y="5018780"/>
            <a:ext cx="204207" cy="182532"/>
            <a:chOff x="10293350" y="4991100"/>
            <a:chExt cx="454660" cy="406400"/>
          </a:xfrm>
        </p:grpSpPr>
        <p:sp>
          <p:nvSpPr>
            <p:cNvPr id="349" name="椭圆 348">
              <a:extLst>
                <a:ext uri="{FF2B5EF4-FFF2-40B4-BE49-F238E27FC236}">
                  <a16:creationId xmlns:a16="http://schemas.microsoft.com/office/drawing/2014/main" id="{635F6964-0123-415B-961B-7D14FE96DD90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0" name="直接箭头连接符 349">
              <a:extLst>
                <a:ext uri="{FF2B5EF4-FFF2-40B4-BE49-F238E27FC236}">
                  <a16:creationId xmlns:a16="http://schemas.microsoft.com/office/drawing/2014/main" id="{42764F1D-E502-4B45-893D-2F8064DC6CFE}"/>
                </a:ext>
              </a:extLst>
            </p:cNvPr>
            <p:cNvCxnSpPr>
              <a:stCxn id="349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直接箭头连接符 350">
              <a:extLst>
                <a:ext uri="{FF2B5EF4-FFF2-40B4-BE49-F238E27FC236}">
                  <a16:creationId xmlns:a16="http://schemas.microsoft.com/office/drawing/2014/main" id="{A75290AA-6591-4BE9-B5D2-2EDF944DC447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2" name="组合 351">
            <a:extLst>
              <a:ext uri="{FF2B5EF4-FFF2-40B4-BE49-F238E27FC236}">
                <a16:creationId xmlns:a16="http://schemas.microsoft.com/office/drawing/2014/main" id="{187AAFB9-797B-45E6-8133-E97347574950}"/>
              </a:ext>
            </a:extLst>
          </p:cNvPr>
          <p:cNvGrpSpPr/>
          <p:nvPr/>
        </p:nvGrpSpPr>
        <p:grpSpPr>
          <a:xfrm rot="10800000">
            <a:off x="5744283" y="4594606"/>
            <a:ext cx="204207" cy="182532"/>
            <a:chOff x="10293350" y="4991100"/>
            <a:chExt cx="454660" cy="406400"/>
          </a:xfrm>
        </p:grpSpPr>
        <p:sp>
          <p:nvSpPr>
            <p:cNvPr id="353" name="椭圆 352">
              <a:extLst>
                <a:ext uri="{FF2B5EF4-FFF2-40B4-BE49-F238E27FC236}">
                  <a16:creationId xmlns:a16="http://schemas.microsoft.com/office/drawing/2014/main" id="{35CB8465-1972-4CC2-BEE9-0A34DB0F360A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4" name="直接箭头连接符 353">
              <a:extLst>
                <a:ext uri="{FF2B5EF4-FFF2-40B4-BE49-F238E27FC236}">
                  <a16:creationId xmlns:a16="http://schemas.microsoft.com/office/drawing/2014/main" id="{42072929-67A2-48A5-94FB-3D2E26032610}"/>
                </a:ext>
              </a:extLst>
            </p:cNvPr>
            <p:cNvCxnSpPr>
              <a:stCxn id="353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直接箭头连接符 354">
              <a:extLst>
                <a:ext uri="{FF2B5EF4-FFF2-40B4-BE49-F238E27FC236}">
                  <a16:creationId xmlns:a16="http://schemas.microsoft.com/office/drawing/2014/main" id="{357568CE-F8D6-4C96-BACC-B1B7D7F9C95E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6" name="组合 355">
            <a:extLst>
              <a:ext uri="{FF2B5EF4-FFF2-40B4-BE49-F238E27FC236}">
                <a16:creationId xmlns:a16="http://schemas.microsoft.com/office/drawing/2014/main" id="{BDE09AC3-4BD3-4194-BA26-2ED11314CC84}"/>
              </a:ext>
            </a:extLst>
          </p:cNvPr>
          <p:cNvGrpSpPr/>
          <p:nvPr/>
        </p:nvGrpSpPr>
        <p:grpSpPr>
          <a:xfrm rot="10800000">
            <a:off x="5744283" y="4809403"/>
            <a:ext cx="204207" cy="182532"/>
            <a:chOff x="10293350" y="4991100"/>
            <a:chExt cx="454660" cy="406400"/>
          </a:xfrm>
        </p:grpSpPr>
        <p:sp>
          <p:nvSpPr>
            <p:cNvPr id="357" name="椭圆 356">
              <a:extLst>
                <a:ext uri="{FF2B5EF4-FFF2-40B4-BE49-F238E27FC236}">
                  <a16:creationId xmlns:a16="http://schemas.microsoft.com/office/drawing/2014/main" id="{9CF62E4C-F18C-4439-A3E1-9FC8F2192152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8" name="直接箭头连接符 357">
              <a:extLst>
                <a:ext uri="{FF2B5EF4-FFF2-40B4-BE49-F238E27FC236}">
                  <a16:creationId xmlns:a16="http://schemas.microsoft.com/office/drawing/2014/main" id="{3A0A9C5A-19FE-42A3-89D5-FB4F11518DF8}"/>
                </a:ext>
              </a:extLst>
            </p:cNvPr>
            <p:cNvCxnSpPr>
              <a:stCxn id="357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直接箭头连接符 358">
              <a:extLst>
                <a:ext uri="{FF2B5EF4-FFF2-40B4-BE49-F238E27FC236}">
                  <a16:creationId xmlns:a16="http://schemas.microsoft.com/office/drawing/2014/main" id="{2154EFE2-7571-415B-94C3-A55FD86E4181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EBF23385-45FC-4AB7-910A-04F4673BCC40}"/>
              </a:ext>
            </a:extLst>
          </p:cNvPr>
          <p:cNvGrpSpPr/>
          <p:nvPr/>
        </p:nvGrpSpPr>
        <p:grpSpPr>
          <a:xfrm rot="10800000">
            <a:off x="5740797" y="5024199"/>
            <a:ext cx="204207" cy="182532"/>
            <a:chOff x="10293350" y="4991100"/>
            <a:chExt cx="454660" cy="406400"/>
          </a:xfrm>
        </p:grpSpPr>
        <p:sp>
          <p:nvSpPr>
            <p:cNvPr id="361" name="椭圆 360">
              <a:extLst>
                <a:ext uri="{FF2B5EF4-FFF2-40B4-BE49-F238E27FC236}">
                  <a16:creationId xmlns:a16="http://schemas.microsoft.com/office/drawing/2014/main" id="{29BD1D06-6DBD-4549-BBE5-B98D1021B815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62" name="直接箭头连接符 361">
              <a:extLst>
                <a:ext uri="{FF2B5EF4-FFF2-40B4-BE49-F238E27FC236}">
                  <a16:creationId xmlns:a16="http://schemas.microsoft.com/office/drawing/2014/main" id="{63B014D4-1E14-4C43-B203-EE9F8B27C771}"/>
                </a:ext>
              </a:extLst>
            </p:cNvPr>
            <p:cNvCxnSpPr>
              <a:stCxn id="361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直接箭头连接符 362">
              <a:extLst>
                <a:ext uri="{FF2B5EF4-FFF2-40B4-BE49-F238E27FC236}">
                  <a16:creationId xmlns:a16="http://schemas.microsoft.com/office/drawing/2014/main" id="{6D924B6C-72E3-4FD7-BC6B-04010E97AB41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4" name="组合 363">
            <a:extLst>
              <a:ext uri="{FF2B5EF4-FFF2-40B4-BE49-F238E27FC236}">
                <a16:creationId xmlns:a16="http://schemas.microsoft.com/office/drawing/2014/main" id="{C8F15A58-A486-40E1-BA78-FB27E4274F46}"/>
              </a:ext>
            </a:extLst>
          </p:cNvPr>
          <p:cNvGrpSpPr/>
          <p:nvPr/>
        </p:nvGrpSpPr>
        <p:grpSpPr>
          <a:xfrm rot="10800000">
            <a:off x="6021394" y="4585061"/>
            <a:ext cx="204207" cy="182532"/>
            <a:chOff x="10293350" y="4991100"/>
            <a:chExt cx="454660" cy="406400"/>
          </a:xfrm>
        </p:grpSpPr>
        <p:sp>
          <p:nvSpPr>
            <p:cNvPr id="365" name="椭圆 364">
              <a:extLst>
                <a:ext uri="{FF2B5EF4-FFF2-40B4-BE49-F238E27FC236}">
                  <a16:creationId xmlns:a16="http://schemas.microsoft.com/office/drawing/2014/main" id="{D43E5FA8-E509-4E75-B77D-EC29C7C1DEED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66" name="直接箭头连接符 365">
              <a:extLst>
                <a:ext uri="{FF2B5EF4-FFF2-40B4-BE49-F238E27FC236}">
                  <a16:creationId xmlns:a16="http://schemas.microsoft.com/office/drawing/2014/main" id="{224481C0-A2A5-4A7A-889A-9ED60FEC29FA}"/>
                </a:ext>
              </a:extLst>
            </p:cNvPr>
            <p:cNvCxnSpPr>
              <a:stCxn id="365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接箭头连接符 366">
              <a:extLst>
                <a:ext uri="{FF2B5EF4-FFF2-40B4-BE49-F238E27FC236}">
                  <a16:creationId xmlns:a16="http://schemas.microsoft.com/office/drawing/2014/main" id="{B0BF935A-2F17-4AEF-970A-2958941239A5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8" name="组合 367">
            <a:extLst>
              <a:ext uri="{FF2B5EF4-FFF2-40B4-BE49-F238E27FC236}">
                <a16:creationId xmlns:a16="http://schemas.microsoft.com/office/drawing/2014/main" id="{1BD872E0-C165-48B5-9B22-368210CEF40B}"/>
              </a:ext>
            </a:extLst>
          </p:cNvPr>
          <p:cNvGrpSpPr/>
          <p:nvPr/>
        </p:nvGrpSpPr>
        <p:grpSpPr>
          <a:xfrm rot="10800000">
            <a:off x="6021394" y="4799857"/>
            <a:ext cx="204207" cy="182532"/>
            <a:chOff x="10293350" y="4991100"/>
            <a:chExt cx="454660" cy="406400"/>
          </a:xfrm>
        </p:grpSpPr>
        <p:sp>
          <p:nvSpPr>
            <p:cNvPr id="369" name="椭圆 368">
              <a:extLst>
                <a:ext uri="{FF2B5EF4-FFF2-40B4-BE49-F238E27FC236}">
                  <a16:creationId xmlns:a16="http://schemas.microsoft.com/office/drawing/2014/main" id="{8E43DAB7-B9FD-41BE-BAA2-8B9E64F1CCBF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0" name="直接箭头连接符 369">
              <a:extLst>
                <a:ext uri="{FF2B5EF4-FFF2-40B4-BE49-F238E27FC236}">
                  <a16:creationId xmlns:a16="http://schemas.microsoft.com/office/drawing/2014/main" id="{A345B2CD-BF39-41AA-BCA9-C46286197B2D}"/>
                </a:ext>
              </a:extLst>
            </p:cNvPr>
            <p:cNvCxnSpPr>
              <a:stCxn id="369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直接箭头连接符 370">
              <a:extLst>
                <a:ext uri="{FF2B5EF4-FFF2-40B4-BE49-F238E27FC236}">
                  <a16:creationId xmlns:a16="http://schemas.microsoft.com/office/drawing/2014/main" id="{19418489-5BD0-4ABB-A965-967FED28B6F9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2" name="组合 371">
            <a:extLst>
              <a:ext uri="{FF2B5EF4-FFF2-40B4-BE49-F238E27FC236}">
                <a16:creationId xmlns:a16="http://schemas.microsoft.com/office/drawing/2014/main" id="{187A6DCF-B209-4143-8BAC-6576C3A2C277}"/>
              </a:ext>
            </a:extLst>
          </p:cNvPr>
          <p:cNvGrpSpPr/>
          <p:nvPr/>
        </p:nvGrpSpPr>
        <p:grpSpPr>
          <a:xfrm rot="10800000">
            <a:off x="6017908" y="5014653"/>
            <a:ext cx="204207" cy="182532"/>
            <a:chOff x="10293350" y="4991100"/>
            <a:chExt cx="454660" cy="406400"/>
          </a:xfrm>
        </p:grpSpPr>
        <p:sp>
          <p:nvSpPr>
            <p:cNvPr id="373" name="椭圆 372">
              <a:extLst>
                <a:ext uri="{FF2B5EF4-FFF2-40B4-BE49-F238E27FC236}">
                  <a16:creationId xmlns:a16="http://schemas.microsoft.com/office/drawing/2014/main" id="{0F462A4C-4461-431A-998D-D455A55FEC58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4" name="直接箭头连接符 373">
              <a:extLst>
                <a:ext uri="{FF2B5EF4-FFF2-40B4-BE49-F238E27FC236}">
                  <a16:creationId xmlns:a16="http://schemas.microsoft.com/office/drawing/2014/main" id="{349F65CD-7E54-47EC-B07E-7E6ACFEE79D6}"/>
                </a:ext>
              </a:extLst>
            </p:cNvPr>
            <p:cNvCxnSpPr>
              <a:stCxn id="373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直接箭头连接符 374">
              <a:extLst>
                <a:ext uri="{FF2B5EF4-FFF2-40B4-BE49-F238E27FC236}">
                  <a16:creationId xmlns:a16="http://schemas.microsoft.com/office/drawing/2014/main" id="{6954072E-8547-4D38-B1E3-433A1A0F1C7C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组合 375">
            <a:extLst>
              <a:ext uri="{FF2B5EF4-FFF2-40B4-BE49-F238E27FC236}">
                <a16:creationId xmlns:a16="http://schemas.microsoft.com/office/drawing/2014/main" id="{B5A7F61A-97DA-426C-A3B8-66451145FB84}"/>
              </a:ext>
            </a:extLst>
          </p:cNvPr>
          <p:cNvGrpSpPr/>
          <p:nvPr/>
        </p:nvGrpSpPr>
        <p:grpSpPr>
          <a:xfrm rot="10800000">
            <a:off x="6290781" y="4590480"/>
            <a:ext cx="204207" cy="182532"/>
            <a:chOff x="10293350" y="4991100"/>
            <a:chExt cx="454660" cy="406400"/>
          </a:xfrm>
        </p:grpSpPr>
        <p:sp>
          <p:nvSpPr>
            <p:cNvPr id="377" name="椭圆 376">
              <a:extLst>
                <a:ext uri="{FF2B5EF4-FFF2-40B4-BE49-F238E27FC236}">
                  <a16:creationId xmlns:a16="http://schemas.microsoft.com/office/drawing/2014/main" id="{7A3B3F80-A6F7-4CA9-A230-80D2D7A1F359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8" name="直接箭头连接符 377">
              <a:extLst>
                <a:ext uri="{FF2B5EF4-FFF2-40B4-BE49-F238E27FC236}">
                  <a16:creationId xmlns:a16="http://schemas.microsoft.com/office/drawing/2014/main" id="{7CC9E7DB-1A1F-45C7-B7B7-573CBB591D11}"/>
                </a:ext>
              </a:extLst>
            </p:cNvPr>
            <p:cNvCxnSpPr>
              <a:stCxn id="377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直接箭头连接符 378">
              <a:extLst>
                <a:ext uri="{FF2B5EF4-FFF2-40B4-BE49-F238E27FC236}">
                  <a16:creationId xmlns:a16="http://schemas.microsoft.com/office/drawing/2014/main" id="{A218CA27-3516-4255-9A2F-84B54AB12ECC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0" name="组合 379">
            <a:extLst>
              <a:ext uri="{FF2B5EF4-FFF2-40B4-BE49-F238E27FC236}">
                <a16:creationId xmlns:a16="http://schemas.microsoft.com/office/drawing/2014/main" id="{4B9C59A6-C441-4EF2-8756-006D6CD68E3C}"/>
              </a:ext>
            </a:extLst>
          </p:cNvPr>
          <p:cNvGrpSpPr/>
          <p:nvPr/>
        </p:nvGrpSpPr>
        <p:grpSpPr>
          <a:xfrm rot="10800000">
            <a:off x="6290781" y="4805277"/>
            <a:ext cx="204207" cy="182532"/>
            <a:chOff x="10293350" y="4991100"/>
            <a:chExt cx="454660" cy="406400"/>
          </a:xfrm>
        </p:grpSpPr>
        <p:sp>
          <p:nvSpPr>
            <p:cNvPr id="381" name="椭圆 380">
              <a:extLst>
                <a:ext uri="{FF2B5EF4-FFF2-40B4-BE49-F238E27FC236}">
                  <a16:creationId xmlns:a16="http://schemas.microsoft.com/office/drawing/2014/main" id="{7AA533A5-8A20-453A-A235-19A88674A539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2" name="直接箭头连接符 381">
              <a:extLst>
                <a:ext uri="{FF2B5EF4-FFF2-40B4-BE49-F238E27FC236}">
                  <a16:creationId xmlns:a16="http://schemas.microsoft.com/office/drawing/2014/main" id="{CA8D7E3B-257B-492A-8564-5105F0192771}"/>
                </a:ext>
              </a:extLst>
            </p:cNvPr>
            <p:cNvCxnSpPr>
              <a:stCxn id="381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直接箭头连接符 382">
              <a:extLst>
                <a:ext uri="{FF2B5EF4-FFF2-40B4-BE49-F238E27FC236}">
                  <a16:creationId xmlns:a16="http://schemas.microsoft.com/office/drawing/2014/main" id="{EE1FE731-27C0-47D7-84F3-BA7F10AC916B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4" name="组合 383">
            <a:extLst>
              <a:ext uri="{FF2B5EF4-FFF2-40B4-BE49-F238E27FC236}">
                <a16:creationId xmlns:a16="http://schemas.microsoft.com/office/drawing/2014/main" id="{E7492AAD-4805-428E-A5A2-AFF85EC289A1}"/>
              </a:ext>
            </a:extLst>
          </p:cNvPr>
          <p:cNvGrpSpPr/>
          <p:nvPr/>
        </p:nvGrpSpPr>
        <p:grpSpPr>
          <a:xfrm rot="10800000">
            <a:off x="6287294" y="5020073"/>
            <a:ext cx="204207" cy="182532"/>
            <a:chOff x="10293350" y="4991100"/>
            <a:chExt cx="454660" cy="406400"/>
          </a:xfrm>
        </p:grpSpPr>
        <p:sp>
          <p:nvSpPr>
            <p:cNvPr id="385" name="椭圆 384">
              <a:extLst>
                <a:ext uri="{FF2B5EF4-FFF2-40B4-BE49-F238E27FC236}">
                  <a16:creationId xmlns:a16="http://schemas.microsoft.com/office/drawing/2014/main" id="{D2C6DEE7-84C8-45F7-B068-6252B6F9F96E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6" name="直接箭头连接符 385">
              <a:extLst>
                <a:ext uri="{FF2B5EF4-FFF2-40B4-BE49-F238E27FC236}">
                  <a16:creationId xmlns:a16="http://schemas.microsoft.com/office/drawing/2014/main" id="{FC4D1D3F-C205-4773-937E-3F5CB807025D}"/>
                </a:ext>
              </a:extLst>
            </p:cNvPr>
            <p:cNvCxnSpPr>
              <a:stCxn id="385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直接箭头连接符 386">
              <a:extLst>
                <a:ext uri="{FF2B5EF4-FFF2-40B4-BE49-F238E27FC236}">
                  <a16:creationId xmlns:a16="http://schemas.microsoft.com/office/drawing/2014/main" id="{26D2BADD-F1DC-4ADD-87C4-51F69841E15C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8" name="文本框 387">
            <a:extLst>
              <a:ext uri="{FF2B5EF4-FFF2-40B4-BE49-F238E27FC236}">
                <a16:creationId xmlns:a16="http://schemas.microsoft.com/office/drawing/2014/main" id="{A9EAD57A-BB81-474C-A039-E363591EEEDC}"/>
              </a:ext>
            </a:extLst>
          </p:cNvPr>
          <p:cNvSpPr txBox="1"/>
          <p:nvPr/>
        </p:nvSpPr>
        <p:spPr>
          <a:xfrm>
            <a:off x="4955909" y="38055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永磁体</a:t>
            </a:r>
          </a:p>
        </p:txBody>
      </p:sp>
    </p:spTree>
    <p:extLst>
      <p:ext uri="{BB962C8B-B14F-4D97-AF65-F5344CB8AC3E}">
        <p14:creationId xmlns:p14="http://schemas.microsoft.com/office/powerpoint/2010/main" val="706449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9E8B8073-9B63-4237-BCF9-FA1FDDE1E3D3}"/>
              </a:ext>
            </a:extLst>
          </p:cNvPr>
          <p:cNvGrpSpPr/>
          <p:nvPr/>
        </p:nvGrpSpPr>
        <p:grpSpPr>
          <a:xfrm rot="10800000">
            <a:off x="1180995" y="1765867"/>
            <a:ext cx="669368" cy="598318"/>
            <a:chOff x="10293350" y="4991100"/>
            <a:chExt cx="454660" cy="406400"/>
          </a:xfrm>
        </p:grpSpPr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C263FCE0-D403-4B73-A093-42B17B91528D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DE47FF8F-D417-40F4-811F-437CDC45E2E5}"/>
                </a:ext>
              </a:extLst>
            </p:cNvPr>
            <p:cNvCxnSpPr>
              <a:stCxn id="125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22ED9434-D65F-400B-B6F0-429EA116D3A0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文本框 127">
            <a:extLst>
              <a:ext uri="{FF2B5EF4-FFF2-40B4-BE49-F238E27FC236}">
                <a16:creationId xmlns:a16="http://schemas.microsoft.com/office/drawing/2014/main" id="{C1F5D782-BEA3-43C4-BA39-6134339BBD4D}"/>
              </a:ext>
            </a:extLst>
          </p:cNvPr>
          <p:cNvSpPr txBox="1"/>
          <p:nvPr/>
        </p:nvSpPr>
        <p:spPr>
          <a:xfrm>
            <a:off x="961680" y="9887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分子电流</a:t>
            </a:r>
          </a:p>
        </p:txBody>
      </p: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0E022382-6E15-424E-89B0-4081C464223B}"/>
              </a:ext>
            </a:extLst>
          </p:cNvPr>
          <p:cNvGrpSpPr/>
          <p:nvPr/>
        </p:nvGrpSpPr>
        <p:grpSpPr>
          <a:xfrm rot="10800000">
            <a:off x="4190707" y="1605897"/>
            <a:ext cx="2478040" cy="771416"/>
            <a:chOff x="7187526" y="5005783"/>
            <a:chExt cx="3684885" cy="1147108"/>
          </a:xfrm>
        </p:grpSpPr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D36AAB94-B902-453E-8047-0FF92DFB50FC}"/>
                </a:ext>
              </a:extLst>
            </p:cNvPr>
            <p:cNvGrpSpPr/>
            <p:nvPr/>
          </p:nvGrpSpPr>
          <p:grpSpPr>
            <a:xfrm>
              <a:off x="7187526" y="5005783"/>
              <a:ext cx="3684885" cy="1147108"/>
              <a:chOff x="2228798" y="4344326"/>
              <a:chExt cx="6231066" cy="1358545"/>
            </a:xfrm>
          </p:grpSpPr>
          <p:sp>
            <p:nvSpPr>
              <p:cNvPr id="147" name="任意多边形 386">
                <a:extLst>
                  <a:ext uri="{FF2B5EF4-FFF2-40B4-BE49-F238E27FC236}">
                    <a16:creationId xmlns:a16="http://schemas.microsoft.com/office/drawing/2014/main" id="{1F67E853-5684-4A8E-8A1F-F5D311004C79}"/>
                  </a:ext>
                </a:extLst>
              </p:cNvPr>
              <p:cNvSpPr/>
              <p:nvPr/>
            </p:nvSpPr>
            <p:spPr>
              <a:xfrm>
                <a:off x="2228798" y="4344326"/>
                <a:ext cx="6231066" cy="1358545"/>
              </a:xfrm>
              <a:custGeom>
                <a:avLst/>
                <a:gdLst>
                  <a:gd name="connsiteX0" fmla="*/ 0 w 4305298"/>
                  <a:gd name="connsiteY0" fmla="*/ 0 h 704850"/>
                  <a:gd name="connsiteX1" fmla="*/ 2152649 w 4305298"/>
                  <a:gd name="connsiteY1" fmla="*/ 0 h 704850"/>
                  <a:gd name="connsiteX2" fmla="*/ 4305298 w 4305298"/>
                  <a:gd name="connsiteY2" fmla="*/ 0 h 704850"/>
                  <a:gd name="connsiteX3" fmla="*/ 4305298 w 4305298"/>
                  <a:gd name="connsiteY3" fmla="*/ 704850 h 704850"/>
                  <a:gd name="connsiteX4" fmla="*/ 2152649 w 4305298"/>
                  <a:gd name="connsiteY4" fmla="*/ 704850 h 704850"/>
                  <a:gd name="connsiteX5" fmla="*/ 0 w 4305298"/>
                  <a:gd name="connsiteY5" fmla="*/ 704850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05298" h="704850">
                    <a:moveTo>
                      <a:pt x="0" y="0"/>
                    </a:moveTo>
                    <a:lnTo>
                      <a:pt x="2152649" y="0"/>
                    </a:lnTo>
                    <a:lnTo>
                      <a:pt x="4305298" y="0"/>
                    </a:lnTo>
                    <a:lnTo>
                      <a:pt x="4305298" y="704850"/>
                    </a:lnTo>
                    <a:lnTo>
                      <a:pt x="2152649" y="704850"/>
                    </a:lnTo>
                    <a:lnTo>
                      <a:pt x="0" y="70485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8" name="直接连接符 147">
                <a:extLst>
                  <a:ext uri="{FF2B5EF4-FFF2-40B4-BE49-F238E27FC236}">
                    <a16:creationId xmlns:a16="http://schemas.microsoft.com/office/drawing/2014/main" id="{840370D7-1008-4E19-AC4A-D223A82F1C9D}"/>
                  </a:ext>
                </a:extLst>
              </p:cNvPr>
              <p:cNvCxnSpPr/>
              <p:nvPr/>
            </p:nvCxnSpPr>
            <p:spPr>
              <a:xfrm>
                <a:off x="2832155" y="4344326"/>
                <a:ext cx="265543" cy="4222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>
                <a:extLst>
                  <a:ext uri="{FF2B5EF4-FFF2-40B4-BE49-F238E27FC236}">
                    <a16:creationId xmlns:a16="http://schemas.microsoft.com/office/drawing/2014/main" id="{BDCCCCA5-87DD-4B34-A582-B5D7927C7DDF}"/>
                  </a:ext>
                </a:extLst>
              </p:cNvPr>
              <p:cNvCxnSpPr/>
              <p:nvPr/>
            </p:nvCxnSpPr>
            <p:spPr>
              <a:xfrm flipH="1">
                <a:off x="2228798" y="4766577"/>
                <a:ext cx="868900" cy="4658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>
                <a:extLst>
                  <a:ext uri="{FF2B5EF4-FFF2-40B4-BE49-F238E27FC236}">
                    <a16:creationId xmlns:a16="http://schemas.microsoft.com/office/drawing/2014/main" id="{0FF23E60-B05B-4A27-879A-11DFBEF49809}"/>
                  </a:ext>
                </a:extLst>
              </p:cNvPr>
              <p:cNvCxnSpPr/>
              <p:nvPr/>
            </p:nvCxnSpPr>
            <p:spPr>
              <a:xfrm>
                <a:off x="2640070" y="5014368"/>
                <a:ext cx="369100" cy="37935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>
                <a:extLst>
                  <a:ext uri="{FF2B5EF4-FFF2-40B4-BE49-F238E27FC236}">
                    <a16:creationId xmlns:a16="http://schemas.microsoft.com/office/drawing/2014/main" id="{2EE005F8-F4C2-422E-94EA-C5F00DB8CD09}"/>
                  </a:ext>
                </a:extLst>
              </p:cNvPr>
              <p:cNvCxnSpPr/>
              <p:nvPr/>
            </p:nvCxnSpPr>
            <p:spPr>
              <a:xfrm>
                <a:off x="3009170" y="5393722"/>
                <a:ext cx="88528" cy="3091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接连接符 151">
                <a:extLst>
                  <a:ext uri="{FF2B5EF4-FFF2-40B4-BE49-F238E27FC236}">
                    <a16:creationId xmlns:a16="http://schemas.microsoft.com/office/drawing/2014/main" id="{F1BB5976-9723-4FC0-8D28-2BE2C6CBBF12}"/>
                  </a:ext>
                </a:extLst>
              </p:cNvPr>
              <p:cNvCxnSpPr/>
              <p:nvPr/>
            </p:nvCxnSpPr>
            <p:spPr>
              <a:xfrm>
                <a:off x="3009170" y="5393722"/>
                <a:ext cx="90566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接连接符 152">
                <a:extLst>
                  <a:ext uri="{FF2B5EF4-FFF2-40B4-BE49-F238E27FC236}">
                    <a16:creationId xmlns:a16="http://schemas.microsoft.com/office/drawing/2014/main" id="{C8CDD7B4-A19B-4AD1-9BAE-B9FD0B9A9036}"/>
                  </a:ext>
                </a:extLst>
              </p:cNvPr>
              <p:cNvCxnSpPr/>
              <p:nvPr/>
            </p:nvCxnSpPr>
            <p:spPr>
              <a:xfrm>
                <a:off x="3914833" y="5391511"/>
                <a:ext cx="259738" cy="31136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>
                <a:extLst>
                  <a:ext uri="{FF2B5EF4-FFF2-40B4-BE49-F238E27FC236}">
                    <a16:creationId xmlns:a16="http://schemas.microsoft.com/office/drawing/2014/main" id="{DE1EB493-4347-4495-A96B-07732FC4FFAC}"/>
                  </a:ext>
                </a:extLst>
              </p:cNvPr>
              <p:cNvCxnSpPr/>
              <p:nvPr/>
            </p:nvCxnSpPr>
            <p:spPr>
              <a:xfrm>
                <a:off x="3097698" y="4766577"/>
                <a:ext cx="1068529" cy="15899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>
                <a:extLst>
                  <a:ext uri="{FF2B5EF4-FFF2-40B4-BE49-F238E27FC236}">
                    <a16:creationId xmlns:a16="http://schemas.microsoft.com/office/drawing/2014/main" id="{4EDE0783-511B-4A11-A5E4-DF12E1E168C3}"/>
                  </a:ext>
                </a:extLst>
              </p:cNvPr>
              <p:cNvCxnSpPr/>
              <p:nvPr/>
            </p:nvCxnSpPr>
            <p:spPr>
              <a:xfrm flipV="1">
                <a:off x="4166227" y="4344327"/>
                <a:ext cx="876414" cy="58124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>
                <a:extLst>
                  <a:ext uri="{FF2B5EF4-FFF2-40B4-BE49-F238E27FC236}">
                    <a16:creationId xmlns:a16="http://schemas.microsoft.com/office/drawing/2014/main" id="{ED668856-F9A4-4FA8-BB46-8BC6B35B5A5A}"/>
                  </a:ext>
                </a:extLst>
              </p:cNvPr>
              <p:cNvCxnSpPr/>
              <p:nvPr/>
            </p:nvCxnSpPr>
            <p:spPr>
              <a:xfrm>
                <a:off x="4166227" y="4925575"/>
                <a:ext cx="327770" cy="2020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>
                <a:extLst>
                  <a:ext uri="{FF2B5EF4-FFF2-40B4-BE49-F238E27FC236}">
                    <a16:creationId xmlns:a16="http://schemas.microsoft.com/office/drawing/2014/main" id="{A4331077-66BB-4FFB-80E7-5891BC250A63}"/>
                  </a:ext>
                </a:extLst>
              </p:cNvPr>
              <p:cNvCxnSpPr/>
              <p:nvPr/>
            </p:nvCxnSpPr>
            <p:spPr>
              <a:xfrm flipV="1">
                <a:off x="3914834" y="4766578"/>
                <a:ext cx="1363943" cy="6283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>
                <a:extLst>
                  <a:ext uri="{FF2B5EF4-FFF2-40B4-BE49-F238E27FC236}">
                    <a16:creationId xmlns:a16="http://schemas.microsoft.com/office/drawing/2014/main" id="{A21E4C86-3C08-493B-91EC-C4C7BA762506}"/>
                  </a:ext>
                </a:extLst>
              </p:cNvPr>
              <p:cNvCxnSpPr>
                <a:endCxn id="147" idx="1"/>
              </p:cNvCxnSpPr>
              <p:nvPr/>
            </p:nvCxnSpPr>
            <p:spPr>
              <a:xfrm flipV="1">
                <a:off x="5271878" y="4344326"/>
                <a:ext cx="72453" cy="42917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>
                <a:extLst>
                  <a:ext uri="{FF2B5EF4-FFF2-40B4-BE49-F238E27FC236}">
                    <a16:creationId xmlns:a16="http://schemas.microsoft.com/office/drawing/2014/main" id="{31A4674B-A957-4277-99DD-9CD631182739}"/>
                  </a:ext>
                </a:extLst>
              </p:cNvPr>
              <p:cNvCxnSpPr/>
              <p:nvPr/>
            </p:nvCxnSpPr>
            <p:spPr>
              <a:xfrm>
                <a:off x="5268525" y="4766573"/>
                <a:ext cx="808891" cy="4883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接连接符 159">
                <a:extLst>
                  <a:ext uri="{FF2B5EF4-FFF2-40B4-BE49-F238E27FC236}">
                    <a16:creationId xmlns:a16="http://schemas.microsoft.com/office/drawing/2014/main" id="{B4E151F6-8D9B-4443-A6CF-954C4D1887EC}"/>
                  </a:ext>
                </a:extLst>
              </p:cNvPr>
              <p:cNvCxnSpPr>
                <a:endCxn id="147" idx="4"/>
              </p:cNvCxnSpPr>
              <p:nvPr/>
            </p:nvCxnSpPr>
            <p:spPr>
              <a:xfrm flipH="1">
                <a:off x="5344332" y="5254924"/>
                <a:ext cx="733083" cy="44794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>
                <a:extLst>
                  <a:ext uri="{FF2B5EF4-FFF2-40B4-BE49-F238E27FC236}">
                    <a16:creationId xmlns:a16="http://schemas.microsoft.com/office/drawing/2014/main" id="{1636BE4C-18CA-4949-AC77-F5F60E94F183}"/>
                  </a:ext>
                </a:extLst>
              </p:cNvPr>
              <p:cNvCxnSpPr/>
              <p:nvPr/>
            </p:nvCxnSpPr>
            <p:spPr>
              <a:xfrm flipV="1">
                <a:off x="6077415" y="4346539"/>
                <a:ext cx="636299" cy="90838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>
                <a:extLst>
                  <a:ext uri="{FF2B5EF4-FFF2-40B4-BE49-F238E27FC236}">
                    <a16:creationId xmlns:a16="http://schemas.microsoft.com/office/drawing/2014/main" id="{898BD566-0457-4693-B117-376FC9EB75AD}"/>
                  </a:ext>
                </a:extLst>
              </p:cNvPr>
              <p:cNvCxnSpPr/>
              <p:nvPr/>
            </p:nvCxnSpPr>
            <p:spPr>
              <a:xfrm>
                <a:off x="6405186" y="4780437"/>
                <a:ext cx="645487" cy="5013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>
                <a:extLst>
                  <a:ext uri="{FF2B5EF4-FFF2-40B4-BE49-F238E27FC236}">
                    <a16:creationId xmlns:a16="http://schemas.microsoft.com/office/drawing/2014/main" id="{EB405520-213F-4016-9D94-45F83604D637}"/>
                  </a:ext>
                </a:extLst>
              </p:cNvPr>
              <p:cNvCxnSpPr/>
              <p:nvPr/>
            </p:nvCxnSpPr>
            <p:spPr>
              <a:xfrm flipH="1">
                <a:off x="6632795" y="5281752"/>
                <a:ext cx="417878" cy="4211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>
                <a:extLst>
                  <a:ext uri="{FF2B5EF4-FFF2-40B4-BE49-F238E27FC236}">
                    <a16:creationId xmlns:a16="http://schemas.microsoft.com/office/drawing/2014/main" id="{B94166EE-D740-4C84-BC90-F970EC39973C}"/>
                  </a:ext>
                </a:extLst>
              </p:cNvPr>
              <p:cNvCxnSpPr/>
              <p:nvPr/>
            </p:nvCxnSpPr>
            <p:spPr>
              <a:xfrm flipV="1">
                <a:off x="7050674" y="5168163"/>
                <a:ext cx="685033" cy="11358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>
                <a:extLst>
                  <a:ext uri="{FF2B5EF4-FFF2-40B4-BE49-F238E27FC236}">
                    <a16:creationId xmlns:a16="http://schemas.microsoft.com/office/drawing/2014/main" id="{47FD038B-C9A7-4426-A27F-6AE1DDCDA699}"/>
                  </a:ext>
                </a:extLst>
              </p:cNvPr>
              <p:cNvCxnSpPr/>
              <p:nvPr/>
            </p:nvCxnSpPr>
            <p:spPr>
              <a:xfrm flipH="1" flipV="1">
                <a:off x="7411253" y="4359320"/>
                <a:ext cx="324453" cy="80884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>
                <a:extLst>
                  <a:ext uri="{FF2B5EF4-FFF2-40B4-BE49-F238E27FC236}">
                    <a16:creationId xmlns:a16="http://schemas.microsoft.com/office/drawing/2014/main" id="{E6ABA5A1-286C-4C3F-8ECD-A64B4D529845}"/>
                  </a:ext>
                </a:extLst>
              </p:cNvPr>
              <p:cNvCxnSpPr/>
              <p:nvPr/>
            </p:nvCxnSpPr>
            <p:spPr>
              <a:xfrm>
                <a:off x="7575860" y="4780437"/>
                <a:ext cx="879019" cy="612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>
                <a:extLst>
                  <a:ext uri="{FF2B5EF4-FFF2-40B4-BE49-F238E27FC236}">
                    <a16:creationId xmlns:a16="http://schemas.microsoft.com/office/drawing/2014/main" id="{0338D03A-89EB-4BCB-AA7B-5C2D2BE712B3}"/>
                  </a:ext>
                </a:extLst>
              </p:cNvPr>
              <p:cNvCxnSpPr/>
              <p:nvPr/>
            </p:nvCxnSpPr>
            <p:spPr>
              <a:xfrm flipH="1">
                <a:off x="7573479" y="5168163"/>
                <a:ext cx="162228" cy="53470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>
                <a:extLst>
                  <a:ext uri="{FF2B5EF4-FFF2-40B4-BE49-F238E27FC236}">
                    <a16:creationId xmlns:a16="http://schemas.microsoft.com/office/drawing/2014/main" id="{83B467A9-690B-4497-A0BA-A7595727D589}"/>
                  </a:ext>
                </a:extLst>
              </p:cNvPr>
              <p:cNvCxnSpPr/>
              <p:nvPr/>
            </p:nvCxnSpPr>
            <p:spPr>
              <a:xfrm flipV="1">
                <a:off x="7654592" y="5354388"/>
                <a:ext cx="805272" cy="8112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EE0E313F-589D-4484-A718-DD84117973B0}"/>
                </a:ext>
              </a:extLst>
            </p:cNvPr>
            <p:cNvCxnSpPr/>
            <p:nvPr/>
          </p:nvCxnSpPr>
          <p:spPr>
            <a:xfrm flipV="1">
              <a:off x="7233976" y="5294860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6C2F27B3-A825-4F6B-8E90-10B255DE8AC7}"/>
                </a:ext>
              </a:extLst>
            </p:cNvPr>
            <p:cNvCxnSpPr/>
            <p:nvPr/>
          </p:nvCxnSpPr>
          <p:spPr>
            <a:xfrm flipV="1">
              <a:off x="7227130" y="5923693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FE2B6ACA-12E2-477B-88D7-EB742A48971D}"/>
                </a:ext>
              </a:extLst>
            </p:cNvPr>
            <p:cNvCxnSpPr/>
            <p:nvPr/>
          </p:nvCxnSpPr>
          <p:spPr>
            <a:xfrm flipV="1">
              <a:off x="7738097" y="5661130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E8D1171C-525C-43D5-A89C-8D76E9EFBC16}"/>
                </a:ext>
              </a:extLst>
            </p:cNvPr>
            <p:cNvCxnSpPr/>
            <p:nvPr/>
          </p:nvCxnSpPr>
          <p:spPr>
            <a:xfrm flipV="1">
              <a:off x="7985431" y="5289929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979E9141-DF0C-49FD-A5C4-EA1F3BA127A1}"/>
                </a:ext>
              </a:extLst>
            </p:cNvPr>
            <p:cNvCxnSpPr/>
            <p:nvPr/>
          </p:nvCxnSpPr>
          <p:spPr>
            <a:xfrm flipV="1">
              <a:off x="7801726" y="5993852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箭头连接符 137">
              <a:extLst>
                <a:ext uri="{FF2B5EF4-FFF2-40B4-BE49-F238E27FC236}">
                  <a16:creationId xmlns:a16="http://schemas.microsoft.com/office/drawing/2014/main" id="{2D46F52A-5AC6-4DEE-9BA8-24AF72CBD462}"/>
                </a:ext>
              </a:extLst>
            </p:cNvPr>
            <p:cNvCxnSpPr/>
            <p:nvPr/>
          </p:nvCxnSpPr>
          <p:spPr>
            <a:xfrm flipV="1">
              <a:off x="8582288" y="5311316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BB7C23A1-3F5B-48DC-A012-139B6405D836}"/>
                </a:ext>
              </a:extLst>
            </p:cNvPr>
            <p:cNvCxnSpPr/>
            <p:nvPr/>
          </p:nvCxnSpPr>
          <p:spPr>
            <a:xfrm flipV="1">
              <a:off x="8634593" y="5957473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6675AB80-A468-465E-8263-C687CBBB3FEA}"/>
                </a:ext>
              </a:extLst>
            </p:cNvPr>
            <p:cNvCxnSpPr/>
            <p:nvPr/>
          </p:nvCxnSpPr>
          <p:spPr>
            <a:xfrm flipV="1">
              <a:off x="9196694" y="5288817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1F8BC8DB-3834-46A6-A294-A258CC2AB12E}"/>
                </a:ext>
              </a:extLst>
            </p:cNvPr>
            <p:cNvCxnSpPr/>
            <p:nvPr/>
          </p:nvCxnSpPr>
          <p:spPr>
            <a:xfrm flipV="1">
              <a:off x="9438527" y="5966038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B5C1D1A6-5DAE-446A-812B-CBC02DF406F8}"/>
                </a:ext>
              </a:extLst>
            </p:cNvPr>
            <p:cNvCxnSpPr/>
            <p:nvPr/>
          </p:nvCxnSpPr>
          <p:spPr>
            <a:xfrm flipV="1">
              <a:off x="9856044" y="5314798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66FF1075-0B37-4986-BD38-EC1F4492AD26}"/>
                </a:ext>
              </a:extLst>
            </p:cNvPr>
            <p:cNvCxnSpPr/>
            <p:nvPr/>
          </p:nvCxnSpPr>
          <p:spPr>
            <a:xfrm flipV="1">
              <a:off x="10475198" y="5237375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57C814EA-4CD6-4643-9EE5-37B0846336C3}"/>
                </a:ext>
              </a:extLst>
            </p:cNvPr>
            <p:cNvCxnSpPr/>
            <p:nvPr/>
          </p:nvCxnSpPr>
          <p:spPr>
            <a:xfrm flipV="1">
              <a:off x="10482020" y="5580605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箭头连接符 144">
              <a:extLst>
                <a:ext uri="{FF2B5EF4-FFF2-40B4-BE49-F238E27FC236}">
                  <a16:creationId xmlns:a16="http://schemas.microsoft.com/office/drawing/2014/main" id="{8D068641-22CA-4B1E-B283-85436511D43E}"/>
                </a:ext>
              </a:extLst>
            </p:cNvPr>
            <p:cNvCxnSpPr/>
            <p:nvPr/>
          </p:nvCxnSpPr>
          <p:spPr>
            <a:xfrm flipV="1">
              <a:off x="10017902" y="5975102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391EAAB3-09B4-4B55-8FEE-C3B7DC4B7CEA}"/>
                </a:ext>
              </a:extLst>
            </p:cNvPr>
            <p:cNvCxnSpPr/>
            <p:nvPr/>
          </p:nvCxnSpPr>
          <p:spPr>
            <a:xfrm flipV="1">
              <a:off x="10490093" y="5993426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2" name="组合 291">
            <a:extLst>
              <a:ext uri="{FF2B5EF4-FFF2-40B4-BE49-F238E27FC236}">
                <a16:creationId xmlns:a16="http://schemas.microsoft.com/office/drawing/2014/main" id="{4213A231-C82D-498C-90CA-3FE8FE7CCD21}"/>
              </a:ext>
            </a:extLst>
          </p:cNvPr>
          <p:cNvGrpSpPr/>
          <p:nvPr/>
        </p:nvGrpSpPr>
        <p:grpSpPr>
          <a:xfrm>
            <a:off x="1066347" y="4771960"/>
            <a:ext cx="898662" cy="244567"/>
            <a:chOff x="2618884" y="2393547"/>
            <a:chExt cx="1334674" cy="363226"/>
          </a:xfrm>
        </p:grpSpPr>
        <p:sp>
          <p:nvSpPr>
            <p:cNvPr id="267" name="任意多边形 12">
              <a:extLst>
                <a:ext uri="{FF2B5EF4-FFF2-40B4-BE49-F238E27FC236}">
                  <a16:creationId xmlns:a16="http://schemas.microsoft.com/office/drawing/2014/main" id="{07682192-2D58-4CB4-8134-CCE865CAF949}"/>
                </a:ext>
              </a:extLst>
            </p:cNvPr>
            <p:cNvSpPr/>
            <p:nvPr/>
          </p:nvSpPr>
          <p:spPr>
            <a:xfrm>
              <a:off x="2682619" y="2479673"/>
              <a:ext cx="1270939" cy="277100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DA75DB77-50DD-487A-8B27-7C1CC3FBBFBE}"/>
                </a:ext>
              </a:extLst>
            </p:cNvPr>
            <p:cNvSpPr/>
            <p:nvPr/>
          </p:nvSpPr>
          <p:spPr>
            <a:xfrm>
              <a:off x="3318088" y="2479673"/>
              <a:ext cx="635470" cy="277100"/>
            </a:xfrm>
            <a:prstGeom prst="rect">
              <a:avLst/>
            </a:prstGeom>
            <a:solidFill>
              <a:srgbClr val="85B4D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任意多边形 19">
              <a:extLst>
                <a:ext uri="{FF2B5EF4-FFF2-40B4-BE49-F238E27FC236}">
                  <a16:creationId xmlns:a16="http://schemas.microsoft.com/office/drawing/2014/main" id="{F6DCEC28-25E4-41D4-A167-A95957398B93}"/>
                </a:ext>
              </a:extLst>
            </p:cNvPr>
            <p:cNvSpPr/>
            <p:nvPr/>
          </p:nvSpPr>
          <p:spPr>
            <a:xfrm>
              <a:off x="3254354" y="2393547"/>
              <a:ext cx="699203" cy="86126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任意多边形 20">
              <a:extLst>
                <a:ext uri="{FF2B5EF4-FFF2-40B4-BE49-F238E27FC236}">
                  <a16:creationId xmlns:a16="http://schemas.microsoft.com/office/drawing/2014/main" id="{3E5C93D1-0ABC-400A-96BD-57EC0DB2D704}"/>
                </a:ext>
              </a:extLst>
            </p:cNvPr>
            <p:cNvSpPr/>
            <p:nvPr/>
          </p:nvSpPr>
          <p:spPr>
            <a:xfrm>
              <a:off x="2618885" y="2393547"/>
              <a:ext cx="699203" cy="86126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1" name="任意多边形 26">
              <a:extLst>
                <a:ext uri="{FF2B5EF4-FFF2-40B4-BE49-F238E27FC236}">
                  <a16:creationId xmlns:a16="http://schemas.microsoft.com/office/drawing/2014/main" id="{89F17144-20DB-4399-898C-0458D76D9BE3}"/>
                </a:ext>
              </a:extLst>
            </p:cNvPr>
            <p:cNvSpPr/>
            <p:nvPr/>
          </p:nvSpPr>
          <p:spPr>
            <a:xfrm>
              <a:off x="2618884" y="2396284"/>
              <a:ext cx="63734" cy="360489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72" name="组合 271">
              <a:extLst>
                <a:ext uri="{FF2B5EF4-FFF2-40B4-BE49-F238E27FC236}">
                  <a16:creationId xmlns:a16="http://schemas.microsoft.com/office/drawing/2014/main" id="{D0F1BE10-C1A9-4C01-9AB3-4AAEC622C0E9}"/>
                </a:ext>
              </a:extLst>
            </p:cNvPr>
            <p:cNvGrpSpPr/>
            <p:nvPr/>
          </p:nvGrpSpPr>
          <p:grpSpPr>
            <a:xfrm>
              <a:off x="2746352" y="2542466"/>
              <a:ext cx="63547" cy="143793"/>
              <a:chOff x="4058285" y="3817620"/>
              <a:chExt cx="215265" cy="365760"/>
            </a:xfrm>
          </p:grpSpPr>
          <p:cxnSp>
            <p:nvCxnSpPr>
              <p:cNvPr id="288" name="直接连接符 287">
                <a:extLst>
                  <a:ext uri="{FF2B5EF4-FFF2-40B4-BE49-F238E27FC236}">
                    <a16:creationId xmlns:a16="http://schemas.microsoft.com/office/drawing/2014/main" id="{0DA790DF-52DC-4214-BE33-BBDB289DEF6D}"/>
                  </a:ext>
                </a:extLst>
              </p:cNvPr>
              <p:cNvCxnSpPr/>
              <p:nvPr/>
            </p:nvCxnSpPr>
            <p:spPr>
              <a:xfrm>
                <a:off x="4058285" y="3817620"/>
                <a:ext cx="0" cy="36576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直接连接符 288">
                <a:extLst>
                  <a:ext uri="{FF2B5EF4-FFF2-40B4-BE49-F238E27FC236}">
                    <a16:creationId xmlns:a16="http://schemas.microsoft.com/office/drawing/2014/main" id="{1C341723-A888-41D1-A413-1E9F084E2858}"/>
                  </a:ext>
                </a:extLst>
              </p:cNvPr>
              <p:cNvCxnSpPr/>
              <p:nvPr/>
            </p:nvCxnSpPr>
            <p:spPr>
              <a:xfrm>
                <a:off x="4060190" y="3822065"/>
                <a:ext cx="213360" cy="3581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直接连接符 289">
                <a:extLst>
                  <a:ext uri="{FF2B5EF4-FFF2-40B4-BE49-F238E27FC236}">
                    <a16:creationId xmlns:a16="http://schemas.microsoft.com/office/drawing/2014/main" id="{560AD24B-08F2-4F4D-8085-F7E9BEF0B9AB}"/>
                  </a:ext>
                </a:extLst>
              </p:cNvPr>
              <p:cNvCxnSpPr/>
              <p:nvPr/>
            </p:nvCxnSpPr>
            <p:spPr>
              <a:xfrm>
                <a:off x="4273550" y="3817620"/>
                <a:ext cx="0" cy="36576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3" name="任意多边形 44">
              <a:extLst>
                <a:ext uri="{FF2B5EF4-FFF2-40B4-BE49-F238E27FC236}">
                  <a16:creationId xmlns:a16="http://schemas.microsoft.com/office/drawing/2014/main" id="{17CA5885-7465-4128-8BB0-961C9A458175}"/>
                </a:ext>
              </a:extLst>
            </p:cNvPr>
            <p:cNvSpPr/>
            <p:nvPr/>
          </p:nvSpPr>
          <p:spPr>
            <a:xfrm>
              <a:off x="3829838" y="2542926"/>
              <a:ext cx="63547" cy="142872"/>
            </a:xfrm>
            <a:custGeom>
              <a:avLst/>
              <a:gdLst>
                <a:gd name="connsiteX0" fmla="*/ 209550 w 220116"/>
                <a:gd name="connsiteY0" fmla="*/ 61575 h 395155"/>
                <a:gd name="connsiteX1" fmla="*/ 171450 w 220116"/>
                <a:gd name="connsiteY1" fmla="*/ 7600 h 395155"/>
                <a:gd name="connsiteX2" fmla="*/ 88900 w 220116"/>
                <a:gd name="connsiteY2" fmla="*/ 4425 h 395155"/>
                <a:gd name="connsiteX3" fmla="*/ 28575 w 220116"/>
                <a:gd name="connsiteY3" fmla="*/ 45700 h 395155"/>
                <a:gd name="connsiteX4" fmla="*/ 25400 w 220116"/>
                <a:gd name="connsiteY4" fmla="*/ 140950 h 395155"/>
                <a:gd name="connsiteX5" fmla="*/ 101600 w 220116"/>
                <a:gd name="connsiteY5" fmla="*/ 185400 h 395155"/>
                <a:gd name="connsiteX6" fmla="*/ 187325 w 220116"/>
                <a:gd name="connsiteY6" fmla="*/ 226675 h 395155"/>
                <a:gd name="connsiteX7" fmla="*/ 219075 w 220116"/>
                <a:gd name="connsiteY7" fmla="*/ 283825 h 395155"/>
                <a:gd name="connsiteX8" fmla="*/ 209550 w 220116"/>
                <a:gd name="connsiteY8" fmla="*/ 369550 h 395155"/>
                <a:gd name="connsiteX9" fmla="*/ 180975 w 220116"/>
                <a:gd name="connsiteY9" fmla="*/ 388600 h 395155"/>
                <a:gd name="connsiteX10" fmla="*/ 95250 w 220116"/>
                <a:gd name="connsiteY10" fmla="*/ 394950 h 395155"/>
                <a:gd name="connsiteX11" fmla="*/ 22225 w 220116"/>
                <a:gd name="connsiteY11" fmla="*/ 382250 h 395155"/>
                <a:gd name="connsiteX12" fmla="*/ 0 w 220116"/>
                <a:gd name="connsiteY12" fmla="*/ 315575 h 395155"/>
                <a:gd name="connsiteX0" fmla="*/ 209550 w 220116"/>
                <a:gd name="connsiteY0" fmla="*/ 61575 h 395325"/>
                <a:gd name="connsiteX1" fmla="*/ 171450 w 220116"/>
                <a:gd name="connsiteY1" fmla="*/ 7600 h 395325"/>
                <a:gd name="connsiteX2" fmla="*/ 88900 w 220116"/>
                <a:gd name="connsiteY2" fmla="*/ 4425 h 395325"/>
                <a:gd name="connsiteX3" fmla="*/ 28575 w 220116"/>
                <a:gd name="connsiteY3" fmla="*/ 45700 h 395325"/>
                <a:gd name="connsiteX4" fmla="*/ 25400 w 220116"/>
                <a:gd name="connsiteY4" fmla="*/ 140950 h 395325"/>
                <a:gd name="connsiteX5" fmla="*/ 101600 w 220116"/>
                <a:gd name="connsiteY5" fmla="*/ 185400 h 395325"/>
                <a:gd name="connsiteX6" fmla="*/ 187325 w 220116"/>
                <a:gd name="connsiteY6" fmla="*/ 226675 h 395325"/>
                <a:gd name="connsiteX7" fmla="*/ 219075 w 220116"/>
                <a:gd name="connsiteY7" fmla="*/ 283825 h 395325"/>
                <a:gd name="connsiteX8" fmla="*/ 209550 w 220116"/>
                <a:gd name="connsiteY8" fmla="*/ 369550 h 395325"/>
                <a:gd name="connsiteX9" fmla="*/ 180975 w 220116"/>
                <a:gd name="connsiteY9" fmla="*/ 388600 h 395325"/>
                <a:gd name="connsiteX10" fmla="*/ 95250 w 220116"/>
                <a:gd name="connsiteY10" fmla="*/ 394950 h 395325"/>
                <a:gd name="connsiteX11" fmla="*/ 28575 w 220116"/>
                <a:gd name="connsiteY11" fmla="*/ 379075 h 395325"/>
                <a:gd name="connsiteX12" fmla="*/ 0 w 220116"/>
                <a:gd name="connsiteY12" fmla="*/ 315575 h 395325"/>
                <a:gd name="connsiteX0" fmla="*/ 209550 w 223457"/>
                <a:gd name="connsiteY0" fmla="*/ 61575 h 394950"/>
                <a:gd name="connsiteX1" fmla="*/ 171450 w 223457"/>
                <a:gd name="connsiteY1" fmla="*/ 7600 h 394950"/>
                <a:gd name="connsiteX2" fmla="*/ 88900 w 223457"/>
                <a:gd name="connsiteY2" fmla="*/ 4425 h 394950"/>
                <a:gd name="connsiteX3" fmla="*/ 28575 w 223457"/>
                <a:gd name="connsiteY3" fmla="*/ 45700 h 394950"/>
                <a:gd name="connsiteX4" fmla="*/ 25400 w 223457"/>
                <a:gd name="connsiteY4" fmla="*/ 140950 h 394950"/>
                <a:gd name="connsiteX5" fmla="*/ 101600 w 223457"/>
                <a:gd name="connsiteY5" fmla="*/ 185400 h 394950"/>
                <a:gd name="connsiteX6" fmla="*/ 187325 w 223457"/>
                <a:gd name="connsiteY6" fmla="*/ 226675 h 394950"/>
                <a:gd name="connsiteX7" fmla="*/ 219075 w 223457"/>
                <a:gd name="connsiteY7" fmla="*/ 283825 h 394950"/>
                <a:gd name="connsiteX8" fmla="*/ 209550 w 223457"/>
                <a:gd name="connsiteY8" fmla="*/ 369550 h 394950"/>
                <a:gd name="connsiteX9" fmla="*/ 95250 w 223457"/>
                <a:gd name="connsiteY9" fmla="*/ 394950 h 394950"/>
                <a:gd name="connsiteX10" fmla="*/ 28575 w 223457"/>
                <a:gd name="connsiteY10" fmla="*/ 379075 h 394950"/>
                <a:gd name="connsiteX11" fmla="*/ 0 w 223457"/>
                <a:gd name="connsiteY11" fmla="*/ 315575 h 394950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351"/>
                <a:gd name="connsiteY0" fmla="*/ 61575 h 398447"/>
                <a:gd name="connsiteX1" fmla="*/ 171450 w 219351"/>
                <a:gd name="connsiteY1" fmla="*/ 7600 h 398447"/>
                <a:gd name="connsiteX2" fmla="*/ 88900 w 219351"/>
                <a:gd name="connsiteY2" fmla="*/ 4425 h 398447"/>
                <a:gd name="connsiteX3" fmla="*/ 28575 w 219351"/>
                <a:gd name="connsiteY3" fmla="*/ 45700 h 398447"/>
                <a:gd name="connsiteX4" fmla="*/ 25400 w 219351"/>
                <a:gd name="connsiteY4" fmla="*/ 140950 h 398447"/>
                <a:gd name="connsiteX5" fmla="*/ 101600 w 219351"/>
                <a:gd name="connsiteY5" fmla="*/ 185400 h 398447"/>
                <a:gd name="connsiteX6" fmla="*/ 187325 w 219351"/>
                <a:gd name="connsiteY6" fmla="*/ 226675 h 398447"/>
                <a:gd name="connsiteX7" fmla="*/ 219075 w 219351"/>
                <a:gd name="connsiteY7" fmla="*/ 283825 h 398447"/>
                <a:gd name="connsiteX8" fmla="*/ 197643 w 219351"/>
                <a:gd name="connsiteY8" fmla="*/ 367168 h 398447"/>
                <a:gd name="connsiteX9" fmla="*/ 117475 w 219351"/>
                <a:gd name="connsiteY9" fmla="*/ 398125 h 398447"/>
                <a:gd name="connsiteX10" fmla="*/ 28575 w 219351"/>
                <a:gd name="connsiteY10" fmla="*/ 379075 h 398447"/>
                <a:gd name="connsiteX11" fmla="*/ 0 w 219351"/>
                <a:gd name="connsiteY11" fmla="*/ 315575 h 398447"/>
                <a:gd name="connsiteX0" fmla="*/ 209550 w 217049"/>
                <a:gd name="connsiteY0" fmla="*/ 61575 h 398447"/>
                <a:gd name="connsiteX1" fmla="*/ 171450 w 217049"/>
                <a:gd name="connsiteY1" fmla="*/ 7600 h 398447"/>
                <a:gd name="connsiteX2" fmla="*/ 88900 w 217049"/>
                <a:gd name="connsiteY2" fmla="*/ 4425 h 398447"/>
                <a:gd name="connsiteX3" fmla="*/ 28575 w 217049"/>
                <a:gd name="connsiteY3" fmla="*/ 45700 h 398447"/>
                <a:gd name="connsiteX4" fmla="*/ 25400 w 217049"/>
                <a:gd name="connsiteY4" fmla="*/ 140950 h 398447"/>
                <a:gd name="connsiteX5" fmla="*/ 101600 w 217049"/>
                <a:gd name="connsiteY5" fmla="*/ 185400 h 398447"/>
                <a:gd name="connsiteX6" fmla="*/ 187325 w 217049"/>
                <a:gd name="connsiteY6" fmla="*/ 226675 h 398447"/>
                <a:gd name="connsiteX7" fmla="*/ 216694 w 217049"/>
                <a:gd name="connsiteY7" fmla="*/ 283825 h 398447"/>
                <a:gd name="connsiteX8" fmla="*/ 197643 w 217049"/>
                <a:gd name="connsiteY8" fmla="*/ 367168 h 398447"/>
                <a:gd name="connsiteX9" fmla="*/ 117475 w 217049"/>
                <a:gd name="connsiteY9" fmla="*/ 398125 h 398447"/>
                <a:gd name="connsiteX10" fmla="*/ 28575 w 217049"/>
                <a:gd name="connsiteY10" fmla="*/ 379075 h 398447"/>
                <a:gd name="connsiteX11" fmla="*/ 0 w 217049"/>
                <a:gd name="connsiteY11" fmla="*/ 315575 h 398447"/>
                <a:gd name="connsiteX0" fmla="*/ 209550 w 217049"/>
                <a:gd name="connsiteY0" fmla="*/ 61575 h 399559"/>
                <a:gd name="connsiteX1" fmla="*/ 171450 w 217049"/>
                <a:gd name="connsiteY1" fmla="*/ 7600 h 399559"/>
                <a:gd name="connsiteX2" fmla="*/ 88900 w 217049"/>
                <a:gd name="connsiteY2" fmla="*/ 4425 h 399559"/>
                <a:gd name="connsiteX3" fmla="*/ 28575 w 217049"/>
                <a:gd name="connsiteY3" fmla="*/ 45700 h 399559"/>
                <a:gd name="connsiteX4" fmla="*/ 25400 w 217049"/>
                <a:gd name="connsiteY4" fmla="*/ 140950 h 399559"/>
                <a:gd name="connsiteX5" fmla="*/ 101600 w 217049"/>
                <a:gd name="connsiteY5" fmla="*/ 185400 h 399559"/>
                <a:gd name="connsiteX6" fmla="*/ 187325 w 217049"/>
                <a:gd name="connsiteY6" fmla="*/ 226675 h 399559"/>
                <a:gd name="connsiteX7" fmla="*/ 216694 w 217049"/>
                <a:gd name="connsiteY7" fmla="*/ 283825 h 399559"/>
                <a:gd name="connsiteX8" fmla="*/ 197643 w 217049"/>
                <a:gd name="connsiteY8" fmla="*/ 367168 h 399559"/>
                <a:gd name="connsiteX9" fmla="*/ 117475 w 217049"/>
                <a:gd name="connsiteY9" fmla="*/ 398125 h 399559"/>
                <a:gd name="connsiteX10" fmla="*/ 40481 w 217049"/>
                <a:gd name="connsiteY10" fmla="*/ 386218 h 399559"/>
                <a:gd name="connsiteX11" fmla="*/ 0 w 217049"/>
                <a:gd name="connsiteY11" fmla="*/ 315575 h 399559"/>
                <a:gd name="connsiteX0" fmla="*/ 195263 w 202762"/>
                <a:gd name="connsiteY0" fmla="*/ 61575 h 399493"/>
                <a:gd name="connsiteX1" fmla="*/ 157163 w 202762"/>
                <a:gd name="connsiteY1" fmla="*/ 7600 h 399493"/>
                <a:gd name="connsiteX2" fmla="*/ 74613 w 202762"/>
                <a:gd name="connsiteY2" fmla="*/ 4425 h 399493"/>
                <a:gd name="connsiteX3" fmla="*/ 14288 w 202762"/>
                <a:gd name="connsiteY3" fmla="*/ 45700 h 399493"/>
                <a:gd name="connsiteX4" fmla="*/ 11113 w 202762"/>
                <a:gd name="connsiteY4" fmla="*/ 140950 h 399493"/>
                <a:gd name="connsiteX5" fmla="*/ 87313 w 202762"/>
                <a:gd name="connsiteY5" fmla="*/ 185400 h 399493"/>
                <a:gd name="connsiteX6" fmla="*/ 173038 w 202762"/>
                <a:gd name="connsiteY6" fmla="*/ 226675 h 399493"/>
                <a:gd name="connsiteX7" fmla="*/ 202407 w 202762"/>
                <a:gd name="connsiteY7" fmla="*/ 283825 h 399493"/>
                <a:gd name="connsiteX8" fmla="*/ 183356 w 202762"/>
                <a:gd name="connsiteY8" fmla="*/ 367168 h 399493"/>
                <a:gd name="connsiteX9" fmla="*/ 103188 w 202762"/>
                <a:gd name="connsiteY9" fmla="*/ 398125 h 399493"/>
                <a:gd name="connsiteX10" fmla="*/ 26194 w 202762"/>
                <a:gd name="connsiteY10" fmla="*/ 386218 h 399493"/>
                <a:gd name="connsiteX11" fmla="*/ 0 w 202762"/>
                <a:gd name="connsiteY11" fmla="*/ 317956 h 399493"/>
                <a:gd name="connsiteX0" fmla="*/ 191348 w 198847"/>
                <a:gd name="connsiteY0" fmla="*/ 61575 h 399493"/>
                <a:gd name="connsiteX1" fmla="*/ 153248 w 198847"/>
                <a:gd name="connsiteY1" fmla="*/ 7600 h 399493"/>
                <a:gd name="connsiteX2" fmla="*/ 70698 w 198847"/>
                <a:gd name="connsiteY2" fmla="*/ 4425 h 399493"/>
                <a:gd name="connsiteX3" fmla="*/ 10373 w 198847"/>
                <a:gd name="connsiteY3" fmla="*/ 45700 h 399493"/>
                <a:gd name="connsiteX4" fmla="*/ 7198 w 198847"/>
                <a:gd name="connsiteY4" fmla="*/ 140950 h 399493"/>
                <a:gd name="connsiteX5" fmla="*/ 83398 w 198847"/>
                <a:gd name="connsiteY5" fmla="*/ 185400 h 399493"/>
                <a:gd name="connsiteX6" fmla="*/ 169123 w 198847"/>
                <a:gd name="connsiteY6" fmla="*/ 226675 h 399493"/>
                <a:gd name="connsiteX7" fmla="*/ 198492 w 198847"/>
                <a:gd name="connsiteY7" fmla="*/ 283825 h 399493"/>
                <a:gd name="connsiteX8" fmla="*/ 179441 w 198847"/>
                <a:gd name="connsiteY8" fmla="*/ 367168 h 399493"/>
                <a:gd name="connsiteX9" fmla="*/ 99273 w 198847"/>
                <a:gd name="connsiteY9" fmla="*/ 398125 h 399493"/>
                <a:gd name="connsiteX10" fmla="*/ 22279 w 198847"/>
                <a:gd name="connsiteY10" fmla="*/ 386218 h 399493"/>
                <a:gd name="connsiteX11" fmla="*/ 3229 w 198847"/>
                <a:gd name="connsiteY11" fmla="*/ 317956 h 399493"/>
                <a:gd name="connsiteX0" fmla="*/ 191348 w 198847"/>
                <a:gd name="connsiteY0" fmla="*/ 61575 h 400217"/>
                <a:gd name="connsiteX1" fmla="*/ 153248 w 198847"/>
                <a:gd name="connsiteY1" fmla="*/ 7600 h 400217"/>
                <a:gd name="connsiteX2" fmla="*/ 70698 w 198847"/>
                <a:gd name="connsiteY2" fmla="*/ 4425 h 400217"/>
                <a:gd name="connsiteX3" fmla="*/ 10373 w 198847"/>
                <a:gd name="connsiteY3" fmla="*/ 45700 h 400217"/>
                <a:gd name="connsiteX4" fmla="*/ 7198 w 198847"/>
                <a:gd name="connsiteY4" fmla="*/ 140950 h 400217"/>
                <a:gd name="connsiteX5" fmla="*/ 83398 w 198847"/>
                <a:gd name="connsiteY5" fmla="*/ 185400 h 400217"/>
                <a:gd name="connsiteX6" fmla="*/ 169123 w 198847"/>
                <a:gd name="connsiteY6" fmla="*/ 226675 h 400217"/>
                <a:gd name="connsiteX7" fmla="*/ 198492 w 198847"/>
                <a:gd name="connsiteY7" fmla="*/ 283825 h 400217"/>
                <a:gd name="connsiteX8" fmla="*/ 179441 w 198847"/>
                <a:gd name="connsiteY8" fmla="*/ 367168 h 400217"/>
                <a:gd name="connsiteX9" fmla="*/ 99273 w 198847"/>
                <a:gd name="connsiteY9" fmla="*/ 398125 h 400217"/>
                <a:gd name="connsiteX10" fmla="*/ 31804 w 198847"/>
                <a:gd name="connsiteY10" fmla="*/ 388599 h 400217"/>
                <a:gd name="connsiteX11" fmla="*/ 3229 w 198847"/>
                <a:gd name="connsiteY11" fmla="*/ 317956 h 400217"/>
                <a:gd name="connsiteX0" fmla="*/ 191348 w 198847"/>
                <a:gd name="connsiteY0" fmla="*/ 61575 h 400745"/>
                <a:gd name="connsiteX1" fmla="*/ 153248 w 198847"/>
                <a:gd name="connsiteY1" fmla="*/ 7600 h 400745"/>
                <a:gd name="connsiteX2" fmla="*/ 70698 w 198847"/>
                <a:gd name="connsiteY2" fmla="*/ 4425 h 400745"/>
                <a:gd name="connsiteX3" fmla="*/ 10373 w 198847"/>
                <a:gd name="connsiteY3" fmla="*/ 45700 h 400745"/>
                <a:gd name="connsiteX4" fmla="*/ 7198 w 198847"/>
                <a:gd name="connsiteY4" fmla="*/ 140950 h 400745"/>
                <a:gd name="connsiteX5" fmla="*/ 83398 w 198847"/>
                <a:gd name="connsiteY5" fmla="*/ 185400 h 400745"/>
                <a:gd name="connsiteX6" fmla="*/ 169123 w 198847"/>
                <a:gd name="connsiteY6" fmla="*/ 226675 h 400745"/>
                <a:gd name="connsiteX7" fmla="*/ 198492 w 198847"/>
                <a:gd name="connsiteY7" fmla="*/ 283825 h 400745"/>
                <a:gd name="connsiteX8" fmla="*/ 179441 w 198847"/>
                <a:gd name="connsiteY8" fmla="*/ 360025 h 400745"/>
                <a:gd name="connsiteX9" fmla="*/ 99273 w 198847"/>
                <a:gd name="connsiteY9" fmla="*/ 398125 h 400745"/>
                <a:gd name="connsiteX10" fmla="*/ 31804 w 198847"/>
                <a:gd name="connsiteY10" fmla="*/ 388599 h 400745"/>
                <a:gd name="connsiteX11" fmla="*/ 3229 w 198847"/>
                <a:gd name="connsiteY11" fmla="*/ 317956 h 400745"/>
                <a:gd name="connsiteX0" fmla="*/ 191348 w 199158"/>
                <a:gd name="connsiteY0" fmla="*/ 61575 h 400393"/>
                <a:gd name="connsiteX1" fmla="*/ 153248 w 199158"/>
                <a:gd name="connsiteY1" fmla="*/ 7600 h 400393"/>
                <a:gd name="connsiteX2" fmla="*/ 70698 w 199158"/>
                <a:gd name="connsiteY2" fmla="*/ 4425 h 400393"/>
                <a:gd name="connsiteX3" fmla="*/ 10373 w 199158"/>
                <a:gd name="connsiteY3" fmla="*/ 45700 h 400393"/>
                <a:gd name="connsiteX4" fmla="*/ 7198 w 199158"/>
                <a:gd name="connsiteY4" fmla="*/ 140950 h 400393"/>
                <a:gd name="connsiteX5" fmla="*/ 83398 w 199158"/>
                <a:gd name="connsiteY5" fmla="*/ 185400 h 400393"/>
                <a:gd name="connsiteX6" fmla="*/ 169123 w 199158"/>
                <a:gd name="connsiteY6" fmla="*/ 226675 h 400393"/>
                <a:gd name="connsiteX7" fmla="*/ 198492 w 199158"/>
                <a:gd name="connsiteY7" fmla="*/ 283825 h 400393"/>
                <a:gd name="connsiteX8" fmla="*/ 181822 w 199158"/>
                <a:gd name="connsiteY8" fmla="*/ 364788 h 400393"/>
                <a:gd name="connsiteX9" fmla="*/ 99273 w 199158"/>
                <a:gd name="connsiteY9" fmla="*/ 398125 h 400393"/>
                <a:gd name="connsiteX10" fmla="*/ 31804 w 199158"/>
                <a:gd name="connsiteY10" fmla="*/ 388599 h 400393"/>
                <a:gd name="connsiteX11" fmla="*/ 3229 w 199158"/>
                <a:gd name="connsiteY11" fmla="*/ 317956 h 400393"/>
                <a:gd name="connsiteX0" fmla="*/ 191348 w 199158"/>
                <a:gd name="connsiteY0" fmla="*/ 61575 h 398784"/>
                <a:gd name="connsiteX1" fmla="*/ 153248 w 199158"/>
                <a:gd name="connsiteY1" fmla="*/ 7600 h 398784"/>
                <a:gd name="connsiteX2" fmla="*/ 70698 w 199158"/>
                <a:gd name="connsiteY2" fmla="*/ 4425 h 398784"/>
                <a:gd name="connsiteX3" fmla="*/ 10373 w 199158"/>
                <a:gd name="connsiteY3" fmla="*/ 45700 h 398784"/>
                <a:gd name="connsiteX4" fmla="*/ 7198 w 199158"/>
                <a:gd name="connsiteY4" fmla="*/ 140950 h 398784"/>
                <a:gd name="connsiteX5" fmla="*/ 83398 w 199158"/>
                <a:gd name="connsiteY5" fmla="*/ 185400 h 398784"/>
                <a:gd name="connsiteX6" fmla="*/ 169123 w 199158"/>
                <a:gd name="connsiteY6" fmla="*/ 226675 h 398784"/>
                <a:gd name="connsiteX7" fmla="*/ 198492 w 199158"/>
                <a:gd name="connsiteY7" fmla="*/ 283825 h 398784"/>
                <a:gd name="connsiteX8" fmla="*/ 181822 w 199158"/>
                <a:gd name="connsiteY8" fmla="*/ 364788 h 398784"/>
                <a:gd name="connsiteX9" fmla="*/ 99273 w 199158"/>
                <a:gd name="connsiteY9" fmla="*/ 398125 h 398784"/>
                <a:gd name="connsiteX10" fmla="*/ 36566 w 199158"/>
                <a:gd name="connsiteY10" fmla="*/ 381456 h 398784"/>
                <a:gd name="connsiteX11" fmla="*/ 3229 w 199158"/>
                <a:gd name="connsiteY11" fmla="*/ 317956 h 398784"/>
                <a:gd name="connsiteX0" fmla="*/ 191348 w 198664"/>
                <a:gd name="connsiteY0" fmla="*/ 61575 h 398920"/>
                <a:gd name="connsiteX1" fmla="*/ 153248 w 198664"/>
                <a:gd name="connsiteY1" fmla="*/ 7600 h 398920"/>
                <a:gd name="connsiteX2" fmla="*/ 70698 w 198664"/>
                <a:gd name="connsiteY2" fmla="*/ 4425 h 398920"/>
                <a:gd name="connsiteX3" fmla="*/ 10373 w 198664"/>
                <a:gd name="connsiteY3" fmla="*/ 45700 h 398920"/>
                <a:gd name="connsiteX4" fmla="*/ 7198 w 198664"/>
                <a:gd name="connsiteY4" fmla="*/ 140950 h 398920"/>
                <a:gd name="connsiteX5" fmla="*/ 83398 w 198664"/>
                <a:gd name="connsiteY5" fmla="*/ 185400 h 398920"/>
                <a:gd name="connsiteX6" fmla="*/ 169123 w 198664"/>
                <a:gd name="connsiteY6" fmla="*/ 226675 h 398920"/>
                <a:gd name="connsiteX7" fmla="*/ 198492 w 198664"/>
                <a:gd name="connsiteY7" fmla="*/ 283825 h 398920"/>
                <a:gd name="connsiteX8" fmla="*/ 177059 w 198664"/>
                <a:gd name="connsiteY8" fmla="*/ 362406 h 398920"/>
                <a:gd name="connsiteX9" fmla="*/ 99273 w 198664"/>
                <a:gd name="connsiteY9" fmla="*/ 398125 h 398920"/>
                <a:gd name="connsiteX10" fmla="*/ 36566 w 198664"/>
                <a:gd name="connsiteY10" fmla="*/ 381456 h 398920"/>
                <a:gd name="connsiteX11" fmla="*/ 3229 w 198664"/>
                <a:gd name="connsiteY11" fmla="*/ 317956 h 398920"/>
                <a:gd name="connsiteX0" fmla="*/ 200873 w 200873"/>
                <a:gd name="connsiteY0" fmla="*/ 64090 h 399054"/>
                <a:gd name="connsiteX1" fmla="*/ 153248 w 200873"/>
                <a:gd name="connsiteY1" fmla="*/ 7734 h 399054"/>
                <a:gd name="connsiteX2" fmla="*/ 70698 w 200873"/>
                <a:gd name="connsiteY2" fmla="*/ 4559 h 399054"/>
                <a:gd name="connsiteX3" fmla="*/ 10373 w 200873"/>
                <a:gd name="connsiteY3" fmla="*/ 45834 h 399054"/>
                <a:gd name="connsiteX4" fmla="*/ 7198 w 200873"/>
                <a:gd name="connsiteY4" fmla="*/ 141084 h 399054"/>
                <a:gd name="connsiteX5" fmla="*/ 83398 w 200873"/>
                <a:gd name="connsiteY5" fmla="*/ 185534 h 399054"/>
                <a:gd name="connsiteX6" fmla="*/ 169123 w 200873"/>
                <a:gd name="connsiteY6" fmla="*/ 226809 h 399054"/>
                <a:gd name="connsiteX7" fmla="*/ 198492 w 200873"/>
                <a:gd name="connsiteY7" fmla="*/ 283959 h 399054"/>
                <a:gd name="connsiteX8" fmla="*/ 177059 w 200873"/>
                <a:gd name="connsiteY8" fmla="*/ 362540 h 399054"/>
                <a:gd name="connsiteX9" fmla="*/ 99273 w 200873"/>
                <a:gd name="connsiteY9" fmla="*/ 398259 h 399054"/>
                <a:gd name="connsiteX10" fmla="*/ 36566 w 200873"/>
                <a:gd name="connsiteY10" fmla="*/ 381590 h 399054"/>
                <a:gd name="connsiteX11" fmla="*/ 3229 w 200873"/>
                <a:gd name="connsiteY11" fmla="*/ 318090 h 399054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67534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300628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2152 h 396415"/>
                <a:gd name="connsiteX1" fmla="*/ 153248 w 200873"/>
                <a:gd name="connsiteY1" fmla="*/ 10558 h 396415"/>
                <a:gd name="connsiteX2" fmla="*/ 70698 w 200873"/>
                <a:gd name="connsiteY2" fmla="*/ 2621 h 396415"/>
                <a:gd name="connsiteX3" fmla="*/ 10373 w 200873"/>
                <a:gd name="connsiteY3" fmla="*/ 43896 h 396415"/>
                <a:gd name="connsiteX4" fmla="*/ 7198 w 200873"/>
                <a:gd name="connsiteY4" fmla="*/ 139146 h 396415"/>
                <a:gd name="connsiteX5" fmla="*/ 83398 w 200873"/>
                <a:gd name="connsiteY5" fmla="*/ 183596 h 396415"/>
                <a:gd name="connsiteX6" fmla="*/ 169123 w 200873"/>
                <a:gd name="connsiteY6" fmla="*/ 224871 h 396415"/>
                <a:gd name="connsiteX7" fmla="*/ 198492 w 200873"/>
                <a:gd name="connsiteY7" fmla="*/ 298690 h 396415"/>
                <a:gd name="connsiteX8" fmla="*/ 172297 w 200873"/>
                <a:gd name="connsiteY8" fmla="*/ 374890 h 396415"/>
                <a:gd name="connsiteX9" fmla="*/ 99273 w 200873"/>
                <a:gd name="connsiteY9" fmla="*/ 396321 h 396415"/>
                <a:gd name="connsiteX10" fmla="*/ 36566 w 200873"/>
                <a:gd name="connsiteY10" fmla="*/ 379652 h 396415"/>
                <a:gd name="connsiteX11" fmla="*/ 3229 w 200873"/>
                <a:gd name="connsiteY11" fmla="*/ 316152 h 39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873" h="396415">
                  <a:moveTo>
                    <a:pt x="200873" y="62152"/>
                  </a:moveTo>
                  <a:cubicBezTo>
                    <a:pt x="191877" y="39927"/>
                    <a:pt x="174944" y="20480"/>
                    <a:pt x="153248" y="10558"/>
                  </a:cubicBezTo>
                  <a:cubicBezTo>
                    <a:pt x="131552" y="636"/>
                    <a:pt x="94510" y="-2935"/>
                    <a:pt x="70698" y="2621"/>
                  </a:cubicBezTo>
                  <a:cubicBezTo>
                    <a:pt x="46886" y="8177"/>
                    <a:pt x="20956" y="21142"/>
                    <a:pt x="10373" y="43896"/>
                  </a:cubicBezTo>
                  <a:cubicBezTo>
                    <a:pt x="-210" y="66650"/>
                    <a:pt x="-4973" y="115863"/>
                    <a:pt x="7198" y="139146"/>
                  </a:cubicBezTo>
                  <a:cubicBezTo>
                    <a:pt x="19369" y="162429"/>
                    <a:pt x="56410" y="169309"/>
                    <a:pt x="83398" y="183596"/>
                  </a:cubicBezTo>
                  <a:cubicBezTo>
                    <a:pt x="110385" y="197884"/>
                    <a:pt x="149941" y="205689"/>
                    <a:pt x="169123" y="224871"/>
                  </a:cubicBezTo>
                  <a:cubicBezTo>
                    <a:pt x="188305" y="244053"/>
                    <a:pt x="197963" y="273687"/>
                    <a:pt x="198492" y="298690"/>
                  </a:cubicBezTo>
                  <a:cubicBezTo>
                    <a:pt x="199021" y="323693"/>
                    <a:pt x="188833" y="358618"/>
                    <a:pt x="172297" y="374890"/>
                  </a:cubicBezTo>
                  <a:cubicBezTo>
                    <a:pt x="155761" y="391162"/>
                    <a:pt x="121895" y="395527"/>
                    <a:pt x="99273" y="396321"/>
                  </a:cubicBezTo>
                  <a:cubicBezTo>
                    <a:pt x="76651" y="397115"/>
                    <a:pt x="52573" y="393014"/>
                    <a:pt x="36566" y="379652"/>
                  </a:cubicBezTo>
                  <a:cubicBezTo>
                    <a:pt x="20559" y="366291"/>
                    <a:pt x="6404" y="342875"/>
                    <a:pt x="3229" y="316152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4" name="文本框 293">
            <a:extLst>
              <a:ext uri="{FF2B5EF4-FFF2-40B4-BE49-F238E27FC236}">
                <a16:creationId xmlns:a16="http://schemas.microsoft.com/office/drawing/2014/main" id="{4F5C70C1-FC92-4E0E-8DF0-3B93B614B2F2}"/>
              </a:ext>
            </a:extLst>
          </p:cNvPr>
          <p:cNvSpPr txBox="1"/>
          <p:nvPr/>
        </p:nvSpPr>
        <p:spPr>
          <a:xfrm>
            <a:off x="1077097" y="379921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小磁铁</a:t>
            </a:r>
          </a:p>
        </p:txBody>
      </p:sp>
      <p:sp>
        <p:nvSpPr>
          <p:cNvPr id="296" name="文本框 295">
            <a:extLst>
              <a:ext uri="{FF2B5EF4-FFF2-40B4-BE49-F238E27FC236}">
                <a16:creationId xmlns:a16="http://schemas.microsoft.com/office/drawing/2014/main" id="{CD2F968C-AA5F-47A5-8A80-06E0927BEDF3}"/>
              </a:ext>
            </a:extLst>
          </p:cNvPr>
          <p:cNvSpPr txBox="1"/>
          <p:nvPr/>
        </p:nvSpPr>
        <p:spPr>
          <a:xfrm>
            <a:off x="4644897" y="98872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磁畴有序排列</a:t>
            </a:r>
          </a:p>
        </p:txBody>
      </p:sp>
      <p:grpSp>
        <p:nvGrpSpPr>
          <p:cNvPr id="299" name="组合 298">
            <a:extLst>
              <a:ext uri="{FF2B5EF4-FFF2-40B4-BE49-F238E27FC236}">
                <a16:creationId xmlns:a16="http://schemas.microsoft.com/office/drawing/2014/main" id="{5F7B26ED-FE57-4C6D-B490-F835D9713AB4}"/>
              </a:ext>
            </a:extLst>
          </p:cNvPr>
          <p:cNvGrpSpPr/>
          <p:nvPr/>
        </p:nvGrpSpPr>
        <p:grpSpPr>
          <a:xfrm>
            <a:off x="8541460" y="1619588"/>
            <a:ext cx="2478044" cy="771417"/>
            <a:chOff x="7184463" y="3361392"/>
            <a:chExt cx="3684885" cy="1147108"/>
          </a:xfrm>
        </p:grpSpPr>
        <p:grpSp>
          <p:nvGrpSpPr>
            <p:cNvPr id="300" name="组合 299">
              <a:extLst>
                <a:ext uri="{FF2B5EF4-FFF2-40B4-BE49-F238E27FC236}">
                  <a16:creationId xmlns:a16="http://schemas.microsoft.com/office/drawing/2014/main" id="{A8947704-9C2F-401B-842F-C356D6C9C10F}"/>
                </a:ext>
              </a:extLst>
            </p:cNvPr>
            <p:cNvGrpSpPr/>
            <p:nvPr/>
          </p:nvGrpSpPr>
          <p:grpSpPr>
            <a:xfrm>
              <a:off x="7184463" y="3361392"/>
              <a:ext cx="3684885" cy="1147108"/>
              <a:chOff x="2228798" y="4344326"/>
              <a:chExt cx="6231066" cy="1358545"/>
            </a:xfrm>
          </p:grpSpPr>
          <p:sp>
            <p:nvSpPr>
              <p:cNvPr id="315" name="任意多边形 402">
                <a:extLst>
                  <a:ext uri="{FF2B5EF4-FFF2-40B4-BE49-F238E27FC236}">
                    <a16:creationId xmlns:a16="http://schemas.microsoft.com/office/drawing/2014/main" id="{26D5B0B9-1F07-41F2-8307-6B3F34B1BD79}"/>
                  </a:ext>
                </a:extLst>
              </p:cNvPr>
              <p:cNvSpPr/>
              <p:nvPr/>
            </p:nvSpPr>
            <p:spPr>
              <a:xfrm>
                <a:off x="2228798" y="4344326"/>
                <a:ext cx="6231066" cy="1358545"/>
              </a:xfrm>
              <a:custGeom>
                <a:avLst/>
                <a:gdLst>
                  <a:gd name="connsiteX0" fmla="*/ 0 w 4305298"/>
                  <a:gd name="connsiteY0" fmla="*/ 0 h 704850"/>
                  <a:gd name="connsiteX1" fmla="*/ 2152649 w 4305298"/>
                  <a:gd name="connsiteY1" fmla="*/ 0 h 704850"/>
                  <a:gd name="connsiteX2" fmla="*/ 4305298 w 4305298"/>
                  <a:gd name="connsiteY2" fmla="*/ 0 h 704850"/>
                  <a:gd name="connsiteX3" fmla="*/ 4305298 w 4305298"/>
                  <a:gd name="connsiteY3" fmla="*/ 704850 h 704850"/>
                  <a:gd name="connsiteX4" fmla="*/ 2152649 w 4305298"/>
                  <a:gd name="connsiteY4" fmla="*/ 704850 h 704850"/>
                  <a:gd name="connsiteX5" fmla="*/ 0 w 4305298"/>
                  <a:gd name="connsiteY5" fmla="*/ 704850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05298" h="704850">
                    <a:moveTo>
                      <a:pt x="0" y="0"/>
                    </a:moveTo>
                    <a:lnTo>
                      <a:pt x="2152649" y="0"/>
                    </a:lnTo>
                    <a:lnTo>
                      <a:pt x="4305298" y="0"/>
                    </a:lnTo>
                    <a:lnTo>
                      <a:pt x="4305298" y="704850"/>
                    </a:lnTo>
                    <a:lnTo>
                      <a:pt x="2152649" y="704850"/>
                    </a:lnTo>
                    <a:lnTo>
                      <a:pt x="0" y="70485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16" name="直接连接符 315">
                <a:extLst>
                  <a:ext uri="{FF2B5EF4-FFF2-40B4-BE49-F238E27FC236}">
                    <a16:creationId xmlns:a16="http://schemas.microsoft.com/office/drawing/2014/main" id="{DBD86F28-5344-41D3-B5C1-7E8B63508903}"/>
                  </a:ext>
                </a:extLst>
              </p:cNvPr>
              <p:cNvCxnSpPr/>
              <p:nvPr/>
            </p:nvCxnSpPr>
            <p:spPr>
              <a:xfrm>
                <a:off x="2832155" y="4344326"/>
                <a:ext cx="265543" cy="4222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直接连接符 316">
                <a:extLst>
                  <a:ext uri="{FF2B5EF4-FFF2-40B4-BE49-F238E27FC236}">
                    <a16:creationId xmlns:a16="http://schemas.microsoft.com/office/drawing/2014/main" id="{3670E7FC-0A44-4269-AB54-801B5902B9C2}"/>
                  </a:ext>
                </a:extLst>
              </p:cNvPr>
              <p:cNvCxnSpPr/>
              <p:nvPr/>
            </p:nvCxnSpPr>
            <p:spPr>
              <a:xfrm flipH="1">
                <a:off x="2228798" y="4766577"/>
                <a:ext cx="868900" cy="4658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直接连接符 317">
                <a:extLst>
                  <a:ext uri="{FF2B5EF4-FFF2-40B4-BE49-F238E27FC236}">
                    <a16:creationId xmlns:a16="http://schemas.microsoft.com/office/drawing/2014/main" id="{B5F01936-5124-46C9-ABB9-A651A03BCB6C}"/>
                  </a:ext>
                </a:extLst>
              </p:cNvPr>
              <p:cNvCxnSpPr/>
              <p:nvPr/>
            </p:nvCxnSpPr>
            <p:spPr>
              <a:xfrm>
                <a:off x="2640070" y="5014368"/>
                <a:ext cx="369100" cy="37935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直接连接符 318">
                <a:extLst>
                  <a:ext uri="{FF2B5EF4-FFF2-40B4-BE49-F238E27FC236}">
                    <a16:creationId xmlns:a16="http://schemas.microsoft.com/office/drawing/2014/main" id="{9EAD0C1C-001B-4055-A98D-A2E7A46B6584}"/>
                  </a:ext>
                </a:extLst>
              </p:cNvPr>
              <p:cNvCxnSpPr/>
              <p:nvPr/>
            </p:nvCxnSpPr>
            <p:spPr>
              <a:xfrm>
                <a:off x="3009170" y="5393722"/>
                <a:ext cx="88528" cy="3091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直接连接符 319">
                <a:extLst>
                  <a:ext uri="{FF2B5EF4-FFF2-40B4-BE49-F238E27FC236}">
                    <a16:creationId xmlns:a16="http://schemas.microsoft.com/office/drawing/2014/main" id="{6EC30106-D8D5-43E7-B4CC-183BD046881D}"/>
                  </a:ext>
                </a:extLst>
              </p:cNvPr>
              <p:cNvCxnSpPr/>
              <p:nvPr/>
            </p:nvCxnSpPr>
            <p:spPr>
              <a:xfrm>
                <a:off x="3009170" y="5393722"/>
                <a:ext cx="90566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直接连接符 320">
                <a:extLst>
                  <a:ext uri="{FF2B5EF4-FFF2-40B4-BE49-F238E27FC236}">
                    <a16:creationId xmlns:a16="http://schemas.microsoft.com/office/drawing/2014/main" id="{8B1CA148-98E5-416A-BFE6-CBA04FF9C621}"/>
                  </a:ext>
                </a:extLst>
              </p:cNvPr>
              <p:cNvCxnSpPr/>
              <p:nvPr/>
            </p:nvCxnSpPr>
            <p:spPr>
              <a:xfrm>
                <a:off x="3914833" y="5391511"/>
                <a:ext cx="259738" cy="31136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直接连接符 321">
                <a:extLst>
                  <a:ext uri="{FF2B5EF4-FFF2-40B4-BE49-F238E27FC236}">
                    <a16:creationId xmlns:a16="http://schemas.microsoft.com/office/drawing/2014/main" id="{C386C000-EA47-4A58-AC1B-7301077F502A}"/>
                  </a:ext>
                </a:extLst>
              </p:cNvPr>
              <p:cNvCxnSpPr/>
              <p:nvPr/>
            </p:nvCxnSpPr>
            <p:spPr>
              <a:xfrm>
                <a:off x="3097698" y="4766577"/>
                <a:ext cx="1068529" cy="15899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直接连接符 322">
                <a:extLst>
                  <a:ext uri="{FF2B5EF4-FFF2-40B4-BE49-F238E27FC236}">
                    <a16:creationId xmlns:a16="http://schemas.microsoft.com/office/drawing/2014/main" id="{AF70CCEC-9F1E-4457-8875-D7C92C8B79F4}"/>
                  </a:ext>
                </a:extLst>
              </p:cNvPr>
              <p:cNvCxnSpPr/>
              <p:nvPr/>
            </p:nvCxnSpPr>
            <p:spPr>
              <a:xfrm flipV="1">
                <a:off x="4166227" y="4344327"/>
                <a:ext cx="876414" cy="58124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直接连接符 323">
                <a:extLst>
                  <a:ext uri="{FF2B5EF4-FFF2-40B4-BE49-F238E27FC236}">
                    <a16:creationId xmlns:a16="http://schemas.microsoft.com/office/drawing/2014/main" id="{05D38674-1C89-4CAE-825D-F743DEEAF695}"/>
                  </a:ext>
                </a:extLst>
              </p:cNvPr>
              <p:cNvCxnSpPr/>
              <p:nvPr/>
            </p:nvCxnSpPr>
            <p:spPr>
              <a:xfrm>
                <a:off x="4166227" y="4925575"/>
                <a:ext cx="327770" cy="2020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直接连接符 324">
                <a:extLst>
                  <a:ext uri="{FF2B5EF4-FFF2-40B4-BE49-F238E27FC236}">
                    <a16:creationId xmlns:a16="http://schemas.microsoft.com/office/drawing/2014/main" id="{282220CD-BFFC-45B4-AD50-ADD47C2872B2}"/>
                  </a:ext>
                </a:extLst>
              </p:cNvPr>
              <p:cNvCxnSpPr/>
              <p:nvPr/>
            </p:nvCxnSpPr>
            <p:spPr>
              <a:xfrm flipV="1">
                <a:off x="3914834" y="4766578"/>
                <a:ext cx="1363943" cy="6283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直接连接符 325">
                <a:extLst>
                  <a:ext uri="{FF2B5EF4-FFF2-40B4-BE49-F238E27FC236}">
                    <a16:creationId xmlns:a16="http://schemas.microsoft.com/office/drawing/2014/main" id="{03B359A7-0B88-4093-B5C3-B40C36A018E7}"/>
                  </a:ext>
                </a:extLst>
              </p:cNvPr>
              <p:cNvCxnSpPr>
                <a:endCxn id="315" idx="1"/>
              </p:cNvCxnSpPr>
              <p:nvPr/>
            </p:nvCxnSpPr>
            <p:spPr>
              <a:xfrm flipV="1">
                <a:off x="5271878" y="4344326"/>
                <a:ext cx="72453" cy="42917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直接连接符 326">
                <a:extLst>
                  <a:ext uri="{FF2B5EF4-FFF2-40B4-BE49-F238E27FC236}">
                    <a16:creationId xmlns:a16="http://schemas.microsoft.com/office/drawing/2014/main" id="{1860F083-7E51-46FD-A8F1-A500895DD22F}"/>
                  </a:ext>
                </a:extLst>
              </p:cNvPr>
              <p:cNvCxnSpPr/>
              <p:nvPr/>
            </p:nvCxnSpPr>
            <p:spPr>
              <a:xfrm>
                <a:off x="5268525" y="4766573"/>
                <a:ext cx="808891" cy="4883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直接连接符 327">
                <a:extLst>
                  <a:ext uri="{FF2B5EF4-FFF2-40B4-BE49-F238E27FC236}">
                    <a16:creationId xmlns:a16="http://schemas.microsoft.com/office/drawing/2014/main" id="{12AF22CB-CA83-4548-BA7C-FF2DA5755FEB}"/>
                  </a:ext>
                </a:extLst>
              </p:cNvPr>
              <p:cNvCxnSpPr>
                <a:endCxn id="315" idx="4"/>
              </p:cNvCxnSpPr>
              <p:nvPr/>
            </p:nvCxnSpPr>
            <p:spPr>
              <a:xfrm flipH="1">
                <a:off x="5344332" y="5254924"/>
                <a:ext cx="733083" cy="44794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直接连接符 328">
                <a:extLst>
                  <a:ext uri="{FF2B5EF4-FFF2-40B4-BE49-F238E27FC236}">
                    <a16:creationId xmlns:a16="http://schemas.microsoft.com/office/drawing/2014/main" id="{EBC736DC-B5B4-43E4-84A7-C392BF80A4AE}"/>
                  </a:ext>
                </a:extLst>
              </p:cNvPr>
              <p:cNvCxnSpPr/>
              <p:nvPr/>
            </p:nvCxnSpPr>
            <p:spPr>
              <a:xfrm flipV="1">
                <a:off x="6077415" y="4346539"/>
                <a:ext cx="636299" cy="90838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直接连接符 329">
                <a:extLst>
                  <a:ext uri="{FF2B5EF4-FFF2-40B4-BE49-F238E27FC236}">
                    <a16:creationId xmlns:a16="http://schemas.microsoft.com/office/drawing/2014/main" id="{1061589F-726E-4904-B321-ACB2F361DE27}"/>
                  </a:ext>
                </a:extLst>
              </p:cNvPr>
              <p:cNvCxnSpPr/>
              <p:nvPr/>
            </p:nvCxnSpPr>
            <p:spPr>
              <a:xfrm>
                <a:off x="6405186" y="4780437"/>
                <a:ext cx="645487" cy="5013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直接连接符 330">
                <a:extLst>
                  <a:ext uri="{FF2B5EF4-FFF2-40B4-BE49-F238E27FC236}">
                    <a16:creationId xmlns:a16="http://schemas.microsoft.com/office/drawing/2014/main" id="{88FE7305-CCD9-4739-8472-1682993B755A}"/>
                  </a:ext>
                </a:extLst>
              </p:cNvPr>
              <p:cNvCxnSpPr/>
              <p:nvPr/>
            </p:nvCxnSpPr>
            <p:spPr>
              <a:xfrm flipH="1">
                <a:off x="6632795" y="5281752"/>
                <a:ext cx="417878" cy="4211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直接连接符 331">
                <a:extLst>
                  <a:ext uri="{FF2B5EF4-FFF2-40B4-BE49-F238E27FC236}">
                    <a16:creationId xmlns:a16="http://schemas.microsoft.com/office/drawing/2014/main" id="{7E062E95-2320-46F2-A65D-54140045BCB8}"/>
                  </a:ext>
                </a:extLst>
              </p:cNvPr>
              <p:cNvCxnSpPr/>
              <p:nvPr/>
            </p:nvCxnSpPr>
            <p:spPr>
              <a:xfrm flipV="1">
                <a:off x="7050674" y="5168163"/>
                <a:ext cx="685033" cy="11358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直接连接符 332">
                <a:extLst>
                  <a:ext uri="{FF2B5EF4-FFF2-40B4-BE49-F238E27FC236}">
                    <a16:creationId xmlns:a16="http://schemas.microsoft.com/office/drawing/2014/main" id="{D3E3D465-CA04-4BA1-A62B-E881971A5C7C}"/>
                  </a:ext>
                </a:extLst>
              </p:cNvPr>
              <p:cNvCxnSpPr/>
              <p:nvPr/>
            </p:nvCxnSpPr>
            <p:spPr>
              <a:xfrm flipH="1" flipV="1">
                <a:off x="7411253" y="4359320"/>
                <a:ext cx="324453" cy="80884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直接连接符 333">
                <a:extLst>
                  <a:ext uri="{FF2B5EF4-FFF2-40B4-BE49-F238E27FC236}">
                    <a16:creationId xmlns:a16="http://schemas.microsoft.com/office/drawing/2014/main" id="{7957E62E-8DC2-4E83-A715-EB94A796844A}"/>
                  </a:ext>
                </a:extLst>
              </p:cNvPr>
              <p:cNvCxnSpPr/>
              <p:nvPr/>
            </p:nvCxnSpPr>
            <p:spPr>
              <a:xfrm>
                <a:off x="7575860" y="4780437"/>
                <a:ext cx="879019" cy="612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直接连接符 334">
                <a:extLst>
                  <a:ext uri="{FF2B5EF4-FFF2-40B4-BE49-F238E27FC236}">
                    <a16:creationId xmlns:a16="http://schemas.microsoft.com/office/drawing/2014/main" id="{164F93B8-DF99-4C1E-A94F-ABC44923375D}"/>
                  </a:ext>
                </a:extLst>
              </p:cNvPr>
              <p:cNvCxnSpPr/>
              <p:nvPr/>
            </p:nvCxnSpPr>
            <p:spPr>
              <a:xfrm flipH="1">
                <a:off x="7573479" y="5168163"/>
                <a:ext cx="162228" cy="53470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直接连接符 335">
                <a:extLst>
                  <a:ext uri="{FF2B5EF4-FFF2-40B4-BE49-F238E27FC236}">
                    <a16:creationId xmlns:a16="http://schemas.microsoft.com/office/drawing/2014/main" id="{9AD6A0AE-BEC2-4512-B7C4-D0CA5F2FC718}"/>
                  </a:ext>
                </a:extLst>
              </p:cNvPr>
              <p:cNvCxnSpPr/>
              <p:nvPr/>
            </p:nvCxnSpPr>
            <p:spPr>
              <a:xfrm flipV="1">
                <a:off x="7654592" y="5354388"/>
                <a:ext cx="805272" cy="8112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1" name="直接箭头连接符 300">
              <a:extLst>
                <a:ext uri="{FF2B5EF4-FFF2-40B4-BE49-F238E27FC236}">
                  <a16:creationId xmlns:a16="http://schemas.microsoft.com/office/drawing/2014/main" id="{F97EC284-219F-482D-AF4C-90CF16FAFA46}"/>
                </a:ext>
              </a:extLst>
            </p:cNvPr>
            <p:cNvCxnSpPr/>
            <p:nvPr/>
          </p:nvCxnSpPr>
          <p:spPr>
            <a:xfrm flipV="1">
              <a:off x="7297791" y="3566793"/>
              <a:ext cx="182609" cy="23931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箭头连接符 301">
              <a:extLst>
                <a:ext uri="{FF2B5EF4-FFF2-40B4-BE49-F238E27FC236}">
                  <a16:creationId xmlns:a16="http://schemas.microsoft.com/office/drawing/2014/main" id="{2FBB3A5F-16D5-405F-A6CC-979F6584F37D}"/>
                </a:ext>
              </a:extLst>
            </p:cNvPr>
            <p:cNvCxnSpPr/>
            <p:nvPr/>
          </p:nvCxnSpPr>
          <p:spPr>
            <a:xfrm flipV="1">
              <a:off x="7291389" y="4321523"/>
              <a:ext cx="245357" cy="605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箭头连接符 302">
              <a:extLst>
                <a:ext uri="{FF2B5EF4-FFF2-40B4-BE49-F238E27FC236}">
                  <a16:creationId xmlns:a16="http://schemas.microsoft.com/office/drawing/2014/main" id="{0F9B07A8-6FC8-46A1-846C-5283BF3F7AD7}"/>
                </a:ext>
              </a:extLst>
            </p:cNvPr>
            <p:cNvCxnSpPr/>
            <p:nvPr/>
          </p:nvCxnSpPr>
          <p:spPr>
            <a:xfrm flipH="1">
              <a:off x="7704632" y="4000622"/>
              <a:ext cx="253811" cy="1302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箭头连接符 303">
              <a:extLst>
                <a:ext uri="{FF2B5EF4-FFF2-40B4-BE49-F238E27FC236}">
                  <a16:creationId xmlns:a16="http://schemas.microsoft.com/office/drawing/2014/main" id="{C67A6FC9-1904-4A90-ABAE-4675FB5D1E6D}"/>
                </a:ext>
              </a:extLst>
            </p:cNvPr>
            <p:cNvCxnSpPr/>
            <p:nvPr/>
          </p:nvCxnSpPr>
          <p:spPr>
            <a:xfrm flipH="1" flipV="1">
              <a:off x="8128874" y="3440063"/>
              <a:ext cx="171493" cy="246388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直接箭头连接符 304">
              <a:extLst>
                <a:ext uri="{FF2B5EF4-FFF2-40B4-BE49-F238E27FC236}">
                  <a16:creationId xmlns:a16="http://schemas.microsoft.com/office/drawing/2014/main" id="{DE5919BB-95C0-4645-8609-A549D8C6AD8A}"/>
                </a:ext>
              </a:extLst>
            </p:cNvPr>
            <p:cNvCxnSpPr/>
            <p:nvPr/>
          </p:nvCxnSpPr>
          <p:spPr>
            <a:xfrm flipH="1">
              <a:off x="8698422" y="4101481"/>
              <a:ext cx="176181" cy="25709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接箭头连接符 305">
              <a:extLst>
                <a:ext uri="{FF2B5EF4-FFF2-40B4-BE49-F238E27FC236}">
                  <a16:creationId xmlns:a16="http://schemas.microsoft.com/office/drawing/2014/main" id="{28F14DB2-62C5-425C-AB00-A13C1BF71868}"/>
                </a:ext>
              </a:extLst>
            </p:cNvPr>
            <p:cNvCxnSpPr/>
            <p:nvPr/>
          </p:nvCxnSpPr>
          <p:spPr>
            <a:xfrm flipH="1">
              <a:off x="7805780" y="4376398"/>
              <a:ext cx="253811" cy="1302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直接箭头连接符 306">
              <a:extLst>
                <a:ext uri="{FF2B5EF4-FFF2-40B4-BE49-F238E27FC236}">
                  <a16:creationId xmlns:a16="http://schemas.microsoft.com/office/drawing/2014/main" id="{109C786D-A4D5-4E9D-A340-C72D6CC3D5DD}"/>
                </a:ext>
              </a:extLst>
            </p:cNvPr>
            <p:cNvCxnSpPr/>
            <p:nvPr/>
          </p:nvCxnSpPr>
          <p:spPr>
            <a:xfrm flipV="1">
              <a:off x="9263998" y="3487128"/>
              <a:ext cx="182609" cy="23931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直接箭头连接符 307">
              <a:extLst>
                <a:ext uri="{FF2B5EF4-FFF2-40B4-BE49-F238E27FC236}">
                  <a16:creationId xmlns:a16="http://schemas.microsoft.com/office/drawing/2014/main" id="{3ACC61BD-577A-4E80-ACC1-03BFAB2380CF}"/>
                </a:ext>
              </a:extLst>
            </p:cNvPr>
            <p:cNvCxnSpPr/>
            <p:nvPr/>
          </p:nvCxnSpPr>
          <p:spPr>
            <a:xfrm flipH="1" flipV="1">
              <a:off x="9629344" y="4022782"/>
              <a:ext cx="4227" cy="35505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接箭头连接符 308">
              <a:extLst>
                <a:ext uri="{FF2B5EF4-FFF2-40B4-BE49-F238E27FC236}">
                  <a16:creationId xmlns:a16="http://schemas.microsoft.com/office/drawing/2014/main" id="{6098D8DC-E7BF-4E03-893C-04A253D8D967}"/>
                </a:ext>
              </a:extLst>
            </p:cNvPr>
            <p:cNvCxnSpPr/>
            <p:nvPr/>
          </p:nvCxnSpPr>
          <p:spPr>
            <a:xfrm flipH="1" flipV="1">
              <a:off x="10004014" y="3592423"/>
              <a:ext cx="171493" cy="246388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箭头连接符 309">
              <a:extLst>
                <a:ext uri="{FF2B5EF4-FFF2-40B4-BE49-F238E27FC236}">
                  <a16:creationId xmlns:a16="http://schemas.microsoft.com/office/drawing/2014/main" id="{5E5E3C23-699E-45B8-BC2B-A03B425CAFD7}"/>
                </a:ext>
              </a:extLst>
            </p:cNvPr>
            <p:cNvCxnSpPr/>
            <p:nvPr/>
          </p:nvCxnSpPr>
          <p:spPr>
            <a:xfrm>
              <a:off x="10288974" y="4124887"/>
              <a:ext cx="1162" cy="362098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接箭头连接符 310">
              <a:extLst>
                <a:ext uri="{FF2B5EF4-FFF2-40B4-BE49-F238E27FC236}">
                  <a16:creationId xmlns:a16="http://schemas.microsoft.com/office/drawing/2014/main" id="{DED20B94-4269-46B7-A1A8-CC7CA8B6DC96}"/>
                </a:ext>
              </a:extLst>
            </p:cNvPr>
            <p:cNvCxnSpPr/>
            <p:nvPr/>
          </p:nvCxnSpPr>
          <p:spPr>
            <a:xfrm flipH="1">
              <a:off x="10577162" y="3461003"/>
              <a:ext cx="176181" cy="25709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接箭头连接符 311">
              <a:extLst>
                <a:ext uri="{FF2B5EF4-FFF2-40B4-BE49-F238E27FC236}">
                  <a16:creationId xmlns:a16="http://schemas.microsoft.com/office/drawing/2014/main" id="{F77C303F-038E-4A07-95A7-80868F260DD1}"/>
                </a:ext>
              </a:extLst>
            </p:cNvPr>
            <p:cNvCxnSpPr/>
            <p:nvPr/>
          </p:nvCxnSpPr>
          <p:spPr>
            <a:xfrm>
              <a:off x="10556619" y="3872075"/>
              <a:ext cx="180852" cy="25709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直接箭头连接符 312">
              <a:extLst>
                <a:ext uri="{FF2B5EF4-FFF2-40B4-BE49-F238E27FC236}">
                  <a16:creationId xmlns:a16="http://schemas.microsoft.com/office/drawing/2014/main" id="{74BE5271-8407-4762-A6D5-0BFEFC2161E3}"/>
                </a:ext>
              </a:extLst>
            </p:cNvPr>
            <p:cNvCxnSpPr/>
            <p:nvPr/>
          </p:nvCxnSpPr>
          <p:spPr>
            <a:xfrm flipV="1">
              <a:off x="10548734" y="4397036"/>
              <a:ext cx="245357" cy="605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直接箭头连接符 313">
              <a:extLst>
                <a:ext uri="{FF2B5EF4-FFF2-40B4-BE49-F238E27FC236}">
                  <a16:creationId xmlns:a16="http://schemas.microsoft.com/office/drawing/2014/main" id="{BF802C51-01EB-4421-8125-22F5A46FB1B3}"/>
                </a:ext>
              </a:extLst>
            </p:cNvPr>
            <p:cNvCxnSpPr/>
            <p:nvPr/>
          </p:nvCxnSpPr>
          <p:spPr>
            <a:xfrm flipV="1">
              <a:off x="8624975" y="3568677"/>
              <a:ext cx="260184" cy="238814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" name="文本框 337">
            <a:extLst>
              <a:ext uri="{FF2B5EF4-FFF2-40B4-BE49-F238E27FC236}">
                <a16:creationId xmlns:a16="http://schemas.microsoft.com/office/drawing/2014/main" id="{A0216504-C6EA-4785-B758-044FBAEDE76B}"/>
              </a:ext>
            </a:extLst>
          </p:cNvPr>
          <p:cNvSpPr txBox="1"/>
          <p:nvPr/>
        </p:nvSpPr>
        <p:spPr>
          <a:xfrm>
            <a:off x="9226484" y="9887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无序排列</a:t>
            </a: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D2DFBC35-A17B-4B08-BB9B-5FA76EAF4B13}"/>
              </a:ext>
            </a:extLst>
          </p:cNvPr>
          <p:cNvSpPr txBox="1"/>
          <p:nvPr/>
        </p:nvSpPr>
        <p:spPr>
          <a:xfrm>
            <a:off x="9341901" y="375335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无磁性</a:t>
            </a:r>
          </a:p>
        </p:txBody>
      </p:sp>
      <p:grpSp>
        <p:nvGrpSpPr>
          <p:cNvPr id="221" name="组合 220">
            <a:extLst>
              <a:ext uri="{FF2B5EF4-FFF2-40B4-BE49-F238E27FC236}">
                <a16:creationId xmlns:a16="http://schemas.microsoft.com/office/drawing/2014/main" id="{A88A171C-26AD-48FF-A91B-CB44633DFEB1}"/>
              </a:ext>
            </a:extLst>
          </p:cNvPr>
          <p:cNvGrpSpPr/>
          <p:nvPr/>
        </p:nvGrpSpPr>
        <p:grpSpPr>
          <a:xfrm>
            <a:off x="3497099" y="4519761"/>
            <a:ext cx="3865257" cy="823452"/>
            <a:chOff x="2304584" y="2905126"/>
            <a:chExt cx="6260847" cy="1001554"/>
          </a:xfrm>
        </p:grpSpPr>
        <p:sp>
          <p:nvSpPr>
            <p:cNvPr id="222" name="任意多边形 12">
              <a:extLst>
                <a:ext uri="{FF2B5EF4-FFF2-40B4-BE49-F238E27FC236}">
                  <a16:creationId xmlns:a16="http://schemas.microsoft.com/office/drawing/2014/main" id="{D1DA1943-D261-412B-A6C5-3C6B8B9245B9}"/>
                </a:ext>
              </a:extLst>
            </p:cNvPr>
            <p:cNvSpPr/>
            <p:nvPr/>
          </p:nvSpPr>
          <p:spPr>
            <a:xfrm>
              <a:off x="3400424" y="3124201"/>
              <a:ext cx="4305298" cy="704850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953EC7D2-F915-4C0B-B962-28BCFCF0A684}"/>
                </a:ext>
              </a:extLst>
            </p:cNvPr>
            <p:cNvSpPr/>
            <p:nvPr/>
          </p:nvSpPr>
          <p:spPr>
            <a:xfrm>
              <a:off x="5553073" y="3124201"/>
              <a:ext cx="2152649" cy="704850"/>
            </a:xfrm>
            <a:prstGeom prst="rect">
              <a:avLst/>
            </a:prstGeom>
            <a:solidFill>
              <a:srgbClr val="85B4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4" name="任意多边形 19">
              <a:extLst>
                <a:ext uri="{FF2B5EF4-FFF2-40B4-BE49-F238E27FC236}">
                  <a16:creationId xmlns:a16="http://schemas.microsoft.com/office/drawing/2014/main" id="{4886BABF-622D-4DA4-B0D9-90C12DF9A324}"/>
                </a:ext>
              </a:extLst>
            </p:cNvPr>
            <p:cNvSpPr/>
            <p:nvPr/>
          </p:nvSpPr>
          <p:spPr>
            <a:xfrm>
              <a:off x="5337174" y="2905126"/>
              <a:ext cx="2368547" cy="219075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" name="任意多边形 20">
              <a:extLst>
                <a:ext uri="{FF2B5EF4-FFF2-40B4-BE49-F238E27FC236}">
                  <a16:creationId xmlns:a16="http://schemas.microsoft.com/office/drawing/2014/main" id="{B9D23D27-DAC4-49F6-8F60-0B784005FDDA}"/>
                </a:ext>
              </a:extLst>
            </p:cNvPr>
            <p:cNvSpPr/>
            <p:nvPr/>
          </p:nvSpPr>
          <p:spPr>
            <a:xfrm>
              <a:off x="3184525" y="2905126"/>
              <a:ext cx="2368547" cy="219075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" name="任意多边形 26">
              <a:extLst>
                <a:ext uri="{FF2B5EF4-FFF2-40B4-BE49-F238E27FC236}">
                  <a16:creationId xmlns:a16="http://schemas.microsoft.com/office/drawing/2014/main" id="{D04CD9F5-B97E-4415-9583-B2792F99248D}"/>
                </a:ext>
              </a:extLst>
            </p:cNvPr>
            <p:cNvSpPr/>
            <p:nvPr/>
          </p:nvSpPr>
          <p:spPr>
            <a:xfrm>
              <a:off x="3184524" y="2912088"/>
              <a:ext cx="215899" cy="916963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7" name="组合 226">
              <a:extLst>
                <a:ext uri="{FF2B5EF4-FFF2-40B4-BE49-F238E27FC236}">
                  <a16:creationId xmlns:a16="http://schemas.microsoft.com/office/drawing/2014/main" id="{CD493C8B-117A-4CB5-92FD-E9DA3ECA7686}"/>
                </a:ext>
              </a:extLst>
            </p:cNvPr>
            <p:cNvGrpSpPr/>
            <p:nvPr/>
          </p:nvGrpSpPr>
          <p:grpSpPr>
            <a:xfrm>
              <a:off x="3616322" y="3283926"/>
              <a:ext cx="215265" cy="365760"/>
              <a:chOff x="4058285" y="3817620"/>
              <a:chExt cx="215265" cy="365760"/>
            </a:xfrm>
          </p:grpSpPr>
          <p:cxnSp>
            <p:nvCxnSpPr>
              <p:cNvPr id="237" name="直接连接符 236">
                <a:extLst>
                  <a:ext uri="{FF2B5EF4-FFF2-40B4-BE49-F238E27FC236}">
                    <a16:creationId xmlns:a16="http://schemas.microsoft.com/office/drawing/2014/main" id="{542FBD88-EA01-40AB-81F8-FC7EC6B4D536}"/>
                  </a:ext>
                </a:extLst>
              </p:cNvPr>
              <p:cNvCxnSpPr/>
              <p:nvPr/>
            </p:nvCxnSpPr>
            <p:spPr>
              <a:xfrm>
                <a:off x="4058285" y="3817620"/>
                <a:ext cx="0" cy="36576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直接连接符 237">
                <a:extLst>
                  <a:ext uri="{FF2B5EF4-FFF2-40B4-BE49-F238E27FC236}">
                    <a16:creationId xmlns:a16="http://schemas.microsoft.com/office/drawing/2014/main" id="{47844764-DF77-4A1D-ACCF-8BD38E56EEF2}"/>
                  </a:ext>
                </a:extLst>
              </p:cNvPr>
              <p:cNvCxnSpPr/>
              <p:nvPr/>
            </p:nvCxnSpPr>
            <p:spPr>
              <a:xfrm>
                <a:off x="4060190" y="3822065"/>
                <a:ext cx="213360" cy="35814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直接连接符 238">
                <a:extLst>
                  <a:ext uri="{FF2B5EF4-FFF2-40B4-BE49-F238E27FC236}">
                    <a16:creationId xmlns:a16="http://schemas.microsoft.com/office/drawing/2014/main" id="{5F5969DC-C968-45EA-BBB5-8DA0481E687B}"/>
                  </a:ext>
                </a:extLst>
              </p:cNvPr>
              <p:cNvCxnSpPr/>
              <p:nvPr/>
            </p:nvCxnSpPr>
            <p:spPr>
              <a:xfrm>
                <a:off x="4273550" y="3817620"/>
                <a:ext cx="0" cy="36576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8" name="任意多边形 44">
              <a:extLst>
                <a:ext uri="{FF2B5EF4-FFF2-40B4-BE49-F238E27FC236}">
                  <a16:creationId xmlns:a16="http://schemas.microsoft.com/office/drawing/2014/main" id="{87E2C14D-C57F-4FE8-9BDB-32A8F98DC043}"/>
                </a:ext>
              </a:extLst>
            </p:cNvPr>
            <p:cNvSpPr/>
            <p:nvPr/>
          </p:nvSpPr>
          <p:spPr>
            <a:xfrm>
              <a:off x="7286622" y="3285096"/>
              <a:ext cx="215265" cy="363419"/>
            </a:xfrm>
            <a:custGeom>
              <a:avLst/>
              <a:gdLst>
                <a:gd name="connsiteX0" fmla="*/ 209550 w 220116"/>
                <a:gd name="connsiteY0" fmla="*/ 61575 h 395155"/>
                <a:gd name="connsiteX1" fmla="*/ 171450 w 220116"/>
                <a:gd name="connsiteY1" fmla="*/ 7600 h 395155"/>
                <a:gd name="connsiteX2" fmla="*/ 88900 w 220116"/>
                <a:gd name="connsiteY2" fmla="*/ 4425 h 395155"/>
                <a:gd name="connsiteX3" fmla="*/ 28575 w 220116"/>
                <a:gd name="connsiteY3" fmla="*/ 45700 h 395155"/>
                <a:gd name="connsiteX4" fmla="*/ 25400 w 220116"/>
                <a:gd name="connsiteY4" fmla="*/ 140950 h 395155"/>
                <a:gd name="connsiteX5" fmla="*/ 101600 w 220116"/>
                <a:gd name="connsiteY5" fmla="*/ 185400 h 395155"/>
                <a:gd name="connsiteX6" fmla="*/ 187325 w 220116"/>
                <a:gd name="connsiteY6" fmla="*/ 226675 h 395155"/>
                <a:gd name="connsiteX7" fmla="*/ 219075 w 220116"/>
                <a:gd name="connsiteY7" fmla="*/ 283825 h 395155"/>
                <a:gd name="connsiteX8" fmla="*/ 209550 w 220116"/>
                <a:gd name="connsiteY8" fmla="*/ 369550 h 395155"/>
                <a:gd name="connsiteX9" fmla="*/ 180975 w 220116"/>
                <a:gd name="connsiteY9" fmla="*/ 388600 h 395155"/>
                <a:gd name="connsiteX10" fmla="*/ 95250 w 220116"/>
                <a:gd name="connsiteY10" fmla="*/ 394950 h 395155"/>
                <a:gd name="connsiteX11" fmla="*/ 22225 w 220116"/>
                <a:gd name="connsiteY11" fmla="*/ 382250 h 395155"/>
                <a:gd name="connsiteX12" fmla="*/ 0 w 220116"/>
                <a:gd name="connsiteY12" fmla="*/ 315575 h 395155"/>
                <a:gd name="connsiteX0" fmla="*/ 209550 w 220116"/>
                <a:gd name="connsiteY0" fmla="*/ 61575 h 395325"/>
                <a:gd name="connsiteX1" fmla="*/ 171450 w 220116"/>
                <a:gd name="connsiteY1" fmla="*/ 7600 h 395325"/>
                <a:gd name="connsiteX2" fmla="*/ 88900 w 220116"/>
                <a:gd name="connsiteY2" fmla="*/ 4425 h 395325"/>
                <a:gd name="connsiteX3" fmla="*/ 28575 w 220116"/>
                <a:gd name="connsiteY3" fmla="*/ 45700 h 395325"/>
                <a:gd name="connsiteX4" fmla="*/ 25400 w 220116"/>
                <a:gd name="connsiteY4" fmla="*/ 140950 h 395325"/>
                <a:gd name="connsiteX5" fmla="*/ 101600 w 220116"/>
                <a:gd name="connsiteY5" fmla="*/ 185400 h 395325"/>
                <a:gd name="connsiteX6" fmla="*/ 187325 w 220116"/>
                <a:gd name="connsiteY6" fmla="*/ 226675 h 395325"/>
                <a:gd name="connsiteX7" fmla="*/ 219075 w 220116"/>
                <a:gd name="connsiteY7" fmla="*/ 283825 h 395325"/>
                <a:gd name="connsiteX8" fmla="*/ 209550 w 220116"/>
                <a:gd name="connsiteY8" fmla="*/ 369550 h 395325"/>
                <a:gd name="connsiteX9" fmla="*/ 180975 w 220116"/>
                <a:gd name="connsiteY9" fmla="*/ 388600 h 395325"/>
                <a:gd name="connsiteX10" fmla="*/ 95250 w 220116"/>
                <a:gd name="connsiteY10" fmla="*/ 394950 h 395325"/>
                <a:gd name="connsiteX11" fmla="*/ 28575 w 220116"/>
                <a:gd name="connsiteY11" fmla="*/ 379075 h 395325"/>
                <a:gd name="connsiteX12" fmla="*/ 0 w 220116"/>
                <a:gd name="connsiteY12" fmla="*/ 315575 h 395325"/>
                <a:gd name="connsiteX0" fmla="*/ 209550 w 223457"/>
                <a:gd name="connsiteY0" fmla="*/ 61575 h 394950"/>
                <a:gd name="connsiteX1" fmla="*/ 171450 w 223457"/>
                <a:gd name="connsiteY1" fmla="*/ 7600 h 394950"/>
                <a:gd name="connsiteX2" fmla="*/ 88900 w 223457"/>
                <a:gd name="connsiteY2" fmla="*/ 4425 h 394950"/>
                <a:gd name="connsiteX3" fmla="*/ 28575 w 223457"/>
                <a:gd name="connsiteY3" fmla="*/ 45700 h 394950"/>
                <a:gd name="connsiteX4" fmla="*/ 25400 w 223457"/>
                <a:gd name="connsiteY4" fmla="*/ 140950 h 394950"/>
                <a:gd name="connsiteX5" fmla="*/ 101600 w 223457"/>
                <a:gd name="connsiteY5" fmla="*/ 185400 h 394950"/>
                <a:gd name="connsiteX6" fmla="*/ 187325 w 223457"/>
                <a:gd name="connsiteY6" fmla="*/ 226675 h 394950"/>
                <a:gd name="connsiteX7" fmla="*/ 219075 w 223457"/>
                <a:gd name="connsiteY7" fmla="*/ 283825 h 394950"/>
                <a:gd name="connsiteX8" fmla="*/ 209550 w 223457"/>
                <a:gd name="connsiteY8" fmla="*/ 369550 h 394950"/>
                <a:gd name="connsiteX9" fmla="*/ 95250 w 223457"/>
                <a:gd name="connsiteY9" fmla="*/ 394950 h 394950"/>
                <a:gd name="connsiteX10" fmla="*/ 28575 w 223457"/>
                <a:gd name="connsiteY10" fmla="*/ 379075 h 394950"/>
                <a:gd name="connsiteX11" fmla="*/ 0 w 223457"/>
                <a:gd name="connsiteY11" fmla="*/ 315575 h 394950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351"/>
                <a:gd name="connsiteY0" fmla="*/ 61575 h 398447"/>
                <a:gd name="connsiteX1" fmla="*/ 171450 w 219351"/>
                <a:gd name="connsiteY1" fmla="*/ 7600 h 398447"/>
                <a:gd name="connsiteX2" fmla="*/ 88900 w 219351"/>
                <a:gd name="connsiteY2" fmla="*/ 4425 h 398447"/>
                <a:gd name="connsiteX3" fmla="*/ 28575 w 219351"/>
                <a:gd name="connsiteY3" fmla="*/ 45700 h 398447"/>
                <a:gd name="connsiteX4" fmla="*/ 25400 w 219351"/>
                <a:gd name="connsiteY4" fmla="*/ 140950 h 398447"/>
                <a:gd name="connsiteX5" fmla="*/ 101600 w 219351"/>
                <a:gd name="connsiteY5" fmla="*/ 185400 h 398447"/>
                <a:gd name="connsiteX6" fmla="*/ 187325 w 219351"/>
                <a:gd name="connsiteY6" fmla="*/ 226675 h 398447"/>
                <a:gd name="connsiteX7" fmla="*/ 219075 w 219351"/>
                <a:gd name="connsiteY7" fmla="*/ 283825 h 398447"/>
                <a:gd name="connsiteX8" fmla="*/ 197643 w 219351"/>
                <a:gd name="connsiteY8" fmla="*/ 367168 h 398447"/>
                <a:gd name="connsiteX9" fmla="*/ 117475 w 219351"/>
                <a:gd name="connsiteY9" fmla="*/ 398125 h 398447"/>
                <a:gd name="connsiteX10" fmla="*/ 28575 w 219351"/>
                <a:gd name="connsiteY10" fmla="*/ 379075 h 398447"/>
                <a:gd name="connsiteX11" fmla="*/ 0 w 219351"/>
                <a:gd name="connsiteY11" fmla="*/ 315575 h 398447"/>
                <a:gd name="connsiteX0" fmla="*/ 209550 w 217049"/>
                <a:gd name="connsiteY0" fmla="*/ 61575 h 398447"/>
                <a:gd name="connsiteX1" fmla="*/ 171450 w 217049"/>
                <a:gd name="connsiteY1" fmla="*/ 7600 h 398447"/>
                <a:gd name="connsiteX2" fmla="*/ 88900 w 217049"/>
                <a:gd name="connsiteY2" fmla="*/ 4425 h 398447"/>
                <a:gd name="connsiteX3" fmla="*/ 28575 w 217049"/>
                <a:gd name="connsiteY3" fmla="*/ 45700 h 398447"/>
                <a:gd name="connsiteX4" fmla="*/ 25400 w 217049"/>
                <a:gd name="connsiteY4" fmla="*/ 140950 h 398447"/>
                <a:gd name="connsiteX5" fmla="*/ 101600 w 217049"/>
                <a:gd name="connsiteY5" fmla="*/ 185400 h 398447"/>
                <a:gd name="connsiteX6" fmla="*/ 187325 w 217049"/>
                <a:gd name="connsiteY6" fmla="*/ 226675 h 398447"/>
                <a:gd name="connsiteX7" fmla="*/ 216694 w 217049"/>
                <a:gd name="connsiteY7" fmla="*/ 283825 h 398447"/>
                <a:gd name="connsiteX8" fmla="*/ 197643 w 217049"/>
                <a:gd name="connsiteY8" fmla="*/ 367168 h 398447"/>
                <a:gd name="connsiteX9" fmla="*/ 117475 w 217049"/>
                <a:gd name="connsiteY9" fmla="*/ 398125 h 398447"/>
                <a:gd name="connsiteX10" fmla="*/ 28575 w 217049"/>
                <a:gd name="connsiteY10" fmla="*/ 379075 h 398447"/>
                <a:gd name="connsiteX11" fmla="*/ 0 w 217049"/>
                <a:gd name="connsiteY11" fmla="*/ 315575 h 398447"/>
                <a:gd name="connsiteX0" fmla="*/ 209550 w 217049"/>
                <a:gd name="connsiteY0" fmla="*/ 61575 h 399559"/>
                <a:gd name="connsiteX1" fmla="*/ 171450 w 217049"/>
                <a:gd name="connsiteY1" fmla="*/ 7600 h 399559"/>
                <a:gd name="connsiteX2" fmla="*/ 88900 w 217049"/>
                <a:gd name="connsiteY2" fmla="*/ 4425 h 399559"/>
                <a:gd name="connsiteX3" fmla="*/ 28575 w 217049"/>
                <a:gd name="connsiteY3" fmla="*/ 45700 h 399559"/>
                <a:gd name="connsiteX4" fmla="*/ 25400 w 217049"/>
                <a:gd name="connsiteY4" fmla="*/ 140950 h 399559"/>
                <a:gd name="connsiteX5" fmla="*/ 101600 w 217049"/>
                <a:gd name="connsiteY5" fmla="*/ 185400 h 399559"/>
                <a:gd name="connsiteX6" fmla="*/ 187325 w 217049"/>
                <a:gd name="connsiteY6" fmla="*/ 226675 h 399559"/>
                <a:gd name="connsiteX7" fmla="*/ 216694 w 217049"/>
                <a:gd name="connsiteY7" fmla="*/ 283825 h 399559"/>
                <a:gd name="connsiteX8" fmla="*/ 197643 w 217049"/>
                <a:gd name="connsiteY8" fmla="*/ 367168 h 399559"/>
                <a:gd name="connsiteX9" fmla="*/ 117475 w 217049"/>
                <a:gd name="connsiteY9" fmla="*/ 398125 h 399559"/>
                <a:gd name="connsiteX10" fmla="*/ 40481 w 217049"/>
                <a:gd name="connsiteY10" fmla="*/ 386218 h 399559"/>
                <a:gd name="connsiteX11" fmla="*/ 0 w 217049"/>
                <a:gd name="connsiteY11" fmla="*/ 315575 h 399559"/>
                <a:gd name="connsiteX0" fmla="*/ 195263 w 202762"/>
                <a:gd name="connsiteY0" fmla="*/ 61575 h 399493"/>
                <a:gd name="connsiteX1" fmla="*/ 157163 w 202762"/>
                <a:gd name="connsiteY1" fmla="*/ 7600 h 399493"/>
                <a:gd name="connsiteX2" fmla="*/ 74613 w 202762"/>
                <a:gd name="connsiteY2" fmla="*/ 4425 h 399493"/>
                <a:gd name="connsiteX3" fmla="*/ 14288 w 202762"/>
                <a:gd name="connsiteY3" fmla="*/ 45700 h 399493"/>
                <a:gd name="connsiteX4" fmla="*/ 11113 w 202762"/>
                <a:gd name="connsiteY4" fmla="*/ 140950 h 399493"/>
                <a:gd name="connsiteX5" fmla="*/ 87313 w 202762"/>
                <a:gd name="connsiteY5" fmla="*/ 185400 h 399493"/>
                <a:gd name="connsiteX6" fmla="*/ 173038 w 202762"/>
                <a:gd name="connsiteY6" fmla="*/ 226675 h 399493"/>
                <a:gd name="connsiteX7" fmla="*/ 202407 w 202762"/>
                <a:gd name="connsiteY7" fmla="*/ 283825 h 399493"/>
                <a:gd name="connsiteX8" fmla="*/ 183356 w 202762"/>
                <a:gd name="connsiteY8" fmla="*/ 367168 h 399493"/>
                <a:gd name="connsiteX9" fmla="*/ 103188 w 202762"/>
                <a:gd name="connsiteY9" fmla="*/ 398125 h 399493"/>
                <a:gd name="connsiteX10" fmla="*/ 26194 w 202762"/>
                <a:gd name="connsiteY10" fmla="*/ 386218 h 399493"/>
                <a:gd name="connsiteX11" fmla="*/ 0 w 202762"/>
                <a:gd name="connsiteY11" fmla="*/ 317956 h 399493"/>
                <a:gd name="connsiteX0" fmla="*/ 191348 w 198847"/>
                <a:gd name="connsiteY0" fmla="*/ 61575 h 399493"/>
                <a:gd name="connsiteX1" fmla="*/ 153248 w 198847"/>
                <a:gd name="connsiteY1" fmla="*/ 7600 h 399493"/>
                <a:gd name="connsiteX2" fmla="*/ 70698 w 198847"/>
                <a:gd name="connsiteY2" fmla="*/ 4425 h 399493"/>
                <a:gd name="connsiteX3" fmla="*/ 10373 w 198847"/>
                <a:gd name="connsiteY3" fmla="*/ 45700 h 399493"/>
                <a:gd name="connsiteX4" fmla="*/ 7198 w 198847"/>
                <a:gd name="connsiteY4" fmla="*/ 140950 h 399493"/>
                <a:gd name="connsiteX5" fmla="*/ 83398 w 198847"/>
                <a:gd name="connsiteY5" fmla="*/ 185400 h 399493"/>
                <a:gd name="connsiteX6" fmla="*/ 169123 w 198847"/>
                <a:gd name="connsiteY6" fmla="*/ 226675 h 399493"/>
                <a:gd name="connsiteX7" fmla="*/ 198492 w 198847"/>
                <a:gd name="connsiteY7" fmla="*/ 283825 h 399493"/>
                <a:gd name="connsiteX8" fmla="*/ 179441 w 198847"/>
                <a:gd name="connsiteY8" fmla="*/ 367168 h 399493"/>
                <a:gd name="connsiteX9" fmla="*/ 99273 w 198847"/>
                <a:gd name="connsiteY9" fmla="*/ 398125 h 399493"/>
                <a:gd name="connsiteX10" fmla="*/ 22279 w 198847"/>
                <a:gd name="connsiteY10" fmla="*/ 386218 h 399493"/>
                <a:gd name="connsiteX11" fmla="*/ 3229 w 198847"/>
                <a:gd name="connsiteY11" fmla="*/ 317956 h 399493"/>
                <a:gd name="connsiteX0" fmla="*/ 191348 w 198847"/>
                <a:gd name="connsiteY0" fmla="*/ 61575 h 400217"/>
                <a:gd name="connsiteX1" fmla="*/ 153248 w 198847"/>
                <a:gd name="connsiteY1" fmla="*/ 7600 h 400217"/>
                <a:gd name="connsiteX2" fmla="*/ 70698 w 198847"/>
                <a:gd name="connsiteY2" fmla="*/ 4425 h 400217"/>
                <a:gd name="connsiteX3" fmla="*/ 10373 w 198847"/>
                <a:gd name="connsiteY3" fmla="*/ 45700 h 400217"/>
                <a:gd name="connsiteX4" fmla="*/ 7198 w 198847"/>
                <a:gd name="connsiteY4" fmla="*/ 140950 h 400217"/>
                <a:gd name="connsiteX5" fmla="*/ 83398 w 198847"/>
                <a:gd name="connsiteY5" fmla="*/ 185400 h 400217"/>
                <a:gd name="connsiteX6" fmla="*/ 169123 w 198847"/>
                <a:gd name="connsiteY6" fmla="*/ 226675 h 400217"/>
                <a:gd name="connsiteX7" fmla="*/ 198492 w 198847"/>
                <a:gd name="connsiteY7" fmla="*/ 283825 h 400217"/>
                <a:gd name="connsiteX8" fmla="*/ 179441 w 198847"/>
                <a:gd name="connsiteY8" fmla="*/ 367168 h 400217"/>
                <a:gd name="connsiteX9" fmla="*/ 99273 w 198847"/>
                <a:gd name="connsiteY9" fmla="*/ 398125 h 400217"/>
                <a:gd name="connsiteX10" fmla="*/ 31804 w 198847"/>
                <a:gd name="connsiteY10" fmla="*/ 388599 h 400217"/>
                <a:gd name="connsiteX11" fmla="*/ 3229 w 198847"/>
                <a:gd name="connsiteY11" fmla="*/ 317956 h 400217"/>
                <a:gd name="connsiteX0" fmla="*/ 191348 w 198847"/>
                <a:gd name="connsiteY0" fmla="*/ 61575 h 400745"/>
                <a:gd name="connsiteX1" fmla="*/ 153248 w 198847"/>
                <a:gd name="connsiteY1" fmla="*/ 7600 h 400745"/>
                <a:gd name="connsiteX2" fmla="*/ 70698 w 198847"/>
                <a:gd name="connsiteY2" fmla="*/ 4425 h 400745"/>
                <a:gd name="connsiteX3" fmla="*/ 10373 w 198847"/>
                <a:gd name="connsiteY3" fmla="*/ 45700 h 400745"/>
                <a:gd name="connsiteX4" fmla="*/ 7198 w 198847"/>
                <a:gd name="connsiteY4" fmla="*/ 140950 h 400745"/>
                <a:gd name="connsiteX5" fmla="*/ 83398 w 198847"/>
                <a:gd name="connsiteY5" fmla="*/ 185400 h 400745"/>
                <a:gd name="connsiteX6" fmla="*/ 169123 w 198847"/>
                <a:gd name="connsiteY6" fmla="*/ 226675 h 400745"/>
                <a:gd name="connsiteX7" fmla="*/ 198492 w 198847"/>
                <a:gd name="connsiteY7" fmla="*/ 283825 h 400745"/>
                <a:gd name="connsiteX8" fmla="*/ 179441 w 198847"/>
                <a:gd name="connsiteY8" fmla="*/ 360025 h 400745"/>
                <a:gd name="connsiteX9" fmla="*/ 99273 w 198847"/>
                <a:gd name="connsiteY9" fmla="*/ 398125 h 400745"/>
                <a:gd name="connsiteX10" fmla="*/ 31804 w 198847"/>
                <a:gd name="connsiteY10" fmla="*/ 388599 h 400745"/>
                <a:gd name="connsiteX11" fmla="*/ 3229 w 198847"/>
                <a:gd name="connsiteY11" fmla="*/ 317956 h 400745"/>
                <a:gd name="connsiteX0" fmla="*/ 191348 w 199158"/>
                <a:gd name="connsiteY0" fmla="*/ 61575 h 400393"/>
                <a:gd name="connsiteX1" fmla="*/ 153248 w 199158"/>
                <a:gd name="connsiteY1" fmla="*/ 7600 h 400393"/>
                <a:gd name="connsiteX2" fmla="*/ 70698 w 199158"/>
                <a:gd name="connsiteY2" fmla="*/ 4425 h 400393"/>
                <a:gd name="connsiteX3" fmla="*/ 10373 w 199158"/>
                <a:gd name="connsiteY3" fmla="*/ 45700 h 400393"/>
                <a:gd name="connsiteX4" fmla="*/ 7198 w 199158"/>
                <a:gd name="connsiteY4" fmla="*/ 140950 h 400393"/>
                <a:gd name="connsiteX5" fmla="*/ 83398 w 199158"/>
                <a:gd name="connsiteY5" fmla="*/ 185400 h 400393"/>
                <a:gd name="connsiteX6" fmla="*/ 169123 w 199158"/>
                <a:gd name="connsiteY6" fmla="*/ 226675 h 400393"/>
                <a:gd name="connsiteX7" fmla="*/ 198492 w 199158"/>
                <a:gd name="connsiteY7" fmla="*/ 283825 h 400393"/>
                <a:gd name="connsiteX8" fmla="*/ 181822 w 199158"/>
                <a:gd name="connsiteY8" fmla="*/ 364788 h 400393"/>
                <a:gd name="connsiteX9" fmla="*/ 99273 w 199158"/>
                <a:gd name="connsiteY9" fmla="*/ 398125 h 400393"/>
                <a:gd name="connsiteX10" fmla="*/ 31804 w 199158"/>
                <a:gd name="connsiteY10" fmla="*/ 388599 h 400393"/>
                <a:gd name="connsiteX11" fmla="*/ 3229 w 199158"/>
                <a:gd name="connsiteY11" fmla="*/ 317956 h 400393"/>
                <a:gd name="connsiteX0" fmla="*/ 191348 w 199158"/>
                <a:gd name="connsiteY0" fmla="*/ 61575 h 398784"/>
                <a:gd name="connsiteX1" fmla="*/ 153248 w 199158"/>
                <a:gd name="connsiteY1" fmla="*/ 7600 h 398784"/>
                <a:gd name="connsiteX2" fmla="*/ 70698 w 199158"/>
                <a:gd name="connsiteY2" fmla="*/ 4425 h 398784"/>
                <a:gd name="connsiteX3" fmla="*/ 10373 w 199158"/>
                <a:gd name="connsiteY3" fmla="*/ 45700 h 398784"/>
                <a:gd name="connsiteX4" fmla="*/ 7198 w 199158"/>
                <a:gd name="connsiteY4" fmla="*/ 140950 h 398784"/>
                <a:gd name="connsiteX5" fmla="*/ 83398 w 199158"/>
                <a:gd name="connsiteY5" fmla="*/ 185400 h 398784"/>
                <a:gd name="connsiteX6" fmla="*/ 169123 w 199158"/>
                <a:gd name="connsiteY6" fmla="*/ 226675 h 398784"/>
                <a:gd name="connsiteX7" fmla="*/ 198492 w 199158"/>
                <a:gd name="connsiteY7" fmla="*/ 283825 h 398784"/>
                <a:gd name="connsiteX8" fmla="*/ 181822 w 199158"/>
                <a:gd name="connsiteY8" fmla="*/ 364788 h 398784"/>
                <a:gd name="connsiteX9" fmla="*/ 99273 w 199158"/>
                <a:gd name="connsiteY9" fmla="*/ 398125 h 398784"/>
                <a:gd name="connsiteX10" fmla="*/ 36566 w 199158"/>
                <a:gd name="connsiteY10" fmla="*/ 381456 h 398784"/>
                <a:gd name="connsiteX11" fmla="*/ 3229 w 199158"/>
                <a:gd name="connsiteY11" fmla="*/ 317956 h 398784"/>
                <a:gd name="connsiteX0" fmla="*/ 191348 w 198664"/>
                <a:gd name="connsiteY0" fmla="*/ 61575 h 398920"/>
                <a:gd name="connsiteX1" fmla="*/ 153248 w 198664"/>
                <a:gd name="connsiteY1" fmla="*/ 7600 h 398920"/>
                <a:gd name="connsiteX2" fmla="*/ 70698 w 198664"/>
                <a:gd name="connsiteY2" fmla="*/ 4425 h 398920"/>
                <a:gd name="connsiteX3" fmla="*/ 10373 w 198664"/>
                <a:gd name="connsiteY3" fmla="*/ 45700 h 398920"/>
                <a:gd name="connsiteX4" fmla="*/ 7198 w 198664"/>
                <a:gd name="connsiteY4" fmla="*/ 140950 h 398920"/>
                <a:gd name="connsiteX5" fmla="*/ 83398 w 198664"/>
                <a:gd name="connsiteY5" fmla="*/ 185400 h 398920"/>
                <a:gd name="connsiteX6" fmla="*/ 169123 w 198664"/>
                <a:gd name="connsiteY6" fmla="*/ 226675 h 398920"/>
                <a:gd name="connsiteX7" fmla="*/ 198492 w 198664"/>
                <a:gd name="connsiteY7" fmla="*/ 283825 h 398920"/>
                <a:gd name="connsiteX8" fmla="*/ 177059 w 198664"/>
                <a:gd name="connsiteY8" fmla="*/ 362406 h 398920"/>
                <a:gd name="connsiteX9" fmla="*/ 99273 w 198664"/>
                <a:gd name="connsiteY9" fmla="*/ 398125 h 398920"/>
                <a:gd name="connsiteX10" fmla="*/ 36566 w 198664"/>
                <a:gd name="connsiteY10" fmla="*/ 381456 h 398920"/>
                <a:gd name="connsiteX11" fmla="*/ 3229 w 198664"/>
                <a:gd name="connsiteY11" fmla="*/ 317956 h 398920"/>
                <a:gd name="connsiteX0" fmla="*/ 200873 w 200873"/>
                <a:gd name="connsiteY0" fmla="*/ 64090 h 399054"/>
                <a:gd name="connsiteX1" fmla="*/ 153248 w 200873"/>
                <a:gd name="connsiteY1" fmla="*/ 7734 h 399054"/>
                <a:gd name="connsiteX2" fmla="*/ 70698 w 200873"/>
                <a:gd name="connsiteY2" fmla="*/ 4559 h 399054"/>
                <a:gd name="connsiteX3" fmla="*/ 10373 w 200873"/>
                <a:gd name="connsiteY3" fmla="*/ 45834 h 399054"/>
                <a:gd name="connsiteX4" fmla="*/ 7198 w 200873"/>
                <a:gd name="connsiteY4" fmla="*/ 141084 h 399054"/>
                <a:gd name="connsiteX5" fmla="*/ 83398 w 200873"/>
                <a:gd name="connsiteY5" fmla="*/ 185534 h 399054"/>
                <a:gd name="connsiteX6" fmla="*/ 169123 w 200873"/>
                <a:gd name="connsiteY6" fmla="*/ 226809 h 399054"/>
                <a:gd name="connsiteX7" fmla="*/ 198492 w 200873"/>
                <a:gd name="connsiteY7" fmla="*/ 283959 h 399054"/>
                <a:gd name="connsiteX8" fmla="*/ 177059 w 200873"/>
                <a:gd name="connsiteY8" fmla="*/ 362540 h 399054"/>
                <a:gd name="connsiteX9" fmla="*/ 99273 w 200873"/>
                <a:gd name="connsiteY9" fmla="*/ 398259 h 399054"/>
                <a:gd name="connsiteX10" fmla="*/ 36566 w 200873"/>
                <a:gd name="connsiteY10" fmla="*/ 381590 h 399054"/>
                <a:gd name="connsiteX11" fmla="*/ 3229 w 200873"/>
                <a:gd name="connsiteY11" fmla="*/ 318090 h 399054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67534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300628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2152 h 396415"/>
                <a:gd name="connsiteX1" fmla="*/ 153248 w 200873"/>
                <a:gd name="connsiteY1" fmla="*/ 10558 h 396415"/>
                <a:gd name="connsiteX2" fmla="*/ 70698 w 200873"/>
                <a:gd name="connsiteY2" fmla="*/ 2621 h 396415"/>
                <a:gd name="connsiteX3" fmla="*/ 10373 w 200873"/>
                <a:gd name="connsiteY3" fmla="*/ 43896 h 396415"/>
                <a:gd name="connsiteX4" fmla="*/ 7198 w 200873"/>
                <a:gd name="connsiteY4" fmla="*/ 139146 h 396415"/>
                <a:gd name="connsiteX5" fmla="*/ 83398 w 200873"/>
                <a:gd name="connsiteY5" fmla="*/ 183596 h 396415"/>
                <a:gd name="connsiteX6" fmla="*/ 169123 w 200873"/>
                <a:gd name="connsiteY6" fmla="*/ 224871 h 396415"/>
                <a:gd name="connsiteX7" fmla="*/ 198492 w 200873"/>
                <a:gd name="connsiteY7" fmla="*/ 298690 h 396415"/>
                <a:gd name="connsiteX8" fmla="*/ 172297 w 200873"/>
                <a:gd name="connsiteY8" fmla="*/ 374890 h 396415"/>
                <a:gd name="connsiteX9" fmla="*/ 99273 w 200873"/>
                <a:gd name="connsiteY9" fmla="*/ 396321 h 396415"/>
                <a:gd name="connsiteX10" fmla="*/ 36566 w 200873"/>
                <a:gd name="connsiteY10" fmla="*/ 379652 h 396415"/>
                <a:gd name="connsiteX11" fmla="*/ 3229 w 200873"/>
                <a:gd name="connsiteY11" fmla="*/ 316152 h 39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873" h="396415">
                  <a:moveTo>
                    <a:pt x="200873" y="62152"/>
                  </a:moveTo>
                  <a:cubicBezTo>
                    <a:pt x="191877" y="39927"/>
                    <a:pt x="174944" y="20480"/>
                    <a:pt x="153248" y="10558"/>
                  </a:cubicBezTo>
                  <a:cubicBezTo>
                    <a:pt x="131552" y="636"/>
                    <a:pt x="94510" y="-2935"/>
                    <a:pt x="70698" y="2621"/>
                  </a:cubicBezTo>
                  <a:cubicBezTo>
                    <a:pt x="46886" y="8177"/>
                    <a:pt x="20956" y="21142"/>
                    <a:pt x="10373" y="43896"/>
                  </a:cubicBezTo>
                  <a:cubicBezTo>
                    <a:pt x="-210" y="66650"/>
                    <a:pt x="-4973" y="115863"/>
                    <a:pt x="7198" y="139146"/>
                  </a:cubicBezTo>
                  <a:cubicBezTo>
                    <a:pt x="19369" y="162429"/>
                    <a:pt x="56410" y="169309"/>
                    <a:pt x="83398" y="183596"/>
                  </a:cubicBezTo>
                  <a:cubicBezTo>
                    <a:pt x="110385" y="197884"/>
                    <a:pt x="149941" y="205689"/>
                    <a:pt x="169123" y="224871"/>
                  </a:cubicBezTo>
                  <a:cubicBezTo>
                    <a:pt x="188305" y="244053"/>
                    <a:pt x="197963" y="273687"/>
                    <a:pt x="198492" y="298690"/>
                  </a:cubicBezTo>
                  <a:cubicBezTo>
                    <a:pt x="199021" y="323693"/>
                    <a:pt x="188833" y="358618"/>
                    <a:pt x="172297" y="374890"/>
                  </a:cubicBezTo>
                  <a:cubicBezTo>
                    <a:pt x="155761" y="391162"/>
                    <a:pt x="121895" y="395527"/>
                    <a:pt x="99273" y="396321"/>
                  </a:cubicBezTo>
                  <a:cubicBezTo>
                    <a:pt x="76651" y="397115"/>
                    <a:pt x="52573" y="393014"/>
                    <a:pt x="36566" y="379652"/>
                  </a:cubicBezTo>
                  <a:cubicBezTo>
                    <a:pt x="20559" y="366291"/>
                    <a:pt x="6404" y="342875"/>
                    <a:pt x="3229" y="31615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任意多边形 106">
              <a:extLst>
                <a:ext uri="{FF2B5EF4-FFF2-40B4-BE49-F238E27FC236}">
                  <a16:creationId xmlns:a16="http://schemas.microsoft.com/office/drawing/2014/main" id="{3E578FCB-FC54-45EB-A481-BDFCB99B9469}"/>
                </a:ext>
              </a:extLst>
            </p:cNvPr>
            <p:cNvSpPr/>
            <p:nvPr/>
          </p:nvSpPr>
          <p:spPr>
            <a:xfrm>
              <a:off x="7708900" y="3060701"/>
              <a:ext cx="774700" cy="254000"/>
            </a:xfrm>
            <a:custGeom>
              <a:avLst/>
              <a:gdLst>
                <a:gd name="connsiteX0" fmla="*/ 774700 w 774700"/>
                <a:gd name="connsiteY0" fmla="*/ 0 h 254000"/>
                <a:gd name="connsiteX1" fmla="*/ 546100 w 774700"/>
                <a:gd name="connsiteY1" fmla="*/ 1270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546100 w 774700"/>
                <a:gd name="connsiteY1" fmla="*/ 1270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546100 w 774700"/>
                <a:gd name="connsiteY1" fmla="*/ 1270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403225 w 774700"/>
                <a:gd name="connsiteY1" fmla="*/ 1651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403225 w 774700"/>
                <a:gd name="connsiteY1" fmla="*/ 1651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403225 w 774700"/>
                <a:gd name="connsiteY1" fmla="*/ 1651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403225 w 774700"/>
                <a:gd name="connsiteY1" fmla="*/ 165100 h 254000"/>
                <a:gd name="connsiteX2" fmla="*/ 0 w 774700"/>
                <a:gd name="connsiteY2" fmla="*/ 25400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4700" h="254000">
                  <a:moveTo>
                    <a:pt x="774700" y="0"/>
                  </a:moveTo>
                  <a:cubicBezTo>
                    <a:pt x="713052" y="42332"/>
                    <a:pt x="532341" y="122767"/>
                    <a:pt x="403225" y="165100"/>
                  </a:cubicBezTo>
                  <a:cubicBezTo>
                    <a:pt x="274109" y="207433"/>
                    <a:pt x="208492" y="225954"/>
                    <a:pt x="0" y="254000"/>
                  </a:cubicBezTo>
                </a:path>
              </a:pathLst>
            </a:custGeom>
            <a:noFill/>
            <a:ln w="31750">
              <a:solidFill>
                <a:srgbClr val="0087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30" name="组合 229">
              <a:extLst>
                <a:ext uri="{FF2B5EF4-FFF2-40B4-BE49-F238E27FC236}">
                  <a16:creationId xmlns:a16="http://schemas.microsoft.com/office/drawing/2014/main" id="{212D48CA-5EB4-40FB-98B5-34ED2DACEA66}"/>
                </a:ext>
              </a:extLst>
            </p:cNvPr>
            <p:cNvGrpSpPr/>
            <p:nvPr/>
          </p:nvGrpSpPr>
          <p:grpSpPr>
            <a:xfrm rot="11101716">
              <a:off x="2329241" y="3540062"/>
              <a:ext cx="982663" cy="366618"/>
              <a:chOff x="8108950" y="4662582"/>
              <a:chExt cx="982663" cy="366618"/>
            </a:xfrm>
          </p:grpSpPr>
          <p:cxnSp>
            <p:nvCxnSpPr>
              <p:cNvPr id="235" name="直接箭头连接符 234">
                <a:extLst>
                  <a:ext uri="{FF2B5EF4-FFF2-40B4-BE49-F238E27FC236}">
                    <a16:creationId xmlns:a16="http://schemas.microsoft.com/office/drawing/2014/main" id="{E3B8F9CF-611F-475F-A7E1-BFCFD8A3D59A}"/>
                  </a:ext>
                </a:extLst>
              </p:cNvPr>
              <p:cNvCxnSpPr/>
              <p:nvPr/>
            </p:nvCxnSpPr>
            <p:spPr>
              <a:xfrm flipV="1">
                <a:off x="8879809" y="4662582"/>
                <a:ext cx="211804" cy="116413"/>
              </a:xfrm>
              <a:prstGeom prst="straightConnector1">
                <a:avLst/>
              </a:prstGeom>
              <a:ln w="31750">
                <a:solidFill>
                  <a:srgbClr val="008750"/>
                </a:solidFill>
                <a:prstDash val="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6" name="任意多边形 111">
                <a:extLst>
                  <a:ext uri="{FF2B5EF4-FFF2-40B4-BE49-F238E27FC236}">
                    <a16:creationId xmlns:a16="http://schemas.microsoft.com/office/drawing/2014/main" id="{E059A752-A03A-4D40-A06B-451E398BDAFA}"/>
                  </a:ext>
                </a:extLst>
              </p:cNvPr>
              <p:cNvSpPr/>
              <p:nvPr/>
            </p:nvSpPr>
            <p:spPr>
              <a:xfrm>
                <a:off x="8108950" y="4775200"/>
                <a:ext cx="774700" cy="254000"/>
              </a:xfrm>
              <a:custGeom>
                <a:avLst/>
                <a:gdLst>
                  <a:gd name="connsiteX0" fmla="*/ 774700 w 774700"/>
                  <a:gd name="connsiteY0" fmla="*/ 0 h 254000"/>
                  <a:gd name="connsiteX1" fmla="*/ 546100 w 774700"/>
                  <a:gd name="connsiteY1" fmla="*/ 1270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546100 w 774700"/>
                  <a:gd name="connsiteY1" fmla="*/ 1270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546100 w 774700"/>
                  <a:gd name="connsiteY1" fmla="*/ 1270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403225 w 774700"/>
                  <a:gd name="connsiteY1" fmla="*/ 1651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403225 w 774700"/>
                  <a:gd name="connsiteY1" fmla="*/ 1651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403225 w 774700"/>
                  <a:gd name="connsiteY1" fmla="*/ 1651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403225 w 774700"/>
                  <a:gd name="connsiteY1" fmla="*/ 165100 h 254000"/>
                  <a:gd name="connsiteX2" fmla="*/ 0 w 774700"/>
                  <a:gd name="connsiteY2" fmla="*/ 254000 h 254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74700" h="254000">
                    <a:moveTo>
                      <a:pt x="774700" y="0"/>
                    </a:moveTo>
                    <a:cubicBezTo>
                      <a:pt x="713052" y="42332"/>
                      <a:pt x="532341" y="122767"/>
                      <a:pt x="403225" y="165100"/>
                    </a:cubicBezTo>
                    <a:cubicBezTo>
                      <a:pt x="274109" y="207433"/>
                      <a:pt x="208492" y="225954"/>
                      <a:pt x="0" y="254000"/>
                    </a:cubicBezTo>
                  </a:path>
                </a:pathLst>
              </a:custGeom>
              <a:noFill/>
              <a:ln w="31750">
                <a:solidFill>
                  <a:srgbClr val="00875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31" name="任意多边形 114">
              <a:extLst>
                <a:ext uri="{FF2B5EF4-FFF2-40B4-BE49-F238E27FC236}">
                  <a16:creationId xmlns:a16="http://schemas.microsoft.com/office/drawing/2014/main" id="{CED983F8-FA47-45EB-A69B-C5FEB2E8024F}"/>
                </a:ext>
              </a:extLst>
            </p:cNvPr>
            <p:cNvSpPr/>
            <p:nvPr/>
          </p:nvSpPr>
          <p:spPr>
            <a:xfrm>
              <a:off x="7705720" y="3571985"/>
              <a:ext cx="859711" cy="133350"/>
            </a:xfrm>
            <a:custGeom>
              <a:avLst/>
              <a:gdLst>
                <a:gd name="connsiteX0" fmla="*/ 787400 w 787400"/>
                <a:gd name="connsiteY0" fmla="*/ 133350 h 133350"/>
                <a:gd name="connsiteX1" fmla="*/ 444500 w 787400"/>
                <a:gd name="connsiteY1" fmla="*/ 5080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444500 w 787400"/>
                <a:gd name="connsiteY1" fmla="*/ 5080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419100 w 787400"/>
                <a:gd name="connsiteY1" fmla="*/ 6985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381000 w 787400"/>
                <a:gd name="connsiteY1" fmla="*/ 3175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381000 w 787400"/>
                <a:gd name="connsiteY1" fmla="*/ 3175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381000 w 787400"/>
                <a:gd name="connsiteY1" fmla="*/ 31750 h 133350"/>
                <a:gd name="connsiteX2" fmla="*/ 0 w 787400"/>
                <a:gd name="connsiteY2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7400" h="133350">
                  <a:moveTo>
                    <a:pt x="787400" y="133350"/>
                  </a:moveTo>
                  <a:cubicBezTo>
                    <a:pt x="651933" y="99483"/>
                    <a:pt x="567267" y="59267"/>
                    <a:pt x="381000" y="31750"/>
                  </a:cubicBezTo>
                  <a:cubicBezTo>
                    <a:pt x="194733" y="4233"/>
                    <a:pt x="127000" y="10583"/>
                    <a:pt x="0" y="0"/>
                  </a:cubicBezTo>
                </a:path>
              </a:pathLst>
            </a:custGeom>
            <a:noFill/>
            <a:ln w="31750">
              <a:solidFill>
                <a:srgbClr val="0087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32" name="组合 231">
              <a:extLst>
                <a:ext uri="{FF2B5EF4-FFF2-40B4-BE49-F238E27FC236}">
                  <a16:creationId xmlns:a16="http://schemas.microsoft.com/office/drawing/2014/main" id="{D7E3DC50-BCBA-4B7E-998B-8672A1156C9C}"/>
                </a:ext>
              </a:extLst>
            </p:cNvPr>
            <p:cNvGrpSpPr/>
            <p:nvPr/>
          </p:nvGrpSpPr>
          <p:grpSpPr>
            <a:xfrm rot="10800000">
              <a:off x="2304584" y="3060050"/>
              <a:ext cx="985843" cy="190499"/>
              <a:chOff x="8105770" y="5286485"/>
              <a:chExt cx="985843" cy="190499"/>
            </a:xfrm>
          </p:grpSpPr>
          <p:cxnSp>
            <p:nvCxnSpPr>
              <p:cNvPr id="233" name="直接箭头连接符 232">
                <a:extLst>
                  <a:ext uri="{FF2B5EF4-FFF2-40B4-BE49-F238E27FC236}">
                    <a16:creationId xmlns:a16="http://schemas.microsoft.com/office/drawing/2014/main" id="{0248DDF0-7295-42B4-8333-9713C8D98EB3}"/>
                  </a:ext>
                </a:extLst>
              </p:cNvPr>
              <p:cNvCxnSpPr/>
              <p:nvPr/>
            </p:nvCxnSpPr>
            <p:spPr>
              <a:xfrm>
                <a:off x="8954200" y="5422340"/>
                <a:ext cx="137413" cy="54644"/>
              </a:xfrm>
              <a:prstGeom prst="straightConnector1">
                <a:avLst/>
              </a:prstGeom>
              <a:ln w="31750">
                <a:solidFill>
                  <a:srgbClr val="008750"/>
                </a:solidFill>
                <a:prstDash val="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4" name="任意多边形 119">
                <a:extLst>
                  <a:ext uri="{FF2B5EF4-FFF2-40B4-BE49-F238E27FC236}">
                    <a16:creationId xmlns:a16="http://schemas.microsoft.com/office/drawing/2014/main" id="{57ED3470-2617-4DB8-B956-796AE5FFF1C8}"/>
                  </a:ext>
                </a:extLst>
              </p:cNvPr>
              <p:cNvSpPr/>
              <p:nvPr/>
            </p:nvSpPr>
            <p:spPr>
              <a:xfrm>
                <a:off x="8105770" y="5286485"/>
                <a:ext cx="859711" cy="133350"/>
              </a:xfrm>
              <a:custGeom>
                <a:avLst/>
                <a:gdLst>
                  <a:gd name="connsiteX0" fmla="*/ 787400 w 787400"/>
                  <a:gd name="connsiteY0" fmla="*/ 133350 h 133350"/>
                  <a:gd name="connsiteX1" fmla="*/ 444500 w 787400"/>
                  <a:gd name="connsiteY1" fmla="*/ 5080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444500 w 787400"/>
                  <a:gd name="connsiteY1" fmla="*/ 5080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419100 w 787400"/>
                  <a:gd name="connsiteY1" fmla="*/ 6985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381000 w 787400"/>
                  <a:gd name="connsiteY1" fmla="*/ 3175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381000 w 787400"/>
                  <a:gd name="connsiteY1" fmla="*/ 3175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381000 w 787400"/>
                  <a:gd name="connsiteY1" fmla="*/ 31750 h 133350"/>
                  <a:gd name="connsiteX2" fmla="*/ 0 w 787400"/>
                  <a:gd name="connsiteY2" fmla="*/ 0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87400" h="133350">
                    <a:moveTo>
                      <a:pt x="787400" y="133350"/>
                    </a:moveTo>
                    <a:cubicBezTo>
                      <a:pt x="651933" y="99483"/>
                      <a:pt x="567267" y="59267"/>
                      <a:pt x="381000" y="31750"/>
                    </a:cubicBezTo>
                    <a:cubicBezTo>
                      <a:pt x="194733" y="4233"/>
                      <a:pt x="127000" y="10583"/>
                      <a:pt x="0" y="0"/>
                    </a:cubicBezTo>
                  </a:path>
                </a:pathLst>
              </a:custGeom>
              <a:noFill/>
              <a:ln w="31750">
                <a:solidFill>
                  <a:srgbClr val="00875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40" name="组合 239">
            <a:extLst>
              <a:ext uri="{FF2B5EF4-FFF2-40B4-BE49-F238E27FC236}">
                <a16:creationId xmlns:a16="http://schemas.microsoft.com/office/drawing/2014/main" id="{7A444024-F34B-4697-B3E7-ED7BF9360864}"/>
              </a:ext>
            </a:extLst>
          </p:cNvPr>
          <p:cNvGrpSpPr/>
          <p:nvPr/>
        </p:nvGrpSpPr>
        <p:grpSpPr>
          <a:xfrm rot="10800000">
            <a:off x="4469137" y="4589187"/>
            <a:ext cx="204207" cy="182532"/>
            <a:chOff x="10293350" y="4991100"/>
            <a:chExt cx="454660" cy="406400"/>
          </a:xfrm>
        </p:grpSpPr>
        <p:sp>
          <p:nvSpPr>
            <p:cNvPr id="241" name="椭圆 240">
              <a:extLst>
                <a:ext uri="{FF2B5EF4-FFF2-40B4-BE49-F238E27FC236}">
                  <a16:creationId xmlns:a16="http://schemas.microsoft.com/office/drawing/2014/main" id="{0694F92F-D495-4BD5-A7DF-A3B95222362D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2" name="直接箭头连接符 241">
              <a:extLst>
                <a:ext uri="{FF2B5EF4-FFF2-40B4-BE49-F238E27FC236}">
                  <a16:creationId xmlns:a16="http://schemas.microsoft.com/office/drawing/2014/main" id="{92ED2B8B-35A3-4B4A-9F89-D18D090B2883}"/>
                </a:ext>
              </a:extLst>
            </p:cNvPr>
            <p:cNvCxnSpPr>
              <a:stCxn id="241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箭头连接符 242">
              <a:extLst>
                <a:ext uri="{FF2B5EF4-FFF2-40B4-BE49-F238E27FC236}">
                  <a16:creationId xmlns:a16="http://schemas.microsoft.com/office/drawing/2014/main" id="{CBE031C8-9D85-47A2-9C9F-0F180034A517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组合 243">
            <a:extLst>
              <a:ext uri="{FF2B5EF4-FFF2-40B4-BE49-F238E27FC236}">
                <a16:creationId xmlns:a16="http://schemas.microsoft.com/office/drawing/2014/main" id="{5CCDCD13-177C-46ED-90F3-44A98D7B25DF}"/>
              </a:ext>
            </a:extLst>
          </p:cNvPr>
          <p:cNvGrpSpPr/>
          <p:nvPr/>
        </p:nvGrpSpPr>
        <p:grpSpPr>
          <a:xfrm rot="10800000">
            <a:off x="4469137" y="4803984"/>
            <a:ext cx="204207" cy="182532"/>
            <a:chOff x="10293350" y="4991100"/>
            <a:chExt cx="454660" cy="406400"/>
          </a:xfrm>
        </p:grpSpPr>
        <p:sp>
          <p:nvSpPr>
            <p:cNvPr id="245" name="椭圆 244">
              <a:extLst>
                <a:ext uri="{FF2B5EF4-FFF2-40B4-BE49-F238E27FC236}">
                  <a16:creationId xmlns:a16="http://schemas.microsoft.com/office/drawing/2014/main" id="{D32DBD27-4E56-4D4C-B376-063C68320ED8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6" name="直接箭头连接符 245">
              <a:extLst>
                <a:ext uri="{FF2B5EF4-FFF2-40B4-BE49-F238E27FC236}">
                  <a16:creationId xmlns:a16="http://schemas.microsoft.com/office/drawing/2014/main" id="{C7068A42-48FD-4DEC-B3BC-71964DD5CFFE}"/>
                </a:ext>
              </a:extLst>
            </p:cNvPr>
            <p:cNvCxnSpPr>
              <a:stCxn id="245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箭头连接符 246">
              <a:extLst>
                <a:ext uri="{FF2B5EF4-FFF2-40B4-BE49-F238E27FC236}">
                  <a16:creationId xmlns:a16="http://schemas.microsoft.com/office/drawing/2014/main" id="{E0D91F45-D571-48C5-909C-A263858878FE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组合 247">
            <a:extLst>
              <a:ext uri="{FF2B5EF4-FFF2-40B4-BE49-F238E27FC236}">
                <a16:creationId xmlns:a16="http://schemas.microsoft.com/office/drawing/2014/main" id="{0BCFB8CA-9EA8-4ABB-9779-E3783AA82CEF}"/>
              </a:ext>
            </a:extLst>
          </p:cNvPr>
          <p:cNvGrpSpPr/>
          <p:nvPr/>
        </p:nvGrpSpPr>
        <p:grpSpPr>
          <a:xfrm rot="10800000">
            <a:off x="4465650" y="5018780"/>
            <a:ext cx="204207" cy="182532"/>
            <a:chOff x="10293350" y="4991100"/>
            <a:chExt cx="454660" cy="406400"/>
          </a:xfrm>
        </p:grpSpPr>
        <p:sp>
          <p:nvSpPr>
            <p:cNvPr id="249" name="椭圆 248">
              <a:extLst>
                <a:ext uri="{FF2B5EF4-FFF2-40B4-BE49-F238E27FC236}">
                  <a16:creationId xmlns:a16="http://schemas.microsoft.com/office/drawing/2014/main" id="{FFD8BCF5-8952-4737-9990-21205B13B49F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0" name="直接箭头连接符 249">
              <a:extLst>
                <a:ext uri="{FF2B5EF4-FFF2-40B4-BE49-F238E27FC236}">
                  <a16:creationId xmlns:a16="http://schemas.microsoft.com/office/drawing/2014/main" id="{C4FA0969-25EE-43E6-A2EA-A942E35DEAFD}"/>
                </a:ext>
              </a:extLst>
            </p:cNvPr>
            <p:cNvCxnSpPr>
              <a:stCxn id="249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箭头连接符 250">
              <a:extLst>
                <a:ext uri="{FF2B5EF4-FFF2-40B4-BE49-F238E27FC236}">
                  <a16:creationId xmlns:a16="http://schemas.microsoft.com/office/drawing/2014/main" id="{FA75C55D-7E17-4E45-ABE8-C4E62E647043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组合 251">
            <a:extLst>
              <a:ext uri="{FF2B5EF4-FFF2-40B4-BE49-F238E27FC236}">
                <a16:creationId xmlns:a16="http://schemas.microsoft.com/office/drawing/2014/main" id="{4E5A5EC7-530C-4C2C-AA87-5F74AAE1B7EF}"/>
              </a:ext>
            </a:extLst>
          </p:cNvPr>
          <p:cNvGrpSpPr/>
          <p:nvPr/>
        </p:nvGrpSpPr>
        <p:grpSpPr>
          <a:xfrm rot="10800000">
            <a:off x="4719381" y="4589187"/>
            <a:ext cx="204207" cy="182532"/>
            <a:chOff x="10293350" y="4991100"/>
            <a:chExt cx="454660" cy="406400"/>
          </a:xfrm>
        </p:grpSpPr>
        <p:sp>
          <p:nvSpPr>
            <p:cNvPr id="253" name="椭圆 252">
              <a:extLst>
                <a:ext uri="{FF2B5EF4-FFF2-40B4-BE49-F238E27FC236}">
                  <a16:creationId xmlns:a16="http://schemas.microsoft.com/office/drawing/2014/main" id="{0FAC8D38-C710-4585-A729-7221106A5282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4" name="直接箭头连接符 253">
              <a:extLst>
                <a:ext uri="{FF2B5EF4-FFF2-40B4-BE49-F238E27FC236}">
                  <a16:creationId xmlns:a16="http://schemas.microsoft.com/office/drawing/2014/main" id="{F0B888E5-A04D-43BE-A8FF-6E6D3AEA3BA9}"/>
                </a:ext>
              </a:extLst>
            </p:cNvPr>
            <p:cNvCxnSpPr>
              <a:stCxn id="253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箭头连接符 254">
              <a:extLst>
                <a:ext uri="{FF2B5EF4-FFF2-40B4-BE49-F238E27FC236}">
                  <a16:creationId xmlns:a16="http://schemas.microsoft.com/office/drawing/2014/main" id="{74468D94-43C2-41A3-ACC7-50EC549915E8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6" name="组合 255">
            <a:extLst>
              <a:ext uri="{FF2B5EF4-FFF2-40B4-BE49-F238E27FC236}">
                <a16:creationId xmlns:a16="http://schemas.microsoft.com/office/drawing/2014/main" id="{07B90979-ED44-4B42-93BC-932AFC7FAED4}"/>
              </a:ext>
            </a:extLst>
          </p:cNvPr>
          <p:cNvGrpSpPr/>
          <p:nvPr/>
        </p:nvGrpSpPr>
        <p:grpSpPr>
          <a:xfrm rot="10800000">
            <a:off x="4719381" y="4803984"/>
            <a:ext cx="204207" cy="182532"/>
            <a:chOff x="10293350" y="4991100"/>
            <a:chExt cx="454660" cy="406400"/>
          </a:xfrm>
        </p:grpSpPr>
        <p:sp>
          <p:nvSpPr>
            <p:cNvPr id="257" name="椭圆 256">
              <a:extLst>
                <a:ext uri="{FF2B5EF4-FFF2-40B4-BE49-F238E27FC236}">
                  <a16:creationId xmlns:a16="http://schemas.microsoft.com/office/drawing/2014/main" id="{EAEC78C7-482F-4312-90CE-4DE911D14159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8" name="直接箭头连接符 257">
              <a:extLst>
                <a:ext uri="{FF2B5EF4-FFF2-40B4-BE49-F238E27FC236}">
                  <a16:creationId xmlns:a16="http://schemas.microsoft.com/office/drawing/2014/main" id="{A207788E-53C2-48CB-9B66-FD8EFCD592E4}"/>
                </a:ext>
              </a:extLst>
            </p:cNvPr>
            <p:cNvCxnSpPr>
              <a:stCxn id="257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箭头连接符 258">
              <a:extLst>
                <a:ext uri="{FF2B5EF4-FFF2-40B4-BE49-F238E27FC236}">
                  <a16:creationId xmlns:a16="http://schemas.microsoft.com/office/drawing/2014/main" id="{72ED06E5-FC74-434D-98FD-4351A1538D86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0" name="组合 259">
            <a:extLst>
              <a:ext uri="{FF2B5EF4-FFF2-40B4-BE49-F238E27FC236}">
                <a16:creationId xmlns:a16="http://schemas.microsoft.com/office/drawing/2014/main" id="{837D9E66-D8C7-4AFA-8813-E765A27D3886}"/>
              </a:ext>
            </a:extLst>
          </p:cNvPr>
          <p:cNvGrpSpPr/>
          <p:nvPr/>
        </p:nvGrpSpPr>
        <p:grpSpPr>
          <a:xfrm rot="10800000">
            <a:off x="4715894" y="5018780"/>
            <a:ext cx="204207" cy="182532"/>
            <a:chOff x="10293350" y="4991100"/>
            <a:chExt cx="454660" cy="406400"/>
          </a:xfrm>
        </p:grpSpPr>
        <p:sp>
          <p:nvSpPr>
            <p:cNvPr id="261" name="椭圆 260">
              <a:extLst>
                <a:ext uri="{FF2B5EF4-FFF2-40B4-BE49-F238E27FC236}">
                  <a16:creationId xmlns:a16="http://schemas.microsoft.com/office/drawing/2014/main" id="{82950440-4911-4533-9573-8E59B92DAD5C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2" name="直接箭头连接符 261">
              <a:extLst>
                <a:ext uri="{FF2B5EF4-FFF2-40B4-BE49-F238E27FC236}">
                  <a16:creationId xmlns:a16="http://schemas.microsoft.com/office/drawing/2014/main" id="{9ED07E75-C315-42FA-9506-FC41BC91E387}"/>
                </a:ext>
              </a:extLst>
            </p:cNvPr>
            <p:cNvCxnSpPr>
              <a:stCxn id="261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箭头连接符 262">
              <a:extLst>
                <a:ext uri="{FF2B5EF4-FFF2-40B4-BE49-F238E27FC236}">
                  <a16:creationId xmlns:a16="http://schemas.microsoft.com/office/drawing/2014/main" id="{101D912C-9603-455F-BF0B-621903AD0627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4" name="组合 263">
            <a:extLst>
              <a:ext uri="{FF2B5EF4-FFF2-40B4-BE49-F238E27FC236}">
                <a16:creationId xmlns:a16="http://schemas.microsoft.com/office/drawing/2014/main" id="{B540F9C2-B8BB-485F-B4E2-72A25F5522B9}"/>
              </a:ext>
            </a:extLst>
          </p:cNvPr>
          <p:cNvGrpSpPr/>
          <p:nvPr/>
        </p:nvGrpSpPr>
        <p:grpSpPr>
          <a:xfrm rot="10800000">
            <a:off x="4988767" y="4594606"/>
            <a:ext cx="204207" cy="182532"/>
            <a:chOff x="10293350" y="4991100"/>
            <a:chExt cx="454660" cy="406400"/>
          </a:xfrm>
        </p:grpSpPr>
        <p:sp>
          <p:nvSpPr>
            <p:cNvPr id="265" name="椭圆 264">
              <a:extLst>
                <a:ext uri="{FF2B5EF4-FFF2-40B4-BE49-F238E27FC236}">
                  <a16:creationId xmlns:a16="http://schemas.microsoft.com/office/drawing/2014/main" id="{F5BBEF23-5F2D-4E9F-AD44-2C11099D9007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6" name="直接箭头连接符 265">
              <a:extLst>
                <a:ext uri="{FF2B5EF4-FFF2-40B4-BE49-F238E27FC236}">
                  <a16:creationId xmlns:a16="http://schemas.microsoft.com/office/drawing/2014/main" id="{00969B2E-7D6A-4118-8E68-6112308786F8}"/>
                </a:ext>
              </a:extLst>
            </p:cNvPr>
            <p:cNvCxnSpPr>
              <a:stCxn id="265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箭头连接符 273">
              <a:extLst>
                <a:ext uri="{FF2B5EF4-FFF2-40B4-BE49-F238E27FC236}">
                  <a16:creationId xmlns:a16="http://schemas.microsoft.com/office/drawing/2014/main" id="{9CDB1C6E-DA0C-47AB-B089-2C2CA5CE0BCC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5" name="组合 274">
            <a:extLst>
              <a:ext uri="{FF2B5EF4-FFF2-40B4-BE49-F238E27FC236}">
                <a16:creationId xmlns:a16="http://schemas.microsoft.com/office/drawing/2014/main" id="{2196BA08-D677-4C34-B596-AF727584500B}"/>
              </a:ext>
            </a:extLst>
          </p:cNvPr>
          <p:cNvGrpSpPr/>
          <p:nvPr/>
        </p:nvGrpSpPr>
        <p:grpSpPr>
          <a:xfrm rot="10800000">
            <a:off x="4988767" y="4809403"/>
            <a:ext cx="204207" cy="182532"/>
            <a:chOff x="10293350" y="4991100"/>
            <a:chExt cx="454660" cy="406400"/>
          </a:xfrm>
        </p:grpSpPr>
        <p:sp>
          <p:nvSpPr>
            <p:cNvPr id="276" name="椭圆 275">
              <a:extLst>
                <a:ext uri="{FF2B5EF4-FFF2-40B4-BE49-F238E27FC236}">
                  <a16:creationId xmlns:a16="http://schemas.microsoft.com/office/drawing/2014/main" id="{A81BC936-9E13-42EA-8114-ED08591F3B95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7" name="直接箭头连接符 276">
              <a:extLst>
                <a:ext uri="{FF2B5EF4-FFF2-40B4-BE49-F238E27FC236}">
                  <a16:creationId xmlns:a16="http://schemas.microsoft.com/office/drawing/2014/main" id="{5D856157-777F-4B4A-A201-F6BA37054BA9}"/>
                </a:ext>
              </a:extLst>
            </p:cNvPr>
            <p:cNvCxnSpPr>
              <a:stCxn id="276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箭头连接符 277">
              <a:extLst>
                <a:ext uri="{FF2B5EF4-FFF2-40B4-BE49-F238E27FC236}">
                  <a16:creationId xmlns:a16="http://schemas.microsoft.com/office/drawing/2014/main" id="{C416661A-0A48-447F-8554-31E49883426D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组合 278">
            <a:extLst>
              <a:ext uri="{FF2B5EF4-FFF2-40B4-BE49-F238E27FC236}">
                <a16:creationId xmlns:a16="http://schemas.microsoft.com/office/drawing/2014/main" id="{41326FBB-3987-4FDF-AA71-4DBC920E0011}"/>
              </a:ext>
            </a:extLst>
          </p:cNvPr>
          <p:cNvGrpSpPr/>
          <p:nvPr/>
        </p:nvGrpSpPr>
        <p:grpSpPr>
          <a:xfrm rot="10800000">
            <a:off x="4985280" y="5024199"/>
            <a:ext cx="204207" cy="182532"/>
            <a:chOff x="10293350" y="4991100"/>
            <a:chExt cx="454660" cy="406400"/>
          </a:xfrm>
        </p:grpSpPr>
        <p:sp>
          <p:nvSpPr>
            <p:cNvPr id="280" name="椭圆 279">
              <a:extLst>
                <a:ext uri="{FF2B5EF4-FFF2-40B4-BE49-F238E27FC236}">
                  <a16:creationId xmlns:a16="http://schemas.microsoft.com/office/drawing/2014/main" id="{B7EF902B-789C-4BEC-B7F1-514CAAA798C8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1" name="直接箭头连接符 280">
              <a:extLst>
                <a:ext uri="{FF2B5EF4-FFF2-40B4-BE49-F238E27FC236}">
                  <a16:creationId xmlns:a16="http://schemas.microsoft.com/office/drawing/2014/main" id="{BBDE56AC-765E-4AEF-A939-4E436BD222A1}"/>
                </a:ext>
              </a:extLst>
            </p:cNvPr>
            <p:cNvCxnSpPr>
              <a:stCxn id="280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箭头连接符 281">
              <a:extLst>
                <a:ext uri="{FF2B5EF4-FFF2-40B4-BE49-F238E27FC236}">
                  <a16:creationId xmlns:a16="http://schemas.microsoft.com/office/drawing/2014/main" id="{E62CD28A-869D-4B46-9C27-DC1B7917551A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组合 282">
            <a:extLst>
              <a:ext uri="{FF2B5EF4-FFF2-40B4-BE49-F238E27FC236}">
                <a16:creationId xmlns:a16="http://schemas.microsoft.com/office/drawing/2014/main" id="{2A30BA27-050A-4451-A38E-8D7B47E5625F}"/>
              </a:ext>
            </a:extLst>
          </p:cNvPr>
          <p:cNvGrpSpPr/>
          <p:nvPr/>
        </p:nvGrpSpPr>
        <p:grpSpPr>
          <a:xfrm rot="10800000">
            <a:off x="5224652" y="4589187"/>
            <a:ext cx="204207" cy="182532"/>
            <a:chOff x="10293350" y="4991100"/>
            <a:chExt cx="454660" cy="406400"/>
          </a:xfrm>
        </p:grpSpPr>
        <p:sp>
          <p:nvSpPr>
            <p:cNvPr id="284" name="椭圆 283">
              <a:extLst>
                <a:ext uri="{FF2B5EF4-FFF2-40B4-BE49-F238E27FC236}">
                  <a16:creationId xmlns:a16="http://schemas.microsoft.com/office/drawing/2014/main" id="{DBBEEADB-17CD-429B-8248-6AC22811F49B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5" name="直接箭头连接符 284">
              <a:extLst>
                <a:ext uri="{FF2B5EF4-FFF2-40B4-BE49-F238E27FC236}">
                  <a16:creationId xmlns:a16="http://schemas.microsoft.com/office/drawing/2014/main" id="{B0287526-3995-4130-9076-D9C08380D323}"/>
                </a:ext>
              </a:extLst>
            </p:cNvPr>
            <p:cNvCxnSpPr>
              <a:stCxn id="284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直接箭头连接符 285">
              <a:extLst>
                <a:ext uri="{FF2B5EF4-FFF2-40B4-BE49-F238E27FC236}">
                  <a16:creationId xmlns:a16="http://schemas.microsoft.com/office/drawing/2014/main" id="{C47DA5D9-FFD3-42C0-9B7D-F02F4B162DCF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组合 286">
            <a:extLst>
              <a:ext uri="{FF2B5EF4-FFF2-40B4-BE49-F238E27FC236}">
                <a16:creationId xmlns:a16="http://schemas.microsoft.com/office/drawing/2014/main" id="{D0065AC3-7BB7-4DD5-8698-30E490CFEF13}"/>
              </a:ext>
            </a:extLst>
          </p:cNvPr>
          <p:cNvGrpSpPr/>
          <p:nvPr/>
        </p:nvGrpSpPr>
        <p:grpSpPr>
          <a:xfrm rot="10800000">
            <a:off x="5224652" y="4803984"/>
            <a:ext cx="204207" cy="182532"/>
            <a:chOff x="10293350" y="4991100"/>
            <a:chExt cx="454660" cy="406400"/>
          </a:xfrm>
        </p:grpSpPr>
        <p:sp>
          <p:nvSpPr>
            <p:cNvPr id="291" name="椭圆 290">
              <a:extLst>
                <a:ext uri="{FF2B5EF4-FFF2-40B4-BE49-F238E27FC236}">
                  <a16:creationId xmlns:a16="http://schemas.microsoft.com/office/drawing/2014/main" id="{DD46B58B-CF14-4865-99F3-D577F7BB4BC1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3" name="直接箭头连接符 292">
              <a:extLst>
                <a:ext uri="{FF2B5EF4-FFF2-40B4-BE49-F238E27FC236}">
                  <a16:creationId xmlns:a16="http://schemas.microsoft.com/office/drawing/2014/main" id="{9B499C23-D938-49A1-BD00-59F694E71CA8}"/>
                </a:ext>
              </a:extLst>
            </p:cNvPr>
            <p:cNvCxnSpPr>
              <a:stCxn id="291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箭头连接符 294">
              <a:extLst>
                <a:ext uri="{FF2B5EF4-FFF2-40B4-BE49-F238E27FC236}">
                  <a16:creationId xmlns:a16="http://schemas.microsoft.com/office/drawing/2014/main" id="{E756CAB9-9C12-486D-B5A1-DC8B1DCA421B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7" name="组合 296">
            <a:extLst>
              <a:ext uri="{FF2B5EF4-FFF2-40B4-BE49-F238E27FC236}">
                <a16:creationId xmlns:a16="http://schemas.microsoft.com/office/drawing/2014/main" id="{05E44B6C-B20E-421D-8CCE-5CD1A348C31A}"/>
              </a:ext>
            </a:extLst>
          </p:cNvPr>
          <p:cNvGrpSpPr/>
          <p:nvPr/>
        </p:nvGrpSpPr>
        <p:grpSpPr>
          <a:xfrm rot="10800000">
            <a:off x="5221166" y="5018780"/>
            <a:ext cx="204207" cy="182532"/>
            <a:chOff x="10293350" y="4991100"/>
            <a:chExt cx="454660" cy="406400"/>
          </a:xfrm>
        </p:grpSpPr>
        <p:sp>
          <p:nvSpPr>
            <p:cNvPr id="337" name="椭圆 336">
              <a:extLst>
                <a:ext uri="{FF2B5EF4-FFF2-40B4-BE49-F238E27FC236}">
                  <a16:creationId xmlns:a16="http://schemas.microsoft.com/office/drawing/2014/main" id="{CACBC678-0B09-4110-9424-F595847C1087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9" name="直接箭头连接符 338">
              <a:extLst>
                <a:ext uri="{FF2B5EF4-FFF2-40B4-BE49-F238E27FC236}">
                  <a16:creationId xmlns:a16="http://schemas.microsoft.com/office/drawing/2014/main" id="{E84A0AA5-7690-4273-979A-9A1E311CEE7A}"/>
                </a:ext>
              </a:extLst>
            </p:cNvPr>
            <p:cNvCxnSpPr>
              <a:stCxn id="337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直接箭头连接符 339">
              <a:extLst>
                <a:ext uri="{FF2B5EF4-FFF2-40B4-BE49-F238E27FC236}">
                  <a16:creationId xmlns:a16="http://schemas.microsoft.com/office/drawing/2014/main" id="{66BD7747-8E37-4568-84EF-ABCDDEB0973E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1" name="组合 340">
            <a:extLst>
              <a:ext uri="{FF2B5EF4-FFF2-40B4-BE49-F238E27FC236}">
                <a16:creationId xmlns:a16="http://schemas.microsoft.com/office/drawing/2014/main" id="{7B8FF0AD-78BA-4106-B776-9088A75A9D82}"/>
              </a:ext>
            </a:extLst>
          </p:cNvPr>
          <p:cNvGrpSpPr/>
          <p:nvPr/>
        </p:nvGrpSpPr>
        <p:grpSpPr>
          <a:xfrm rot="10800000">
            <a:off x="5474897" y="4589187"/>
            <a:ext cx="204207" cy="182532"/>
            <a:chOff x="10293350" y="4991100"/>
            <a:chExt cx="454660" cy="406400"/>
          </a:xfrm>
        </p:grpSpPr>
        <p:sp>
          <p:nvSpPr>
            <p:cNvPr id="342" name="椭圆 341">
              <a:extLst>
                <a:ext uri="{FF2B5EF4-FFF2-40B4-BE49-F238E27FC236}">
                  <a16:creationId xmlns:a16="http://schemas.microsoft.com/office/drawing/2014/main" id="{FB3632A1-A8F1-450E-A5D4-B660368B729A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43" name="直接箭头连接符 342">
              <a:extLst>
                <a:ext uri="{FF2B5EF4-FFF2-40B4-BE49-F238E27FC236}">
                  <a16:creationId xmlns:a16="http://schemas.microsoft.com/office/drawing/2014/main" id="{651117C3-3332-45BD-A919-7FC351DB520D}"/>
                </a:ext>
              </a:extLst>
            </p:cNvPr>
            <p:cNvCxnSpPr>
              <a:stCxn id="342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直接箭头连接符 343">
              <a:extLst>
                <a:ext uri="{FF2B5EF4-FFF2-40B4-BE49-F238E27FC236}">
                  <a16:creationId xmlns:a16="http://schemas.microsoft.com/office/drawing/2014/main" id="{23FC11BD-7012-4A8E-86D8-45CA53EE9803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5" name="组合 344">
            <a:extLst>
              <a:ext uri="{FF2B5EF4-FFF2-40B4-BE49-F238E27FC236}">
                <a16:creationId xmlns:a16="http://schemas.microsoft.com/office/drawing/2014/main" id="{C719D2D7-4E5D-47F4-883E-FA0933351C1F}"/>
              </a:ext>
            </a:extLst>
          </p:cNvPr>
          <p:cNvGrpSpPr/>
          <p:nvPr/>
        </p:nvGrpSpPr>
        <p:grpSpPr>
          <a:xfrm rot="10800000">
            <a:off x="5474897" y="4803984"/>
            <a:ext cx="204207" cy="182532"/>
            <a:chOff x="10293350" y="4991100"/>
            <a:chExt cx="454660" cy="406400"/>
          </a:xfrm>
        </p:grpSpPr>
        <p:sp>
          <p:nvSpPr>
            <p:cNvPr id="346" name="椭圆 345">
              <a:extLst>
                <a:ext uri="{FF2B5EF4-FFF2-40B4-BE49-F238E27FC236}">
                  <a16:creationId xmlns:a16="http://schemas.microsoft.com/office/drawing/2014/main" id="{8E4D093D-0046-471B-8A4D-3CFBFC2DE569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47" name="直接箭头连接符 346">
              <a:extLst>
                <a:ext uri="{FF2B5EF4-FFF2-40B4-BE49-F238E27FC236}">
                  <a16:creationId xmlns:a16="http://schemas.microsoft.com/office/drawing/2014/main" id="{6F406F65-7B31-49F9-B708-BE4DDCA993D8}"/>
                </a:ext>
              </a:extLst>
            </p:cNvPr>
            <p:cNvCxnSpPr>
              <a:stCxn id="346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直接箭头连接符 347">
              <a:extLst>
                <a:ext uri="{FF2B5EF4-FFF2-40B4-BE49-F238E27FC236}">
                  <a16:creationId xmlns:a16="http://schemas.microsoft.com/office/drawing/2014/main" id="{03DFE2C7-C389-4E07-B4C7-1CABECEC5AB8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9" name="组合 348">
            <a:extLst>
              <a:ext uri="{FF2B5EF4-FFF2-40B4-BE49-F238E27FC236}">
                <a16:creationId xmlns:a16="http://schemas.microsoft.com/office/drawing/2014/main" id="{40943DA3-344F-4526-858F-5D3EF0648AE5}"/>
              </a:ext>
            </a:extLst>
          </p:cNvPr>
          <p:cNvGrpSpPr/>
          <p:nvPr/>
        </p:nvGrpSpPr>
        <p:grpSpPr>
          <a:xfrm rot="10800000">
            <a:off x="5471411" y="5018780"/>
            <a:ext cx="204207" cy="182532"/>
            <a:chOff x="10293350" y="4991100"/>
            <a:chExt cx="454660" cy="406400"/>
          </a:xfrm>
        </p:grpSpPr>
        <p:sp>
          <p:nvSpPr>
            <p:cNvPr id="350" name="椭圆 349">
              <a:extLst>
                <a:ext uri="{FF2B5EF4-FFF2-40B4-BE49-F238E27FC236}">
                  <a16:creationId xmlns:a16="http://schemas.microsoft.com/office/drawing/2014/main" id="{7A78EF86-ADB3-46E6-BE48-446CFCD5B01E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1" name="直接箭头连接符 350">
              <a:extLst>
                <a:ext uri="{FF2B5EF4-FFF2-40B4-BE49-F238E27FC236}">
                  <a16:creationId xmlns:a16="http://schemas.microsoft.com/office/drawing/2014/main" id="{25FF136F-E4F4-4AF2-ACC0-BFD394743E1E}"/>
                </a:ext>
              </a:extLst>
            </p:cNvPr>
            <p:cNvCxnSpPr>
              <a:stCxn id="350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直接箭头连接符 351">
              <a:extLst>
                <a:ext uri="{FF2B5EF4-FFF2-40B4-BE49-F238E27FC236}">
                  <a16:creationId xmlns:a16="http://schemas.microsoft.com/office/drawing/2014/main" id="{B17348DC-0A8D-4F19-BC86-A51212BADC1F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3" name="组合 352">
            <a:extLst>
              <a:ext uri="{FF2B5EF4-FFF2-40B4-BE49-F238E27FC236}">
                <a16:creationId xmlns:a16="http://schemas.microsoft.com/office/drawing/2014/main" id="{4959B846-F0AA-4109-B0CA-B1B20768517A}"/>
              </a:ext>
            </a:extLst>
          </p:cNvPr>
          <p:cNvGrpSpPr/>
          <p:nvPr/>
        </p:nvGrpSpPr>
        <p:grpSpPr>
          <a:xfrm rot="10800000">
            <a:off x="5744283" y="4594606"/>
            <a:ext cx="204207" cy="182532"/>
            <a:chOff x="10293350" y="4991100"/>
            <a:chExt cx="454660" cy="406400"/>
          </a:xfrm>
        </p:grpSpPr>
        <p:sp>
          <p:nvSpPr>
            <p:cNvPr id="354" name="椭圆 353">
              <a:extLst>
                <a:ext uri="{FF2B5EF4-FFF2-40B4-BE49-F238E27FC236}">
                  <a16:creationId xmlns:a16="http://schemas.microsoft.com/office/drawing/2014/main" id="{48773D6D-11D7-4D17-B880-55A83A34731E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5" name="直接箭头连接符 354">
              <a:extLst>
                <a:ext uri="{FF2B5EF4-FFF2-40B4-BE49-F238E27FC236}">
                  <a16:creationId xmlns:a16="http://schemas.microsoft.com/office/drawing/2014/main" id="{1503D6EF-FA3B-4BDE-91FE-62D43195D424}"/>
                </a:ext>
              </a:extLst>
            </p:cNvPr>
            <p:cNvCxnSpPr>
              <a:stCxn id="354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直接箭头连接符 355">
              <a:extLst>
                <a:ext uri="{FF2B5EF4-FFF2-40B4-BE49-F238E27FC236}">
                  <a16:creationId xmlns:a16="http://schemas.microsoft.com/office/drawing/2014/main" id="{706A4FAC-E8DC-42F3-A35E-89B2DB9C701A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7" name="组合 356">
            <a:extLst>
              <a:ext uri="{FF2B5EF4-FFF2-40B4-BE49-F238E27FC236}">
                <a16:creationId xmlns:a16="http://schemas.microsoft.com/office/drawing/2014/main" id="{9F1ED879-F602-4BF9-849B-514FDD720E85}"/>
              </a:ext>
            </a:extLst>
          </p:cNvPr>
          <p:cNvGrpSpPr/>
          <p:nvPr/>
        </p:nvGrpSpPr>
        <p:grpSpPr>
          <a:xfrm rot="10800000">
            <a:off x="5744283" y="4809403"/>
            <a:ext cx="204207" cy="182532"/>
            <a:chOff x="10293350" y="4991100"/>
            <a:chExt cx="454660" cy="406400"/>
          </a:xfrm>
        </p:grpSpPr>
        <p:sp>
          <p:nvSpPr>
            <p:cNvPr id="358" name="椭圆 357">
              <a:extLst>
                <a:ext uri="{FF2B5EF4-FFF2-40B4-BE49-F238E27FC236}">
                  <a16:creationId xmlns:a16="http://schemas.microsoft.com/office/drawing/2014/main" id="{ABBD698A-ADF3-4095-B33D-B1B38695E139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9" name="直接箭头连接符 358">
              <a:extLst>
                <a:ext uri="{FF2B5EF4-FFF2-40B4-BE49-F238E27FC236}">
                  <a16:creationId xmlns:a16="http://schemas.microsoft.com/office/drawing/2014/main" id="{761910C8-8123-43C5-9CE9-F790F3279A36}"/>
                </a:ext>
              </a:extLst>
            </p:cNvPr>
            <p:cNvCxnSpPr>
              <a:stCxn id="358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直接箭头连接符 359">
              <a:extLst>
                <a:ext uri="{FF2B5EF4-FFF2-40B4-BE49-F238E27FC236}">
                  <a16:creationId xmlns:a16="http://schemas.microsoft.com/office/drawing/2014/main" id="{21968E05-2AE9-4BD7-8EDE-0472EED94D6F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1" name="组合 360">
            <a:extLst>
              <a:ext uri="{FF2B5EF4-FFF2-40B4-BE49-F238E27FC236}">
                <a16:creationId xmlns:a16="http://schemas.microsoft.com/office/drawing/2014/main" id="{A4858514-6BE8-4EFD-AAF1-E9E866E6CFA3}"/>
              </a:ext>
            </a:extLst>
          </p:cNvPr>
          <p:cNvGrpSpPr/>
          <p:nvPr/>
        </p:nvGrpSpPr>
        <p:grpSpPr>
          <a:xfrm rot="10800000">
            <a:off x="5740797" y="5024199"/>
            <a:ext cx="204207" cy="182532"/>
            <a:chOff x="10293350" y="4991100"/>
            <a:chExt cx="454660" cy="406400"/>
          </a:xfrm>
        </p:grpSpPr>
        <p:sp>
          <p:nvSpPr>
            <p:cNvPr id="362" name="椭圆 361">
              <a:extLst>
                <a:ext uri="{FF2B5EF4-FFF2-40B4-BE49-F238E27FC236}">
                  <a16:creationId xmlns:a16="http://schemas.microsoft.com/office/drawing/2014/main" id="{9E8C5AD4-D517-4A74-853E-908ED92A49B7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63" name="直接箭头连接符 362">
              <a:extLst>
                <a:ext uri="{FF2B5EF4-FFF2-40B4-BE49-F238E27FC236}">
                  <a16:creationId xmlns:a16="http://schemas.microsoft.com/office/drawing/2014/main" id="{FDFECBDA-966C-4742-B91B-35F4A915BB88}"/>
                </a:ext>
              </a:extLst>
            </p:cNvPr>
            <p:cNvCxnSpPr>
              <a:stCxn id="362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直接箭头连接符 363">
              <a:extLst>
                <a:ext uri="{FF2B5EF4-FFF2-40B4-BE49-F238E27FC236}">
                  <a16:creationId xmlns:a16="http://schemas.microsoft.com/office/drawing/2014/main" id="{266B3844-9062-4709-8270-4BAF4E3B2C0D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5" name="组合 364">
            <a:extLst>
              <a:ext uri="{FF2B5EF4-FFF2-40B4-BE49-F238E27FC236}">
                <a16:creationId xmlns:a16="http://schemas.microsoft.com/office/drawing/2014/main" id="{2DF064C7-B10C-4749-9417-ABB569F7AFB8}"/>
              </a:ext>
            </a:extLst>
          </p:cNvPr>
          <p:cNvGrpSpPr/>
          <p:nvPr/>
        </p:nvGrpSpPr>
        <p:grpSpPr>
          <a:xfrm rot="10800000">
            <a:off x="6021394" y="4585061"/>
            <a:ext cx="204207" cy="182532"/>
            <a:chOff x="10293350" y="4991100"/>
            <a:chExt cx="454660" cy="406400"/>
          </a:xfrm>
        </p:grpSpPr>
        <p:sp>
          <p:nvSpPr>
            <p:cNvPr id="366" name="椭圆 365">
              <a:extLst>
                <a:ext uri="{FF2B5EF4-FFF2-40B4-BE49-F238E27FC236}">
                  <a16:creationId xmlns:a16="http://schemas.microsoft.com/office/drawing/2014/main" id="{76165CDB-D78C-468E-9EAD-0BDC4128E587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67" name="直接箭头连接符 366">
              <a:extLst>
                <a:ext uri="{FF2B5EF4-FFF2-40B4-BE49-F238E27FC236}">
                  <a16:creationId xmlns:a16="http://schemas.microsoft.com/office/drawing/2014/main" id="{E5B1C591-29D1-4819-B418-81003D3B70B6}"/>
                </a:ext>
              </a:extLst>
            </p:cNvPr>
            <p:cNvCxnSpPr>
              <a:stCxn id="366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直接箭头连接符 367">
              <a:extLst>
                <a:ext uri="{FF2B5EF4-FFF2-40B4-BE49-F238E27FC236}">
                  <a16:creationId xmlns:a16="http://schemas.microsoft.com/office/drawing/2014/main" id="{E963DAA3-B5B1-4ED3-ABF5-70E1914AC193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9" name="组合 368">
            <a:extLst>
              <a:ext uri="{FF2B5EF4-FFF2-40B4-BE49-F238E27FC236}">
                <a16:creationId xmlns:a16="http://schemas.microsoft.com/office/drawing/2014/main" id="{80540548-E004-474C-95AF-B9EB59B50126}"/>
              </a:ext>
            </a:extLst>
          </p:cNvPr>
          <p:cNvGrpSpPr/>
          <p:nvPr/>
        </p:nvGrpSpPr>
        <p:grpSpPr>
          <a:xfrm rot="10800000">
            <a:off x="6021394" y="4799857"/>
            <a:ext cx="204207" cy="182532"/>
            <a:chOff x="10293350" y="4991100"/>
            <a:chExt cx="454660" cy="406400"/>
          </a:xfrm>
        </p:grpSpPr>
        <p:sp>
          <p:nvSpPr>
            <p:cNvPr id="370" name="椭圆 369">
              <a:extLst>
                <a:ext uri="{FF2B5EF4-FFF2-40B4-BE49-F238E27FC236}">
                  <a16:creationId xmlns:a16="http://schemas.microsoft.com/office/drawing/2014/main" id="{DD8C7785-1DF1-46D3-8FCF-0F71BB6359BE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1" name="直接箭头连接符 370">
              <a:extLst>
                <a:ext uri="{FF2B5EF4-FFF2-40B4-BE49-F238E27FC236}">
                  <a16:creationId xmlns:a16="http://schemas.microsoft.com/office/drawing/2014/main" id="{FD843F3D-05AA-4672-ABFA-CC4C17D18088}"/>
                </a:ext>
              </a:extLst>
            </p:cNvPr>
            <p:cNvCxnSpPr>
              <a:stCxn id="370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直接箭头连接符 371">
              <a:extLst>
                <a:ext uri="{FF2B5EF4-FFF2-40B4-BE49-F238E27FC236}">
                  <a16:creationId xmlns:a16="http://schemas.microsoft.com/office/drawing/2014/main" id="{C1B3927C-CBA6-42C1-B698-291583CC1950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3" name="组合 372">
            <a:extLst>
              <a:ext uri="{FF2B5EF4-FFF2-40B4-BE49-F238E27FC236}">
                <a16:creationId xmlns:a16="http://schemas.microsoft.com/office/drawing/2014/main" id="{A01B6254-58B3-4F28-8322-1B18AD10E76C}"/>
              </a:ext>
            </a:extLst>
          </p:cNvPr>
          <p:cNvGrpSpPr/>
          <p:nvPr/>
        </p:nvGrpSpPr>
        <p:grpSpPr>
          <a:xfrm rot="10800000">
            <a:off x="6017908" y="5014653"/>
            <a:ext cx="204207" cy="182532"/>
            <a:chOff x="10293350" y="4991100"/>
            <a:chExt cx="454660" cy="406400"/>
          </a:xfrm>
        </p:grpSpPr>
        <p:sp>
          <p:nvSpPr>
            <p:cNvPr id="374" name="椭圆 373">
              <a:extLst>
                <a:ext uri="{FF2B5EF4-FFF2-40B4-BE49-F238E27FC236}">
                  <a16:creationId xmlns:a16="http://schemas.microsoft.com/office/drawing/2014/main" id="{88972489-4450-4B78-9810-139A0444F6EB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5" name="直接箭头连接符 374">
              <a:extLst>
                <a:ext uri="{FF2B5EF4-FFF2-40B4-BE49-F238E27FC236}">
                  <a16:creationId xmlns:a16="http://schemas.microsoft.com/office/drawing/2014/main" id="{D0AB91A2-7DF7-4BD9-A7BF-2B4CFA51E274}"/>
                </a:ext>
              </a:extLst>
            </p:cNvPr>
            <p:cNvCxnSpPr>
              <a:stCxn id="374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直接箭头连接符 375">
              <a:extLst>
                <a:ext uri="{FF2B5EF4-FFF2-40B4-BE49-F238E27FC236}">
                  <a16:creationId xmlns:a16="http://schemas.microsoft.com/office/drawing/2014/main" id="{92D7BC55-87F4-4BF6-9879-696ED0D6C781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7" name="组合 376">
            <a:extLst>
              <a:ext uri="{FF2B5EF4-FFF2-40B4-BE49-F238E27FC236}">
                <a16:creationId xmlns:a16="http://schemas.microsoft.com/office/drawing/2014/main" id="{DC05F788-9746-4C39-A4B3-B28B4A0F6148}"/>
              </a:ext>
            </a:extLst>
          </p:cNvPr>
          <p:cNvGrpSpPr/>
          <p:nvPr/>
        </p:nvGrpSpPr>
        <p:grpSpPr>
          <a:xfrm rot="10800000">
            <a:off x="6290781" y="4590480"/>
            <a:ext cx="204207" cy="182532"/>
            <a:chOff x="10293350" y="4991100"/>
            <a:chExt cx="454660" cy="406400"/>
          </a:xfrm>
        </p:grpSpPr>
        <p:sp>
          <p:nvSpPr>
            <p:cNvPr id="378" name="椭圆 377">
              <a:extLst>
                <a:ext uri="{FF2B5EF4-FFF2-40B4-BE49-F238E27FC236}">
                  <a16:creationId xmlns:a16="http://schemas.microsoft.com/office/drawing/2014/main" id="{5F7A0B21-07B5-43B3-98FC-B5AC44B3592C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9" name="直接箭头连接符 378">
              <a:extLst>
                <a:ext uri="{FF2B5EF4-FFF2-40B4-BE49-F238E27FC236}">
                  <a16:creationId xmlns:a16="http://schemas.microsoft.com/office/drawing/2014/main" id="{1212CE8D-4409-4E6D-82C1-11423B010FE7}"/>
                </a:ext>
              </a:extLst>
            </p:cNvPr>
            <p:cNvCxnSpPr>
              <a:stCxn id="378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直接箭头连接符 379">
              <a:extLst>
                <a:ext uri="{FF2B5EF4-FFF2-40B4-BE49-F238E27FC236}">
                  <a16:creationId xmlns:a16="http://schemas.microsoft.com/office/drawing/2014/main" id="{C6D0EEF1-B355-4270-AEB2-3EA0FD37062C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1" name="组合 380">
            <a:extLst>
              <a:ext uri="{FF2B5EF4-FFF2-40B4-BE49-F238E27FC236}">
                <a16:creationId xmlns:a16="http://schemas.microsoft.com/office/drawing/2014/main" id="{BF03A7C2-50B1-4E1B-B116-7845ED81778A}"/>
              </a:ext>
            </a:extLst>
          </p:cNvPr>
          <p:cNvGrpSpPr/>
          <p:nvPr/>
        </p:nvGrpSpPr>
        <p:grpSpPr>
          <a:xfrm rot="10800000">
            <a:off x="6290781" y="4805277"/>
            <a:ext cx="204207" cy="182532"/>
            <a:chOff x="10293350" y="4991100"/>
            <a:chExt cx="454660" cy="406400"/>
          </a:xfrm>
        </p:grpSpPr>
        <p:sp>
          <p:nvSpPr>
            <p:cNvPr id="382" name="椭圆 381">
              <a:extLst>
                <a:ext uri="{FF2B5EF4-FFF2-40B4-BE49-F238E27FC236}">
                  <a16:creationId xmlns:a16="http://schemas.microsoft.com/office/drawing/2014/main" id="{3AB71E53-4833-4BC1-BF6B-15C44903C75E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3" name="直接箭头连接符 382">
              <a:extLst>
                <a:ext uri="{FF2B5EF4-FFF2-40B4-BE49-F238E27FC236}">
                  <a16:creationId xmlns:a16="http://schemas.microsoft.com/office/drawing/2014/main" id="{C5A452AA-0FFB-4AEF-99A0-2BDC88D377C5}"/>
                </a:ext>
              </a:extLst>
            </p:cNvPr>
            <p:cNvCxnSpPr>
              <a:stCxn id="382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直接箭头连接符 383">
              <a:extLst>
                <a:ext uri="{FF2B5EF4-FFF2-40B4-BE49-F238E27FC236}">
                  <a16:creationId xmlns:a16="http://schemas.microsoft.com/office/drawing/2014/main" id="{9EDE1F49-BA1A-40ED-A62D-659077F9236B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5" name="组合 384">
            <a:extLst>
              <a:ext uri="{FF2B5EF4-FFF2-40B4-BE49-F238E27FC236}">
                <a16:creationId xmlns:a16="http://schemas.microsoft.com/office/drawing/2014/main" id="{771F252D-D6D0-4621-A3F6-2928F5E9E799}"/>
              </a:ext>
            </a:extLst>
          </p:cNvPr>
          <p:cNvGrpSpPr/>
          <p:nvPr/>
        </p:nvGrpSpPr>
        <p:grpSpPr>
          <a:xfrm rot="10800000">
            <a:off x="6287294" y="5020073"/>
            <a:ext cx="204207" cy="182532"/>
            <a:chOff x="10293350" y="4991100"/>
            <a:chExt cx="454660" cy="406400"/>
          </a:xfrm>
        </p:grpSpPr>
        <p:sp>
          <p:nvSpPr>
            <p:cNvPr id="386" name="椭圆 385">
              <a:extLst>
                <a:ext uri="{FF2B5EF4-FFF2-40B4-BE49-F238E27FC236}">
                  <a16:creationId xmlns:a16="http://schemas.microsoft.com/office/drawing/2014/main" id="{F883CCC7-0021-4E95-B664-026877CDE702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7" name="直接箭头连接符 386">
              <a:extLst>
                <a:ext uri="{FF2B5EF4-FFF2-40B4-BE49-F238E27FC236}">
                  <a16:creationId xmlns:a16="http://schemas.microsoft.com/office/drawing/2014/main" id="{3F1C501F-CDF0-463C-9A7F-6177C3187583}"/>
                </a:ext>
              </a:extLst>
            </p:cNvPr>
            <p:cNvCxnSpPr>
              <a:stCxn id="386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直接箭头连接符 387">
              <a:extLst>
                <a:ext uri="{FF2B5EF4-FFF2-40B4-BE49-F238E27FC236}">
                  <a16:creationId xmlns:a16="http://schemas.microsoft.com/office/drawing/2014/main" id="{F3C744C7-213D-4887-A573-98B34C611B18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9" name="文本框 388">
            <a:extLst>
              <a:ext uri="{FF2B5EF4-FFF2-40B4-BE49-F238E27FC236}">
                <a16:creationId xmlns:a16="http://schemas.microsoft.com/office/drawing/2014/main" id="{68BC7F0D-9DED-4154-BC54-770B7D79F68B}"/>
              </a:ext>
            </a:extLst>
          </p:cNvPr>
          <p:cNvSpPr txBox="1"/>
          <p:nvPr/>
        </p:nvSpPr>
        <p:spPr>
          <a:xfrm>
            <a:off x="4955909" y="38055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永磁体</a:t>
            </a:r>
          </a:p>
        </p:txBody>
      </p:sp>
    </p:spTree>
    <p:extLst>
      <p:ext uri="{BB962C8B-B14F-4D97-AF65-F5344CB8AC3E}">
        <p14:creationId xmlns:p14="http://schemas.microsoft.com/office/powerpoint/2010/main" val="2760181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9E8B8073-9B63-4237-BCF9-FA1FDDE1E3D3}"/>
              </a:ext>
            </a:extLst>
          </p:cNvPr>
          <p:cNvGrpSpPr/>
          <p:nvPr/>
        </p:nvGrpSpPr>
        <p:grpSpPr>
          <a:xfrm rot="10800000">
            <a:off x="1180995" y="1765867"/>
            <a:ext cx="669368" cy="598318"/>
            <a:chOff x="10293350" y="4991100"/>
            <a:chExt cx="454660" cy="406400"/>
          </a:xfrm>
        </p:grpSpPr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C263FCE0-D403-4B73-A093-42B17B91528D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DE47FF8F-D417-40F4-811F-437CDC45E2E5}"/>
                </a:ext>
              </a:extLst>
            </p:cNvPr>
            <p:cNvCxnSpPr>
              <a:stCxn id="125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22ED9434-D65F-400B-B6F0-429EA116D3A0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文本框 127">
            <a:extLst>
              <a:ext uri="{FF2B5EF4-FFF2-40B4-BE49-F238E27FC236}">
                <a16:creationId xmlns:a16="http://schemas.microsoft.com/office/drawing/2014/main" id="{C1F5D782-BEA3-43C4-BA39-6134339BBD4D}"/>
              </a:ext>
            </a:extLst>
          </p:cNvPr>
          <p:cNvSpPr txBox="1"/>
          <p:nvPr/>
        </p:nvSpPr>
        <p:spPr>
          <a:xfrm>
            <a:off x="961680" y="9887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分子电流</a:t>
            </a:r>
          </a:p>
        </p:txBody>
      </p: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0E022382-6E15-424E-89B0-4081C464223B}"/>
              </a:ext>
            </a:extLst>
          </p:cNvPr>
          <p:cNvGrpSpPr/>
          <p:nvPr/>
        </p:nvGrpSpPr>
        <p:grpSpPr>
          <a:xfrm rot="10800000">
            <a:off x="4190707" y="1605897"/>
            <a:ext cx="2478040" cy="771416"/>
            <a:chOff x="7187526" y="5005783"/>
            <a:chExt cx="3684885" cy="1147108"/>
          </a:xfrm>
        </p:grpSpPr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D36AAB94-B902-453E-8047-0FF92DFB50FC}"/>
                </a:ext>
              </a:extLst>
            </p:cNvPr>
            <p:cNvGrpSpPr/>
            <p:nvPr/>
          </p:nvGrpSpPr>
          <p:grpSpPr>
            <a:xfrm>
              <a:off x="7187526" y="5005783"/>
              <a:ext cx="3684885" cy="1147108"/>
              <a:chOff x="2228798" y="4344326"/>
              <a:chExt cx="6231066" cy="1358545"/>
            </a:xfrm>
          </p:grpSpPr>
          <p:sp>
            <p:nvSpPr>
              <p:cNvPr id="147" name="任意多边形 386">
                <a:extLst>
                  <a:ext uri="{FF2B5EF4-FFF2-40B4-BE49-F238E27FC236}">
                    <a16:creationId xmlns:a16="http://schemas.microsoft.com/office/drawing/2014/main" id="{1F67E853-5684-4A8E-8A1F-F5D311004C79}"/>
                  </a:ext>
                </a:extLst>
              </p:cNvPr>
              <p:cNvSpPr/>
              <p:nvPr/>
            </p:nvSpPr>
            <p:spPr>
              <a:xfrm>
                <a:off x="2228798" y="4344326"/>
                <a:ext cx="6231066" cy="1358545"/>
              </a:xfrm>
              <a:custGeom>
                <a:avLst/>
                <a:gdLst>
                  <a:gd name="connsiteX0" fmla="*/ 0 w 4305298"/>
                  <a:gd name="connsiteY0" fmla="*/ 0 h 704850"/>
                  <a:gd name="connsiteX1" fmla="*/ 2152649 w 4305298"/>
                  <a:gd name="connsiteY1" fmla="*/ 0 h 704850"/>
                  <a:gd name="connsiteX2" fmla="*/ 4305298 w 4305298"/>
                  <a:gd name="connsiteY2" fmla="*/ 0 h 704850"/>
                  <a:gd name="connsiteX3" fmla="*/ 4305298 w 4305298"/>
                  <a:gd name="connsiteY3" fmla="*/ 704850 h 704850"/>
                  <a:gd name="connsiteX4" fmla="*/ 2152649 w 4305298"/>
                  <a:gd name="connsiteY4" fmla="*/ 704850 h 704850"/>
                  <a:gd name="connsiteX5" fmla="*/ 0 w 4305298"/>
                  <a:gd name="connsiteY5" fmla="*/ 704850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05298" h="704850">
                    <a:moveTo>
                      <a:pt x="0" y="0"/>
                    </a:moveTo>
                    <a:lnTo>
                      <a:pt x="2152649" y="0"/>
                    </a:lnTo>
                    <a:lnTo>
                      <a:pt x="4305298" y="0"/>
                    </a:lnTo>
                    <a:lnTo>
                      <a:pt x="4305298" y="704850"/>
                    </a:lnTo>
                    <a:lnTo>
                      <a:pt x="2152649" y="704850"/>
                    </a:lnTo>
                    <a:lnTo>
                      <a:pt x="0" y="70485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8" name="直接连接符 147">
                <a:extLst>
                  <a:ext uri="{FF2B5EF4-FFF2-40B4-BE49-F238E27FC236}">
                    <a16:creationId xmlns:a16="http://schemas.microsoft.com/office/drawing/2014/main" id="{840370D7-1008-4E19-AC4A-D223A82F1C9D}"/>
                  </a:ext>
                </a:extLst>
              </p:cNvPr>
              <p:cNvCxnSpPr/>
              <p:nvPr/>
            </p:nvCxnSpPr>
            <p:spPr>
              <a:xfrm>
                <a:off x="2832155" y="4344326"/>
                <a:ext cx="265543" cy="4222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>
                <a:extLst>
                  <a:ext uri="{FF2B5EF4-FFF2-40B4-BE49-F238E27FC236}">
                    <a16:creationId xmlns:a16="http://schemas.microsoft.com/office/drawing/2014/main" id="{BDCCCCA5-87DD-4B34-A582-B5D7927C7DDF}"/>
                  </a:ext>
                </a:extLst>
              </p:cNvPr>
              <p:cNvCxnSpPr/>
              <p:nvPr/>
            </p:nvCxnSpPr>
            <p:spPr>
              <a:xfrm flipH="1">
                <a:off x="2228798" y="4766577"/>
                <a:ext cx="868900" cy="4658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>
                <a:extLst>
                  <a:ext uri="{FF2B5EF4-FFF2-40B4-BE49-F238E27FC236}">
                    <a16:creationId xmlns:a16="http://schemas.microsoft.com/office/drawing/2014/main" id="{0FF23E60-B05B-4A27-879A-11DFBEF49809}"/>
                  </a:ext>
                </a:extLst>
              </p:cNvPr>
              <p:cNvCxnSpPr/>
              <p:nvPr/>
            </p:nvCxnSpPr>
            <p:spPr>
              <a:xfrm>
                <a:off x="2640070" y="5014368"/>
                <a:ext cx="369100" cy="37935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>
                <a:extLst>
                  <a:ext uri="{FF2B5EF4-FFF2-40B4-BE49-F238E27FC236}">
                    <a16:creationId xmlns:a16="http://schemas.microsoft.com/office/drawing/2014/main" id="{2EE005F8-F4C2-422E-94EA-C5F00DB8CD09}"/>
                  </a:ext>
                </a:extLst>
              </p:cNvPr>
              <p:cNvCxnSpPr/>
              <p:nvPr/>
            </p:nvCxnSpPr>
            <p:spPr>
              <a:xfrm>
                <a:off x="3009170" y="5393722"/>
                <a:ext cx="88528" cy="3091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接连接符 151">
                <a:extLst>
                  <a:ext uri="{FF2B5EF4-FFF2-40B4-BE49-F238E27FC236}">
                    <a16:creationId xmlns:a16="http://schemas.microsoft.com/office/drawing/2014/main" id="{F1BB5976-9723-4FC0-8D28-2BE2C6CBBF12}"/>
                  </a:ext>
                </a:extLst>
              </p:cNvPr>
              <p:cNvCxnSpPr/>
              <p:nvPr/>
            </p:nvCxnSpPr>
            <p:spPr>
              <a:xfrm>
                <a:off x="3009170" y="5393722"/>
                <a:ext cx="90566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接连接符 152">
                <a:extLst>
                  <a:ext uri="{FF2B5EF4-FFF2-40B4-BE49-F238E27FC236}">
                    <a16:creationId xmlns:a16="http://schemas.microsoft.com/office/drawing/2014/main" id="{C8CDD7B4-A19B-4AD1-9BAE-B9FD0B9A9036}"/>
                  </a:ext>
                </a:extLst>
              </p:cNvPr>
              <p:cNvCxnSpPr/>
              <p:nvPr/>
            </p:nvCxnSpPr>
            <p:spPr>
              <a:xfrm>
                <a:off x="3914833" y="5391511"/>
                <a:ext cx="259738" cy="31136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>
                <a:extLst>
                  <a:ext uri="{FF2B5EF4-FFF2-40B4-BE49-F238E27FC236}">
                    <a16:creationId xmlns:a16="http://schemas.microsoft.com/office/drawing/2014/main" id="{DE1EB493-4347-4495-A96B-07732FC4FFAC}"/>
                  </a:ext>
                </a:extLst>
              </p:cNvPr>
              <p:cNvCxnSpPr/>
              <p:nvPr/>
            </p:nvCxnSpPr>
            <p:spPr>
              <a:xfrm>
                <a:off x="3097698" y="4766577"/>
                <a:ext cx="1068529" cy="15899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>
                <a:extLst>
                  <a:ext uri="{FF2B5EF4-FFF2-40B4-BE49-F238E27FC236}">
                    <a16:creationId xmlns:a16="http://schemas.microsoft.com/office/drawing/2014/main" id="{4EDE0783-511B-4A11-A5E4-DF12E1E168C3}"/>
                  </a:ext>
                </a:extLst>
              </p:cNvPr>
              <p:cNvCxnSpPr/>
              <p:nvPr/>
            </p:nvCxnSpPr>
            <p:spPr>
              <a:xfrm flipV="1">
                <a:off x="4166227" y="4344327"/>
                <a:ext cx="876414" cy="58124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>
                <a:extLst>
                  <a:ext uri="{FF2B5EF4-FFF2-40B4-BE49-F238E27FC236}">
                    <a16:creationId xmlns:a16="http://schemas.microsoft.com/office/drawing/2014/main" id="{ED668856-F9A4-4FA8-BB46-8BC6B35B5A5A}"/>
                  </a:ext>
                </a:extLst>
              </p:cNvPr>
              <p:cNvCxnSpPr/>
              <p:nvPr/>
            </p:nvCxnSpPr>
            <p:spPr>
              <a:xfrm>
                <a:off x="4166227" y="4925575"/>
                <a:ext cx="327770" cy="2020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>
                <a:extLst>
                  <a:ext uri="{FF2B5EF4-FFF2-40B4-BE49-F238E27FC236}">
                    <a16:creationId xmlns:a16="http://schemas.microsoft.com/office/drawing/2014/main" id="{A4331077-66BB-4FFB-80E7-5891BC250A63}"/>
                  </a:ext>
                </a:extLst>
              </p:cNvPr>
              <p:cNvCxnSpPr/>
              <p:nvPr/>
            </p:nvCxnSpPr>
            <p:spPr>
              <a:xfrm flipV="1">
                <a:off x="3914834" y="4766578"/>
                <a:ext cx="1363943" cy="6283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>
                <a:extLst>
                  <a:ext uri="{FF2B5EF4-FFF2-40B4-BE49-F238E27FC236}">
                    <a16:creationId xmlns:a16="http://schemas.microsoft.com/office/drawing/2014/main" id="{A21E4C86-3C08-493B-91EC-C4C7BA762506}"/>
                  </a:ext>
                </a:extLst>
              </p:cNvPr>
              <p:cNvCxnSpPr>
                <a:endCxn id="147" idx="1"/>
              </p:cNvCxnSpPr>
              <p:nvPr/>
            </p:nvCxnSpPr>
            <p:spPr>
              <a:xfrm flipV="1">
                <a:off x="5271878" y="4344326"/>
                <a:ext cx="72453" cy="42917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>
                <a:extLst>
                  <a:ext uri="{FF2B5EF4-FFF2-40B4-BE49-F238E27FC236}">
                    <a16:creationId xmlns:a16="http://schemas.microsoft.com/office/drawing/2014/main" id="{31A4674B-A957-4277-99DD-9CD631182739}"/>
                  </a:ext>
                </a:extLst>
              </p:cNvPr>
              <p:cNvCxnSpPr/>
              <p:nvPr/>
            </p:nvCxnSpPr>
            <p:spPr>
              <a:xfrm>
                <a:off x="5268525" y="4766573"/>
                <a:ext cx="808891" cy="4883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接连接符 159">
                <a:extLst>
                  <a:ext uri="{FF2B5EF4-FFF2-40B4-BE49-F238E27FC236}">
                    <a16:creationId xmlns:a16="http://schemas.microsoft.com/office/drawing/2014/main" id="{B4E151F6-8D9B-4443-A6CF-954C4D1887EC}"/>
                  </a:ext>
                </a:extLst>
              </p:cNvPr>
              <p:cNvCxnSpPr>
                <a:endCxn id="147" idx="4"/>
              </p:cNvCxnSpPr>
              <p:nvPr/>
            </p:nvCxnSpPr>
            <p:spPr>
              <a:xfrm flipH="1">
                <a:off x="5344332" y="5254924"/>
                <a:ext cx="733083" cy="44794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>
                <a:extLst>
                  <a:ext uri="{FF2B5EF4-FFF2-40B4-BE49-F238E27FC236}">
                    <a16:creationId xmlns:a16="http://schemas.microsoft.com/office/drawing/2014/main" id="{1636BE4C-18CA-4949-AC77-F5F60E94F183}"/>
                  </a:ext>
                </a:extLst>
              </p:cNvPr>
              <p:cNvCxnSpPr/>
              <p:nvPr/>
            </p:nvCxnSpPr>
            <p:spPr>
              <a:xfrm flipV="1">
                <a:off x="6077415" y="4346539"/>
                <a:ext cx="636299" cy="90838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>
                <a:extLst>
                  <a:ext uri="{FF2B5EF4-FFF2-40B4-BE49-F238E27FC236}">
                    <a16:creationId xmlns:a16="http://schemas.microsoft.com/office/drawing/2014/main" id="{898BD566-0457-4693-B117-376FC9EB75AD}"/>
                  </a:ext>
                </a:extLst>
              </p:cNvPr>
              <p:cNvCxnSpPr/>
              <p:nvPr/>
            </p:nvCxnSpPr>
            <p:spPr>
              <a:xfrm>
                <a:off x="6405186" y="4780437"/>
                <a:ext cx="645487" cy="5013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>
                <a:extLst>
                  <a:ext uri="{FF2B5EF4-FFF2-40B4-BE49-F238E27FC236}">
                    <a16:creationId xmlns:a16="http://schemas.microsoft.com/office/drawing/2014/main" id="{EB405520-213F-4016-9D94-45F83604D637}"/>
                  </a:ext>
                </a:extLst>
              </p:cNvPr>
              <p:cNvCxnSpPr/>
              <p:nvPr/>
            </p:nvCxnSpPr>
            <p:spPr>
              <a:xfrm flipH="1">
                <a:off x="6632795" y="5281752"/>
                <a:ext cx="417878" cy="4211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>
                <a:extLst>
                  <a:ext uri="{FF2B5EF4-FFF2-40B4-BE49-F238E27FC236}">
                    <a16:creationId xmlns:a16="http://schemas.microsoft.com/office/drawing/2014/main" id="{B94166EE-D740-4C84-BC90-F970EC39973C}"/>
                  </a:ext>
                </a:extLst>
              </p:cNvPr>
              <p:cNvCxnSpPr/>
              <p:nvPr/>
            </p:nvCxnSpPr>
            <p:spPr>
              <a:xfrm flipV="1">
                <a:off x="7050674" y="5168163"/>
                <a:ext cx="685033" cy="11358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>
                <a:extLst>
                  <a:ext uri="{FF2B5EF4-FFF2-40B4-BE49-F238E27FC236}">
                    <a16:creationId xmlns:a16="http://schemas.microsoft.com/office/drawing/2014/main" id="{47FD038B-C9A7-4426-A27F-6AE1DDCDA699}"/>
                  </a:ext>
                </a:extLst>
              </p:cNvPr>
              <p:cNvCxnSpPr/>
              <p:nvPr/>
            </p:nvCxnSpPr>
            <p:spPr>
              <a:xfrm flipH="1" flipV="1">
                <a:off x="7411253" y="4359320"/>
                <a:ext cx="324453" cy="80884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>
                <a:extLst>
                  <a:ext uri="{FF2B5EF4-FFF2-40B4-BE49-F238E27FC236}">
                    <a16:creationId xmlns:a16="http://schemas.microsoft.com/office/drawing/2014/main" id="{E6ABA5A1-286C-4C3F-8ECD-A64B4D529845}"/>
                  </a:ext>
                </a:extLst>
              </p:cNvPr>
              <p:cNvCxnSpPr/>
              <p:nvPr/>
            </p:nvCxnSpPr>
            <p:spPr>
              <a:xfrm>
                <a:off x="7575860" y="4780437"/>
                <a:ext cx="879019" cy="612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>
                <a:extLst>
                  <a:ext uri="{FF2B5EF4-FFF2-40B4-BE49-F238E27FC236}">
                    <a16:creationId xmlns:a16="http://schemas.microsoft.com/office/drawing/2014/main" id="{0338D03A-89EB-4BCB-AA7B-5C2D2BE712B3}"/>
                  </a:ext>
                </a:extLst>
              </p:cNvPr>
              <p:cNvCxnSpPr/>
              <p:nvPr/>
            </p:nvCxnSpPr>
            <p:spPr>
              <a:xfrm flipH="1">
                <a:off x="7573479" y="5168163"/>
                <a:ext cx="162228" cy="53470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>
                <a:extLst>
                  <a:ext uri="{FF2B5EF4-FFF2-40B4-BE49-F238E27FC236}">
                    <a16:creationId xmlns:a16="http://schemas.microsoft.com/office/drawing/2014/main" id="{83B467A9-690B-4497-A0BA-A7595727D589}"/>
                  </a:ext>
                </a:extLst>
              </p:cNvPr>
              <p:cNvCxnSpPr/>
              <p:nvPr/>
            </p:nvCxnSpPr>
            <p:spPr>
              <a:xfrm flipV="1">
                <a:off x="7654592" y="5354388"/>
                <a:ext cx="805272" cy="8112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EE0E313F-589D-4484-A718-DD84117973B0}"/>
                </a:ext>
              </a:extLst>
            </p:cNvPr>
            <p:cNvCxnSpPr/>
            <p:nvPr/>
          </p:nvCxnSpPr>
          <p:spPr>
            <a:xfrm flipV="1">
              <a:off x="7233976" y="5294860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6C2F27B3-A825-4F6B-8E90-10B255DE8AC7}"/>
                </a:ext>
              </a:extLst>
            </p:cNvPr>
            <p:cNvCxnSpPr/>
            <p:nvPr/>
          </p:nvCxnSpPr>
          <p:spPr>
            <a:xfrm flipV="1">
              <a:off x="7227130" y="5923693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FE2B6ACA-12E2-477B-88D7-EB742A48971D}"/>
                </a:ext>
              </a:extLst>
            </p:cNvPr>
            <p:cNvCxnSpPr/>
            <p:nvPr/>
          </p:nvCxnSpPr>
          <p:spPr>
            <a:xfrm flipV="1">
              <a:off x="7738097" y="5661130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E8D1171C-525C-43D5-A89C-8D76E9EFBC16}"/>
                </a:ext>
              </a:extLst>
            </p:cNvPr>
            <p:cNvCxnSpPr/>
            <p:nvPr/>
          </p:nvCxnSpPr>
          <p:spPr>
            <a:xfrm flipV="1">
              <a:off x="7985431" y="5289929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979E9141-DF0C-49FD-A5C4-EA1F3BA127A1}"/>
                </a:ext>
              </a:extLst>
            </p:cNvPr>
            <p:cNvCxnSpPr/>
            <p:nvPr/>
          </p:nvCxnSpPr>
          <p:spPr>
            <a:xfrm flipV="1">
              <a:off x="7801726" y="5993852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箭头连接符 137">
              <a:extLst>
                <a:ext uri="{FF2B5EF4-FFF2-40B4-BE49-F238E27FC236}">
                  <a16:creationId xmlns:a16="http://schemas.microsoft.com/office/drawing/2014/main" id="{2D46F52A-5AC6-4DEE-9BA8-24AF72CBD462}"/>
                </a:ext>
              </a:extLst>
            </p:cNvPr>
            <p:cNvCxnSpPr/>
            <p:nvPr/>
          </p:nvCxnSpPr>
          <p:spPr>
            <a:xfrm flipV="1">
              <a:off x="8582288" y="5311316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BB7C23A1-3F5B-48DC-A012-139B6405D836}"/>
                </a:ext>
              </a:extLst>
            </p:cNvPr>
            <p:cNvCxnSpPr/>
            <p:nvPr/>
          </p:nvCxnSpPr>
          <p:spPr>
            <a:xfrm flipV="1">
              <a:off x="8634593" y="5957473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6675AB80-A468-465E-8263-C687CBBB3FEA}"/>
                </a:ext>
              </a:extLst>
            </p:cNvPr>
            <p:cNvCxnSpPr/>
            <p:nvPr/>
          </p:nvCxnSpPr>
          <p:spPr>
            <a:xfrm flipV="1">
              <a:off x="9196694" y="5288817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1F8BC8DB-3834-46A6-A294-A258CC2AB12E}"/>
                </a:ext>
              </a:extLst>
            </p:cNvPr>
            <p:cNvCxnSpPr/>
            <p:nvPr/>
          </p:nvCxnSpPr>
          <p:spPr>
            <a:xfrm flipV="1">
              <a:off x="9438527" y="5966038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B5C1D1A6-5DAE-446A-812B-CBC02DF406F8}"/>
                </a:ext>
              </a:extLst>
            </p:cNvPr>
            <p:cNvCxnSpPr/>
            <p:nvPr/>
          </p:nvCxnSpPr>
          <p:spPr>
            <a:xfrm flipV="1">
              <a:off x="9856044" y="5314798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66FF1075-0B37-4986-BD38-EC1F4492AD26}"/>
                </a:ext>
              </a:extLst>
            </p:cNvPr>
            <p:cNvCxnSpPr/>
            <p:nvPr/>
          </p:nvCxnSpPr>
          <p:spPr>
            <a:xfrm flipV="1">
              <a:off x="10475198" y="5237375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57C814EA-4CD6-4643-9EE5-37B0846336C3}"/>
                </a:ext>
              </a:extLst>
            </p:cNvPr>
            <p:cNvCxnSpPr/>
            <p:nvPr/>
          </p:nvCxnSpPr>
          <p:spPr>
            <a:xfrm flipV="1">
              <a:off x="10482020" y="5580605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箭头连接符 144">
              <a:extLst>
                <a:ext uri="{FF2B5EF4-FFF2-40B4-BE49-F238E27FC236}">
                  <a16:creationId xmlns:a16="http://schemas.microsoft.com/office/drawing/2014/main" id="{8D068641-22CA-4B1E-B283-85436511D43E}"/>
                </a:ext>
              </a:extLst>
            </p:cNvPr>
            <p:cNvCxnSpPr/>
            <p:nvPr/>
          </p:nvCxnSpPr>
          <p:spPr>
            <a:xfrm flipV="1">
              <a:off x="10017902" y="5975102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391EAAB3-09B4-4B55-8FEE-C3B7DC4B7CEA}"/>
                </a:ext>
              </a:extLst>
            </p:cNvPr>
            <p:cNvCxnSpPr/>
            <p:nvPr/>
          </p:nvCxnSpPr>
          <p:spPr>
            <a:xfrm flipV="1">
              <a:off x="10490093" y="5993426"/>
              <a:ext cx="349587" cy="6043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2" name="组合 291">
            <a:extLst>
              <a:ext uri="{FF2B5EF4-FFF2-40B4-BE49-F238E27FC236}">
                <a16:creationId xmlns:a16="http://schemas.microsoft.com/office/drawing/2014/main" id="{4213A231-C82D-498C-90CA-3FE8FE7CCD21}"/>
              </a:ext>
            </a:extLst>
          </p:cNvPr>
          <p:cNvGrpSpPr/>
          <p:nvPr/>
        </p:nvGrpSpPr>
        <p:grpSpPr>
          <a:xfrm>
            <a:off x="1066347" y="4771960"/>
            <a:ext cx="898662" cy="244567"/>
            <a:chOff x="2618884" y="2393547"/>
            <a:chExt cx="1334674" cy="363226"/>
          </a:xfrm>
        </p:grpSpPr>
        <p:sp>
          <p:nvSpPr>
            <p:cNvPr id="267" name="任意多边形 12">
              <a:extLst>
                <a:ext uri="{FF2B5EF4-FFF2-40B4-BE49-F238E27FC236}">
                  <a16:creationId xmlns:a16="http://schemas.microsoft.com/office/drawing/2014/main" id="{07682192-2D58-4CB4-8134-CCE865CAF949}"/>
                </a:ext>
              </a:extLst>
            </p:cNvPr>
            <p:cNvSpPr/>
            <p:nvPr/>
          </p:nvSpPr>
          <p:spPr>
            <a:xfrm>
              <a:off x="2682619" y="2479673"/>
              <a:ext cx="1270939" cy="277100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DA75DB77-50DD-487A-8B27-7C1CC3FBBFBE}"/>
                </a:ext>
              </a:extLst>
            </p:cNvPr>
            <p:cNvSpPr/>
            <p:nvPr/>
          </p:nvSpPr>
          <p:spPr>
            <a:xfrm>
              <a:off x="3318088" y="2479673"/>
              <a:ext cx="635470" cy="277100"/>
            </a:xfrm>
            <a:prstGeom prst="rect">
              <a:avLst/>
            </a:prstGeom>
            <a:solidFill>
              <a:srgbClr val="85B4D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任意多边形 19">
              <a:extLst>
                <a:ext uri="{FF2B5EF4-FFF2-40B4-BE49-F238E27FC236}">
                  <a16:creationId xmlns:a16="http://schemas.microsoft.com/office/drawing/2014/main" id="{F6DCEC28-25E4-41D4-A167-A95957398B93}"/>
                </a:ext>
              </a:extLst>
            </p:cNvPr>
            <p:cNvSpPr/>
            <p:nvPr/>
          </p:nvSpPr>
          <p:spPr>
            <a:xfrm>
              <a:off x="3254354" y="2393547"/>
              <a:ext cx="699203" cy="86126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任意多边形 20">
              <a:extLst>
                <a:ext uri="{FF2B5EF4-FFF2-40B4-BE49-F238E27FC236}">
                  <a16:creationId xmlns:a16="http://schemas.microsoft.com/office/drawing/2014/main" id="{3E5C93D1-0ABC-400A-96BD-57EC0DB2D704}"/>
                </a:ext>
              </a:extLst>
            </p:cNvPr>
            <p:cNvSpPr/>
            <p:nvPr/>
          </p:nvSpPr>
          <p:spPr>
            <a:xfrm>
              <a:off x="2618885" y="2393547"/>
              <a:ext cx="699203" cy="86126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1" name="任意多边形 26">
              <a:extLst>
                <a:ext uri="{FF2B5EF4-FFF2-40B4-BE49-F238E27FC236}">
                  <a16:creationId xmlns:a16="http://schemas.microsoft.com/office/drawing/2014/main" id="{89F17144-20DB-4399-898C-0458D76D9BE3}"/>
                </a:ext>
              </a:extLst>
            </p:cNvPr>
            <p:cNvSpPr/>
            <p:nvPr/>
          </p:nvSpPr>
          <p:spPr>
            <a:xfrm>
              <a:off x="2618884" y="2396284"/>
              <a:ext cx="63734" cy="360489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72" name="组合 271">
              <a:extLst>
                <a:ext uri="{FF2B5EF4-FFF2-40B4-BE49-F238E27FC236}">
                  <a16:creationId xmlns:a16="http://schemas.microsoft.com/office/drawing/2014/main" id="{D0F1BE10-C1A9-4C01-9AB3-4AAEC622C0E9}"/>
                </a:ext>
              </a:extLst>
            </p:cNvPr>
            <p:cNvGrpSpPr/>
            <p:nvPr/>
          </p:nvGrpSpPr>
          <p:grpSpPr>
            <a:xfrm>
              <a:off x="2746352" y="2542466"/>
              <a:ext cx="63547" cy="143793"/>
              <a:chOff x="4058285" y="3817620"/>
              <a:chExt cx="215265" cy="365760"/>
            </a:xfrm>
          </p:grpSpPr>
          <p:cxnSp>
            <p:nvCxnSpPr>
              <p:cNvPr id="288" name="直接连接符 287">
                <a:extLst>
                  <a:ext uri="{FF2B5EF4-FFF2-40B4-BE49-F238E27FC236}">
                    <a16:creationId xmlns:a16="http://schemas.microsoft.com/office/drawing/2014/main" id="{0DA790DF-52DC-4214-BE33-BBDB289DEF6D}"/>
                  </a:ext>
                </a:extLst>
              </p:cNvPr>
              <p:cNvCxnSpPr/>
              <p:nvPr/>
            </p:nvCxnSpPr>
            <p:spPr>
              <a:xfrm>
                <a:off x="4058285" y="3817620"/>
                <a:ext cx="0" cy="36576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直接连接符 288">
                <a:extLst>
                  <a:ext uri="{FF2B5EF4-FFF2-40B4-BE49-F238E27FC236}">
                    <a16:creationId xmlns:a16="http://schemas.microsoft.com/office/drawing/2014/main" id="{1C341723-A888-41D1-A413-1E9F084E2858}"/>
                  </a:ext>
                </a:extLst>
              </p:cNvPr>
              <p:cNvCxnSpPr/>
              <p:nvPr/>
            </p:nvCxnSpPr>
            <p:spPr>
              <a:xfrm>
                <a:off x="4060190" y="3822065"/>
                <a:ext cx="213360" cy="3581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直接连接符 289">
                <a:extLst>
                  <a:ext uri="{FF2B5EF4-FFF2-40B4-BE49-F238E27FC236}">
                    <a16:creationId xmlns:a16="http://schemas.microsoft.com/office/drawing/2014/main" id="{560AD24B-08F2-4F4D-8085-F7E9BEF0B9AB}"/>
                  </a:ext>
                </a:extLst>
              </p:cNvPr>
              <p:cNvCxnSpPr/>
              <p:nvPr/>
            </p:nvCxnSpPr>
            <p:spPr>
              <a:xfrm>
                <a:off x="4273550" y="3817620"/>
                <a:ext cx="0" cy="36576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3" name="任意多边形 44">
              <a:extLst>
                <a:ext uri="{FF2B5EF4-FFF2-40B4-BE49-F238E27FC236}">
                  <a16:creationId xmlns:a16="http://schemas.microsoft.com/office/drawing/2014/main" id="{17CA5885-7465-4128-8BB0-961C9A458175}"/>
                </a:ext>
              </a:extLst>
            </p:cNvPr>
            <p:cNvSpPr/>
            <p:nvPr/>
          </p:nvSpPr>
          <p:spPr>
            <a:xfrm>
              <a:off x="3829838" y="2542926"/>
              <a:ext cx="63547" cy="142872"/>
            </a:xfrm>
            <a:custGeom>
              <a:avLst/>
              <a:gdLst>
                <a:gd name="connsiteX0" fmla="*/ 209550 w 220116"/>
                <a:gd name="connsiteY0" fmla="*/ 61575 h 395155"/>
                <a:gd name="connsiteX1" fmla="*/ 171450 w 220116"/>
                <a:gd name="connsiteY1" fmla="*/ 7600 h 395155"/>
                <a:gd name="connsiteX2" fmla="*/ 88900 w 220116"/>
                <a:gd name="connsiteY2" fmla="*/ 4425 h 395155"/>
                <a:gd name="connsiteX3" fmla="*/ 28575 w 220116"/>
                <a:gd name="connsiteY3" fmla="*/ 45700 h 395155"/>
                <a:gd name="connsiteX4" fmla="*/ 25400 w 220116"/>
                <a:gd name="connsiteY4" fmla="*/ 140950 h 395155"/>
                <a:gd name="connsiteX5" fmla="*/ 101600 w 220116"/>
                <a:gd name="connsiteY5" fmla="*/ 185400 h 395155"/>
                <a:gd name="connsiteX6" fmla="*/ 187325 w 220116"/>
                <a:gd name="connsiteY6" fmla="*/ 226675 h 395155"/>
                <a:gd name="connsiteX7" fmla="*/ 219075 w 220116"/>
                <a:gd name="connsiteY7" fmla="*/ 283825 h 395155"/>
                <a:gd name="connsiteX8" fmla="*/ 209550 w 220116"/>
                <a:gd name="connsiteY8" fmla="*/ 369550 h 395155"/>
                <a:gd name="connsiteX9" fmla="*/ 180975 w 220116"/>
                <a:gd name="connsiteY9" fmla="*/ 388600 h 395155"/>
                <a:gd name="connsiteX10" fmla="*/ 95250 w 220116"/>
                <a:gd name="connsiteY10" fmla="*/ 394950 h 395155"/>
                <a:gd name="connsiteX11" fmla="*/ 22225 w 220116"/>
                <a:gd name="connsiteY11" fmla="*/ 382250 h 395155"/>
                <a:gd name="connsiteX12" fmla="*/ 0 w 220116"/>
                <a:gd name="connsiteY12" fmla="*/ 315575 h 395155"/>
                <a:gd name="connsiteX0" fmla="*/ 209550 w 220116"/>
                <a:gd name="connsiteY0" fmla="*/ 61575 h 395325"/>
                <a:gd name="connsiteX1" fmla="*/ 171450 w 220116"/>
                <a:gd name="connsiteY1" fmla="*/ 7600 h 395325"/>
                <a:gd name="connsiteX2" fmla="*/ 88900 w 220116"/>
                <a:gd name="connsiteY2" fmla="*/ 4425 h 395325"/>
                <a:gd name="connsiteX3" fmla="*/ 28575 w 220116"/>
                <a:gd name="connsiteY3" fmla="*/ 45700 h 395325"/>
                <a:gd name="connsiteX4" fmla="*/ 25400 w 220116"/>
                <a:gd name="connsiteY4" fmla="*/ 140950 h 395325"/>
                <a:gd name="connsiteX5" fmla="*/ 101600 w 220116"/>
                <a:gd name="connsiteY5" fmla="*/ 185400 h 395325"/>
                <a:gd name="connsiteX6" fmla="*/ 187325 w 220116"/>
                <a:gd name="connsiteY6" fmla="*/ 226675 h 395325"/>
                <a:gd name="connsiteX7" fmla="*/ 219075 w 220116"/>
                <a:gd name="connsiteY7" fmla="*/ 283825 h 395325"/>
                <a:gd name="connsiteX8" fmla="*/ 209550 w 220116"/>
                <a:gd name="connsiteY8" fmla="*/ 369550 h 395325"/>
                <a:gd name="connsiteX9" fmla="*/ 180975 w 220116"/>
                <a:gd name="connsiteY9" fmla="*/ 388600 h 395325"/>
                <a:gd name="connsiteX10" fmla="*/ 95250 w 220116"/>
                <a:gd name="connsiteY10" fmla="*/ 394950 h 395325"/>
                <a:gd name="connsiteX11" fmla="*/ 28575 w 220116"/>
                <a:gd name="connsiteY11" fmla="*/ 379075 h 395325"/>
                <a:gd name="connsiteX12" fmla="*/ 0 w 220116"/>
                <a:gd name="connsiteY12" fmla="*/ 315575 h 395325"/>
                <a:gd name="connsiteX0" fmla="*/ 209550 w 223457"/>
                <a:gd name="connsiteY0" fmla="*/ 61575 h 394950"/>
                <a:gd name="connsiteX1" fmla="*/ 171450 w 223457"/>
                <a:gd name="connsiteY1" fmla="*/ 7600 h 394950"/>
                <a:gd name="connsiteX2" fmla="*/ 88900 w 223457"/>
                <a:gd name="connsiteY2" fmla="*/ 4425 h 394950"/>
                <a:gd name="connsiteX3" fmla="*/ 28575 w 223457"/>
                <a:gd name="connsiteY3" fmla="*/ 45700 h 394950"/>
                <a:gd name="connsiteX4" fmla="*/ 25400 w 223457"/>
                <a:gd name="connsiteY4" fmla="*/ 140950 h 394950"/>
                <a:gd name="connsiteX5" fmla="*/ 101600 w 223457"/>
                <a:gd name="connsiteY5" fmla="*/ 185400 h 394950"/>
                <a:gd name="connsiteX6" fmla="*/ 187325 w 223457"/>
                <a:gd name="connsiteY6" fmla="*/ 226675 h 394950"/>
                <a:gd name="connsiteX7" fmla="*/ 219075 w 223457"/>
                <a:gd name="connsiteY7" fmla="*/ 283825 h 394950"/>
                <a:gd name="connsiteX8" fmla="*/ 209550 w 223457"/>
                <a:gd name="connsiteY8" fmla="*/ 369550 h 394950"/>
                <a:gd name="connsiteX9" fmla="*/ 95250 w 223457"/>
                <a:gd name="connsiteY9" fmla="*/ 394950 h 394950"/>
                <a:gd name="connsiteX10" fmla="*/ 28575 w 223457"/>
                <a:gd name="connsiteY10" fmla="*/ 379075 h 394950"/>
                <a:gd name="connsiteX11" fmla="*/ 0 w 223457"/>
                <a:gd name="connsiteY11" fmla="*/ 315575 h 394950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351"/>
                <a:gd name="connsiteY0" fmla="*/ 61575 h 398447"/>
                <a:gd name="connsiteX1" fmla="*/ 171450 w 219351"/>
                <a:gd name="connsiteY1" fmla="*/ 7600 h 398447"/>
                <a:gd name="connsiteX2" fmla="*/ 88900 w 219351"/>
                <a:gd name="connsiteY2" fmla="*/ 4425 h 398447"/>
                <a:gd name="connsiteX3" fmla="*/ 28575 w 219351"/>
                <a:gd name="connsiteY3" fmla="*/ 45700 h 398447"/>
                <a:gd name="connsiteX4" fmla="*/ 25400 w 219351"/>
                <a:gd name="connsiteY4" fmla="*/ 140950 h 398447"/>
                <a:gd name="connsiteX5" fmla="*/ 101600 w 219351"/>
                <a:gd name="connsiteY5" fmla="*/ 185400 h 398447"/>
                <a:gd name="connsiteX6" fmla="*/ 187325 w 219351"/>
                <a:gd name="connsiteY6" fmla="*/ 226675 h 398447"/>
                <a:gd name="connsiteX7" fmla="*/ 219075 w 219351"/>
                <a:gd name="connsiteY7" fmla="*/ 283825 h 398447"/>
                <a:gd name="connsiteX8" fmla="*/ 197643 w 219351"/>
                <a:gd name="connsiteY8" fmla="*/ 367168 h 398447"/>
                <a:gd name="connsiteX9" fmla="*/ 117475 w 219351"/>
                <a:gd name="connsiteY9" fmla="*/ 398125 h 398447"/>
                <a:gd name="connsiteX10" fmla="*/ 28575 w 219351"/>
                <a:gd name="connsiteY10" fmla="*/ 379075 h 398447"/>
                <a:gd name="connsiteX11" fmla="*/ 0 w 219351"/>
                <a:gd name="connsiteY11" fmla="*/ 315575 h 398447"/>
                <a:gd name="connsiteX0" fmla="*/ 209550 w 217049"/>
                <a:gd name="connsiteY0" fmla="*/ 61575 h 398447"/>
                <a:gd name="connsiteX1" fmla="*/ 171450 w 217049"/>
                <a:gd name="connsiteY1" fmla="*/ 7600 h 398447"/>
                <a:gd name="connsiteX2" fmla="*/ 88900 w 217049"/>
                <a:gd name="connsiteY2" fmla="*/ 4425 h 398447"/>
                <a:gd name="connsiteX3" fmla="*/ 28575 w 217049"/>
                <a:gd name="connsiteY3" fmla="*/ 45700 h 398447"/>
                <a:gd name="connsiteX4" fmla="*/ 25400 w 217049"/>
                <a:gd name="connsiteY4" fmla="*/ 140950 h 398447"/>
                <a:gd name="connsiteX5" fmla="*/ 101600 w 217049"/>
                <a:gd name="connsiteY5" fmla="*/ 185400 h 398447"/>
                <a:gd name="connsiteX6" fmla="*/ 187325 w 217049"/>
                <a:gd name="connsiteY6" fmla="*/ 226675 h 398447"/>
                <a:gd name="connsiteX7" fmla="*/ 216694 w 217049"/>
                <a:gd name="connsiteY7" fmla="*/ 283825 h 398447"/>
                <a:gd name="connsiteX8" fmla="*/ 197643 w 217049"/>
                <a:gd name="connsiteY8" fmla="*/ 367168 h 398447"/>
                <a:gd name="connsiteX9" fmla="*/ 117475 w 217049"/>
                <a:gd name="connsiteY9" fmla="*/ 398125 h 398447"/>
                <a:gd name="connsiteX10" fmla="*/ 28575 w 217049"/>
                <a:gd name="connsiteY10" fmla="*/ 379075 h 398447"/>
                <a:gd name="connsiteX11" fmla="*/ 0 w 217049"/>
                <a:gd name="connsiteY11" fmla="*/ 315575 h 398447"/>
                <a:gd name="connsiteX0" fmla="*/ 209550 w 217049"/>
                <a:gd name="connsiteY0" fmla="*/ 61575 h 399559"/>
                <a:gd name="connsiteX1" fmla="*/ 171450 w 217049"/>
                <a:gd name="connsiteY1" fmla="*/ 7600 h 399559"/>
                <a:gd name="connsiteX2" fmla="*/ 88900 w 217049"/>
                <a:gd name="connsiteY2" fmla="*/ 4425 h 399559"/>
                <a:gd name="connsiteX3" fmla="*/ 28575 w 217049"/>
                <a:gd name="connsiteY3" fmla="*/ 45700 h 399559"/>
                <a:gd name="connsiteX4" fmla="*/ 25400 w 217049"/>
                <a:gd name="connsiteY4" fmla="*/ 140950 h 399559"/>
                <a:gd name="connsiteX5" fmla="*/ 101600 w 217049"/>
                <a:gd name="connsiteY5" fmla="*/ 185400 h 399559"/>
                <a:gd name="connsiteX6" fmla="*/ 187325 w 217049"/>
                <a:gd name="connsiteY6" fmla="*/ 226675 h 399559"/>
                <a:gd name="connsiteX7" fmla="*/ 216694 w 217049"/>
                <a:gd name="connsiteY7" fmla="*/ 283825 h 399559"/>
                <a:gd name="connsiteX8" fmla="*/ 197643 w 217049"/>
                <a:gd name="connsiteY8" fmla="*/ 367168 h 399559"/>
                <a:gd name="connsiteX9" fmla="*/ 117475 w 217049"/>
                <a:gd name="connsiteY9" fmla="*/ 398125 h 399559"/>
                <a:gd name="connsiteX10" fmla="*/ 40481 w 217049"/>
                <a:gd name="connsiteY10" fmla="*/ 386218 h 399559"/>
                <a:gd name="connsiteX11" fmla="*/ 0 w 217049"/>
                <a:gd name="connsiteY11" fmla="*/ 315575 h 399559"/>
                <a:gd name="connsiteX0" fmla="*/ 195263 w 202762"/>
                <a:gd name="connsiteY0" fmla="*/ 61575 h 399493"/>
                <a:gd name="connsiteX1" fmla="*/ 157163 w 202762"/>
                <a:gd name="connsiteY1" fmla="*/ 7600 h 399493"/>
                <a:gd name="connsiteX2" fmla="*/ 74613 w 202762"/>
                <a:gd name="connsiteY2" fmla="*/ 4425 h 399493"/>
                <a:gd name="connsiteX3" fmla="*/ 14288 w 202762"/>
                <a:gd name="connsiteY3" fmla="*/ 45700 h 399493"/>
                <a:gd name="connsiteX4" fmla="*/ 11113 w 202762"/>
                <a:gd name="connsiteY4" fmla="*/ 140950 h 399493"/>
                <a:gd name="connsiteX5" fmla="*/ 87313 w 202762"/>
                <a:gd name="connsiteY5" fmla="*/ 185400 h 399493"/>
                <a:gd name="connsiteX6" fmla="*/ 173038 w 202762"/>
                <a:gd name="connsiteY6" fmla="*/ 226675 h 399493"/>
                <a:gd name="connsiteX7" fmla="*/ 202407 w 202762"/>
                <a:gd name="connsiteY7" fmla="*/ 283825 h 399493"/>
                <a:gd name="connsiteX8" fmla="*/ 183356 w 202762"/>
                <a:gd name="connsiteY8" fmla="*/ 367168 h 399493"/>
                <a:gd name="connsiteX9" fmla="*/ 103188 w 202762"/>
                <a:gd name="connsiteY9" fmla="*/ 398125 h 399493"/>
                <a:gd name="connsiteX10" fmla="*/ 26194 w 202762"/>
                <a:gd name="connsiteY10" fmla="*/ 386218 h 399493"/>
                <a:gd name="connsiteX11" fmla="*/ 0 w 202762"/>
                <a:gd name="connsiteY11" fmla="*/ 317956 h 399493"/>
                <a:gd name="connsiteX0" fmla="*/ 191348 w 198847"/>
                <a:gd name="connsiteY0" fmla="*/ 61575 h 399493"/>
                <a:gd name="connsiteX1" fmla="*/ 153248 w 198847"/>
                <a:gd name="connsiteY1" fmla="*/ 7600 h 399493"/>
                <a:gd name="connsiteX2" fmla="*/ 70698 w 198847"/>
                <a:gd name="connsiteY2" fmla="*/ 4425 h 399493"/>
                <a:gd name="connsiteX3" fmla="*/ 10373 w 198847"/>
                <a:gd name="connsiteY3" fmla="*/ 45700 h 399493"/>
                <a:gd name="connsiteX4" fmla="*/ 7198 w 198847"/>
                <a:gd name="connsiteY4" fmla="*/ 140950 h 399493"/>
                <a:gd name="connsiteX5" fmla="*/ 83398 w 198847"/>
                <a:gd name="connsiteY5" fmla="*/ 185400 h 399493"/>
                <a:gd name="connsiteX6" fmla="*/ 169123 w 198847"/>
                <a:gd name="connsiteY6" fmla="*/ 226675 h 399493"/>
                <a:gd name="connsiteX7" fmla="*/ 198492 w 198847"/>
                <a:gd name="connsiteY7" fmla="*/ 283825 h 399493"/>
                <a:gd name="connsiteX8" fmla="*/ 179441 w 198847"/>
                <a:gd name="connsiteY8" fmla="*/ 367168 h 399493"/>
                <a:gd name="connsiteX9" fmla="*/ 99273 w 198847"/>
                <a:gd name="connsiteY9" fmla="*/ 398125 h 399493"/>
                <a:gd name="connsiteX10" fmla="*/ 22279 w 198847"/>
                <a:gd name="connsiteY10" fmla="*/ 386218 h 399493"/>
                <a:gd name="connsiteX11" fmla="*/ 3229 w 198847"/>
                <a:gd name="connsiteY11" fmla="*/ 317956 h 399493"/>
                <a:gd name="connsiteX0" fmla="*/ 191348 w 198847"/>
                <a:gd name="connsiteY0" fmla="*/ 61575 h 400217"/>
                <a:gd name="connsiteX1" fmla="*/ 153248 w 198847"/>
                <a:gd name="connsiteY1" fmla="*/ 7600 h 400217"/>
                <a:gd name="connsiteX2" fmla="*/ 70698 w 198847"/>
                <a:gd name="connsiteY2" fmla="*/ 4425 h 400217"/>
                <a:gd name="connsiteX3" fmla="*/ 10373 w 198847"/>
                <a:gd name="connsiteY3" fmla="*/ 45700 h 400217"/>
                <a:gd name="connsiteX4" fmla="*/ 7198 w 198847"/>
                <a:gd name="connsiteY4" fmla="*/ 140950 h 400217"/>
                <a:gd name="connsiteX5" fmla="*/ 83398 w 198847"/>
                <a:gd name="connsiteY5" fmla="*/ 185400 h 400217"/>
                <a:gd name="connsiteX6" fmla="*/ 169123 w 198847"/>
                <a:gd name="connsiteY6" fmla="*/ 226675 h 400217"/>
                <a:gd name="connsiteX7" fmla="*/ 198492 w 198847"/>
                <a:gd name="connsiteY7" fmla="*/ 283825 h 400217"/>
                <a:gd name="connsiteX8" fmla="*/ 179441 w 198847"/>
                <a:gd name="connsiteY8" fmla="*/ 367168 h 400217"/>
                <a:gd name="connsiteX9" fmla="*/ 99273 w 198847"/>
                <a:gd name="connsiteY9" fmla="*/ 398125 h 400217"/>
                <a:gd name="connsiteX10" fmla="*/ 31804 w 198847"/>
                <a:gd name="connsiteY10" fmla="*/ 388599 h 400217"/>
                <a:gd name="connsiteX11" fmla="*/ 3229 w 198847"/>
                <a:gd name="connsiteY11" fmla="*/ 317956 h 400217"/>
                <a:gd name="connsiteX0" fmla="*/ 191348 w 198847"/>
                <a:gd name="connsiteY0" fmla="*/ 61575 h 400745"/>
                <a:gd name="connsiteX1" fmla="*/ 153248 w 198847"/>
                <a:gd name="connsiteY1" fmla="*/ 7600 h 400745"/>
                <a:gd name="connsiteX2" fmla="*/ 70698 w 198847"/>
                <a:gd name="connsiteY2" fmla="*/ 4425 h 400745"/>
                <a:gd name="connsiteX3" fmla="*/ 10373 w 198847"/>
                <a:gd name="connsiteY3" fmla="*/ 45700 h 400745"/>
                <a:gd name="connsiteX4" fmla="*/ 7198 w 198847"/>
                <a:gd name="connsiteY4" fmla="*/ 140950 h 400745"/>
                <a:gd name="connsiteX5" fmla="*/ 83398 w 198847"/>
                <a:gd name="connsiteY5" fmla="*/ 185400 h 400745"/>
                <a:gd name="connsiteX6" fmla="*/ 169123 w 198847"/>
                <a:gd name="connsiteY6" fmla="*/ 226675 h 400745"/>
                <a:gd name="connsiteX7" fmla="*/ 198492 w 198847"/>
                <a:gd name="connsiteY7" fmla="*/ 283825 h 400745"/>
                <a:gd name="connsiteX8" fmla="*/ 179441 w 198847"/>
                <a:gd name="connsiteY8" fmla="*/ 360025 h 400745"/>
                <a:gd name="connsiteX9" fmla="*/ 99273 w 198847"/>
                <a:gd name="connsiteY9" fmla="*/ 398125 h 400745"/>
                <a:gd name="connsiteX10" fmla="*/ 31804 w 198847"/>
                <a:gd name="connsiteY10" fmla="*/ 388599 h 400745"/>
                <a:gd name="connsiteX11" fmla="*/ 3229 w 198847"/>
                <a:gd name="connsiteY11" fmla="*/ 317956 h 400745"/>
                <a:gd name="connsiteX0" fmla="*/ 191348 w 199158"/>
                <a:gd name="connsiteY0" fmla="*/ 61575 h 400393"/>
                <a:gd name="connsiteX1" fmla="*/ 153248 w 199158"/>
                <a:gd name="connsiteY1" fmla="*/ 7600 h 400393"/>
                <a:gd name="connsiteX2" fmla="*/ 70698 w 199158"/>
                <a:gd name="connsiteY2" fmla="*/ 4425 h 400393"/>
                <a:gd name="connsiteX3" fmla="*/ 10373 w 199158"/>
                <a:gd name="connsiteY3" fmla="*/ 45700 h 400393"/>
                <a:gd name="connsiteX4" fmla="*/ 7198 w 199158"/>
                <a:gd name="connsiteY4" fmla="*/ 140950 h 400393"/>
                <a:gd name="connsiteX5" fmla="*/ 83398 w 199158"/>
                <a:gd name="connsiteY5" fmla="*/ 185400 h 400393"/>
                <a:gd name="connsiteX6" fmla="*/ 169123 w 199158"/>
                <a:gd name="connsiteY6" fmla="*/ 226675 h 400393"/>
                <a:gd name="connsiteX7" fmla="*/ 198492 w 199158"/>
                <a:gd name="connsiteY7" fmla="*/ 283825 h 400393"/>
                <a:gd name="connsiteX8" fmla="*/ 181822 w 199158"/>
                <a:gd name="connsiteY8" fmla="*/ 364788 h 400393"/>
                <a:gd name="connsiteX9" fmla="*/ 99273 w 199158"/>
                <a:gd name="connsiteY9" fmla="*/ 398125 h 400393"/>
                <a:gd name="connsiteX10" fmla="*/ 31804 w 199158"/>
                <a:gd name="connsiteY10" fmla="*/ 388599 h 400393"/>
                <a:gd name="connsiteX11" fmla="*/ 3229 w 199158"/>
                <a:gd name="connsiteY11" fmla="*/ 317956 h 400393"/>
                <a:gd name="connsiteX0" fmla="*/ 191348 w 199158"/>
                <a:gd name="connsiteY0" fmla="*/ 61575 h 398784"/>
                <a:gd name="connsiteX1" fmla="*/ 153248 w 199158"/>
                <a:gd name="connsiteY1" fmla="*/ 7600 h 398784"/>
                <a:gd name="connsiteX2" fmla="*/ 70698 w 199158"/>
                <a:gd name="connsiteY2" fmla="*/ 4425 h 398784"/>
                <a:gd name="connsiteX3" fmla="*/ 10373 w 199158"/>
                <a:gd name="connsiteY3" fmla="*/ 45700 h 398784"/>
                <a:gd name="connsiteX4" fmla="*/ 7198 w 199158"/>
                <a:gd name="connsiteY4" fmla="*/ 140950 h 398784"/>
                <a:gd name="connsiteX5" fmla="*/ 83398 w 199158"/>
                <a:gd name="connsiteY5" fmla="*/ 185400 h 398784"/>
                <a:gd name="connsiteX6" fmla="*/ 169123 w 199158"/>
                <a:gd name="connsiteY6" fmla="*/ 226675 h 398784"/>
                <a:gd name="connsiteX7" fmla="*/ 198492 w 199158"/>
                <a:gd name="connsiteY7" fmla="*/ 283825 h 398784"/>
                <a:gd name="connsiteX8" fmla="*/ 181822 w 199158"/>
                <a:gd name="connsiteY8" fmla="*/ 364788 h 398784"/>
                <a:gd name="connsiteX9" fmla="*/ 99273 w 199158"/>
                <a:gd name="connsiteY9" fmla="*/ 398125 h 398784"/>
                <a:gd name="connsiteX10" fmla="*/ 36566 w 199158"/>
                <a:gd name="connsiteY10" fmla="*/ 381456 h 398784"/>
                <a:gd name="connsiteX11" fmla="*/ 3229 w 199158"/>
                <a:gd name="connsiteY11" fmla="*/ 317956 h 398784"/>
                <a:gd name="connsiteX0" fmla="*/ 191348 w 198664"/>
                <a:gd name="connsiteY0" fmla="*/ 61575 h 398920"/>
                <a:gd name="connsiteX1" fmla="*/ 153248 w 198664"/>
                <a:gd name="connsiteY1" fmla="*/ 7600 h 398920"/>
                <a:gd name="connsiteX2" fmla="*/ 70698 w 198664"/>
                <a:gd name="connsiteY2" fmla="*/ 4425 h 398920"/>
                <a:gd name="connsiteX3" fmla="*/ 10373 w 198664"/>
                <a:gd name="connsiteY3" fmla="*/ 45700 h 398920"/>
                <a:gd name="connsiteX4" fmla="*/ 7198 w 198664"/>
                <a:gd name="connsiteY4" fmla="*/ 140950 h 398920"/>
                <a:gd name="connsiteX5" fmla="*/ 83398 w 198664"/>
                <a:gd name="connsiteY5" fmla="*/ 185400 h 398920"/>
                <a:gd name="connsiteX6" fmla="*/ 169123 w 198664"/>
                <a:gd name="connsiteY6" fmla="*/ 226675 h 398920"/>
                <a:gd name="connsiteX7" fmla="*/ 198492 w 198664"/>
                <a:gd name="connsiteY7" fmla="*/ 283825 h 398920"/>
                <a:gd name="connsiteX8" fmla="*/ 177059 w 198664"/>
                <a:gd name="connsiteY8" fmla="*/ 362406 h 398920"/>
                <a:gd name="connsiteX9" fmla="*/ 99273 w 198664"/>
                <a:gd name="connsiteY9" fmla="*/ 398125 h 398920"/>
                <a:gd name="connsiteX10" fmla="*/ 36566 w 198664"/>
                <a:gd name="connsiteY10" fmla="*/ 381456 h 398920"/>
                <a:gd name="connsiteX11" fmla="*/ 3229 w 198664"/>
                <a:gd name="connsiteY11" fmla="*/ 317956 h 398920"/>
                <a:gd name="connsiteX0" fmla="*/ 200873 w 200873"/>
                <a:gd name="connsiteY0" fmla="*/ 64090 h 399054"/>
                <a:gd name="connsiteX1" fmla="*/ 153248 w 200873"/>
                <a:gd name="connsiteY1" fmla="*/ 7734 h 399054"/>
                <a:gd name="connsiteX2" fmla="*/ 70698 w 200873"/>
                <a:gd name="connsiteY2" fmla="*/ 4559 h 399054"/>
                <a:gd name="connsiteX3" fmla="*/ 10373 w 200873"/>
                <a:gd name="connsiteY3" fmla="*/ 45834 h 399054"/>
                <a:gd name="connsiteX4" fmla="*/ 7198 w 200873"/>
                <a:gd name="connsiteY4" fmla="*/ 141084 h 399054"/>
                <a:gd name="connsiteX5" fmla="*/ 83398 w 200873"/>
                <a:gd name="connsiteY5" fmla="*/ 185534 h 399054"/>
                <a:gd name="connsiteX6" fmla="*/ 169123 w 200873"/>
                <a:gd name="connsiteY6" fmla="*/ 226809 h 399054"/>
                <a:gd name="connsiteX7" fmla="*/ 198492 w 200873"/>
                <a:gd name="connsiteY7" fmla="*/ 283959 h 399054"/>
                <a:gd name="connsiteX8" fmla="*/ 177059 w 200873"/>
                <a:gd name="connsiteY8" fmla="*/ 362540 h 399054"/>
                <a:gd name="connsiteX9" fmla="*/ 99273 w 200873"/>
                <a:gd name="connsiteY9" fmla="*/ 398259 h 399054"/>
                <a:gd name="connsiteX10" fmla="*/ 36566 w 200873"/>
                <a:gd name="connsiteY10" fmla="*/ 381590 h 399054"/>
                <a:gd name="connsiteX11" fmla="*/ 3229 w 200873"/>
                <a:gd name="connsiteY11" fmla="*/ 318090 h 399054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67534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300628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2152 h 396415"/>
                <a:gd name="connsiteX1" fmla="*/ 153248 w 200873"/>
                <a:gd name="connsiteY1" fmla="*/ 10558 h 396415"/>
                <a:gd name="connsiteX2" fmla="*/ 70698 w 200873"/>
                <a:gd name="connsiteY2" fmla="*/ 2621 h 396415"/>
                <a:gd name="connsiteX3" fmla="*/ 10373 w 200873"/>
                <a:gd name="connsiteY3" fmla="*/ 43896 h 396415"/>
                <a:gd name="connsiteX4" fmla="*/ 7198 w 200873"/>
                <a:gd name="connsiteY4" fmla="*/ 139146 h 396415"/>
                <a:gd name="connsiteX5" fmla="*/ 83398 w 200873"/>
                <a:gd name="connsiteY5" fmla="*/ 183596 h 396415"/>
                <a:gd name="connsiteX6" fmla="*/ 169123 w 200873"/>
                <a:gd name="connsiteY6" fmla="*/ 224871 h 396415"/>
                <a:gd name="connsiteX7" fmla="*/ 198492 w 200873"/>
                <a:gd name="connsiteY7" fmla="*/ 298690 h 396415"/>
                <a:gd name="connsiteX8" fmla="*/ 172297 w 200873"/>
                <a:gd name="connsiteY8" fmla="*/ 374890 h 396415"/>
                <a:gd name="connsiteX9" fmla="*/ 99273 w 200873"/>
                <a:gd name="connsiteY9" fmla="*/ 396321 h 396415"/>
                <a:gd name="connsiteX10" fmla="*/ 36566 w 200873"/>
                <a:gd name="connsiteY10" fmla="*/ 379652 h 396415"/>
                <a:gd name="connsiteX11" fmla="*/ 3229 w 200873"/>
                <a:gd name="connsiteY11" fmla="*/ 316152 h 39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873" h="396415">
                  <a:moveTo>
                    <a:pt x="200873" y="62152"/>
                  </a:moveTo>
                  <a:cubicBezTo>
                    <a:pt x="191877" y="39927"/>
                    <a:pt x="174944" y="20480"/>
                    <a:pt x="153248" y="10558"/>
                  </a:cubicBezTo>
                  <a:cubicBezTo>
                    <a:pt x="131552" y="636"/>
                    <a:pt x="94510" y="-2935"/>
                    <a:pt x="70698" y="2621"/>
                  </a:cubicBezTo>
                  <a:cubicBezTo>
                    <a:pt x="46886" y="8177"/>
                    <a:pt x="20956" y="21142"/>
                    <a:pt x="10373" y="43896"/>
                  </a:cubicBezTo>
                  <a:cubicBezTo>
                    <a:pt x="-210" y="66650"/>
                    <a:pt x="-4973" y="115863"/>
                    <a:pt x="7198" y="139146"/>
                  </a:cubicBezTo>
                  <a:cubicBezTo>
                    <a:pt x="19369" y="162429"/>
                    <a:pt x="56410" y="169309"/>
                    <a:pt x="83398" y="183596"/>
                  </a:cubicBezTo>
                  <a:cubicBezTo>
                    <a:pt x="110385" y="197884"/>
                    <a:pt x="149941" y="205689"/>
                    <a:pt x="169123" y="224871"/>
                  </a:cubicBezTo>
                  <a:cubicBezTo>
                    <a:pt x="188305" y="244053"/>
                    <a:pt x="197963" y="273687"/>
                    <a:pt x="198492" y="298690"/>
                  </a:cubicBezTo>
                  <a:cubicBezTo>
                    <a:pt x="199021" y="323693"/>
                    <a:pt x="188833" y="358618"/>
                    <a:pt x="172297" y="374890"/>
                  </a:cubicBezTo>
                  <a:cubicBezTo>
                    <a:pt x="155761" y="391162"/>
                    <a:pt x="121895" y="395527"/>
                    <a:pt x="99273" y="396321"/>
                  </a:cubicBezTo>
                  <a:cubicBezTo>
                    <a:pt x="76651" y="397115"/>
                    <a:pt x="52573" y="393014"/>
                    <a:pt x="36566" y="379652"/>
                  </a:cubicBezTo>
                  <a:cubicBezTo>
                    <a:pt x="20559" y="366291"/>
                    <a:pt x="6404" y="342875"/>
                    <a:pt x="3229" y="316152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4" name="文本框 293">
            <a:extLst>
              <a:ext uri="{FF2B5EF4-FFF2-40B4-BE49-F238E27FC236}">
                <a16:creationId xmlns:a16="http://schemas.microsoft.com/office/drawing/2014/main" id="{4F5C70C1-FC92-4E0E-8DF0-3B93B614B2F2}"/>
              </a:ext>
            </a:extLst>
          </p:cNvPr>
          <p:cNvSpPr txBox="1"/>
          <p:nvPr/>
        </p:nvSpPr>
        <p:spPr>
          <a:xfrm>
            <a:off x="1077097" y="379921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小磁铁</a:t>
            </a:r>
          </a:p>
        </p:txBody>
      </p:sp>
      <p:sp>
        <p:nvSpPr>
          <p:cNvPr id="296" name="文本框 295">
            <a:extLst>
              <a:ext uri="{FF2B5EF4-FFF2-40B4-BE49-F238E27FC236}">
                <a16:creationId xmlns:a16="http://schemas.microsoft.com/office/drawing/2014/main" id="{CD2F968C-AA5F-47A5-8A80-06E0927BEDF3}"/>
              </a:ext>
            </a:extLst>
          </p:cNvPr>
          <p:cNvSpPr txBox="1"/>
          <p:nvPr/>
        </p:nvSpPr>
        <p:spPr>
          <a:xfrm>
            <a:off x="4644897" y="98872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磁畴有序排列</a:t>
            </a:r>
          </a:p>
        </p:txBody>
      </p:sp>
      <p:grpSp>
        <p:nvGrpSpPr>
          <p:cNvPr id="299" name="组合 298">
            <a:extLst>
              <a:ext uri="{FF2B5EF4-FFF2-40B4-BE49-F238E27FC236}">
                <a16:creationId xmlns:a16="http://schemas.microsoft.com/office/drawing/2014/main" id="{5F7B26ED-FE57-4C6D-B490-F835D9713AB4}"/>
              </a:ext>
            </a:extLst>
          </p:cNvPr>
          <p:cNvGrpSpPr/>
          <p:nvPr/>
        </p:nvGrpSpPr>
        <p:grpSpPr>
          <a:xfrm>
            <a:off x="8541460" y="1619588"/>
            <a:ext cx="2478044" cy="771417"/>
            <a:chOff x="7184463" y="3361392"/>
            <a:chExt cx="3684885" cy="1147108"/>
          </a:xfrm>
        </p:grpSpPr>
        <p:grpSp>
          <p:nvGrpSpPr>
            <p:cNvPr id="300" name="组合 299">
              <a:extLst>
                <a:ext uri="{FF2B5EF4-FFF2-40B4-BE49-F238E27FC236}">
                  <a16:creationId xmlns:a16="http://schemas.microsoft.com/office/drawing/2014/main" id="{A8947704-9C2F-401B-842F-C356D6C9C10F}"/>
                </a:ext>
              </a:extLst>
            </p:cNvPr>
            <p:cNvGrpSpPr/>
            <p:nvPr/>
          </p:nvGrpSpPr>
          <p:grpSpPr>
            <a:xfrm>
              <a:off x="7184463" y="3361392"/>
              <a:ext cx="3684885" cy="1147108"/>
              <a:chOff x="2228798" y="4344326"/>
              <a:chExt cx="6231066" cy="1358545"/>
            </a:xfrm>
          </p:grpSpPr>
          <p:sp>
            <p:nvSpPr>
              <p:cNvPr id="315" name="任意多边形 402">
                <a:extLst>
                  <a:ext uri="{FF2B5EF4-FFF2-40B4-BE49-F238E27FC236}">
                    <a16:creationId xmlns:a16="http://schemas.microsoft.com/office/drawing/2014/main" id="{26D5B0B9-1F07-41F2-8307-6B3F34B1BD79}"/>
                  </a:ext>
                </a:extLst>
              </p:cNvPr>
              <p:cNvSpPr/>
              <p:nvPr/>
            </p:nvSpPr>
            <p:spPr>
              <a:xfrm>
                <a:off x="2228798" y="4344326"/>
                <a:ext cx="6231066" cy="1358545"/>
              </a:xfrm>
              <a:custGeom>
                <a:avLst/>
                <a:gdLst>
                  <a:gd name="connsiteX0" fmla="*/ 0 w 4305298"/>
                  <a:gd name="connsiteY0" fmla="*/ 0 h 704850"/>
                  <a:gd name="connsiteX1" fmla="*/ 2152649 w 4305298"/>
                  <a:gd name="connsiteY1" fmla="*/ 0 h 704850"/>
                  <a:gd name="connsiteX2" fmla="*/ 4305298 w 4305298"/>
                  <a:gd name="connsiteY2" fmla="*/ 0 h 704850"/>
                  <a:gd name="connsiteX3" fmla="*/ 4305298 w 4305298"/>
                  <a:gd name="connsiteY3" fmla="*/ 704850 h 704850"/>
                  <a:gd name="connsiteX4" fmla="*/ 2152649 w 4305298"/>
                  <a:gd name="connsiteY4" fmla="*/ 704850 h 704850"/>
                  <a:gd name="connsiteX5" fmla="*/ 0 w 4305298"/>
                  <a:gd name="connsiteY5" fmla="*/ 704850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05298" h="704850">
                    <a:moveTo>
                      <a:pt x="0" y="0"/>
                    </a:moveTo>
                    <a:lnTo>
                      <a:pt x="2152649" y="0"/>
                    </a:lnTo>
                    <a:lnTo>
                      <a:pt x="4305298" y="0"/>
                    </a:lnTo>
                    <a:lnTo>
                      <a:pt x="4305298" y="704850"/>
                    </a:lnTo>
                    <a:lnTo>
                      <a:pt x="2152649" y="704850"/>
                    </a:lnTo>
                    <a:lnTo>
                      <a:pt x="0" y="70485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16" name="直接连接符 315">
                <a:extLst>
                  <a:ext uri="{FF2B5EF4-FFF2-40B4-BE49-F238E27FC236}">
                    <a16:creationId xmlns:a16="http://schemas.microsoft.com/office/drawing/2014/main" id="{DBD86F28-5344-41D3-B5C1-7E8B63508903}"/>
                  </a:ext>
                </a:extLst>
              </p:cNvPr>
              <p:cNvCxnSpPr/>
              <p:nvPr/>
            </p:nvCxnSpPr>
            <p:spPr>
              <a:xfrm>
                <a:off x="2832155" y="4344326"/>
                <a:ext cx="265543" cy="4222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直接连接符 316">
                <a:extLst>
                  <a:ext uri="{FF2B5EF4-FFF2-40B4-BE49-F238E27FC236}">
                    <a16:creationId xmlns:a16="http://schemas.microsoft.com/office/drawing/2014/main" id="{3670E7FC-0A44-4269-AB54-801B5902B9C2}"/>
                  </a:ext>
                </a:extLst>
              </p:cNvPr>
              <p:cNvCxnSpPr/>
              <p:nvPr/>
            </p:nvCxnSpPr>
            <p:spPr>
              <a:xfrm flipH="1">
                <a:off x="2228798" y="4766577"/>
                <a:ext cx="868900" cy="4658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直接连接符 317">
                <a:extLst>
                  <a:ext uri="{FF2B5EF4-FFF2-40B4-BE49-F238E27FC236}">
                    <a16:creationId xmlns:a16="http://schemas.microsoft.com/office/drawing/2014/main" id="{B5F01936-5124-46C9-ABB9-A651A03BCB6C}"/>
                  </a:ext>
                </a:extLst>
              </p:cNvPr>
              <p:cNvCxnSpPr/>
              <p:nvPr/>
            </p:nvCxnSpPr>
            <p:spPr>
              <a:xfrm>
                <a:off x="2640070" y="5014368"/>
                <a:ext cx="369100" cy="37935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直接连接符 318">
                <a:extLst>
                  <a:ext uri="{FF2B5EF4-FFF2-40B4-BE49-F238E27FC236}">
                    <a16:creationId xmlns:a16="http://schemas.microsoft.com/office/drawing/2014/main" id="{9EAD0C1C-001B-4055-A98D-A2E7A46B6584}"/>
                  </a:ext>
                </a:extLst>
              </p:cNvPr>
              <p:cNvCxnSpPr/>
              <p:nvPr/>
            </p:nvCxnSpPr>
            <p:spPr>
              <a:xfrm>
                <a:off x="3009170" y="5393722"/>
                <a:ext cx="88528" cy="3091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直接连接符 319">
                <a:extLst>
                  <a:ext uri="{FF2B5EF4-FFF2-40B4-BE49-F238E27FC236}">
                    <a16:creationId xmlns:a16="http://schemas.microsoft.com/office/drawing/2014/main" id="{6EC30106-D8D5-43E7-B4CC-183BD046881D}"/>
                  </a:ext>
                </a:extLst>
              </p:cNvPr>
              <p:cNvCxnSpPr/>
              <p:nvPr/>
            </p:nvCxnSpPr>
            <p:spPr>
              <a:xfrm>
                <a:off x="3009170" y="5393722"/>
                <a:ext cx="90566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直接连接符 320">
                <a:extLst>
                  <a:ext uri="{FF2B5EF4-FFF2-40B4-BE49-F238E27FC236}">
                    <a16:creationId xmlns:a16="http://schemas.microsoft.com/office/drawing/2014/main" id="{8B1CA148-98E5-416A-BFE6-CBA04FF9C621}"/>
                  </a:ext>
                </a:extLst>
              </p:cNvPr>
              <p:cNvCxnSpPr/>
              <p:nvPr/>
            </p:nvCxnSpPr>
            <p:spPr>
              <a:xfrm>
                <a:off x="3914833" y="5391511"/>
                <a:ext cx="259738" cy="31136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直接连接符 321">
                <a:extLst>
                  <a:ext uri="{FF2B5EF4-FFF2-40B4-BE49-F238E27FC236}">
                    <a16:creationId xmlns:a16="http://schemas.microsoft.com/office/drawing/2014/main" id="{C386C000-EA47-4A58-AC1B-7301077F502A}"/>
                  </a:ext>
                </a:extLst>
              </p:cNvPr>
              <p:cNvCxnSpPr/>
              <p:nvPr/>
            </p:nvCxnSpPr>
            <p:spPr>
              <a:xfrm>
                <a:off x="3097698" y="4766577"/>
                <a:ext cx="1068529" cy="15899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直接连接符 322">
                <a:extLst>
                  <a:ext uri="{FF2B5EF4-FFF2-40B4-BE49-F238E27FC236}">
                    <a16:creationId xmlns:a16="http://schemas.microsoft.com/office/drawing/2014/main" id="{AF70CCEC-9F1E-4457-8875-D7C92C8B79F4}"/>
                  </a:ext>
                </a:extLst>
              </p:cNvPr>
              <p:cNvCxnSpPr/>
              <p:nvPr/>
            </p:nvCxnSpPr>
            <p:spPr>
              <a:xfrm flipV="1">
                <a:off x="4166227" y="4344327"/>
                <a:ext cx="876414" cy="58124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直接连接符 323">
                <a:extLst>
                  <a:ext uri="{FF2B5EF4-FFF2-40B4-BE49-F238E27FC236}">
                    <a16:creationId xmlns:a16="http://schemas.microsoft.com/office/drawing/2014/main" id="{05D38674-1C89-4CAE-825D-F743DEEAF695}"/>
                  </a:ext>
                </a:extLst>
              </p:cNvPr>
              <p:cNvCxnSpPr/>
              <p:nvPr/>
            </p:nvCxnSpPr>
            <p:spPr>
              <a:xfrm>
                <a:off x="4166227" y="4925575"/>
                <a:ext cx="327770" cy="2020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直接连接符 324">
                <a:extLst>
                  <a:ext uri="{FF2B5EF4-FFF2-40B4-BE49-F238E27FC236}">
                    <a16:creationId xmlns:a16="http://schemas.microsoft.com/office/drawing/2014/main" id="{282220CD-BFFC-45B4-AD50-ADD47C2872B2}"/>
                  </a:ext>
                </a:extLst>
              </p:cNvPr>
              <p:cNvCxnSpPr/>
              <p:nvPr/>
            </p:nvCxnSpPr>
            <p:spPr>
              <a:xfrm flipV="1">
                <a:off x="3914834" y="4766578"/>
                <a:ext cx="1363943" cy="6283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直接连接符 325">
                <a:extLst>
                  <a:ext uri="{FF2B5EF4-FFF2-40B4-BE49-F238E27FC236}">
                    <a16:creationId xmlns:a16="http://schemas.microsoft.com/office/drawing/2014/main" id="{03B359A7-0B88-4093-B5C3-B40C36A018E7}"/>
                  </a:ext>
                </a:extLst>
              </p:cNvPr>
              <p:cNvCxnSpPr>
                <a:endCxn id="315" idx="1"/>
              </p:cNvCxnSpPr>
              <p:nvPr/>
            </p:nvCxnSpPr>
            <p:spPr>
              <a:xfrm flipV="1">
                <a:off x="5271878" y="4344326"/>
                <a:ext cx="72453" cy="42917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直接连接符 326">
                <a:extLst>
                  <a:ext uri="{FF2B5EF4-FFF2-40B4-BE49-F238E27FC236}">
                    <a16:creationId xmlns:a16="http://schemas.microsoft.com/office/drawing/2014/main" id="{1860F083-7E51-46FD-A8F1-A500895DD22F}"/>
                  </a:ext>
                </a:extLst>
              </p:cNvPr>
              <p:cNvCxnSpPr/>
              <p:nvPr/>
            </p:nvCxnSpPr>
            <p:spPr>
              <a:xfrm>
                <a:off x="5268525" y="4766573"/>
                <a:ext cx="808891" cy="4883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直接连接符 327">
                <a:extLst>
                  <a:ext uri="{FF2B5EF4-FFF2-40B4-BE49-F238E27FC236}">
                    <a16:creationId xmlns:a16="http://schemas.microsoft.com/office/drawing/2014/main" id="{12AF22CB-CA83-4548-BA7C-FF2DA5755FEB}"/>
                  </a:ext>
                </a:extLst>
              </p:cNvPr>
              <p:cNvCxnSpPr>
                <a:endCxn id="315" idx="4"/>
              </p:cNvCxnSpPr>
              <p:nvPr/>
            </p:nvCxnSpPr>
            <p:spPr>
              <a:xfrm flipH="1">
                <a:off x="5344332" y="5254924"/>
                <a:ext cx="733083" cy="44794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直接连接符 328">
                <a:extLst>
                  <a:ext uri="{FF2B5EF4-FFF2-40B4-BE49-F238E27FC236}">
                    <a16:creationId xmlns:a16="http://schemas.microsoft.com/office/drawing/2014/main" id="{EBC736DC-B5B4-43E4-84A7-C392BF80A4AE}"/>
                  </a:ext>
                </a:extLst>
              </p:cNvPr>
              <p:cNvCxnSpPr/>
              <p:nvPr/>
            </p:nvCxnSpPr>
            <p:spPr>
              <a:xfrm flipV="1">
                <a:off x="6077415" y="4346539"/>
                <a:ext cx="636299" cy="90838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直接连接符 329">
                <a:extLst>
                  <a:ext uri="{FF2B5EF4-FFF2-40B4-BE49-F238E27FC236}">
                    <a16:creationId xmlns:a16="http://schemas.microsoft.com/office/drawing/2014/main" id="{1061589F-726E-4904-B321-ACB2F361DE27}"/>
                  </a:ext>
                </a:extLst>
              </p:cNvPr>
              <p:cNvCxnSpPr/>
              <p:nvPr/>
            </p:nvCxnSpPr>
            <p:spPr>
              <a:xfrm>
                <a:off x="6405186" y="4780437"/>
                <a:ext cx="645487" cy="5013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直接连接符 330">
                <a:extLst>
                  <a:ext uri="{FF2B5EF4-FFF2-40B4-BE49-F238E27FC236}">
                    <a16:creationId xmlns:a16="http://schemas.microsoft.com/office/drawing/2014/main" id="{88FE7305-CCD9-4739-8472-1682993B755A}"/>
                  </a:ext>
                </a:extLst>
              </p:cNvPr>
              <p:cNvCxnSpPr/>
              <p:nvPr/>
            </p:nvCxnSpPr>
            <p:spPr>
              <a:xfrm flipH="1">
                <a:off x="6632795" y="5281752"/>
                <a:ext cx="417878" cy="4211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直接连接符 331">
                <a:extLst>
                  <a:ext uri="{FF2B5EF4-FFF2-40B4-BE49-F238E27FC236}">
                    <a16:creationId xmlns:a16="http://schemas.microsoft.com/office/drawing/2014/main" id="{7E062E95-2320-46F2-A65D-54140045BCB8}"/>
                  </a:ext>
                </a:extLst>
              </p:cNvPr>
              <p:cNvCxnSpPr/>
              <p:nvPr/>
            </p:nvCxnSpPr>
            <p:spPr>
              <a:xfrm flipV="1">
                <a:off x="7050674" y="5168163"/>
                <a:ext cx="685033" cy="11358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直接连接符 332">
                <a:extLst>
                  <a:ext uri="{FF2B5EF4-FFF2-40B4-BE49-F238E27FC236}">
                    <a16:creationId xmlns:a16="http://schemas.microsoft.com/office/drawing/2014/main" id="{D3E3D465-CA04-4BA1-A62B-E881971A5C7C}"/>
                  </a:ext>
                </a:extLst>
              </p:cNvPr>
              <p:cNvCxnSpPr/>
              <p:nvPr/>
            </p:nvCxnSpPr>
            <p:spPr>
              <a:xfrm flipH="1" flipV="1">
                <a:off x="7411253" y="4359320"/>
                <a:ext cx="324453" cy="80884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直接连接符 333">
                <a:extLst>
                  <a:ext uri="{FF2B5EF4-FFF2-40B4-BE49-F238E27FC236}">
                    <a16:creationId xmlns:a16="http://schemas.microsoft.com/office/drawing/2014/main" id="{7957E62E-8DC2-4E83-A715-EB94A796844A}"/>
                  </a:ext>
                </a:extLst>
              </p:cNvPr>
              <p:cNvCxnSpPr/>
              <p:nvPr/>
            </p:nvCxnSpPr>
            <p:spPr>
              <a:xfrm>
                <a:off x="7575860" y="4780437"/>
                <a:ext cx="879019" cy="612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直接连接符 334">
                <a:extLst>
                  <a:ext uri="{FF2B5EF4-FFF2-40B4-BE49-F238E27FC236}">
                    <a16:creationId xmlns:a16="http://schemas.microsoft.com/office/drawing/2014/main" id="{164F93B8-DF99-4C1E-A94F-ABC44923375D}"/>
                  </a:ext>
                </a:extLst>
              </p:cNvPr>
              <p:cNvCxnSpPr/>
              <p:nvPr/>
            </p:nvCxnSpPr>
            <p:spPr>
              <a:xfrm flipH="1">
                <a:off x="7573479" y="5168163"/>
                <a:ext cx="162228" cy="53470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直接连接符 335">
                <a:extLst>
                  <a:ext uri="{FF2B5EF4-FFF2-40B4-BE49-F238E27FC236}">
                    <a16:creationId xmlns:a16="http://schemas.microsoft.com/office/drawing/2014/main" id="{9AD6A0AE-BEC2-4512-B7C4-D0CA5F2FC718}"/>
                  </a:ext>
                </a:extLst>
              </p:cNvPr>
              <p:cNvCxnSpPr/>
              <p:nvPr/>
            </p:nvCxnSpPr>
            <p:spPr>
              <a:xfrm flipV="1">
                <a:off x="7654592" y="5354388"/>
                <a:ext cx="805272" cy="8112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1" name="直接箭头连接符 300">
              <a:extLst>
                <a:ext uri="{FF2B5EF4-FFF2-40B4-BE49-F238E27FC236}">
                  <a16:creationId xmlns:a16="http://schemas.microsoft.com/office/drawing/2014/main" id="{F97EC284-219F-482D-AF4C-90CF16FAFA46}"/>
                </a:ext>
              </a:extLst>
            </p:cNvPr>
            <p:cNvCxnSpPr/>
            <p:nvPr/>
          </p:nvCxnSpPr>
          <p:spPr>
            <a:xfrm flipV="1">
              <a:off x="7297791" y="3566793"/>
              <a:ext cx="182609" cy="23931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箭头连接符 301">
              <a:extLst>
                <a:ext uri="{FF2B5EF4-FFF2-40B4-BE49-F238E27FC236}">
                  <a16:creationId xmlns:a16="http://schemas.microsoft.com/office/drawing/2014/main" id="{2FBB3A5F-16D5-405F-A6CC-979F6584F37D}"/>
                </a:ext>
              </a:extLst>
            </p:cNvPr>
            <p:cNvCxnSpPr/>
            <p:nvPr/>
          </p:nvCxnSpPr>
          <p:spPr>
            <a:xfrm flipV="1">
              <a:off x="7291389" y="4321523"/>
              <a:ext cx="245357" cy="605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箭头连接符 302">
              <a:extLst>
                <a:ext uri="{FF2B5EF4-FFF2-40B4-BE49-F238E27FC236}">
                  <a16:creationId xmlns:a16="http://schemas.microsoft.com/office/drawing/2014/main" id="{0F9B07A8-6FC8-46A1-846C-5283BF3F7AD7}"/>
                </a:ext>
              </a:extLst>
            </p:cNvPr>
            <p:cNvCxnSpPr/>
            <p:nvPr/>
          </p:nvCxnSpPr>
          <p:spPr>
            <a:xfrm flipH="1">
              <a:off x="7704632" y="4000622"/>
              <a:ext cx="253811" cy="1302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箭头连接符 303">
              <a:extLst>
                <a:ext uri="{FF2B5EF4-FFF2-40B4-BE49-F238E27FC236}">
                  <a16:creationId xmlns:a16="http://schemas.microsoft.com/office/drawing/2014/main" id="{C67A6FC9-1904-4A90-ABAE-4675FB5D1E6D}"/>
                </a:ext>
              </a:extLst>
            </p:cNvPr>
            <p:cNvCxnSpPr/>
            <p:nvPr/>
          </p:nvCxnSpPr>
          <p:spPr>
            <a:xfrm flipH="1" flipV="1">
              <a:off x="8128874" y="3440063"/>
              <a:ext cx="171493" cy="246388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直接箭头连接符 304">
              <a:extLst>
                <a:ext uri="{FF2B5EF4-FFF2-40B4-BE49-F238E27FC236}">
                  <a16:creationId xmlns:a16="http://schemas.microsoft.com/office/drawing/2014/main" id="{DE5919BB-95C0-4645-8609-A549D8C6AD8A}"/>
                </a:ext>
              </a:extLst>
            </p:cNvPr>
            <p:cNvCxnSpPr/>
            <p:nvPr/>
          </p:nvCxnSpPr>
          <p:spPr>
            <a:xfrm flipH="1">
              <a:off x="8698422" y="4101481"/>
              <a:ext cx="176181" cy="25709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接箭头连接符 305">
              <a:extLst>
                <a:ext uri="{FF2B5EF4-FFF2-40B4-BE49-F238E27FC236}">
                  <a16:creationId xmlns:a16="http://schemas.microsoft.com/office/drawing/2014/main" id="{28F14DB2-62C5-425C-AB00-A13C1BF71868}"/>
                </a:ext>
              </a:extLst>
            </p:cNvPr>
            <p:cNvCxnSpPr/>
            <p:nvPr/>
          </p:nvCxnSpPr>
          <p:spPr>
            <a:xfrm flipH="1">
              <a:off x="7805780" y="4376398"/>
              <a:ext cx="253811" cy="1302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直接箭头连接符 306">
              <a:extLst>
                <a:ext uri="{FF2B5EF4-FFF2-40B4-BE49-F238E27FC236}">
                  <a16:creationId xmlns:a16="http://schemas.microsoft.com/office/drawing/2014/main" id="{109C786D-A4D5-4E9D-A340-C72D6CC3D5DD}"/>
                </a:ext>
              </a:extLst>
            </p:cNvPr>
            <p:cNvCxnSpPr/>
            <p:nvPr/>
          </p:nvCxnSpPr>
          <p:spPr>
            <a:xfrm flipV="1">
              <a:off x="9263998" y="3487128"/>
              <a:ext cx="182609" cy="23931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直接箭头连接符 307">
              <a:extLst>
                <a:ext uri="{FF2B5EF4-FFF2-40B4-BE49-F238E27FC236}">
                  <a16:creationId xmlns:a16="http://schemas.microsoft.com/office/drawing/2014/main" id="{3ACC61BD-577A-4E80-ACC1-03BFAB2380CF}"/>
                </a:ext>
              </a:extLst>
            </p:cNvPr>
            <p:cNvCxnSpPr/>
            <p:nvPr/>
          </p:nvCxnSpPr>
          <p:spPr>
            <a:xfrm flipH="1" flipV="1">
              <a:off x="9629344" y="4022782"/>
              <a:ext cx="4227" cy="35505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接箭头连接符 308">
              <a:extLst>
                <a:ext uri="{FF2B5EF4-FFF2-40B4-BE49-F238E27FC236}">
                  <a16:creationId xmlns:a16="http://schemas.microsoft.com/office/drawing/2014/main" id="{6098D8DC-E7BF-4E03-893C-04A253D8D967}"/>
                </a:ext>
              </a:extLst>
            </p:cNvPr>
            <p:cNvCxnSpPr/>
            <p:nvPr/>
          </p:nvCxnSpPr>
          <p:spPr>
            <a:xfrm flipH="1" flipV="1">
              <a:off x="10004014" y="3592423"/>
              <a:ext cx="171493" cy="246388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箭头连接符 309">
              <a:extLst>
                <a:ext uri="{FF2B5EF4-FFF2-40B4-BE49-F238E27FC236}">
                  <a16:creationId xmlns:a16="http://schemas.microsoft.com/office/drawing/2014/main" id="{5E5E3C23-699E-45B8-BC2B-A03B425CAFD7}"/>
                </a:ext>
              </a:extLst>
            </p:cNvPr>
            <p:cNvCxnSpPr/>
            <p:nvPr/>
          </p:nvCxnSpPr>
          <p:spPr>
            <a:xfrm>
              <a:off x="10288974" y="4124887"/>
              <a:ext cx="1162" cy="362098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接箭头连接符 310">
              <a:extLst>
                <a:ext uri="{FF2B5EF4-FFF2-40B4-BE49-F238E27FC236}">
                  <a16:creationId xmlns:a16="http://schemas.microsoft.com/office/drawing/2014/main" id="{DED20B94-4269-46B7-A1A8-CC7CA8B6DC96}"/>
                </a:ext>
              </a:extLst>
            </p:cNvPr>
            <p:cNvCxnSpPr/>
            <p:nvPr/>
          </p:nvCxnSpPr>
          <p:spPr>
            <a:xfrm flipH="1">
              <a:off x="10577162" y="3461003"/>
              <a:ext cx="176181" cy="25709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接箭头连接符 311">
              <a:extLst>
                <a:ext uri="{FF2B5EF4-FFF2-40B4-BE49-F238E27FC236}">
                  <a16:creationId xmlns:a16="http://schemas.microsoft.com/office/drawing/2014/main" id="{F77C303F-038E-4A07-95A7-80868F260DD1}"/>
                </a:ext>
              </a:extLst>
            </p:cNvPr>
            <p:cNvCxnSpPr/>
            <p:nvPr/>
          </p:nvCxnSpPr>
          <p:spPr>
            <a:xfrm>
              <a:off x="10556619" y="3872075"/>
              <a:ext cx="180852" cy="25709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直接箭头连接符 312">
              <a:extLst>
                <a:ext uri="{FF2B5EF4-FFF2-40B4-BE49-F238E27FC236}">
                  <a16:creationId xmlns:a16="http://schemas.microsoft.com/office/drawing/2014/main" id="{74BE5271-8407-4762-A6D5-0BFEFC2161E3}"/>
                </a:ext>
              </a:extLst>
            </p:cNvPr>
            <p:cNvCxnSpPr/>
            <p:nvPr/>
          </p:nvCxnSpPr>
          <p:spPr>
            <a:xfrm flipV="1">
              <a:off x="10548734" y="4397036"/>
              <a:ext cx="245357" cy="605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直接箭头连接符 313">
              <a:extLst>
                <a:ext uri="{FF2B5EF4-FFF2-40B4-BE49-F238E27FC236}">
                  <a16:creationId xmlns:a16="http://schemas.microsoft.com/office/drawing/2014/main" id="{BF802C51-01EB-4421-8125-22F5A46FB1B3}"/>
                </a:ext>
              </a:extLst>
            </p:cNvPr>
            <p:cNvCxnSpPr/>
            <p:nvPr/>
          </p:nvCxnSpPr>
          <p:spPr>
            <a:xfrm flipV="1">
              <a:off x="8624975" y="3568677"/>
              <a:ext cx="260184" cy="238814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" name="文本框 337">
            <a:extLst>
              <a:ext uri="{FF2B5EF4-FFF2-40B4-BE49-F238E27FC236}">
                <a16:creationId xmlns:a16="http://schemas.microsoft.com/office/drawing/2014/main" id="{A0216504-C6EA-4785-B758-044FBAEDE76B}"/>
              </a:ext>
            </a:extLst>
          </p:cNvPr>
          <p:cNvSpPr txBox="1"/>
          <p:nvPr/>
        </p:nvSpPr>
        <p:spPr>
          <a:xfrm>
            <a:off x="9226484" y="9887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无序排列</a:t>
            </a: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D2DFBC35-A17B-4B08-BB9B-5FA76EAF4B13}"/>
              </a:ext>
            </a:extLst>
          </p:cNvPr>
          <p:cNvSpPr txBox="1"/>
          <p:nvPr/>
        </p:nvSpPr>
        <p:spPr>
          <a:xfrm>
            <a:off x="9341901" y="375335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无磁性</a:t>
            </a:r>
          </a:p>
        </p:txBody>
      </p:sp>
      <p:grpSp>
        <p:nvGrpSpPr>
          <p:cNvPr id="466" name="组合 465">
            <a:extLst>
              <a:ext uri="{FF2B5EF4-FFF2-40B4-BE49-F238E27FC236}">
                <a16:creationId xmlns:a16="http://schemas.microsoft.com/office/drawing/2014/main" id="{CB501616-B9FF-4AE0-98AA-59E9E4F48D90}"/>
              </a:ext>
            </a:extLst>
          </p:cNvPr>
          <p:cNvGrpSpPr/>
          <p:nvPr/>
        </p:nvGrpSpPr>
        <p:grpSpPr>
          <a:xfrm>
            <a:off x="8330645" y="4468304"/>
            <a:ext cx="2899675" cy="904670"/>
            <a:chOff x="1699929" y="4682107"/>
            <a:chExt cx="4021610" cy="1254703"/>
          </a:xfrm>
        </p:grpSpPr>
        <p:sp>
          <p:nvSpPr>
            <p:cNvPr id="467" name="任意多边形 262">
              <a:extLst>
                <a:ext uri="{FF2B5EF4-FFF2-40B4-BE49-F238E27FC236}">
                  <a16:creationId xmlns:a16="http://schemas.microsoft.com/office/drawing/2014/main" id="{9D1CB604-91A4-430F-B803-FA8707F6F43C}"/>
                </a:ext>
              </a:extLst>
            </p:cNvPr>
            <p:cNvSpPr/>
            <p:nvPr/>
          </p:nvSpPr>
          <p:spPr>
            <a:xfrm>
              <a:off x="1699929" y="4682107"/>
              <a:ext cx="4021610" cy="1254703"/>
            </a:xfrm>
            <a:custGeom>
              <a:avLst/>
              <a:gdLst>
                <a:gd name="connsiteX0" fmla="*/ 3381829 w 3468915"/>
                <a:gd name="connsiteY0" fmla="*/ 0 h 1161146"/>
                <a:gd name="connsiteX1" fmla="*/ 3468915 w 3468915"/>
                <a:gd name="connsiteY1" fmla="*/ 580572 h 1161146"/>
                <a:gd name="connsiteX2" fmla="*/ 3381829 w 3468915"/>
                <a:gd name="connsiteY2" fmla="*/ 1161144 h 1161146"/>
                <a:gd name="connsiteX3" fmla="*/ 3381828 w 3468915"/>
                <a:gd name="connsiteY3" fmla="*/ 1161143 h 1161146"/>
                <a:gd name="connsiteX4" fmla="*/ 3381828 w 3468915"/>
                <a:gd name="connsiteY4" fmla="*/ 1161144 h 1161146"/>
                <a:gd name="connsiteX5" fmla="*/ 87089 w 3468915"/>
                <a:gd name="connsiteY5" fmla="*/ 1161144 h 1161146"/>
                <a:gd name="connsiteX6" fmla="*/ 87086 w 3468915"/>
                <a:gd name="connsiteY6" fmla="*/ 1161146 h 1161146"/>
                <a:gd name="connsiteX7" fmla="*/ 0 w 3468915"/>
                <a:gd name="connsiteY7" fmla="*/ 580574 h 1161146"/>
                <a:gd name="connsiteX8" fmla="*/ 87086 w 3468915"/>
                <a:gd name="connsiteY8" fmla="*/ 2 h 1161146"/>
                <a:gd name="connsiteX9" fmla="*/ 87086 w 3468915"/>
                <a:gd name="connsiteY9" fmla="*/ 1 h 1161146"/>
                <a:gd name="connsiteX10" fmla="*/ 3381828 w 3468915"/>
                <a:gd name="connsiteY10" fmla="*/ 1 h 116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68915" h="1161146">
                  <a:moveTo>
                    <a:pt x="3381829" y="0"/>
                  </a:moveTo>
                  <a:cubicBezTo>
                    <a:pt x="3429925" y="0"/>
                    <a:pt x="3468915" y="259931"/>
                    <a:pt x="3468915" y="580572"/>
                  </a:cubicBezTo>
                  <a:cubicBezTo>
                    <a:pt x="3468915" y="901213"/>
                    <a:pt x="3429925" y="1161144"/>
                    <a:pt x="3381829" y="1161144"/>
                  </a:cubicBezTo>
                  <a:lnTo>
                    <a:pt x="3381828" y="1161143"/>
                  </a:lnTo>
                  <a:lnTo>
                    <a:pt x="3381828" y="1161144"/>
                  </a:lnTo>
                  <a:lnTo>
                    <a:pt x="87089" y="1161144"/>
                  </a:lnTo>
                  <a:lnTo>
                    <a:pt x="87086" y="1161146"/>
                  </a:lnTo>
                  <a:cubicBezTo>
                    <a:pt x="38990" y="1161146"/>
                    <a:pt x="0" y="901215"/>
                    <a:pt x="0" y="580574"/>
                  </a:cubicBezTo>
                  <a:cubicBezTo>
                    <a:pt x="0" y="259933"/>
                    <a:pt x="38990" y="2"/>
                    <a:pt x="87086" y="2"/>
                  </a:cubicBezTo>
                  <a:lnTo>
                    <a:pt x="87086" y="1"/>
                  </a:lnTo>
                  <a:lnTo>
                    <a:pt x="3381828" y="1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8" name="椭圆 467">
              <a:extLst>
                <a:ext uri="{FF2B5EF4-FFF2-40B4-BE49-F238E27FC236}">
                  <a16:creationId xmlns:a16="http://schemas.microsoft.com/office/drawing/2014/main" id="{C3ADC2A7-5946-4079-AB5B-C6611755404B}"/>
                </a:ext>
              </a:extLst>
            </p:cNvPr>
            <p:cNvSpPr/>
            <p:nvPr/>
          </p:nvSpPr>
          <p:spPr>
            <a:xfrm>
              <a:off x="1700059" y="4682107"/>
              <a:ext cx="201921" cy="12547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69" name="组合 468">
              <a:extLst>
                <a:ext uri="{FF2B5EF4-FFF2-40B4-BE49-F238E27FC236}">
                  <a16:creationId xmlns:a16="http://schemas.microsoft.com/office/drawing/2014/main" id="{1ABB4BA1-072A-4B99-8E9B-B16169DADBE1}"/>
                </a:ext>
              </a:extLst>
            </p:cNvPr>
            <p:cNvGrpSpPr/>
            <p:nvPr/>
          </p:nvGrpSpPr>
          <p:grpSpPr>
            <a:xfrm>
              <a:off x="2091981" y="4804915"/>
              <a:ext cx="352077" cy="1039314"/>
              <a:chOff x="7187365" y="4456572"/>
              <a:chExt cx="352077" cy="1039314"/>
            </a:xfrm>
          </p:grpSpPr>
          <p:grpSp>
            <p:nvGrpSpPr>
              <p:cNvPr id="559" name="组合 558">
                <a:extLst>
                  <a:ext uri="{FF2B5EF4-FFF2-40B4-BE49-F238E27FC236}">
                    <a16:creationId xmlns:a16="http://schemas.microsoft.com/office/drawing/2014/main" id="{A897A4F6-9A29-4934-A0EB-B64DCB26563B}"/>
                  </a:ext>
                </a:extLst>
              </p:cNvPr>
              <p:cNvGrpSpPr/>
              <p:nvPr/>
            </p:nvGrpSpPr>
            <p:grpSpPr>
              <a:xfrm rot="10800000">
                <a:off x="7187365" y="4456572"/>
                <a:ext cx="287250" cy="256760"/>
                <a:chOff x="10293350" y="4991100"/>
                <a:chExt cx="454660" cy="406400"/>
              </a:xfrm>
            </p:grpSpPr>
            <p:sp>
              <p:nvSpPr>
                <p:cNvPr id="568" name="椭圆 567">
                  <a:extLst>
                    <a:ext uri="{FF2B5EF4-FFF2-40B4-BE49-F238E27FC236}">
                      <a16:creationId xmlns:a16="http://schemas.microsoft.com/office/drawing/2014/main" id="{D1664ED5-9038-4424-976A-4FA701D59672}"/>
                    </a:ext>
                  </a:extLst>
                </p:cNvPr>
                <p:cNvSpPr/>
                <p:nvPr/>
              </p:nvSpPr>
              <p:spPr>
                <a:xfrm>
                  <a:off x="10293350" y="4991100"/>
                  <a:ext cx="264160" cy="406400"/>
                </a:xfrm>
                <a:prstGeom prst="ellipse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69" name="直接箭头连接符 568">
                  <a:extLst>
                    <a:ext uri="{FF2B5EF4-FFF2-40B4-BE49-F238E27FC236}">
                      <a16:creationId xmlns:a16="http://schemas.microsoft.com/office/drawing/2014/main" id="{70248B87-A882-4221-9C90-F5816FBCC70D}"/>
                    </a:ext>
                  </a:extLst>
                </p:cNvPr>
                <p:cNvCxnSpPr>
                  <a:stCxn id="568" idx="2"/>
                </p:cNvCxnSpPr>
                <p:nvPr/>
              </p:nvCxnSpPr>
              <p:spPr>
                <a:xfrm>
                  <a:off x="10293350" y="5194300"/>
                  <a:ext cx="6844" cy="63499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prstDash val="dash"/>
                  <a:headEnd type="none" w="lg" len="lg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0" name="直接箭头连接符 569">
                  <a:extLst>
                    <a:ext uri="{FF2B5EF4-FFF2-40B4-BE49-F238E27FC236}">
                      <a16:creationId xmlns:a16="http://schemas.microsoft.com/office/drawing/2014/main" id="{D0E3DDAF-F43E-43C1-B8E8-E5C36D50BB93}"/>
                    </a:ext>
                  </a:extLst>
                </p:cNvPr>
                <p:cNvCxnSpPr/>
                <p:nvPr/>
              </p:nvCxnSpPr>
              <p:spPr>
                <a:xfrm>
                  <a:off x="10429240" y="5182235"/>
                  <a:ext cx="318770" cy="0"/>
                </a:xfrm>
                <a:prstGeom prst="straightConnector1">
                  <a:avLst/>
                </a:prstGeom>
                <a:ln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60" name="组合 559">
                <a:extLst>
                  <a:ext uri="{FF2B5EF4-FFF2-40B4-BE49-F238E27FC236}">
                    <a16:creationId xmlns:a16="http://schemas.microsoft.com/office/drawing/2014/main" id="{0FC0396C-7BE5-4234-8D56-F717036C96F7}"/>
                  </a:ext>
                </a:extLst>
              </p:cNvPr>
              <p:cNvGrpSpPr/>
              <p:nvPr/>
            </p:nvGrpSpPr>
            <p:grpSpPr>
              <a:xfrm rot="15931791">
                <a:off x="7245136" y="4775039"/>
                <a:ext cx="287250" cy="256760"/>
                <a:chOff x="10293350" y="4991100"/>
                <a:chExt cx="454660" cy="406400"/>
              </a:xfrm>
            </p:grpSpPr>
            <p:sp>
              <p:nvSpPr>
                <p:cNvPr id="565" name="椭圆 564">
                  <a:extLst>
                    <a:ext uri="{FF2B5EF4-FFF2-40B4-BE49-F238E27FC236}">
                      <a16:creationId xmlns:a16="http://schemas.microsoft.com/office/drawing/2014/main" id="{88787BFB-91D7-4A9C-9EE1-0294A5BD471F}"/>
                    </a:ext>
                  </a:extLst>
                </p:cNvPr>
                <p:cNvSpPr/>
                <p:nvPr/>
              </p:nvSpPr>
              <p:spPr>
                <a:xfrm>
                  <a:off x="10293350" y="4991100"/>
                  <a:ext cx="264160" cy="406400"/>
                </a:xfrm>
                <a:prstGeom prst="ellipse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66" name="直接箭头连接符 565">
                  <a:extLst>
                    <a:ext uri="{FF2B5EF4-FFF2-40B4-BE49-F238E27FC236}">
                      <a16:creationId xmlns:a16="http://schemas.microsoft.com/office/drawing/2014/main" id="{18DC094C-77BF-4570-8CA6-208781EA6AE4}"/>
                    </a:ext>
                  </a:extLst>
                </p:cNvPr>
                <p:cNvCxnSpPr>
                  <a:stCxn id="565" idx="2"/>
                </p:cNvCxnSpPr>
                <p:nvPr/>
              </p:nvCxnSpPr>
              <p:spPr>
                <a:xfrm>
                  <a:off x="10293350" y="5194300"/>
                  <a:ext cx="6844" cy="63499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prstDash val="dash"/>
                  <a:headEnd type="none" w="lg" len="lg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7" name="直接箭头连接符 566">
                  <a:extLst>
                    <a:ext uri="{FF2B5EF4-FFF2-40B4-BE49-F238E27FC236}">
                      <a16:creationId xmlns:a16="http://schemas.microsoft.com/office/drawing/2014/main" id="{FBCC96D6-F183-4D09-88E6-7EEEB5DE437D}"/>
                    </a:ext>
                  </a:extLst>
                </p:cNvPr>
                <p:cNvCxnSpPr/>
                <p:nvPr/>
              </p:nvCxnSpPr>
              <p:spPr>
                <a:xfrm>
                  <a:off x="10429240" y="5182235"/>
                  <a:ext cx="318770" cy="0"/>
                </a:xfrm>
                <a:prstGeom prst="straightConnector1">
                  <a:avLst/>
                </a:prstGeom>
                <a:ln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61" name="组合 560">
                <a:extLst>
                  <a:ext uri="{FF2B5EF4-FFF2-40B4-BE49-F238E27FC236}">
                    <a16:creationId xmlns:a16="http://schemas.microsoft.com/office/drawing/2014/main" id="{83FEB990-E692-4DDC-8D4B-7E054AA5815A}"/>
                  </a:ext>
                </a:extLst>
              </p:cNvPr>
              <p:cNvGrpSpPr/>
              <p:nvPr/>
            </p:nvGrpSpPr>
            <p:grpSpPr>
              <a:xfrm rot="2856063">
                <a:off x="7267437" y="5223881"/>
                <a:ext cx="287250" cy="256760"/>
                <a:chOff x="10293350" y="4991100"/>
                <a:chExt cx="454660" cy="406400"/>
              </a:xfrm>
            </p:grpSpPr>
            <p:sp>
              <p:nvSpPr>
                <p:cNvPr id="562" name="椭圆 561">
                  <a:extLst>
                    <a:ext uri="{FF2B5EF4-FFF2-40B4-BE49-F238E27FC236}">
                      <a16:creationId xmlns:a16="http://schemas.microsoft.com/office/drawing/2014/main" id="{08F72B7F-92CC-4200-878F-B08B6271B436}"/>
                    </a:ext>
                  </a:extLst>
                </p:cNvPr>
                <p:cNvSpPr/>
                <p:nvPr/>
              </p:nvSpPr>
              <p:spPr>
                <a:xfrm>
                  <a:off x="10293350" y="4991100"/>
                  <a:ext cx="264160" cy="406400"/>
                </a:xfrm>
                <a:prstGeom prst="ellipse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63" name="直接箭头连接符 562">
                  <a:extLst>
                    <a:ext uri="{FF2B5EF4-FFF2-40B4-BE49-F238E27FC236}">
                      <a16:creationId xmlns:a16="http://schemas.microsoft.com/office/drawing/2014/main" id="{E442536A-CDB3-45BD-96C0-20644221FFA5}"/>
                    </a:ext>
                  </a:extLst>
                </p:cNvPr>
                <p:cNvCxnSpPr>
                  <a:stCxn id="562" idx="2"/>
                </p:cNvCxnSpPr>
                <p:nvPr/>
              </p:nvCxnSpPr>
              <p:spPr>
                <a:xfrm>
                  <a:off x="10293350" y="5194300"/>
                  <a:ext cx="6844" cy="63499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prstDash val="dash"/>
                  <a:headEnd type="none" w="lg" len="lg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4" name="直接箭头连接符 563">
                  <a:extLst>
                    <a:ext uri="{FF2B5EF4-FFF2-40B4-BE49-F238E27FC236}">
                      <a16:creationId xmlns:a16="http://schemas.microsoft.com/office/drawing/2014/main" id="{91C3261B-C210-4D11-A614-E5117C626AC7}"/>
                    </a:ext>
                  </a:extLst>
                </p:cNvPr>
                <p:cNvCxnSpPr/>
                <p:nvPr/>
              </p:nvCxnSpPr>
              <p:spPr>
                <a:xfrm>
                  <a:off x="10429240" y="5182235"/>
                  <a:ext cx="318770" cy="0"/>
                </a:xfrm>
                <a:prstGeom prst="straightConnector1">
                  <a:avLst/>
                </a:prstGeom>
                <a:ln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70" name="组合 469">
              <a:extLst>
                <a:ext uri="{FF2B5EF4-FFF2-40B4-BE49-F238E27FC236}">
                  <a16:creationId xmlns:a16="http://schemas.microsoft.com/office/drawing/2014/main" id="{6DD05584-6D0C-4EA5-8746-497B65E98F4C}"/>
                </a:ext>
              </a:extLst>
            </p:cNvPr>
            <p:cNvGrpSpPr/>
            <p:nvPr/>
          </p:nvGrpSpPr>
          <p:grpSpPr>
            <a:xfrm rot="10800000">
              <a:off x="2561777" y="4762213"/>
              <a:ext cx="352077" cy="1039314"/>
              <a:chOff x="7187365" y="4456572"/>
              <a:chExt cx="352077" cy="1039314"/>
            </a:xfrm>
          </p:grpSpPr>
          <p:grpSp>
            <p:nvGrpSpPr>
              <p:cNvPr id="547" name="组合 546">
                <a:extLst>
                  <a:ext uri="{FF2B5EF4-FFF2-40B4-BE49-F238E27FC236}">
                    <a16:creationId xmlns:a16="http://schemas.microsoft.com/office/drawing/2014/main" id="{9E011598-FA04-47C1-B258-09DB44D5552A}"/>
                  </a:ext>
                </a:extLst>
              </p:cNvPr>
              <p:cNvGrpSpPr/>
              <p:nvPr/>
            </p:nvGrpSpPr>
            <p:grpSpPr>
              <a:xfrm rot="10800000">
                <a:off x="7187365" y="4456572"/>
                <a:ext cx="287250" cy="256760"/>
                <a:chOff x="10293350" y="4991100"/>
                <a:chExt cx="454660" cy="406400"/>
              </a:xfrm>
            </p:grpSpPr>
            <p:sp>
              <p:nvSpPr>
                <p:cNvPr id="556" name="椭圆 555">
                  <a:extLst>
                    <a:ext uri="{FF2B5EF4-FFF2-40B4-BE49-F238E27FC236}">
                      <a16:creationId xmlns:a16="http://schemas.microsoft.com/office/drawing/2014/main" id="{9CC98A68-41CF-4622-9E39-D2C9E0C35C67}"/>
                    </a:ext>
                  </a:extLst>
                </p:cNvPr>
                <p:cNvSpPr/>
                <p:nvPr/>
              </p:nvSpPr>
              <p:spPr>
                <a:xfrm>
                  <a:off x="10293350" y="4991100"/>
                  <a:ext cx="264160" cy="406400"/>
                </a:xfrm>
                <a:prstGeom prst="ellipse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57" name="直接箭头连接符 556">
                  <a:extLst>
                    <a:ext uri="{FF2B5EF4-FFF2-40B4-BE49-F238E27FC236}">
                      <a16:creationId xmlns:a16="http://schemas.microsoft.com/office/drawing/2014/main" id="{03B20408-EED6-477B-88D4-9B3207198252}"/>
                    </a:ext>
                  </a:extLst>
                </p:cNvPr>
                <p:cNvCxnSpPr>
                  <a:stCxn id="556" idx="2"/>
                </p:cNvCxnSpPr>
                <p:nvPr/>
              </p:nvCxnSpPr>
              <p:spPr>
                <a:xfrm>
                  <a:off x="10293350" y="5194300"/>
                  <a:ext cx="6844" cy="63499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prstDash val="dash"/>
                  <a:headEnd type="none" w="lg" len="lg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8" name="直接箭头连接符 557">
                  <a:extLst>
                    <a:ext uri="{FF2B5EF4-FFF2-40B4-BE49-F238E27FC236}">
                      <a16:creationId xmlns:a16="http://schemas.microsoft.com/office/drawing/2014/main" id="{6942413B-5B83-4314-86C2-661F96792F37}"/>
                    </a:ext>
                  </a:extLst>
                </p:cNvPr>
                <p:cNvCxnSpPr/>
                <p:nvPr/>
              </p:nvCxnSpPr>
              <p:spPr>
                <a:xfrm>
                  <a:off x="10429240" y="5182235"/>
                  <a:ext cx="318770" cy="0"/>
                </a:xfrm>
                <a:prstGeom prst="straightConnector1">
                  <a:avLst/>
                </a:prstGeom>
                <a:ln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8" name="组合 547">
                <a:extLst>
                  <a:ext uri="{FF2B5EF4-FFF2-40B4-BE49-F238E27FC236}">
                    <a16:creationId xmlns:a16="http://schemas.microsoft.com/office/drawing/2014/main" id="{EB6AB333-D31B-401C-92B1-A0D7DAB71613}"/>
                  </a:ext>
                </a:extLst>
              </p:cNvPr>
              <p:cNvGrpSpPr/>
              <p:nvPr/>
            </p:nvGrpSpPr>
            <p:grpSpPr>
              <a:xfrm rot="15931791">
                <a:off x="7245136" y="4775039"/>
                <a:ext cx="287250" cy="256760"/>
                <a:chOff x="10293350" y="4991100"/>
                <a:chExt cx="454660" cy="406400"/>
              </a:xfrm>
            </p:grpSpPr>
            <p:sp>
              <p:nvSpPr>
                <p:cNvPr id="553" name="椭圆 552">
                  <a:extLst>
                    <a:ext uri="{FF2B5EF4-FFF2-40B4-BE49-F238E27FC236}">
                      <a16:creationId xmlns:a16="http://schemas.microsoft.com/office/drawing/2014/main" id="{05D475E9-63E2-4435-A8E1-81E2E8B77863}"/>
                    </a:ext>
                  </a:extLst>
                </p:cNvPr>
                <p:cNvSpPr/>
                <p:nvPr/>
              </p:nvSpPr>
              <p:spPr>
                <a:xfrm>
                  <a:off x="10293350" y="4991100"/>
                  <a:ext cx="264160" cy="406400"/>
                </a:xfrm>
                <a:prstGeom prst="ellipse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54" name="直接箭头连接符 553">
                  <a:extLst>
                    <a:ext uri="{FF2B5EF4-FFF2-40B4-BE49-F238E27FC236}">
                      <a16:creationId xmlns:a16="http://schemas.microsoft.com/office/drawing/2014/main" id="{755C6CC1-0A9F-4E5E-914E-90918EFA4143}"/>
                    </a:ext>
                  </a:extLst>
                </p:cNvPr>
                <p:cNvCxnSpPr>
                  <a:stCxn id="553" idx="2"/>
                </p:cNvCxnSpPr>
                <p:nvPr/>
              </p:nvCxnSpPr>
              <p:spPr>
                <a:xfrm>
                  <a:off x="10293350" y="5194300"/>
                  <a:ext cx="6844" cy="63499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prstDash val="dash"/>
                  <a:headEnd type="none" w="lg" len="lg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5" name="直接箭头连接符 554">
                  <a:extLst>
                    <a:ext uri="{FF2B5EF4-FFF2-40B4-BE49-F238E27FC236}">
                      <a16:creationId xmlns:a16="http://schemas.microsoft.com/office/drawing/2014/main" id="{6816DFC3-AB7A-4963-9E78-F5E82A362C02}"/>
                    </a:ext>
                  </a:extLst>
                </p:cNvPr>
                <p:cNvCxnSpPr/>
                <p:nvPr/>
              </p:nvCxnSpPr>
              <p:spPr>
                <a:xfrm>
                  <a:off x="10429240" y="5182235"/>
                  <a:ext cx="318770" cy="0"/>
                </a:xfrm>
                <a:prstGeom prst="straightConnector1">
                  <a:avLst/>
                </a:prstGeom>
                <a:ln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9" name="组合 548">
                <a:extLst>
                  <a:ext uri="{FF2B5EF4-FFF2-40B4-BE49-F238E27FC236}">
                    <a16:creationId xmlns:a16="http://schemas.microsoft.com/office/drawing/2014/main" id="{B2AF9013-7799-4AB6-8AD5-1D134D1CC2B0}"/>
                  </a:ext>
                </a:extLst>
              </p:cNvPr>
              <p:cNvGrpSpPr/>
              <p:nvPr/>
            </p:nvGrpSpPr>
            <p:grpSpPr>
              <a:xfrm rot="2856063">
                <a:off x="7267437" y="5223881"/>
                <a:ext cx="287250" cy="256760"/>
                <a:chOff x="10293350" y="4991100"/>
                <a:chExt cx="454660" cy="406400"/>
              </a:xfrm>
            </p:grpSpPr>
            <p:sp>
              <p:nvSpPr>
                <p:cNvPr id="550" name="椭圆 549">
                  <a:extLst>
                    <a:ext uri="{FF2B5EF4-FFF2-40B4-BE49-F238E27FC236}">
                      <a16:creationId xmlns:a16="http://schemas.microsoft.com/office/drawing/2014/main" id="{E5DE58C2-56CE-4A6B-B6CE-29044254D522}"/>
                    </a:ext>
                  </a:extLst>
                </p:cNvPr>
                <p:cNvSpPr/>
                <p:nvPr/>
              </p:nvSpPr>
              <p:spPr>
                <a:xfrm>
                  <a:off x="10293350" y="4991100"/>
                  <a:ext cx="264160" cy="406400"/>
                </a:xfrm>
                <a:prstGeom prst="ellipse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51" name="直接箭头连接符 550">
                  <a:extLst>
                    <a:ext uri="{FF2B5EF4-FFF2-40B4-BE49-F238E27FC236}">
                      <a16:creationId xmlns:a16="http://schemas.microsoft.com/office/drawing/2014/main" id="{584B56D1-32D1-48A0-AA3B-4098DD7ABEA8}"/>
                    </a:ext>
                  </a:extLst>
                </p:cNvPr>
                <p:cNvCxnSpPr>
                  <a:stCxn id="550" idx="2"/>
                </p:cNvCxnSpPr>
                <p:nvPr/>
              </p:nvCxnSpPr>
              <p:spPr>
                <a:xfrm>
                  <a:off x="10293350" y="5194300"/>
                  <a:ext cx="6844" cy="63499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prstDash val="dash"/>
                  <a:headEnd type="none" w="lg" len="lg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2" name="直接箭头连接符 551">
                  <a:extLst>
                    <a:ext uri="{FF2B5EF4-FFF2-40B4-BE49-F238E27FC236}">
                      <a16:creationId xmlns:a16="http://schemas.microsoft.com/office/drawing/2014/main" id="{57CC5BB2-8EAD-4B09-A053-A64A6965537D}"/>
                    </a:ext>
                  </a:extLst>
                </p:cNvPr>
                <p:cNvCxnSpPr/>
                <p:nvPr/>
              </p:nvCxnSpPr>
              <p:spPr>
                <a:xfrm>
                  <a:off x="10429240" y="5182235"/>
                  <a:ext cx="318770" cy="0"/>
                </a:xfrm>
                <a:prstGeom prst="straightConnector1">
                  <a:avLst/>
                </a:prstGeom>
                <a:ln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71" name="组合 470">
              <a:extLst>
                <a:ext uri="{FF2B5EF4-FFF2-40B4-BE49-F238E27FC236}">
                  <a16:creationId xmlns:a16="http://schemas.microsoft.com/office/drawing/2014/main" id="{03E4EBBB-17C9-42A9-88EC-EB624641B10C}"/>
                </a:ext>
              </a:extLst>
            </p:cNvPr>
            <p:cNvGrpSpPr/>
            <p:nvPr/>
          </p:nvGrpSpPr>
          <p:grpSpPr>
            <a:xfrm rot="4675638">
              <a:off x="2993254" y="5565518"/>
              <a:ext cx="287250" cy="256760"/>
              <a:chOff x="10293350" y="4991100"/>
              <a:chExt cx="454660" cy="406400"/>
            </a:xfrm>
          </p:grpSpPr>
          <p:sp>
            <p:nvSpPr>
              <p:cNvPr id="544" name="椭圆 543">
                <a:extLst>
                  <a:ext uri="{FF2B5EF4-FFF2-40B4-BE49-F238E27FC236}">
                    <a16:creationId xmlns:a16="http://schemas.microsoft.com/office/drawing/2014/main" id="{BDD789CC-0B1F-4405-88BC-4CF0AA7FC08F}"/>
                  </a:ext>
                </a:extLst>
              </p:cNvPr>
              <p:cNvSpPr/>
              <p:nvPr/>
            </p:nvSpPr>
            <p:spPr>
              <a:xfrm>
                <a:off x="10293350" y="4991100"/>
                <a:ext cx="264160" cy="406400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45" name="直接箭头连接符 544">
                <a:extLst>
                  <a:ext uri="{FF2B5EF4-FFF2-40B4-BE49-F238E27FC236}">
                    <a16:creationId xmlns:a16="http://schemas.microsoft.com/office/drawing/2014/main" id="{51C59CA2-ECAA-4EDB-BCB3-AB45BC88F4D9}"/>
                  </a:ext>
                </a:extLst>
              </p:cNvPr>
              <p:cNvCxnSpPr>
                <a:stCxn id="544" idx="2"/>
              </p:cNvCxnSpPr>
              <p:nvPr/>
            </p:nvCxnSpPr>
            <p:spPr>
              <a:xfrm>
                <a:off x="10293350" y="5194300"/>
                <a:ext cx="6844" cy="63499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prstDash val="dash"/>
                <a:headEnd type="none" w="lg" len="lg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" name="直接箭头连接符 545">
                <a:extLst>
                  <a:ext uri="{FF2B5EF4-FFF2-40B4-BE49-F238E27FC236}">
                    <a16:creationId xmlns:a16="http://schemas.microsoft.com/office/drawing/2014/main" id="{35D76BC1-A85D-40FC-BFB5-0A1A4905928A}"/>
                  </a:ext>
                </a:extLst>
              </p:cNvPr>
              <p:cNvCxnSpPr/>
              <p:nvPr/>
            </p:nvCxnSpPr>
            <p:spPr>
              <a:xfrm>
                <a:off x="10429240" y="5182235"/>
                <a:ext cx="318770" cy="0"/>
              </a:xfrm>
              <a:prstGeom prst="straightConnector1">
                <a:avLst/>
              </a:prstGeom>
              <a:ln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2" name="组合 471">
              <a:extLst>
                <a:ext uri="{FF2B5EF4-FFF2-40B4-BE49-F238E27FC236}">
                  <a16:creationId xmlns:a16="http://schemas.microsoft.com/office/drawing/2014/main" id="{BAB877DD-EE0B-4A64-90A5-6787B46DDA01}"/>
                </a:ext>
              </a:extLst>
            </p:cNvPr>
            <p:cNvGrpSpPr/>
            <p:nvPr/>
          </p:nvGrpSpPr>
          <p:grpSpPr>
            <a:xfrm rot="8796195">
              <a:off x="2935483" y="5185407"/>
              <a:ext cx="287250" cy="256760"/>
              <a:chOff x="10293350" y="4991100"/>
              <a:chExt cx="454660" cy="406400"/>
            </a:xfrm>
          </p:grpSpPr>
          <p:sp>
            <p:nvSpPr>
              <p:cNvPr id="541" name="椭圆 540">
                <a:extLst>
                  <a:ext uri="{FF2B5EF4-FFF2-40B4-BE49-F238E27FC236}">
                    <a16:creationId xmlns:a16="http://schemas.microsoft.com/office/drawing/2014/main" id="{828FF705-66FD-4CE1-8CB4-C2C4C908EA2D}"/>
                  </a:ext>
                </a:extLst>
              </p:cNvPr>
              <p:cNvSpPr/>
              <p:nvPr/>
            </p:nvSpPr>
            <p:spPr>
              <a:xfrm>
                <a:off x="10293350" y="4991100"/>
                <a:ext cx="264160" cy="406400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42" name="直接箭头连接符 541">
                <a:extLst>
                  <a:ext uri="{FF2B5EF4-FFF2-40B4-BE49-F238E27FC236}">
                    <a16:creationId xmlns:a16="http://schemas.microsoft.com/office/drawing/2014/main" id="{E2064D53-F953-4DCD-BCB2-0C43CE47AF6D}"/>
                  </a:ext>
                </a:extLst>
              </p:cNvPr>
              <p:cNvCxnSpPr>
                <a:stCxn id="541" idx="2"/>
              </p:cNvCxnSpPr>
              <p:nvPr/>
            </p:nvCxnSpPr>
            <p:spPr>
              <a:xfrm>
                <a:off x="10293350" y="5194300"/>
                <a:ext cx="6844" cy="63499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prstDash val="dash"/>
                <a:headEnd type="none" w="lg" len="lg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3" name="直接箭头连接符 542">
                <a:extLst>
                  <a:ext uri="{FF2B5EF4-FFF2-40B4-BE49-F238E27FC236}">
                    <a16:creationId xmlns:a16="http://schemas.microsoft.com/office/drawing/2014/main" id="{2F2DD624-7BDD-472D-8612-A6404EBD3D80}"/>
                  </a:ext>
                </a:extLst>
              </p:cNvPr>
              <p:cNvCxnSpPr/>
              <p:nvPr/>
            </p:nvCxnSpPr>
            <p:spPr>
              <a:xfrm>
                <a:off x="10429240" y="5182235"/>
                <a:ext cx="318770" cy="0"/>
              </a:xfrm>
              <a:prstGeom prst="straightConnector1">
                <a:avLst/>
              </a:prstGeom>
              <a:ln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3" name="组合 472">
              <a:extLst>
                <a:ext uri="{FF2B5EF4-FFF2-40B4-BE49-F238E27FC236}">
                  <a16:creationId xmlns:a16="http://schemas.microsoft.com/office/drawing/2014/main" id="{7BAAEDF9-3332-412D-8BF1-7299344BB469}"/>
                </a:ext>
              </a:extLst>
            </p:cNvPr>
            <p:cNvGrpSpPr/>
            <p:nvPr/>
          </p:nvGrpSpPr>
          <p:grpSpPr>
            <a:xfrm>
              <a:off x="3026196" y="4818757"/>
              <a:ext cx="287250" cy="256760"/>
              <a:chOff x="10293350" y="4991100"/>
              <a:chExt cx="454660" cy="406400"/>
            </a:xfrm>
          </p:grpSpPr>
          <p:sp>
            <p:nvSpPr>
              <p:cNvPr id="538" name="椭圆 537">
                <a:extLst>
                  <a:ext uri="{FF2B5EF4-FFF2-40B4-BE49-F238E27FC236}">
                    <a16:creationId xmlns:a16="http://schemas.microsoft.com/office/drawing/2014/main" id="{488815B5-DEDF-4C61-877D-EADC858DDBC4}"/>
                  </a:ext>
                </a:extLst>
              </p:cNvPr>
              <p:cNvSpPr/>
              <p:nvPr/>
            </p:nvSpPr>
            <p:spPr>
              <a:xfrm>
                <a:off x="10293350" y="4991100"/>
                <a:ext cx="264160" cy="406400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39" name="直接箭头连接符 538">
                <a:extLst>
                  <a:ext uri="{FF2B5EF4-FFF2-40B4-BE49-F238E27FC236}">
                    <a16:creationId xmlns:a16="http://schemas.microsoft.com/office/drawing/2014/main" id="{C99ED4FC-8370-46B4-B602-874624597586}"/>
                  </a:ext>
                </a:extLst>
              </p:cNvPr>
              <p:cNvCxnSpPr>
                <a:stCxn id="538" idx="2"/>
              </p:cNvCxnSpPr>
              <p:nvPr/>
            </p:nvCxnSpPr>
            <p:spPr>
              <a:xfrm>
                <a:off x="10293350" y="5194300"/>
                <a:ext cx="6844" cy="63499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prstDash val="dash"/>
                <a:headEnd type="none" w="lg" len="lg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0" name="直接箭头连接符 539">
                <a:extLst>
                  <a:ext uri="{FF2B5EF4-FFF2-40B4-BE49-F238E27FC236}">
                    <a16:creationId xmlns:a16="http://schemas.microsoft.com/office/drawing/2014/main" id="{67E65AC6-5C6E-4181-9DCE-14CEF92AD627}"/>
                  </a:ext>
                </a:extLst>
              </p:cNvPr>
              <p:cNvCxnSpPr/>
              <p:nvPr/>
            </p:nvCxnSpPr>
            <p:spPr>
              <a:xfrm>
                <a:off x="10429240" y="5182235"/>
                <a:ext cx="318770" cy="0"/>
              </a:xfrm>
              <a:prstGeom prst="straightConnector1">
                <a:avLst/>
              </a:prstGeom>
              <a:ln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4" name="组合 473">
              <a:extLst>
                <a:ext uri="{FF2B5EF4-FFF2-40B4-BE49-F238E27FC236}">
                  <a16:creationId xmlns:a16="http://schemas.microsoft.com/office/drawing/2014/main" id="{26957CFA-6720-4652-B77F-716CCACD2E08}"/>
                </a:ext>
              </a:extLst>
            </p:cNvPr>
            <p:cNvGrpSpPr/>
            <p:nvPr/>
          </p:nvGrpSpPr>
          <p:grpSpPr>
            <a:xfrm rot="10800000">
              <a:off x="4232018" y="4767891"/>
              <a:ext cx="352077" cy="1039314"/>
              <a:chOff x="7187365" y="4456572"/>
              <a:chExt cx="352077" cy="1039314"/>
            </a:xfrm>
          </p:grpSpPr>
          <p:grpSp>
            <p:nvGrpSpPr>
              <p:cNvPr id="526" name="组合 525">
                <a:extLst>
                  <a:ext uri="{FF2B5EF4-FFF2-40B4-BE49-F238E27FC236}">
                    <a16:creationId xmlns:a16="http://schemas.microsoft.com/office/drawing/2014/main" id="{CDC8C206-D710-4218-B858-689F3878452B}"/>
                  </a:ext>
                </a:extLst>
              </p:cNvPr>
              <p:cNvGrpSpPr/>
              <p:nvPr/>
            </p:nvGrpSpPr>
            <p:grpSpPr>
              <a:xfrm rot="10800000">
                <a:off x="7187365" y="4456572"/>
                <a:ext cx="287250" cy="256760"/>
                <a:chOff x="10293350" y="4991100"/>
                <a:chExt cx="454660" cy="406400"/>
              </a:xfrm>
            </p:grpSpPr>
            <p:sp>
              <p:nvSpPr>
                <p:cNvPr id="535" name="椭圆 534">
                  <a:extLst>
                    <a:ext uri="{FF2B5EF4-FFF2-40B4-BE49-F238E27FC236}">
                      <a16:creationId xmlns:a16="http://schemas.microsoft.com/office/drawing/2014/main" id="{555C9032-483F-40E2-BFEC-86E18E4A0F76}"/>
                    </a:ext>
                  </a:extLst>
                </p:cNvPr>
                <p:cNvSpPr/>
                <p:nvPr/>
              </p:nvSpPr>
              <p:spPr>
                <a:xfrm>
                  <a:off x="10293350" y="4991100"/>
                  <a:ext cx="264160" cy="406400"/>
                </a:xfrm>
                <a:prstGeom prst="ellipse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36" name="直接箭头连接符 535">
                  <a:extLst>
                    <a:ext uri="{FF2B5EF4-FFF2-40B4-BE49-F238E27FC236}">
                      <a16:creationId xmlns:a16="http://schemas.microsoft.com/office/drawing/2014/main" id="{9F6163EB-7B5A-4D0B-A798-CF052855D287}"/>
                    </a:ext>
                  </a:extLst>
                </p:cNvPr>
                <p:cNvCxnSpPr>
                  <a:stCxn id="535" idx="2"/>
                </p:cNvCxnSpPr>
                <p:nvPr/>
              </p:nvCxnSpPr>
              <p:spPr>
                <a:xfrm>
                  <a:off x="10293350" y="5194300"/>
                  <a:ext cx="6844" cy="63499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prstDash val="dash"/>
                  <a:headEnd type="none" w="lg" len="lg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" name="直接箭头连接符 536">
                  <a:extLst>
                    <a:ext uri="{FF2B5EF4-FFF2-40B4-BE49-F238E27FC236}">
                      <a16:creationId xmlns:a16="http://schemas.microsoft.com/office/drawing/2014/main" id="{37FE32AF-1B84-4765-BB1E-2E756ED6C6C9}"/>
                    </a:ext>
                  </a:extLst>
                </p:cNvPr>
                <p:cNvCxnSpPr/>
                <p:nvPr/>
              </p:nvCxnSpPr>
              <p:spPr>
                <a:xfrm>
                  <a:off x="10429240" y="5182235"/>
                  <a:ext cx="318770" cy="0"/>
                </a:xfrm>
                <a:prstGeom prst="straightConnector1">
                  <a:avLst/>
                </a:prstGeom>
                <a:ln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27" name="组合 526">
                <a:extLst>
                  <a:ext uri="{FF2B5EF4-FFF2-40B4-BE49-F238E27FC236}">
                    <a16:creationId xmlns:a16="http://schemas.microsoft.com/office/drawing/2014/main" id="{9F7F962F-F123-4D41-B3D7-DE6B76EA067F}"/>
                  </a:ext>
                </a:extLst>
              </p:cNvPr>
              <p:cNvGrpSpPr/>
              <p:nvPr/>
            </p:nvGrpSpPr>
            <p:grpSpPr>
              <a:xfrm rot="15931791">
                <a:off x="7245136" y="4775039"/>
                <a:ext cx="287250" cy="256760"/>
                <a:chOff x="10293350" y="4991100"/>
                <a:chExt cx="454660" cy="406400"/>
              </a:xfrm>
            </p:grpSpPr>
            <p:sp>
              <p:nvSpPr>
                <p:cNvPr id="532" name="椭圆 531">
                  <a:extLst>
                    <a:ext uri="{FF2B5EF4-FFF2-40B4-BE49-F238E27FC236}">
                      <a16:creationId xmlns:a16="http://schemas.microsoft.com/office/drawing/2014/main" id="{76CD6C82-A032-4E89-8144-B940A8E62861}"/>
                    </a:ext>
                  </a:extLst>
                </p:cNvPr>
                <p:cNvSpPr/>
                <p:nvPr/>
              </p:nvSpPr>
              <p:spPr>
                <a:xfrm>
                  <a:off x="10293350" y="4991100"/>
                  <a:ext cx="264160" cy="406400"/>
                </a:xfrm>
                <a:prstGeom prst="ellipse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33" name="直接箭头连接符 532">
                  <a:extLst>
                    <a:ext uri="{FF2B5EF4-FFF2-40B4-BE49-F238E27FC236}">
                      <a16:creationId xmlns:a16="http://schemas.microsoft.com/office/drawing/2014/main" id="{ADE07306-D11A-43A2-9DF7-68A3A9713418}"/>
                    </a:ext>
                  </a:extLst>
                </p:cNvPr>
                <p:cNvCxnSpPr>
                  <a:stCxn id="532" idx="2"/>
                </p:cNvCxnSpPr>
                <p:nvPr/>
              </p:nvCxnSpPr>
              <p:spPr>
                <a:xfrm>
                  <a:off x="10293350" y="5194300"/>
                  <a:ext cx="6844" cy="63499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prstDash val="dash"/>
                  <a:headEnd type="none" w="lg" len="lg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4" name="直接箭头连接符 533">
                  <a:extLst>
                    <a:ext uri="{FF2B5EF4-FFF2-40B4-BE49-F238E27FC236}">
                      <a16:creationId xmlns:a16="http://schemas.microsoft.com/office/drawing/2014/main" id="{DC57BB65-3146-4E12-A40F-7E3E2B916865}"/>
                    </a:ext>
                  </a:extLst>
                </p:cNvPr>
                <p:cNvCxnSpPr/>
                <p:nvPr/>
              </p:nvCxnSpPr>
              <p:spPr>
                <a:xfrm>
                  <a:off x="10429240" y="5182235"/>
                  <a:ext cx="318770" cy="0"/>
                </a:xfrm>
                <a:prstGeom prst="straightConnector1">
                  <a:avLst/>
                </a:prstGeom>
                <a:ln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28" name="组合 527">
                <a:extLst>
                  <a:ext uri="{FF2B5EF4-FFF2-40B4-BE49-F238E27FC236}">
                    <a16:creationId xmlns:a16="http://schemas.microsoft.com/office/drawing/2014/main" id="{284B4D74-9F12-4772-898A-2750E9C338EA}"/>
                  </a:ext>
                </a:extLst>
              </p:cNvPr>
              <p:cNvGrpSpPr/>
              <p:nvPr/>
            </p:nvGrpSpPr>
            <p:grpSpPr>
              <a:xfrm rot="2856063">
                <a:off x="7267437" y="5223881"/>
                <a:ext cx="287250" cy="256760"/>
                <a:chOff x="10293350" y="4991100"/>
                <a:chExt cx="454660" cy="406400"/>
              </a:xfrm>
            </p:grpSpPr>
            <p:sp>
              <p:nvSpPr>
                <p:cNvPr id="529" name="椭圆 528">
                  <a:extLst>
                    <a:ext uri="{FF2B5EF4-FFF2-40B4-BE49-F238E27FC236}">
                      <a16:creationId xmlns:a16="http://schemas.microsoft.com/office/drawing/2014/main" id="{9422C517-305E-4EDC-929F-6BBD553807A1}"/>
                    </a:ext>
                  </a:extLst>
                </p:cNvPr>
                <p:cNvSpPr/>
                <p:nvPr/>
              </p:nvSpPr>
              <p:spPr>
                <a:xfrm>
                  <a:off x="10293350" y="4991100"/>
                  <a:ext cx="264160" cy="406400"/>
                </a:xfrm>
                <a:prstGeom prst="ellipse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30" name="直接箭头连接符 529">
                  <a:extLst>
                    <a:ext uri="{FF2B5EF4-FFF2-40B4-BE49-F238E27FC236}">
                      <a16:creationId xmlns:a16="http://schemas.microsoft.com/office/drawing/2014/main" id="{DA7491D8-9132-464A-B9DE-95AACBD73FC5}"/>
                    </a:ext>
                  </a:extLst>
                </p:cNvPr>
                <p:cNvCxnSpPr>
                  <a:stCxn id="529" idx="2"/>
                </p:cNvCxnSpPr>
                <p:nvPr/>
              </p:nvCxnSpPr>
              <p:spPr>
                <a:xfrm>
                  <a:off x="10293350" y="5194300"/>
                  <a:ext cx="6844" cy="63499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prstDash val="dash"/>
                  <a:headEnd type="none" w="lg" len="lg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1" name="直接箭头连接符 530">
                  <a:extLst>
                    <a:ext uri="{FF2B5EF4-FFF2-40B4-BE49-F238E27FC236}">
                      <a16:creationId xmlns:a16="http://schemas.microsoft.com/office/drawing/2014/main" id="{3EACEEB6-C0A0-45C3-8AB6-A525AA67A920}"/>
                    </a:ext>
                  </a:extLst>
                </p:cNvPr>
                <p:cNvCxnSpPr/>
                <p:nvPr/>
              </p:nvCxnSpPr>
              <p:spPr>
                <a:xfrm>
                  <a:off x="10429240" y="5182235"/>
                  <a:ext cx="318770" cy="0"/>
                </a:xfrm>
                <a:prstGeom prst="straightConnector1">
                  <a:avLst/>
                </a:prstGeom>
                <a:ln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75" name="组合 474">
              <a:extLst>
                <a:ext uri="{FF2B5EF4-FFF2-40B4-BE49-F238E27FC236}">
                  <a16:creationId xmlns:a16="http://schemas.microsoft.com/office/drawing/2014/main" id="{E4B777C5-6D49-4211-B159-494BD89ADAF8}"/>
                </a:ext>
              </a:extLst>
            </p:cNvPr>
            <p:cNvGrpSpPr/>
            <p:nvPr/>
          </p:nvGrpSpPr>
          <p:grpSpPr>
            <a:xfrm>
              <a:off x="3762222" y="4810593"/>
              <a:ext cx="352077" cy="1039314"/>
              <a:chOff x="7187365" y="4456572"/>
              <a:chExt cx="352077" cy="1039314"/>
            </a:xfrm>
          </p:grpSpPr>
          <p:grpSp>
            <p:nvGrpSpPr>
              <p:cNvPr id="514" name="组合 513">
                <a:extLst>
                  <a:ext uri="{FF2B5EF4-FFF2-40B4-BE49-F238E27FC236}">
                    <a16:creationId xmlns:a16="http://schemas.microsoft.com/office/drawing/2014/main" id="{18905D44-6C8B-4E3A-B978-A7215DE3ED31}"/>
                  </a:ext>
                </a:extLst>
              </p:cNvPr>
              <p:cNvGrpSpPr/>
              <p:nvPr/>
            </p:nvGrpSpPr>
            <p:grpSpPr>
              <a:xfrm rot="10800000">
                <a:off x="7187365" y="4456572"/>
                <a:ext cx="287250" cy="256760"/>
                <a:chOff x="10293350" y="4991100"/>
                <a:chExt cx="454660" cy="406400"/>
              </a:xfrm>
            </p:grpSpPr>
            <p:sp>
              <p:nvSpPr>
                <p:cNvPr id="523" name="椭圆 522">
                  <a:extLst>
                    <a:ext uri="{FF2B5EF4-FFF2-40B4-BE49-F238E27FC236}">
                      <a16:creationId xmlns:a16="http://schemas.microsoft.com/office/drawing/2014/main" id="{3C956703-02A4-4C03-9D94-803064948392}"/>
                    </a:ext>
                  </a:extLst>
                </p:cNvPr>
                <p:cNvSpPr/>
                <p:nvPr/>
              </p:nvSpPr>
              <p:spPr>
                <a:xfrm>
                  <a:off x="10293350" y="4991100"/>
                  <a:ext cx="264160" cy="406400"/>
                </a:xfrm>
                <a:prstGeom prst="ellipse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24" name="直接箭头连接符 523">
                  <a:extLst>
                    <a:ext uri="{FF2B5EF4-FFF2-40B4-BE49-F238E27FC236}">
                      <a16:creationId xmlns:a16="http://schemas.microsoft.com/office/drawing/2014/main" id="{78C2FAFD-974C-4DB2-BA8D-CE03D461A5DE}"/>
                    </a:ext>
                  </a:extLst>
                </p:cNvPr>
                <p:cNvCxnSpPr>
                  <a:stCxn id="523" idx="2"/>
                </p:cNvCxnSpPr>
                <p:nvPr/>
              </p:nvCxnSpPr>
              <p:spPr>
                <a:xfrm>
                  <a:off x="10293350" y="5194300"/>
                  <a:ext cx="6844" cy="63499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prstDash val="dash"/>
                  <a:headEnd type="none" w="lg" len="lg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5" name="直接箭头连接符 524">
                  <a:extLst>
                    <a:ext uri="{FF2B5EF4-FFF2-40B4-BE49-F238E27FC236}">
                      <a16:creationId xmlns:a16="http://schemas.microsoft.com/office/drawing/2014/main" id="{1CD807AD-545B-4D5D-B0EC-72824501BAB6}"/>
                    </a:ext>
                  </a:extLst>
                </p:cNvPr>
                <p:cNvCxnSpPr/>
                <p:nvPr/>
              </p:nvCxnSpPr>
              <p:spPr>
                <a:xfrm>
                  <a:off x="10429240" y="5182235"/>
                  <a:ext cx="318770" cy="0"/>
                </a:xfrm>
                <a:prstGeom prst="straightConnector1">
                  <a:avLst/>
                </a:prstGeom>
                <a:ln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5" name="组合 514">
                <a:extLst>
                  <a:ext uri="{FF2B5EF4-FFF2-40B4-BE49-F238E27FC236}">
                    <a16:creationId xmlns:a16="http://schemas.microsoft.com/office/drawing/2014/main" id="{1F0D603F-737F-43A3-BE02-22BF3B7739F4}"/>
                  </a:ext>
                </a:extLst>
              </p:cNvPr>
              <p:cNvGrpSpPr/>
              <p:nvPr/>
            </p:nvGrpSpPr>
            <p:grpSpPr>
              <a:xfrm rot="15931791">
                <a:off x="7245136" y="4775039"/>
                <a:ext cx="287250" cy="256760"/>
                <a:chOff x="10293350" y="4991100"/>
                <a:chExt cx="454660" cy="406400"/>
              </a:xfrm>
            </p:grpSpPr>
            <p:sp>
              <p:nvSpPr>
                <p:cNvPr id="520" name="椭圆 519">
                  <a:extLst>
                    <a:ext uri="{FF2B5EF4-FFF2-40B4-BE49-F238E27FC236}">
                      <a16:creationId xmlns:a16="http://schemas.microsoft.com/office/drawing/2014/main" id="{006B04BB-2FF2-44BC-AB8B-ABD6E9D9DEA4}"/>
                    </a:ext>
                  </a:extLst>
                </p:cNvPr>
                <p:cNvSpPr/>
                <p:nvPr/>
              </p:nvSpPr>
              <p:spPr>
                <a:xfrm>
                  <a:off x="10293350" y="4991100"/>
                  <a:ext cx="264160" cy="406400"/>
                </a:xfrm>
                <a:prstGeom prst="ellipse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21" name="直接箭头连接符 520">
                  <a:extLst>
                    <a:ext uri="{FF2B5EF4-FFF2-40B4-BE49-F238E27FC236}">
                      <a16:creationId xmlns:a16="http://schemas.microsoft.com/office/drawing/2014/main" id="{3E7ADB41-92CD-4377-ACF9-3B5BE34D8EEA}"/>
                    </a:ext>
                  </a:extLst>
                </p:cNvPr>
                <p:cNvCxnSpPr>
                  <a:stCxn id="520" idx="2"/>
                </p:cNvCxnSpPr>
                <p:nvPr/>
              </p:nvCxnSpPr>
              <p:spPr>
                <a:xfrm>
                  <a:off x="10293350" y="5194300"/>
                  <a:ext cx="6844" cy="63499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prstDash val="dash"/>
                  <a:headEnd type="none" w="lg" len="lg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2" name="直接箭头连接符 521">
                  <a:extLst>
                    <a:ext uri="{FF2B5EF4-FFF2-40B4-BE49-F238E27FC236}">
                      <a16:creationId xmlns:a16="http://schemas.microsoft.com/office/drawing/2014/main" id="{0924F23E-D876-4C1C-9126-0A90C19F7F55}"/>
                    </a:ext>
                  </a:extLst>
                </p:cNvPr>
                <p:cNvCxnSpPr/>
                <p:nvPr/>
              </p:nvCxnSpPr>
              <p:spPr>
                <a:xfrm>
                  <a:off x="10429240" y="5182235"/>
                  <a:ext cx="318770" cy="0"/>
                </a:xfrm>
                <a:prstGeom prst="straightConnector1">
                  <a:avLst/>
                </a:prstGeom>
                <a:ln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6" name="组合 515">
                <a:extLst>
                  <a:ext uri="{FF2B5EF4-FFF2-40B4-BE49-F238E27FC236}">
                    <a16:creationId xmlns:a16="http://schemas.microsoft.com/office/drawing/2014/main" id="{C6B13781-A78C-4302-B13E-135A2241D20B}"/>
                  </a:ext>
                </a:extLst>
              </p:cNvPr>
              <p:cNvGrpSpPr/>
              <p:nvPr/>
            </p:nvGrpSpPr>
            <p:grpSpPr>
              <a:xfrm rot="2856063">
                <a:off x="7267437" y="5223881"/>
                <a:ext cx="287250" cy="256760"/>
                <a:chOff x="10293350" y="4991100"/>
                <a:chExt cx="454660" cy="406400"/>
              </a:xfrm>
            </p:grpSpPr>
            <p:sp>
              <p:nvSpPr>
                <p:cNvPr id="517" name="椭圆 516">
                  <a:extLst>
                    <a:ext uri="{FF2B5EF4-FFF2-40B4-BE49-F238E27FC236}">
                      <a16:creationId xmlns:a16="http://schemas.microsoft.com/office/drawing/2014/main" id="{75F2EA88-E371-442D-9E53-18305799FE4E}"/>
                    </a:ext>
                  </a:extLst>
                </p:cNvPr>
                <p:cNvSpPr/>
                <p:nvPr/>
              </p:nvSpPr>
              <p:spPr>
                <a:xfrm>
                  <a:off x="10293350" y="4991100"/>
                  <a:ext cx="264160" cy="406400"/>
                </a:xfrm>
                <a:prstGeom prst="ellipse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18" name="直接箭头连接符 517">
                  <a:extLst>
                    <a:ext uri="{FF2B5EF4-FFF2-40B4-BE49-F238E27FC236}">
                      <a16:creationId xmlns:a16="http://schemas.microsoft.com/office/drawing/2014/main" id="{5634BB56-F507-4029-8F59-41FEF4F7D959}"/>
                    </a:ext>
                  </a:extLst>
                </p:cNvPr>
                <p:cNvCxnSpPr>
                  <a:stCxn id="517" idx="2"/>
                </p:cNvCxnSpPr>
                <p:nvPr/>
              </p:nvCxnSpPr>
              <p:spPr>
                <a:xfrm>
                  <a:off x="10293350" y="5194300"/>
                  <a:ext cx="6844" cy="63499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prstDash val="dash"/>
                  <a:headEnd type="none" w="lg" len="lg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9" name="直接箭头连接符 518">
                  <a:extLst>
                    <a:ext uri="{FF2B5EF4-FFF2-40B4-BE49-F238E27FC236}">
                      <a16:creationId xmlns:a16="http://schemas.microsoft.com/office/drawing/2014/main" id="{19ECC4C3-96BC-44BA-887C-74CCDC3DE7D2}"/>
                    </a:ext>
                  </a:extLst>
                </p:cNvPr>
                <p:cNvCxnSpPr/>
                <p:nvPr/>
              </p:nvCxnSpPr>
              <p:spPr>
                <a:xfrm>
                  <a:off x="10429240" y="5182235"/>
                  <a:ext cx="318770" cy="0"/>
                </a:xfrm>
                <a:prstGeom prst="straightConnector1">
                  <a:avLst/>
                </a:prstGeom>
                <a:ln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76" name="组合 475">
              <a:extLst>
                <a:ext uri="{FF2B5EF4-FFF2-40B4-BE49-F238E27FC236}">
                  <a16:creationId xmlns:a16="http://schemas.microsoft.com/office/drawing/2014/main" id="{94CC9E1E-E365-459A-9BD0-2307A505B1DE}"/>
                </a:ext>
              </a:extLst>
            </p:cNvPr>
            <p:cNvGrpSpPr/>
            <p:nvPr/>
          </p:nvGrpSpPr>
          <p:grpSpPr>
            <a:xfrm rot="15475638">
              <a:off x="3395572" y="4769294"/>
              <a:ext cx="287250" cy="256760"/>
              <a:chOff x="10293350" y="4991100"/>
              <a:chExt cx="454660" cy="406400"/>
            </a:xfrm>
          </p:grpSpPr>
          <p:sp>
            <p:nvSpPr>
              <p:cNvPr id="511" name="椭圆 510">
                <a:extLst>
                  <a:ext uri="{FF2B5EF4-FFF2-40B4-BE49-F238E27FC236}">
                    <a16:creationId xmlns:a16="http://schemas.microsoft.com/office/drawing/2014/main" id="{D08BEC87-62FE-457E-84FC-59336AAC4171}"/>
                  </a:ext>
                </a:extLst>
              </p:cNvPr>
              <p:cNvSpPr/>
              <p:nvPr/>
            </p:nvSpPr>
            <p:spPr>
              <a:xfrm>
                <a:off x="10293350" y="4991100"/>
                <a:ext cx="264160" cy="406400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12" name="直接箭头连接符 511">
                <a:extLst>
                  <a:ext uri="{FF2B5EF4-FFF2-40B4-BE49-F238E27FC236}">
                    <a16:creationId xmlns:a16="http://schemas.microsoft.com/office/drawing/2014/main" id="{166411C6-3839-4227-AAF2-211040642B8A}"/>
                  </a:ext>
                </a:extLst>
              </p:cNvPr>
              <p:cNvCxnSpPr>
                <a:stCxn id="511" idx="2"/>
              </p:cNvCxnSpPr>
              <p:nvPr/>
            </p:nvCxnSpPr>
            <p:spPr>
              <a:xfrm>
                <a:off x="10293350" y="5194300"/>
                <a:ext cx="6844" cy="63499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prstDash val="dash"/>
                <a:headEnd type="none" w="lg" len="lg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" name="直接箭头连接符 512">
                <a:extLst>
                  <a:ext uri="{FF2B5EF4-FFF2-40B4-BE49-F238E27FC236}">
                    <a16:creationId xmlns:a16="http://schemas.microsoft.com/office/drawing/2014/main" id="{A21A4DF8-C34D-4D6F-9BD2-B269297FFE9F}"/>
                  </a:ext>
                </a:extLst>
              </p:cNvPr>
              <p:cNvCxnSpPr/>
              <p:nvPr/>
            </p:nvCxnSpPr>
            <p:spPr>
              <a:xfrm>
                <a:off x="10429240" y="5182235"/>
                <a:ext cx="318770" cy="0"/>
              </a:xfrm>
              <a:prstGeom prst="straightConnector1">
                <a:avLst/>
              </a:prstGeom>
              <a:ln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7" name="组合 476">
              <a:extLst>
                <a:ext uri="{FF2B5EF4-FFF2-40B4-BE49-F238E27FC236}">
                  <a16:creationId xmlns:a16="http://schemas.microsoft.com/office/drawing/2014/main" id="{1ABC08A6-E3C3-43E6-86E9-9D8291FA8201}"/>
                </a:ext>
              </a:extLst>
            </p:cNvPr>
            <p:cNvGrpSpPr/>
            <p:nvPr/>
          </p:nvGrpSpPr>
          <p:grpSpPr>
            <a:xfrm rot="19596195">
              <a:off x="3453343" y="5149405"/>
              <a:ext cx="287250" cy="256760"/>
              <a:chOff x="10293350" y="4991100"/>
              <a:chExt cx="454660" cy="406400"/>
            </a:xfrm>
          </p:grpSpPr>
          <p:sp>
            <p:nvSpPr>
              <p:cNvPr id="508" name="椭圆 507">
                <a:extLst>
                  <a:ext uri="{FF2B5EF4-FFF2-40B4-BE49-F238E27FC236}">
                    <a16:creationId xmlns:a16="http://schemas.microsoft.com/office/drawing/2014/main" id="{23F59450-CF86-40E1-8605-094F3D120F4B}"/>
                  </a:ext>
                </a:extLst>
              </p:cNvPr>
              <p:cNvSpPr/>
              <p:nvPr/>
            </p:nvSpPr>
            <p:spPr>
              <a:xfrm>
                <a:off x="10293350" y="4991100"/>
                <a:ext cx="264160" cy="406400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09" name="直接箭头连接符 508">
                <a:extLst>
                  <a:ext uri="{FF2B5EF4-FFF2-40B4-BE49-F238E27FC236}">
                    <a16:creationId xmlns:a16="http://schemas.microsoft.com/office/drawing/2014/main" id="{448E2FE6-767A-4E39-95C1-F723304BDEB8}"/>
                  </a:ext>
                </a:extLst>
              </p:cNvPr>
              <p:cNvCxnSpPr>
                <a:stCxn id="508" idx="2"/>
              </p:cNvCxnSpPr>
              <p:nvPr/>
            </p:nvCxnSpPr>
            <p:spPr>
              <a:xfrm>
                <a:off x="10293350" y="5194300"/>
                <a:ext cx="6844" cy="63499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prstDash val="dash"/>
                <a:headEnd type="none" w="lg" len="lg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直接箭头连接符 509">
                <a:extLst>
                  <a:ext uri="{FF2B5EF4-FFF2-40B4-BE49-F238E27FC236}">
                    <a16:creationId xmlns:a16="http://schemas.microsoft.com/office/drawing/2014/main" id="{6FD58DFF-5967-4E20-BA6C-5EF5CC73452E}"/>
                  </a:ext>
                </a:extLst>
              </p:cNvPr>
              <p:cNvCxnSpPr/>
              <p:nvPr/>
            </p:nvCxnSpPr>
            <p:spPr>
              <a:xfrm>
                <a:off x="10429240" y="5182235"/>
                <a:ext cx="318770" cy="0"/>
              </a:xfrm>
              <a:prstGeom prst="straightConnector1">
                <a:avLst/>
              </a:prstGeom>
              <a:ln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8" name="组合 477">
              <a:extLst>
                <a:ext uri="{FF2B5EF4-FFF2-40B4-BE49-F238E27FC236}">
                  <a16:creationId xmlns:a16="http://schemas.microsoft.com/office/drawing/2014/main" id="{DD0AF2F6-ADC4-4C3B-B857-05C8B3F441E0}"/>
                </a:ext>
              </a:extLst>
            </p:cNvPr>
            <p:cNvGrpSpPr/>
            <p:nvPr/>
          </p:nvGrpSpPr>
          <p:grpSpPr>
            <a:xfrm rot="10800000">
              <a:off x="3362630" y="5516055"/>
              <a:ext cx="287250" cy="256760"/>
              <a:chOff x="10293350" y="4991100"/>
              <a:chExt cx="454660" cy="406400"/>
            </a:xfrm>
          </p:grpSpPr>
          <p:sp>
            <p:nvSpPr>
              <p:cNvPr id="505" name="椭圆 504">
                <a:extLst>
                  <a:ext uri="{FF2B5EF4-FFF2-40B4-BE49-F238E27FC236}">
                    <a16:creationId xmlns:a16="http://schemas.microsoft.com/office/drawing/2014/main" id="{C0246F56-0095-4CFC-803F-4BE940EDE80A}"/>
                  </a:ext>
                </a:extLst>
              </p:cNvPr>
              <p:cNvSpPr/>
              <p:nvPr/>
            </p:nvSpPr>
            <p:spPr>
              <a:xfrm>
                <a:off x="10293350" y="4991100"/>
                <a:ext cx="264160" cy="406400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06" name="直接箭头连接符 505">
                <a:extLst>
                  <a:ext uri="{FF2B5EF4-FFF2-40B4-BE49-F238E27FC236}">
                    <a16:creationId xmlns:a16="http://schemas.microsoft.com/office/drawing/2014/main" id="{66916C6D-C0D9-41E0-B48D-AFF7B7549E85}"/>
                  </a:ext>
                </a:extLst>
              </p:cNvPr>
              <p:cNvCxnSpPr>
                <a:stCxn id="505" idx="2"/>
              </p:cNvCxnSpPr>
              <p:nvPr/>
            </p:nvCxnSpPr>
            <p:spPr>
              <a:xfrm>
                <a:off x="10293350" y="5194300"/>
                <a:ext cx="6844" cy="63499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prstDash val="dash"/>
                <a:headEnd type="none" w="lg" len="lg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7" name="直接箭头连接符 506">
                <a:extLst>
                  <a:ext uri="{FF2B5EF4-FFF2-40B4-BE49-F238E27FC236}">
                    <a16:creationId xmlns:a16="http://schemas.microsoft.com/office/drawing/2014/main" id="{4332AACF-BD6B-45FC-B04A-4E8CFB291592}"/>
                  </a:ext>
                </a:extLst>
              </p:cNvPr>
              <p:cNvCxnSpPr/>
              <p:nvPr/>
            </p:nvCxnSpPr>
            <p:spPr>
              <a:xfrm>
                <a:off x="10429240" y="5182235"/>
                <a:ext cx="318770" cy="0"/>
              </a:xfrm>
              <a:prstGeom prst="straightConnector1">
                <a:avLst/>
              </a:prstGeom>
              <a:ln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9" name="组合 478">
              <a:extLst>
                <a:ext uri="{FF2B5EF4-FFF2-40B4-BE49-F238E27FC236}">
                  <a16:creationId xmlns:a16="http://schemas.microsoft.com/office/drawing/2014/main" id="{6EE0A9D3-5D80-4AFD-9222-F6BEFB8C6360}"/>
                </a:ext>
              </a:extLst>
            </p:cNvPr>
            <p:cNvGrpSpPr/>
            <p:nvPr/>
          </p:nvGrpSpPr>
          <p:grpSpPr>
            <a:xfrm>
              <a:off x="4621358" y="4797778"/>
              <a:ext cx="352077" cy="1039314"/>
              <a:chOff x="7187365" y="4456572"/>
              <a:chExt cx="352077" cy="1039314"/>
            </a:xfrm>
          </p:grpSpPr>
          <p:grpSp>
            <p:nvGrpSpPr>
              <p:cNvPr id="493" name="组合 492">
                <a:extLst>
                  <a:ext uri="{FF2B5EF4-FFF2-40B4-BE49-F238E27FC236}">
                    <a16:creationId xmlns:a16="http://schemas.microsoft.com/office/drawing/2014/main" id="{EFA8E6DA-D844-4410-AC27-5D8E9679DBC4}"/>
                  </a:ext>
                </a:extLst>
              </p:cNvPr>
              <p:cNvGrpSpPr/>
              <p:nvPr/>
            </p:nvGrpSpPr>
            <p:grpSpPr>
              <a:xfrm rot="10800000">
                <a:off x="7187365" y="4456572"/>
                <a:ext cx="287250" cy="256760"/>
                <a:chOff x="10293350" y="4991100"/>
                <a:chExt cx="454660" cy="406400"/>
              </a:xfrm>
            </p:grpSpPr>
            <p:sp>
              <p:nvSpPr>
                <p:cNvPr id="502" name="椭圆 501">
                  <a:extLst>
                    <a:ext uri="{FF2B5EF4-FFF2-40B4-BE49-F238E27FC236}">
                      <a16:creationId xmlns:a16="http://schemas.microsoft.com/office/drawing/2014/main" id="{41FB5EEA-4B0A-4FCD-88B7-502008D72716}"/>
                    </a:ext>
                  </a:extLst>
                </p:cNvPr>
                <p:cNvSpPr/>
                <p:nvPr/>
              </p:nvSpPr>
              <p:spPr>
                <a:xfrm>
                  <a:off x="10293350" y="4991100"/>
                  <a:ext cx="264160" cy="406400"/>
                </a:xfrm>
                <a:prstGeom prst="ellipse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03" name="直接箭头连接符 502">
                  <a:extLst>
                    <a:ext uri="{FF2B5EF4-FFF2-40B4-BE49-F238E27FC236}">
                      <a16:creationId xmlns:a16="http://schemas.microsoft.com/office/drawing/2014/main" id="{250AFACE-272C-4DC1-8537-8F62C37278C1}"/>
                    </a:ext>
                  </a:extLst>
                </p:cNvPr>
                <p:cNvCxnSpPr>
                  <a:stCxn id="502" idx="2"/>
                </p:cNvCxnSpPr>
                <p:nvPr/>
              </p:nvCxnSpPr>
              <p:spPr>
                <a:xfrm>
                  <a:off x="10293350" y="5194300"/>
                  <a:ext cx="6844" cy="63499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prstDash val="dash"/>
                  <a:headEnd type="none" w="lg" len="lg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4" name="直接箭头连接符 503">
                  <a:extLst>
                    <a:ext uri="{FF2B5EF4-FFF2-40B4-BE49-F238E27FC236}">
                      <a16:creationId xmlns:a16="http://schemas.microsoft.com/office/drawing/2014/main" id="{EE716B28-5A08-4772-840F-179CB9998AA7}"/>
                    </a:ext>
                  </a:extLst>
                </p:cNvPr>
                <p:cNvCxnSpPr/>
                <p:nvPr/>
              </p:nvCxnSpPr>
              <p:spPr>
                <a:xfrm>
                  <a:off x="10429240" y="5182235"/>
                  <a:ext cx="318770" cy="0"/>
                </a:xfrm>
                <a:prstGeom prst="straightConnector1">
                  <a:avLst/>
                </a:prstGeom>
                <a:ln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4" name="组合 493">
                <a:extLst>
                  <a:ext uri="{FF2B5EF4-FFF2-40B4-BE49-F238E27FC236}">
                    <a16:creationId xmlns:a16="http://schemas.microsoft.com/office/drawing/2014/main" id="{7E5F0CA8-465D-4FAC-93F4-AB4698BA3A72}"/>
                  </a:ext>
                </a:extLst>
              </p:cNvPr>
              <p:cNvGrpSpPr/>
              <p:nvPr/>
            </p:nvGrpSpPr>
            <p:grpSpPr>
              <a:xfrm rot="15931791">
                <a:off x="7245136" y="4775039"/>
                <a:ext cx="287250" cy="256760"/>
                <a:chOff x="10293350" y="4991100"/>
                <a:chExt cx="454660" cy="406400"/>
              </a:xfrm>
            </p:grpSpPr>
            <p:sp>
              <p:nvSpPr>
                <p:cNvPr id="499" name="椭圆 498">
                  <a:extLst>
                    <a:ext uri="{FF2B5EF4-FFF2-40B4-BE49-F238E27FC236}">
                      <a16:creationId xmlns:a16="http://schemas.microsoft.com/office/drawing/2014/main" id="{1B8D9759-AA9E-4A49-A7D1-05E358EE60FB}"/>
                    </a:ext>
                  </a:extLst>
                </p:cNvPr>
                <p:cNvSpPr/>
                <p:nvPr/>
              </p:nvSpPr>
              <p:spPr>
                <a:xfrm>
                  <a:off x="10293350" y="4991100"/>
                  <a:ext cx="264160" cy="406400"/>
                </a:xfrm>
                <a:prstGeom prst="ellipse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00" name="直接箭头连接符 499">
                  <a:extLst>
                    <a:ext uri="{FF2B5EF4-FFF2-40B4-BE49-F238E27FC236}">
                      <a16:creationId xmlns:a16="http://schemas.microsoft.com/office/drawing/2014/main" id="{3A6B8E1D-B46F-4433-955C-2779965E467C}"/>
                    </a:ext>
                  </a:extLst>
                </p:cNvPr>
                <p:cNvCxnSpPr>
                  <a:stCxn id="499" idx="2"/>
                </p:cNvCxnSpPr>
                <p:nvPr/>
              </p:nvCxnSpPr>
              <p:spPr>
                <a:xfrm>
                  <a:off x="10293350" y="5194300"/>
                  <a:ext cx="6844" cy="63499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prstDash val="dash"/>
                  <a:headEnd type="none" w="lg" len="lg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直接箭头连接符 500">
                  <a:extLst>
                    <a:ext uri="{FF2B5EF4-FFF2-40B4-BE49-F238E27FC236}">
                      <a16:creationId xmlns:a16="http://schemas.microsoft.com/office/drawing/2014/main" id="{3E3C5CF8-7801-486E-A991-A58CA840CAA8}"/>
                    </a:ext>
                  </a:extLst>
                </p:cNvPr>
                <p:cNvCxnSpPr/>
                <p:nvPr/>
              </p:nvCxnSpPr>
              <p:spPr>
                <a:xfrm>
                  <a:off x="10429240" y="5182235"/>
                  <a:ext cx="318770" cy="0"/>
                </a:xfrm>
                <a:prstGeom prst="straightConnector1">
                  <a:avLst/>
                </a:prstGeom>
                <a:ln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5" name="组合 494">
                <a:extLst>
                  <a:ext uri="{FF2B5EF4-FFF2-40B4-BE49-F238E27FC236}">
                    <a16:creationId xmlns:a16="http://schemas.microsoft.com/office/drawing/2014/main" id="{E8355D78-58FD-4039-B5CB-3D2C0C775BE4}"/>
                  </a:ext>
                </a:extLst>
              </p:cNvPr>
              <p:cNvGrpSpPr/>
              <p:nvPr/>
            </p:nvGrpSpPr>
            <p:grpSpPr>
              <a:xfrm rot="2856063">
                <a:off x="7267437" y="5223881"/>
                <a:ext cx="287250" cy="256760"/>
                <a:chOff x="10293350" y="4991100"/>
                <a:chExt cx="454660" cy="406400"/>
              </a:xfrm>
            </p:grpSpPr>
            <p:sp>
              <p:nvSpPr>
                <p:cNvPr id="496" name="椭圆 495">
                  <a:extLst>
                    <a:ext uri="{FF2B5EF4-FFF2-40B4-BE49-F238E27FC236}">
                      <a16:creationId xmlns:a16="http://schemas.microsoft.com/office/drawing/2014/main" id="{69485A39-44AB-45A4-A07B-7FB66946EF18}"/>
                    </a:ext>
                  </a:extLst>
                </p:cNvPr>
                <p:cNvSpPr/>
                <p:nvPr/>
              </p:nvSpPr>
              <p:spPr>
                <a:xfrm>
                  <a:off x="10293350" y="4991100"/>
                  <a:ext cx="264160" cy="406400"/>
                </a:xfrm>
                <a:prstGeom prst="ellipse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97" name="直接箭头连接符 496">
                  <a:extLst>
                    <a:ext uri="{FF2B5EF4-FFF2-40B4-BE49-F238E27FC236}">
                      <a16:creationId xmlns:a16="http://schemas.microsoft.com/office/drawing/2014/main" id="{F099342E-A129-4334-8171-71526F6C1CFA}"/>
                    </a:ext>
                  </a:extLst>
                </p:cNvPr>
                <p:cNvCxnSpPr>
                  <a:stCxn id="496" idx="2"/>
                </p:cNvCxnSpPr>
                <p:nvPr/>
              </p:nvCxnSpPr>
              <p:spPr>
                <a:xfrm>
                  <a:off x="10293350" y="5194300"/>
                  <a:ext cx="6844" cy="63499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prstDash val="dash"/>
                  <a:headEnd type="none" w="lg" len="lg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8" name="直接箭头连接符 497">
                  <a:extLst>
                    <a:ext uri="{FF2B5EF4-FFF2-40B4-BE49-F238E27FC236}">
                      <a16:creationId xmlns:a16="http://schemas.microsoft.com/office/drawing/2014/main" id="{D3F27589-BB38-419D-A9CA-E84FF7848B51}"/>
                    </a:ext>
                  </a:extLst>
                </p:cNvPr>
                <p:cNvCxnSpPr/>
                <p:nvPr/>
              </p:nvCxnSpPr>
              <p:spPr>
                <a:xfrm>
                  <a:off x="10429240" y="5182235"/>
                  <a:ext cx="318770" cy="0"/>
                </a:xfrm>
                <a:prstGeom prst="straightConnector1">
                  <a:avLst/>
                </a:prstGeom>
                <a:ln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80" name="组合 479">
              <a:extLst>
                <a:ext uri="{FF2B5EF4-FFF2-40B4-BE49-F238E27FC236}">
                  <a16:creationId xmlns:a16="http://schemas.microsoft.com/office/drawing/2014/main" id="{746A1490-B202-4684-B5EB-18A1C5E5E798}"/>
                </a:ext>
              </a:extLst>
            </p:cNvPr>
            <p:cNvGrpSpPr/>
            <p:nvPr/>
          </p:nvGrpSpPr>
          <p:grpSpPr>
            <a:xfrm rot="10800000">
              <a:off x="5089078" y="4754398"/>
              <a:ext cx="352077" cy="1039314"/>
              <a:chOff x="7187365" y="4456572"/>
              <a:chExt cx="352077" cy="1039314"/>
            </a:xfrm>
          </p:grpSpPr>
          <p:grpSp>
            <p:nvGrpSpPr>
              <p:cNvPr id="481" name="组合 480">
                <a:extLst>
                  <a:ext uri="{FF2B5EF4-FFF2-40B4-BE49-F238E27FC236}">
                    <a16:creationId xmlns:a16="http://schemas.microsoft.com/office/drawing/2014/main" id="{79912C87-0DA3-4B49-9754-08DF8CC8E53F}"/>
                  </a:ext>
                </a:extLst>
              </p:cNvPr>
              <p:cNvGrpSpPr/>
              <p:nvPr/>
            </p:nvGrpSpPr>
            <p:grpSpPr>
              <a:xfrm rot="10800000">
                <a:off x="7187365" y="4456572"/>
                <a:ext cx="287250" cy="256760"/>
                <a:chOff x="10293350" y="4991100"/>
                <a:chExt cx="454660" cy="406400"/>
              </a:xfrm>
            </p:grpSpPr>
            <p:sp>
              <p:nvSpPr>
                <p:cNvPr id="490" name="椭圆 489">
                  <a:extLst>
                    <a:ext uri="{FF2B5EF4-FFF2-40B4-BE49-F238E27FC236}">
                      <a16:creationId xmlns:a16="http://schemas.microsoft.com/office/drawing/2014/main" id="{835106BB-9EF8-4967-BE4C-D4F67E239F2B}"/>
                    </a:ext>
                  </a:extLst>
                </p:cNvPr>
                <p:cNvSpPr/>
                <p:nvPr/>
              </p:nvSpPr>
              <p:spPr>
                <a:xfrm>
                  <a:off x="10293350" y="4991100"/>
                  <a:ext cx="264160" cy="406400"/>
                </a:xfrm>
                <a:prstGeom prst="ellipse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91" name="直接箭头连接符 490">
                  <a:extLst>
                    <a:ext uri="{FF2B5EF4-FFF2-40B4-BE49-F238E27FC236}">
                      <a16:creationId xmlns:a16="http://schemas.microsoft.com/office/drawing/2014/main" id="{7BA209F0-D38C-4C96-853A-A0815DB2B673}"/>
                    </a:ext>
                  </a:extLst>
                </p:cNvPr>
                <p:cNvCxnSpPr>
                  <a:stCxn id="490" idx="2"/>
                </p:cNvCxnSpPr>
                <p:nvPr/>
              </p:nvCxnSpPr>
              <p:spPr>
                <a:xfrm>
                  <a:off x="10293350" y="5194300"/>
                  <a:ext cx="6844" cy="63499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prstDash val="dash"/>
                  <a:headEnd type="none" w="lg" len="lg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2" name="直接箭头连接符 491">
                  <a:extLst>
                    <a:ext uri="{FF2B5EF4-FFF2-40B4-BE49-F238E27FC236}">
                      <a16:creationId xmlns:a16="http://schemas.microsoft.com/office/drawing/2014/main" id="{32E5DA2E-23CE-45B4-A4B3-8A1EBBD37D7F}"/>
                    </a:ext>
                  </a:extLst>
                </p:cNvPr>
                <p:cNvCxnSpPr/>
                <p:nvPr/>
              </p:nvCxnSpPr>
              <p:spPr>
                <a:xfrm>
                  <a:off x="10429240" y="5182235"/>
                  <a:ext cx="318770" cy="0"/>
                </a:xfrm>
                <a:prstGeom prst="straightConnector1">
                  <a:avLst/>
                </a:prstGeom>
                <a:ln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2" name="组合 481">
                <a:extLst>
                  <a:ext uri="{FF2B5EF4-FFF2-40B4-BE49-F238E27FC236}">
                    <a16:creationId xmlns:a16="http://schemas.microsoft.com/office/drawing/2014/main" id="{573341B7-AF8D-4DDA-95C9-B92CD036D1F9}"/>
                  </a:ext>
                </a:extLst>
              </p:cNvPr>
              <p:cNvGrpSpPr/>
              <p:nvPr/>
            </p:nvGrpSpPr>
            <p:grpSpPr>
              <a:xfrm rot="15931791">
                <a:off x="7245136" y="4775039"/>
                <a:ext cx="287250" cy="256760"/>
                <a:chOff x="10293350" y="4991100"/>
                <a:chExt cx="454660" cy="406400"/>
              </a:xfrm>
            </p:grpSpPr>
            <p:sp>
              <p:nvSpPr>
                <p:cNvPr id="487" name="椭圆 486">
                  <a:extLst>
                    <a:ext uri="{FF2B5EF4-FFF2-40B4-BE49-F238E27FC236}">
                      <a16:creationId xmlns:a16="http://schemas.microsoft.com/office/drawing/2014/main" id="{BF48F80A-7285-45FC-8CAA-60597D0EB8C1}"/>
                    </a:ext>
                  </a:extLst>
                </p:cNvPr>
                <p:cNvSpPr/>
                <p:nvPr/>
              </p:nvSpPr>
              <p:spPr>
                <a:xfrm>
                  <a:off x="10293350" y="4991100"/>
                  <a:ext cx="264160" cy="406400"/>
                </a:xfrm>
                <a:prstGeom prst="ellipse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88" name="直接箭头连接符 487">
                  <a:extLst>
                    <a:ext uri="{FF2B5EF4-FFF2-40B4-BE49-F238E27FC236}">
                      <a16:creationId xmlns:a16="http://schemas.microsoft.com/office/drawing/2014/main" id="{27FB3CCC-37A2-40E9-BA95-1B16AEDBFEE7}"/>
                    </a:ext>
                  </a:extLst>
                </p:cNvPr>
                <p:cNvCxnSpPr>
                  <a:stCxn id="487" idx="2"/>
                </p:cNvCxnSpPr>
                <p:nvPr/>
              </p:nvCxnSpPr>
              <p:spPr>
                <a:xfrm>
                  <a:off x="10293350" y="5194300"/>
                  <a:ext cx="6844" cy="63499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prstDash val="dash"/>
                  <a:headEnd type="none" w="lg" len="lg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9" name="直接箭头连接符 488">
                  <a:extLst>
                    <a:ext uri="{FF2B5EF4-FFF2-40B4-BE49-F238E27FC236}">
                      <a16:creationId xmlns:a16="http://schemas.microsoft.com/office/drawing/2014/main" id="{79BADAB5-7B05-4A37-97D4-7AD91DCFB157}"/>
                    </a:ext>
                  </a:extLst>
                </p:cNvPr>
                <p:cNvCxnSpPr/>
                <p:nvPr/>
              </p:nvCxnSpPr>
              <p:spPr>
                <a:xfrm>
                  <a:off x="10429240" y="5182235"/>
                  <a:ext cx="318770" cy="0"/>
                </a:xfrm>
                <a:prstGeom prst="straightConnector1">
                  <a:avLst/>
                </a:prstGeom>
                <a:ln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3" name="组合 482">
                <a:extLst>
                  <a:ext uri="{FF2B5EF4-FFF2-40B4-BE49-F238E27FC236}">
                    <a16:creationId xmlns:a16="http://schemas.microsoft.com/office/drawing/2014/main" id="{F9B5AFCE-AE46-49DC-A9A9-EA94CA9C58F5}"/>
                  </a:ext>
                </a:extLst>
              </p:cNvPr>
              <p:cNvGrpSpPr/>
              <p:nvPr/>
            </p:nvGrpSpPr>
            <p:grpSpPr>
              <a:xfrm rot="2856063">
                <a:off x="7267437" y="5223881"/>
                <a:ext cx="287250" cy="256760"/>
                <a:chOff x="10293350" y="4991100"/>
                <a:chExt cx="454660" cy="406400"/>
              </a:xfrm>
            </p:grpSpPr>
            <p:sp>
              <p:nvSpPr>
                <p:cNvPr id="484" name="椭圆 483">
                  <a:extLst>
                    <a:ext uri="{FF2B5EF4-FFF2-40B4-BE49-F238E27FC236}">
                      <a16:creationId xmlns:a16="http://schemas.microsoft.com/office/drawing/2014/main" id="{DDF7A14C-7A26-408F-B452-10D9C9BBB4D5}"/>
                    </a:ext>
                  </a:extLst>
                </p:cNvPr>
                <p:cNvSpPr/>
                <p:nvPr/>
              </p:nvSpPr>
              <p:spPr>
                <a:xfrm>
                  <a:off x="10293350" y="4991100"/>
                  <a:ext cx="264160" cy="406400"/>
                </a:xfrm>
                <a:prstGeom prst="ellipse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85" name="直接箭头连接符 484">
                  <a:extLst>
                    <a:ext uri="{FF2B5EF4-FFF2-40B4-BE49-F238E27FC236}">
                      <a16:creationId xmlns:a16="http://schemas.microsoft.com/office/drawing/2014/main" id="{C3CB2538-E9F6-48E0-AB1F-6FE39E29D655}"/>
                    </a:ext>
                  </a:extLst>
                </p:cNvPr>
                <p:cNvCxnSpPr>
                  <a:stCxn id="484" idx="2"/>
                </p:cNvCxnSpPr>
                <p:nvPr/>
              </p:nvCxnSpPr>
              <p:spPr>
                <a:xfrm>
                  <a:off x="10293350" y="5194300"/>
                  <a:ext cx="6844" cy="63499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prstDash val="dash"/>
                  <a:headEnd type="none" w="lg" len="lg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6" name="直接箭头连接符 485">
                  <a:extLst>
                    <a:ext uri="{FF2B5EF4-FFF2-40B4-BE49-F238E27FC236}">
                      <a16:creationId xmlns:a16="http://schemas.microsoft.com/office/drawing/2014/main" id="{DBE1FA26-E0D9-4C93-A12B-E9662A398BB8}"/>
                    </a:ext>
                  </a:extLst>
                </p:cNvPr>
                <p:cNvCxnSpPr/>
                <p:nvPr/>
              </p:nvCxnSpPr>
              <p:spPr>
                <a:xfrm>
                  <a:off x="10429240" y="5182235"/>
                  <a:ext cx="318770" cy="0"/>
                </a:xfrm>
                <a:prstGeom prst="straightConnector1">
                  <a:avLst/>
                </a:prstGeom>
                <a:ln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37" name="组合 336">
            <a:extLst>
              <a:ext uri="{FF2B5EF4-FFF2-40B4-BE49-F238E27FC236}">
                <a16:creationId xmlns:a16="http://schemas.microsoft.com/office/drawing/2014/main" id="{DC6E4593-89F8-4110-9BAF-30B798A67C60}"/>
              </a:ext>
            </a:extLst>
          </p:cNvPr>
          <p:cNvGrpSpPr/>
          <p:nvPr/>
        </p:nvGrpSpPr>
        <p:grpSpPr>
          <a:xfrm>
            <a:off x="3497099" y="4519761"/>
            <a:ext cx="3865257" cy="823452"/>
            <a:chOff x="2304584" y="2905126"/>
            <a:chExt cx="6260847" cy="1001554"/>
          </a:xfrm>
        </p:grpSpPr>
        <p:sp>
          <p:nvSpPr>
            <p:cNvPr id="339" name="任意多边形 12">
              <a:extLst>
                <a:ext uri="{FF2B5EF4-FFF2-40B4-BE49-F238E27FC236}">
                  <a16:creationId xmlns:a16="http://schemas.microsoft.com/office/drawing/2014/main" id="{5CE148B2-A212-42C7-9281-E23AE5AECEF4}"/>
                </a:ext>
              </a:extLst>
            </p:cNvPr>
            <p:cNvSpPr/>
            <p:nvPr/>
          </p:nvSpPr>
          <p:spPr>
            <a:xfrm>
              <a:off x="3400424" y="3124201"/>
              <a:ext cx="4305298" cy="704850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0" name="矩形 339">
              <a:extLst>
                <a:ext uri="{FF2B5EF4-FFF2-40B4-BE49-F238E27FC236}">
                  <a16:creationId xmlns:a16="http://schemas.microsoft.com/office/drawing/2014/main" id="{96578408-9287-47BA-B5D3-3B2211D45989}"/>
                </a:ext>
              </a:extLst>
            </p:cNvPr>
            <p:cNvSpPr/>
            <p:nvPr/>
          </p:nvSpPr>
          <p:spPr>
            <a:xfrm>
              <a:off x="5553073" y="3124201"/>
              <a:ext cx="2152649" cy="704850"/>
            </a:xfrm>
            <a:prstGeom prst="rect">
              <a:avLst/>
            </a:prstGeom>
            <a:solidFill>
              <a:srgbClr val="85B4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1" name="任意多边形 19">
              <a:extLst>
                <a:ext uri="{FF2B5EF4-FFF2-40B4-BE49-F238E27FC236}">
                  <a16:creationId xmlns:a16="http://schemas.microsoft.com/office/drawing/2014/main" id="{A1AF40BA-A981-4949-84A4-AC7612BAA7B5}"/>
                </a:ext>
              </a:extLst>
            </p:cNvPr>
            <p:cNvSpPr/>
            <p:nvPr/>
          </p:nvSpPr>
          <p:spPr>
            <a:xfrm>
              <a:off x="5337174" y="2905126"/>
              <a:ext cx="2368547" cy="219075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2" name="任意多边形 20">
              <a:extLst>
                <a:ext uri="{FF2B5EF4-FFF2-40B4-BE49-F238E27FC236}">
                  <a16:creationId xmlns:a16="http://schemas.microsoft.com/office/drawing/2014/main" id="{55A726D7-3D77-4A1F-BBC1-8B56A3FF071F}"/>
                </a:ext>
              </a:extLst>
            </p:cNvPr>
            <p:cNvSpPr/>
            <p:nvPr/>
          </p:nvSpPr>
          <p:spPr>
            <a:xfrm>
              <a:off x="3184525" y="2905126"/>
              <a:ext cx="2368547" cy="219075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3" name="任意多边形 26">
              <a:extLst>
                <a:ext uri="{FF2B5EF4-FFF2-40B4-BE49-F238E27FC236}">
                  <a16:creationId xmlns:a16="http://schemas.microsoft.com/office/drawing/2014/main" id="{4C93FBFD-8C2E-4675-B735-CAC062ABBBC5}"/>
                </a:ext>
              </a:extLst>
            </p:cNvPr>
            <p:cNvSpPr/>
            <p:nvPr/>
          </p:nvSpPr>
          <p:spPr>
            <a:xfrm>
              <a:off x="3184524" y="2912088"/>
              <a:ext cx="215899" cy="916963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44" name="组合 343">
              <a:extLst>
                <a:ext uri="{FF2B5EF4-FFF2-40B4-BE49-F238E27FC236}">
                  <a16:creationId xmlns:a16="http://schemas.microsoft.com/office/drawing/2014/main" id="{52556D49-BDB6-442C-8055-05A358555984}"/>
                </a:ext>
              </a:extLst>
            </p:cNvPr>
            <p:cNvGrpSpPr/>
            <p:nvPr/>
          </p:nvGrpSpPr>
          <p:grpSpPr>
            <a:xfrm>
              <a:off x="3616322" y="3283926"/>
              <a:ext cx="215265" cy="365760"/>
              <a:chOff x="4058285" y="3817620"/>
              <a:chExt cx="215265" cy="365760"/>
            </a:xfrm>
          </p:grpSpPr>
          <p:cxnSp>
            <p:nvCxnSpPr>
              <p:cNvPr id="354" name="直接连接符 353">
                <a:extLst>
                  <a:ext uri="{FF2B5EF4-FFF2-40B4-BE49-F238E27FC236}">
                    <a16:creationId xmlns:a16="http://schemas.microsoft.com/office/drawing/2014/main" id="{BA7050E7-1A64-4B02-AE00-88DD2684106D}"/>
                  </a:ext>
                </a:extLst>
              </p:cNvPr>
              <p:cNvCxnSpPr/>
              <p:nvPr/>
            </p:nvCxnSpPr>
            <p:spPr>
              <a:xfrm>
                <a:off x="4058285" y="3817620"/>
                <a:ext cx="0" cy="36576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直接连接符 354">
                <a:extLst>
                  <a:ext uri="{FF2B5EF4-FFF2-40B4-BE49-F238E27FC236}">
                    <a16:creationId xmlns:a16="http://schemas.microsoft.com/office/drawing/2014/main" id="{CEEF733A-33AE-497E-9E77-3EB43046A2F4}"/>
                  </a:ext>
                </a:extLst>
              </p:cNvPr>
              <p:cNvCxnSpPr/>
              <p:nvPr/>
            </p:nvCxnSpPr>
            <p:spPr>
              <a:xfrm>
                <a:off x="4060190" y="3822065"/>
                <a:ext cx="213360" cy="35814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直接连接符 355">
                <a:extLst>
                  <a:ext uri="{FF2B5EF4-FFF2-40B4-BE49-F238E27FC236}">
                    <a16:creationId xmlns:a16="http://schemas.microsoft.com/office/drawing/2014/main" id="{A8FC1793-A986-445C-A21B-63B7AEE256CB}"/>
                  </a:ext>
                </a:extLst>
              </p:cNvPr>
              <p:cNvCxnSpPr/>
              <p:nvPr/>
            </p:nvCxnSpPr>
            <p:spPr>
              <a:xfrm>
                <a:off x="4273550" y="3817620"/>
                <a:ext cx="0" cy="36576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5" name="任意多边形 44">
              <a:extLst>
                <a:ext uri="{FF2B5EF4-FFF2-40B4-BE49-F238E27FC236}">
                  <a16:creationId xmlns:a16="http://schemas.microsoft.com/office/drawing/2014/main" id="{B0151894-4D7C-49CE-BB81-18E03CBCA10C}"/>
                </a:ext>
              </a:extLst>
            </p:cNvPr>
            <p:cNvSpPr/>
            <p:nvPr/>
          </p:nvSpPr>
          <p:spPr>
            <a:xfrm>
              <a:off x="7286622" y="3285096"/>
              <a:ext cx="215265" cy="363419"/>
            </a:xfrm>
            <a:custGeom>
              <a:avLst/>
              <a:gdLst>
                <a:gd name="connsiteX0" fmla="*/ 209550 w 220116"/>
                <a:gd name="connsiteY0" fmla="*/ 61575 h 395155"/>
                <a:gd name="connsiteX1" fmla="*/ 171450 w 220116"/>
                <a:gd name="connsiteY1" fmla="*/ 7600 h 395155"/>
                <a:gd name="connsiteX2" fmla="*/ 88900 w 220116"/>
                <a:gd name="connsiteY2" fmla="*/ 4425 h 395155"/>
                <a:gd name="connsiteX3" fmla="*/ 28575 w 220116"/>
                <a:gd name="connsiteY3" fmla="*/ 45700 h 395155"/>
                <a:gd name="connsiteX4" fmla="*/ 25400 w 220116"/>
                <a:gd name="connsiteY4" fmla="*/ 140950 h 395155"/>
                <a:gd name="connsiteX5" fmla="*/ 101600 w 220116"/>
                <a:gd name="connsiteY5" fmla="*/ 185400 h 395155"/>
                <a:gd name="connsiteX6" fmla="*/ 187325 w 220116"/>
                <a:gd name="connsiteY6" fmla="*/ 226675 h 395155"/>
                <a:gd name="connsiteX7" fmla="*/ 219075 w 220116"/>
                <a:gd name="connsiteY7" fmla="*/ 283825 h 395155"/>
                <a:gd name="connsiteX8" fmla="*/ 209550 w 220116"/>
                <a:gd name="connsiteY8" fmla="*/ 369550 h 395155"/>
                <a:gd name="connsiteX9" fmla="*/ 180975 w 220116"/>
                <a:gd name="connsiteY9" fmla="*/ 388600 h 395155"/>
                <a:gd name="connsiteX10" fmla="*/ 95250 w 220116"/>
                <a:gd name="connsiteY10" fmla="*/ 394950 h 395155"/>
                <a:gd name="connsiteX11" fmla="*/ 22225 w 220116"/>
                <a:gd name="connsiteY11" fmla="*/ 382250 h 395155"/>
                <a:gd name="connsiteX12" fmla="*/ 0 w 220116"/>
                <a:gd name="connsiteY12" fmla="*/ 315575 h 395155"/>
                <a:gd name="connsiteX0" fmla="*/ 209550 w 220116"/>
                <a:gd name="connsiteY0" fmla="*/ 61575 h 395325"/>
                <a:gd name="connsiteX1" fmla="*/ 171450 w 220116"/>
                <a:gd name="connsiteY1" fmla="*/ 7600 h 395325"/>
                <a:gd name="connsiteX2" fmla="*/ 88900 w 220116"/>
                <a:gd name="connsiteY2" fmla="*/ 4425 h 395325"/>
                <a:gd name="connsiteX3" fmla="*/ 28575 w 220116"/>
                <a:gd name="connsiteY3" fmla="*/ 45700 h 395325"/>
                <a:gd name="connsiteX4" fmla="*/ 25400 w 220116"/>
                <a:gd name="connsiteY4" fmla="*/ 140950 h 395325"/>
                <a:gd name="connsiteX5" fmla="*/ 101600 w 220116"/>
                <a:gd name="connsiteY5" fmla="*/ 185400 h 395325"/>
                <a:gd name="connsiteX6" fmla="*/ 187325 w 220116"/>
                <a:gd name="connsiteY6" fmla="*/ 226675 h 395325"/>
                <a:gd name="connsiteX7" fmla="*/ 219075 w 220116"/>
                <a:gd name="connsiteY7" fmla="*/ 283825 h 395325"/>
                <a:gd name="connsiteX8" fmla="*/ 209550 w 220116"/>
                <a:gd name="connsiteY8" fmla="*/ 369550 h 395325"/>
                <a:gd name="connsiteX9" fmla="*/ 180975 w 220116"/>
                <a:gd name="connsiteY9" fmla="*/ 388600 h 395325"/>
                <a:gd name="connsiteX10" fmla="*/ 95250 w 220116"/>
                <a:gd name="connsiteY10" fmla="*/ 394950 h 395325"/>
                <a:gd name="connsiteX11" fmla="*/ 28575 w 220116"/>
                <a:gd name="connsiteY11" fmla="*/ 379075 h 395325"/>
                <a:gd name="connsiteX12" fmla="*/ 0 w 220116"/>
                <a:gd name="connsiteY12" fmla="*/ 315575 h 395325"/>
                <a:gd name="connsiteX0" fmla="*/ 209550 w 223457"/>
                <a:gd name="connsiteY0" fmla="*/ 61575 h 394950"/>
                <a:gd name="connsiteX1" fmla="*/ 171450 w 223457"/>
                <a:gd name="connsiteY1" fmla="*/ 7600 h 394950"/>
                <a:gd name="connsiteX2" fmla="*/ 88900 w 223457"/>
                <a:gd name="connsiteY2" fmla="*/ 4425 h 394950"/>
                <a:gd name="connsiteX3" fmla="*/ 28575 w 223457"/>
                <a:gd name="connsiteY3" fmla="*/ 45700 h 394950"/>
                <a:gd name="connsiteX4" fmla="*/ 25400 w 223457"/>
                <a:gd name="connsiteY4" fmla="*/ 140950 h 394950"/>
                <a:gd name="connsiteX5" fmla="*/ 101600 w 223457"/>
                <a:gd name="connsiteY5" fmla="*/ 185400 h 394950"/>
                <a:gd name="connsiteX6" fmla="*/ 187325 w 223457"/>
                <a:gd name="connsiteY6" fmla="*/ 226675 h 394950"/>
                <a:gd name="connsiteX7" fmla="*/ 219075 w 223457"/>
                <a:gd name="connsiteY7" fmla="*/ 283825 h 394950"/>
                <a:gd name="connsiteX8" fmla="*/ 209550 w 223457"/>
                <a:gd name="connsiteY8" fmla="*/ 369550 h 394950"/>
                <a:gd name="connsiteX9" fmla="*/ 95250 w 223457"/>
                <a:gd name="connsiteY9" fmla="*/ 394950 h 394950"/>
                <a:gd name="connsiteX10" fmla="*/ 28575 w 223457"/>
                <a:gd name="connsiteY10" fmla="*/ 379075 h 394950"/>
                <a:gd name="connsiteX11" fmla="*/ 0 w 223457"/>
                <a:gd name="connsiteY11" fmla="*/ 315575 h 394950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903"/>
                <a:gd name="connsiteY0" fmla="*/ 61575 h 395267"/>
                <a:gd name="connsiteX1" fmla="*/ 171450 w 219903"/>
                <a:gd name="connsiteY1" fmla="*/ 7600 h 395267"/>
                <a:gd name="connsiteX2" fmla="*/ 88900 w 219903"/>
                <a:gd name="connsiteY2" fmla="*/ 4425 h 395267"/>
                <a:gd name="connsiteX3" fmla="*/ 28575 w 219903"/>
                <a:gd name="connsiteY3" fmla="*/ 45700 h 395267"/>
                <a:gd name="connsiteX4" fmla="*/ 25400 w 219903"/>
                <a:gd name="connsiteY4" fmla="*/ 140950 h 395267"/>
                <a:gd name="connsiteX5" fmla="*/ 101600 w 219903"/>
                <a:gd name="connsiteY5" fmla="*/ 185400 h 395267"/>
                <a:gd name="connsiteX6" fmla="*/ 187325 w 219903"/>
                <a:gd name="connsiteY6" fmla="*/ 226675 h 395267"/>
                <a:gd name="connsiteX7" fmla="*/ 219075 w 219903"/>
                <a:gd name="connsiteY7" fmla="*/ 283825 h 395267"/>
                <a:gd name="connsiteX8" fmla="*/ 200025 w 219903"/>
                <a:gd name="connsiteY8" fmla="*/ 369550 h 395267"/>
                <a:gd name="connsiteX9" fmla="*/ 95250 w 219903"/>
                <a:gd name="connsiteY9" fmla="*/ 394950 h 395267"/>
                <a:gd name="connsiteX10" fmla="*/ 28575 w 219903"/>
                <a:gd name="connsiteY10" fmla="*/ 379075 h 395267"/>
                <a:gd name="connsiteX11" fmla="*/ 0 w 219903"/>
                <a:gd name="connsiteY11" fmla="*/ 315575 h 395267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578"/>
                <a:gd name="connsiteY0" fmla="*/ 61575 h 398349"/>
                <a:gd name="connsiteX1" fmla="*/ 171450 w 219578"/>
                <a:gd name="connsiteY1" fmla="*/ 7600 h 398349"/>
                <a:gd name="connsiteX2" fmla="*/ 88900 w 219578"/>
                <a:gd name="connsiteY2" fmla="*/ 4425 h 398349"/>
                <a:gd name="connsiteX3" fmla="*/ 28575 w 219578"/>
                <a:gd name="connsiteY3" fmla="*/ 45700 h 398349"/>
                <a:gd name="connsiteX4" fmla="*/ 25400 w 219578"/>
                <a:gd name="connsiteY4" fmla="*/ 140950 h 398349"/>
                <a:gd name="connsiteX5" fmla="*/ 101600 w 219578"/>
                <a:gd name="connsiteY5" fmla="*/ 185400 h 398349"/>
                <a:gd name="connsiteX6" fmla="*/ 187325 w 219578"/>
                <a:gd name="connsiteY6" fmla="*/ 226675 h 398349"/>
                <a:gd name="connsiteX7" fmla="*/ 219075 w 219578"/>
                <a:gd name="connsiteY7" fmla="*/ 283825 h 398349"/>
                <a:gd name="connsiteX8" fmla="*/ 200025 w 219578"/>
                <a:gd name="connsiteY8" fmla="*/ 369550 h 398349"/>
                <a:gd name="connsiteX9" fmla="*/ 117475 w 219578"/>
                <a:gd name="connsiteY9" fmla="*/ 398125 h 398349"/>
                <a:gd name="connsiteX10" fmla="*/ 28575 w 219578"/>
                <a:gd name="connsiteY10" fmla="*/ 379075 h 398349"/>
                <a:gd name="connsiteX11" fmla="*/ 0 w 219578"/>
                <a:gd name="connsiteY11" fmla="*/ 315575 h 398349"/>
                <a:gd name="connsiteX0" fmla="*/ 209550 w 219351"/>
                <a:gd name="connsiteY0" fmla="*/ 61575 h 398447"/>
                <a:gd name="connsiteX1" fmla="*/ 171450 w 219351"/>
                <a:gd name="connsiteY1" fmla="*/ 7600 h 398447"/>
                <a:gd name="connsiteX2" fmla="*/ 88900 w 219351"/>
                <a:gd name="connsiteY2" fmla="*/ 4425 h 398447"/>
                <a:gd name="connsiteX3" fmla="*/ 28575 w 219351"/>
                <a:gd name="connsiteY3" fmla="*/ 45700 h 398447"/>
                <a:gd name="connsiteX4" fmla="*/ 25400 w 219351"/>
                <a:gd name="connsiteY4" fmla="*/ 140950 h 398447"/>
                <a:gd name="connsiteX5" fmla="*/ 101600 w 219351"/>
                <a:gd name="connsiteY5" fmla="*/ 185400 h 398447"/>
                <a:gd name="connsiteX6" fmla="*/ 187325 w 219351"/>
                <a:gd name="connsiteY6" fmla="*/ 226675 h 398447"/>
                <a:gd name="connsiteX7" fmla="*/ 219075 w 219351"/>
                <a:gd name="connsiteY7" fmla="*/ 283825 h 398447"/>
                <a:gd name="connsiteX8" fmla="*/ 197643 w 219351"/>
                <a:gd name="connsiteY8" fmla="*/ 367168 h 398447"/>
                <a:gd name="connsiteX9" fmla="*/ 117475 w 219351"/>
                <a:gd name="connsiteY9" fmla="*/ 398125 h 398447"/>
                <a:gd name="connsiteX10" fmla="*/ 28575 w 219351"/>
                <a:gd name="connsiteY10" fmla="*/ 379075 h 398447"/>
                <a:gd name="connsiteX11" fmla="*/ 0 w 219351"/>
                <a:gd name="connsiteY11" fmla="*/ 315575 h 398447"/>
                <a:gd name="connsiteX0" fmla="*/ 209550 w 217049"/>
                <a:gd name="connsiteY0" fmla="*/ 61575 h 398447"/>
                <a:gd name="connsiteX1" fmla="*/ 171450 w 217049"/>
                <a:gd name="connsiteY1" fmla="*/ 7600 h 398447"/>
                <a:gd name="connsiteX2" fmla="*/ 88900 w 217049"/>
                <a:gd name="connsiteY2" fmla="*/ 4425 h 398447"/>
                <a:gd name="connsiteX3" fmla="*/ 28575 w 217049"/>
                <a:gd name="connsiteY3" fmla="*/ 45700 h 398447"/>
                <a:gd name="connsiteX4" fmla="*/ 25400 w 217049"/>
                <a:gd name="connsiteY4" fmla="*/ 140950 h 398447"/>
                <a:gd name="connsiteX5" fmla="*/ 101600 w 217049"/>
                <a:gd name="connsiteY5" fmla="*/ 185400 h 398447"/>
                <a:gd name="connsiteX6" fmla="*/ 187325 w 217049"/>
                <a:gd name="connsiteY6" fmla="*/ 226675 h 398447"/>
                <a:gd name="connsiteX7" fmla="*/ 216694 w 217049"/>
                <a:gd name="connsiteY7" fmla="*/ 283825 h 398447"/>
                <a:gd name="connsiteX8" fmla="*/ 197643 w 217049"/>
                <a:gd name="connsiteY8" fmla="*/ 367168 h 398447"/>
                <a:gd name="connsiteX9" fmla="*/ 117475 w 217049"/>
                <a:gd name="connsiteY9" fmla="*/ 398125 h 398447"/>
                <a:gd name="connsiteX10" fmla="*/ 28575 w 217049"/>
                <a:gd name="connsiteY10" fmla="*/ 379075 h 398447"/>
                <a:gd name="connsiteX11" fmla="*/ 0 w 217049"/>
                <a:gd name="connsiteY11" fmla="*/ 315575 h 398447"/>
                <a:gd name="connsiteX0" fmla="*/ 209550 w 217049"/>
                <a:gd name="connsiteY0" fmla="*/ 61575 h 399559"/>
                <a:gd name="connsiteX1" fmla="*/ 171450 w 217049"/>
                <a:gd name="connsiteY1" fmla="*/ 7600 h 399559"/>
                <a:gd name="connsiteX2" fmla="*/ 88900 w 217049"/>
                <a:gd name="connsiteY2" fmla="*/ 4425 h 399559"/>
                <a:gd name="connsiteX3" fmla="*/ 28575 w 217049"/>
                <a:gd name="connsiteY3" fmla="*/ 45700 h 399559"/>
                <a:gd name="connsiteX4" fmla="*/ 25400 w 217049"/>
                <a:gd name="connsiteY4" fmla="*/ 140950 h 399559"/>
                <a:gd name="connsiteX5" fmla="*/ 101600 w 217049"/>
                <a:gd name="connsiteY5" fmla="*/ 185400 h 399559"/>
                <a:gd name="connsiteX6" fmla="*/ 187325 w 217049"/>
                <a:gd name="connsiteY6" fmla="*/ 226675 h 399559"/>
                <a:gd name="connsiteX7" fmla="*/ 216694 w 217049"/>
                <a:gd name="connsiteY7" fmla="*/ 283825 h 399559"/>
                <a:gd name="connsiteX8" fmla="*/ 197643 w 217049"/>
                <a:gd name="connsiteY8" fmla="*/ 367168 h 399559"/>
                <a:gd name="connsiteX9" fmla="*/ 117475 w 217049"/>
                <a:gd name="connsiteY9" fmla="*/ 398125 h 399559"/>
                <a:gd name="connsiteX10" fmla="*/ 40481 w 217049"/>
                <a:gd name="connsiteY10" fmla="*/ 386218 h 399559"/>
                <a:gd name="connsiteX11" fmla="*/ 0 w 217049"/>
                <a:gd name="connsiteY11" fmla="*/ 315575 h 399559"/>
                <a:gd name="connsiteX0" fmla="*/ 195263 w 202762"/>
                <a:gd name="connsiteY0" fmla="*/ 61575 h 399493"/>
                <a:gd name="connsiteX1" fmla="*/ 157163 w 202762"/>
                <a:gd name="connsiteY1" fmla="*/ 7600 h 399493"/>
                <a:gd name="connsiteX2" fmla="*/ 74613 w 202762"/>
                <a:gd name="connsiteY2" fmla="*/ 4425 h 399493"/>
                <a:gd name="connsiteX3" fmla="*/ 14288 w 202762"/>
                <a:gd name="connsiteY3" fmla="*/ 45700 h 399493"/>
                <a:gd name="connsiteX4" fmla="*/ 11113 w 202762"/>
                <a:gd name="connsiteY4" fmla="*/ 140950 h 399493"/>
                <a:gd name="connsiteX5" fmla="*/ 87313 w 202762"/>
                <a:gd name="connsiteY5" fmla="*/ 185400 h 399493"/>
                <a:gd name="connsiteX6" fmla="*/ 173038 w 202762"/>
                <a:gd name="connsiteY6" fmla="*/ 226675 h 399493"/>
                <a:gd name="connsiteX7" fmla="*/ 202407 w 202762"/>
                <a:gd name="connsiteY7" fmla="*/ 283825 h 399493"/>
                <a:gd name="connsiteX8" fmla="*/ 183356 w 202762"/>
                <a:gd name="connsiteY8" fmla="*/ 367168 h 399493"/>
                <a:gd name="connsiteX9" fmla="*/ 103188 w 202762"/>
                <a:gd name="connsiteY9" fmla="*/ 398125 h 399493"/>
                <a:gd name="connsiteX10" fmla="*/ 26194 w 202762"/>
                <a:gd name="connsiteY10" fmla="*/ 386218 h 399493"/>
                <a:gd name="connsiteX11" fmla="*/ 0 w 202762"/>
                <a:gd name="connsiteY11" fmla="*/ 317956 h 399493"/>
                <a:gd name="connsiteX0" fmla="*/ 191348 w 198847"/>
                <a:gd name="connsiteY0" fmla="*/ 61575 h 399493"/>
                <a:gd name="connsiteX1" fmla="*/ 153248 w 198847"/>
                <a:gd name="connsiteY1" fmla="*/ 7600 h 399493"/>
                <a:gd name="connsiteX2" fmla="*/ 70698 w 198847"/>
                <a:gd name="connsiteY2" fmla="*/ 4425 h 399493"/>
                <a:gd name="connsiteX3" fmla="*/ 10373 w 198847"/>
                <a:gd name="connsiteY3" fmla="*/ 45700 h 399493"/>
                <a:gd name="connsiteX4" fmla="*/ 7198 w 198847"/>
                <a:gd name="connsiteY4" fmla="*/ 140950 h 399493"/>
                <a:gd name="connsiteX5" fmla="*/ 83398 w 198847"/>
                <a:gd name="connsiteY5" fmla="*/ 185400 h 399493"/>
                <a:gd name="connsiteX6" fmla="*/ 169123 w 198847"/>
                <a:gd name="connsiteY6" fmla="*/ 226675 h 399493"/>
                <a:gd name="connsiteX7" fmla="*/ 198492 w 198847"/>
                <a:gd name="connsiteY7" fmla="*/ 283825 h 399493"/>
                <a:gd name="connsiteX8" fmla="*/ 179441 w 198847"/>
                <a:gd name="connsiteY8" fmla="*/ 367168 h 399493"/>
                <a:gd name="connsiteX9" fmla="*/ 99273 w 198847"/>
                <a:gd name="connsiteY9" fmla="*/ 398125 h 399493"/>
                <a:gd name="connsiteX10" fmla="*/ 22279 w 198847"/>
                <a:gd name="connsiteY10" fmla="*/ 386218 h 399493"/>
                <a:gd name="connsiteX11" fmla="*/ 3229 w 198847"/>
                <a:gd name="connsiteY11" fmla="*/ 317956 h 399493"/>
                <a:gd name="connsiteX0" fmla="*/ 191348 w 198847"/>
                <a:gd name="connsiteY0" fmla="*/ 61575 h 400217"/>
                <a:gd name="connsiteX1" fmla="*/ 153248 w 198847"/>
                <a:gd name="connsiteY1" fmla="*/ 7600 h 400217"/>
                <a:gd name="connsiteX2" fmla="*/ 70698 w 198847"/>
                <a:gd name="connsiteY2" fmla="*/ 4425 h 400217"/>
                <a:gd name="connsiteX3" fmla="*/ 10373 w 198847"/>
                <a:gd name="connsiteY3" fmla="*/ 45700 h 400217"/>
                <a:gd name="connsiteX4" fmla="*/ 7198 w 198847"/>
                <a:gd name="connsiteY4" fmla="*/ 140950 h 400217"/>
                <a:gd name="connsiteX5" fmla="*/ 83398 w 198847"/>
                <a:gd name="connsiteY5" fmla="*/ 185400 h 400217"/>
                <a:gd name="connsiteX6" fmla="*/ 169123 w 198847"/>
                <a:gd name="connsiteY6" fmla="*/ 226675 h 400217"/>
                <a:gd name="connsiteX7" fmla="*/ 198492 w 198847"/>
                <a:gd name="connsiteY7" fmla="*/ 283825 h 400217"/>
                <a:gd name="connsiteX8" fmla="*/ 179441 w 198847"/>
                <a:gd name="connsiteY8" fmla="*/ 367168 h 400217"/>
                <a:gd name="connsiteX9" fmla="*/ 99273 w 198847"/>
                <a:gd name="connsiteY9" fmla="*/ 398125 h 400217"/>
                <a:gd name="connsiteX10" fmla="*/ 31804 w 198847"/>
                <a:gd name="connsiteY10" fmla="*/ 388599 h 400217"/>
                <a:gd name="connsiteX11" fmla="*/ 3229 w 198847"/>
                <a:gd name="connsiteY11" fmla="*/ 317956 h 400217"/>
                <a:gd name="connsiteX0" fmla="*/ 191348 w 198847"/>
                <a:gd name="connsiteY0" fmla="*/ 61575 h 400745"/>
                <a:gd name="connsiteX1" fmla="*/ 153248 w 198847"/>
                <a:gd name="connsiteY1" fmla="*/ 7600 h 400745"/>
                <a:gd name="connsiteX2" fmla="*/ 70698 w 198847"/>
                <a:gd name="connsiteY2" fmla="*/ 4425 h 400745"/>
                <a:gd name="connsiteX3" fmla="*/ 10373 w 198847"/>
                <a:gd name="connsiteY3" fmla="*/ 45700 h 400745"/>
                <a:gd name="connsiteX4" fmla="*/ 7198 w 198847"/>
                <a:gd name="connsiteY4" fmla="*/ 140950 h 400745"/>
                <a:gd name="connsiteX5" fmla="*/ 83398 w 198847"/>
                <a:gd name="connsiteY5" fmla="*/ 185400 h 400745"/>
                <a:gd name="connsiteX6" fmla="*/ 169123 w 198847"/>
                <a:gd name="connsiteY6" fmla="*/ 226675 h 400745"/>
                <a:gd name="connsiteX7" fmla="*/ 198492 w 198847"/>
                <a:gd name="connsiteY7" fmla="*/ 283825 h 400745"/>
                <a:gd name="connsiteX8" fmla="*/ 179441 w 198847"/>
                <a:gd name="connsiteY8" fmla="*/ 360025 h 400745"/>
                <a:gd name="connsiteX9" fmla="*/ 99273 w 198847"/>
                <a:gd name="connsiteY9" fmla="*/ 398125 h 400745"/>
                <a:gd name="connsiteX10" fmla="*/ 31804 w 198847"/>
                <a:gd name="connsiteY10" fmla="*/ 388599 h 400745"/>
                <a:gd name="connsiteX11" fmla="*/ 3229 w 198847"/>
                <a:gd name="connsiteY11" fmla="*/ 317956 h 400745"/>
                <a:gd name="connsiteX0" fmla="*/ 191348 w 199158"/>
                <a:gd name="connsiteY0" fmla="*/ 61575 h 400393"/>
                <a:gd name="connsiteX1" fmla="*/ 153248 w 199158"/>
                <a:gd name="connsiteY1" fmla="*/ 7600 h 400393"/>
                <a:gd name="connsiteX2" fmla="*/ 70698 w 199158"/>
                <a:gd name="connsiteY2" fmla="*/ 4425 h 400393"/>
                <a:gd name="connsiteX3" fmla="*/ 10373 w 199158"/>
                <a:gd name="connsiteY3" fmla="*/ 45700 h 400393"/>
                <a:gd name="connsiteX4" fmla="*/ 7198 w 199158"/>
                <a:gd name="connsiteY4" fmla="*/ 140950 h 400393"/>
                <a:gd name="connsiteX5" fmla="*/ 83398 w 199158"/>
                <a:gd name="connsiteY5" fmla="*/ 185400 h 400393"/>
                <a:gd name="connsiteX6" fmla="*/ 169123 w 199158"/>
                <a:gd name="connsiteY6" fmla="*/ 226675 h 400393"/>
                <a:gd name="connsiteX7" fmla="*/ 198492 w 199158"/>
                <a:gd name="connsiteY7" fmla="*/ 283825 h 400393"/>
                <a:gd name="connsiteX8" fmla="*/ 181822 w 199158"/>
                <a:gd name="connsiteY8" fmla="*/ 364788 h 400393"/>
                <a:gd name="connsiteX9" fmla="*/ 99273 w 199158"/>
                <a:gd name="connsiteY9" fmla="*/ 398125 h 400393"/>
                <a:gd name="connsiteX10" fmla="*/ 31804 w 199158"/>
                <a:gd name="connsiteY10" fmla="*/ 388599 h 400393"/>
                <a:gd name="connsiteX11" fmla="*/ 3229 w 199158"/>
                <a:gd name="connsiteY11" fmla="*/ 317956 h 400393"/>
                <a:gd name="connsiteX0" fmla="*/ 191348 w 199158"/>
                <a:gd name="connsiteY0" fmla="*/ 61575 h 398784"/>
                <a:gd name="connsiteX1" fmla="*/ 153248 w 199158"/>
                <a:gd name="connsiteY1" fmla="*/ 7600 h 398784"/>
                <a:gd name="connsiteX2" fmla="*/ 70698 w 199158"/>
                <a:gd name="connsiteY2" fmla="*/ 4425 h 398784"/>
                <a:gd name="connsiteX3" fmla="*/ 10373 w 199158"/>
                <a:gd name="connsiteY3" fmla="*/ 45700 h 398784"/>
                <a:gd name="connsiteX4" fmla="*/ 7198 w 199158"/>
                <a:gd name="connsiteY4" fmla="*/ 140950 h 398784"/>
                <a:gd name="connsiteX5" fmla="*/ 83398 w 199158"/>
                <a:gd name="connsiteY5" fmla="*/ 185400 h 398784"/>
                <a:gd name="connsiteX6" fmla="*/ 169123 w 199158"/>
                <a:gd name="connsiteY6" fmla="*/ 226675 h 398784"/>
                <a:gd name="connsiteX7" fmla="*/ 198492 w 199158"/>
                <a:gd name="connsiteY7" fmla="*/ 283825 h 398784"/>
                <a:gd name="connsiteX8" fmla="*/ 181822 w 199158"/>
                <a:gd name="connsiteY8" fmla="*/ 364788 h 398784"/>
                <a:gd name="connsiteX9" fmla="*/ 99273 w 199158"/>
                <a:gd name="connsiteY9" fmla="*/ 398125 h 398784"/>
                <a:gd name="connsiteX10" fmla="*/ 36566 w 199158"/>
                <a:gd name="connsiteY10" fmla="*/ 381456 h 398784"/>
                <a:gd name="connsiteX11" fmla="*/ 3229 w 199158"/>
                <a:gd name="connsiteY11" fmla="*/ 317956 h 398784"/>
                <a:gd name="connsiteX0" fmla="*/ 191348 w 198664"/>
                <a:gd name="connsiteY0" fmla="*/ 61575 h 398920"/>
                <a:gd name="connsiteX1" fmla="*/ 153248 w 198664"/>
                <a:gd name="connsiteY1" fmla="*/ 7600 h 398920"/>
                <a:gd name="connsiteX2" fmla="*/ 70698 w 198664"/>
                <a:gd name="connsiteY2" fmla="*/ 4425 h 398920"/>
                <a:gd name="connsiteX3" fmla="*/ 10373 w 198664"/>
                <a:gd name="connsiteY3" fmla="*/ 45700 h 398920"/>
                <a:gd name="connsiteX4" fmla="*/ 7198 w 198664"/>
                <a:gd name="connsiteY4" fmla="*/ 140950 h 398920"/>
                <a:gd name="connsiteX5" fmla="*/ 83398 w 198664"/>
                <a:gd name="connsiteY5" fmla="*/ 185400 h 398920"/>
                <a:gd name="connsiteX6" fmla="*/ 169123 w 198664"/>
                <a:gd name="connsiteY6" fmla="*/ 226675 h 398920"/>
                <a:gd name="connsiteX7" fmla="*/ 198492 w 198664"/>
                <a:gd name="connsiteY7" fmla="*/ 283825 h 398920"/>
                <a:gd name="connsiteX8" fmla="*/ 177059 w 198664"/>
                <a:gd name="connsiteY8" fmla="*/ 362406 h 398920"/>
                <a:gd name="connsiteX9" fmla="*/ 99273 w 198664"/>
                <a:gd name="connsiteY9" fmla="*/ 398125 h 398920"/>
                <a:gd name="connsiteX10" fmla="*/ 36566 w 198664"/>
                <a:gd name="connsiteY10" fmla="*/ 381456 h 398920"/>
                <a:gd name="connsiteX11" fmla="*/ 3229 w 198664"/>
                <a:gd name="connsiteY11" fmla="*/ 317956 h 398920"/>
                <a:gd name="connsiteX0" fmla="*/ 200873 w 200873"/>
                <a:gd name="connsiteY0" fmla="*/ 64090 h 399054"/>
                <a:gd name="connsiteX1" fmla="*/ 153248 w 200873"/>
                <a:gd name="connsiteY1" fmla="*/ 7734 h 399054"/>
                <a:gd name="connsiteX2" fmla="*/ 70698 w 200873"/>
                <a:gd name="connsiteY2" fmla="*/ 4559 h 399054"/>
                <a:gd name="connsiteX3" fmla="*/ 10373 w 200873"/>
                <a:gd name="connsiteY3" fmla="*/ 45834 h 399054"/>
                <a:gd name="connsiteX4" fmla="*/ 7198 w 200873"/>
                <a:gd name="connsiteY4" fmla="*/ 141084 h 399054"/>
                <a:gd name="connsiteX5" fmla="*/ 83398 w 200873"/>
                <a:gd name="connsiteY5" fmla="*/ 185534 h 399054"/>
                <a:gd name="connsiteX6" fmla="*/ 169123 w 200873"/>
                <a:gd name="connsiteY6" fmla="*/ 226809 h 399054"/>
                <a:gd name="connsiteX7" fmla="*/ 198492 w 200873"/>
                <a:gd name="connsiteY7" fmla="*/ 283959 h 399054"/>
                <a:gd name="connsiteX8" fmla="*/ 177059 w 200873"/>
                <a:gd name="connsiteY8" fmla="*/ 362540 h 399054"/>
                <a:gd name="connsiteX9" fmla="*/ 99273 w 200873"/>
                <a:gd name="connsiteY9" fmla="*/ 398259 h 399054"/>
                <a:gd name="connsiteX10" fmla="*/ 36566 w 200873"/>
                <a:gd name="connsiteY10" fmla="*/ 381590 h 399054"/>
                <a:gd name="connsiteX11" fmla="*/ 3229 w 200873"/>
                <a:gd name="connsiteY11" fmla="*/ 318090 h 399054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67534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283959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4090 h 398353"/>
                <a:gd name="connsiteX1" fmla="*/ 153248 w 200873"/>
                <a:gd name="connsiteY1" fmla="*/ 7734 h 398353"/>
                <a:gd name="connsiteX2" fmla="*/ 70698 w 200873"/>
                <a:gd name="connsiteY2" fmla="*/ 4559 h 398353"/>
                <a:gd name="connsiteX3" fmla="*/ 10373 w 200873"/>
                <a:gd name="connsiteY3" fmla="*/ 45834 h 398353"/>
                <a:gd name="connsiteX4" fmla="*/ 7198 w 200873"/>
                <a:gd name="connsiteY4" fmla="*/ 141084 h 398353"/>
                <a:gd name="connsiteX5" fmla="*/ 83398 w 200873"/>
                <a:gd name="connsiteY5" fmla="*/ 185534 h 398353"/>
                <a:gd name="connsiteX6" fmla="*/ 169123 w 200873"/>
                <a:gd name="connsiteY6" fmla="*/ 226809 h 398353"/>
                <a:gd name="connsiteX7" fmla="*/ 198492 w 200873"/>
                <a:gd name="connsiteY7" fmla="*/ 300628 h 398353"/>
                <a:gd name="connsiteX8" fmla="*/ 172297 w 200873"/>
                <a:gd name="connsiteY8" fmla="*/ 376828 h 398353"/>
                <a:gd name="connsiteX9" fmla="*/ 99273 w 200873"/>
                <a:gd name="connsiteY9" fmla="*/ 398259 h 398353"/>
                <a:gd name="connsiteX10" fmla="*/ 36566 w 200873"/>
                <a:gd name="connsiteY10" fmla="*/ 381590 h 398353"/>
                <a:gd name="connsiteX11" fmla="*/ 3229 w 200873"/>
                <a:gd name="connsiteY11" fmla="*/ 318090 h 398353"/>
                <a:gd name="connsiteX0" fmla="*/ 200873 w 200873"/>
                <a:gd name="connsiteY0" fmla="*/ 62152 h 396415"/>
                <a:gd name="connsiteX1" fmla="*/ 153248 w 200873"/>
                <a:gd name="connsiteY1" fmla="*/ 10558 h 396415"/>
                <a:gd name="connsiteX2" fmla="*/ 70698 w 200873"/>
                <a:gd name="connsiteY2" fmla="*/ 2621 h 396415"/>
                <a:gd name="connsiteX3" fmla="*/ 10373 w 200873"/>
                <a:gd name="connsiteY3" fmla="*/ 43896 h 396415"/>
                <a:gd name="connsiteX4" fmla="*/ 7198 w 200873"/>
                <a:gd name="connsiteY4" fmla="*/ 139146 h 396415"/>
                <a:gd name="connsiteX5" fmla="*/ 83398 w 200873"/>
                <a:gd name="connsiteY5" fmla="*/ 183596 h 396415"/>
                <a:gd name="connsiteX6" fmla="*/ 169123 w 200873"/>
                <a:gd name="connsiteY6" fmla="*/ 224871 h 396415"/>
                <a:gd name="connsiteX7" fmla="*/ 198492 w 200873"/>
                <a:gd name="connsiteY7" fmla="*/ 298690 h 396415"/>
                <a:gd name="connsiteX8" fmla="*/ 172297 w 200873"/>
                <a:gd name="connsiteY8" fmla="*/ 374890 h 396415"/>
                <a:gd name="connsiteX9" fmla="*/ 99273 w 200873"/>
                <a:gd name="connsiteY9" fmla="*/ 396321 h 396415"/>
                <a:gd name="connsiteX10" fmla="*/ 36566 w 200873"/>
                <a:gd name="connsiteY10" fmla="*/ 379652 h 396415"/>
                <a:gd name="connsiteX11" fmla="*/ 3229 w 200873"/>
                <a:gd name="connsiteY11" fmla="*/ 316152 h 39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873" h="396415">
                  <a:moveTo>
                    <a:pt x="200873" y="62152"/>
                  </a:moveTo>
                  <a:cubicBezTo>
                    <a:pt x="191877" y="39927"/>
                    <a:pt x="174944" y="20480"/>
                    <a:pt x="153248" y="10558"/>
                  </a:cubicBezTo>
                  <a:cubicBezTo>
                    <a:pt x="131552" y="636"/>
                    <a:pt x="94510" y="-2935"/>
                    <a:pt x="70698" y="2621"/>
                  </a:cubicBezTo>
                  <a:cubicBezTo>
                    <a:pt x="46886" y="8177"/>
                    <a:pt x="20956" y="21142"/>
                    <a:pt x="10373" y="43896"/>
                  </a:cubicBezTo>
                  <a:cubicBezTo>
                    <a:pt x="-210" y="66650"/>
                    <a:pt x="-4973" y="115863"/>
                    <a:pt x="7198" y="139146"/>
                  </a:cubicBezTo>
                  <a:cubicBezTo>
                    <a:pt x="19369" y="162429"/>
                    <a:pt x="56410" y="169309"/>
                    <a:pt x="83398" y="183596"/>
                  </a:cubicBezTo>
                  <a:cubicBezTo>
                    <a:pt x="110385" y="197884"/>
                    <a:pt x="149941" y="205689"/>
                    <a:pt x="169123" y="224871"/>
                  </a:cubicBezTo>
                  <a:cubicBezTo>
                    <a:pt x="188305" y="244053"/>
                    <a:pt x="197963" y="273687"/>
                    <a:pt x="198492" y="298690"/>
                  </a:cubicBezTo>
                  <a:cubicBezTo>
                    <a:pt x="199021" y="323693"/>
                    <a:pt x="188833" y="358618"/>
                    <a:pt x="172297" y="374890"/>
                  </a:cubicBezTo>
                  <a:cubicBezTo>
                    <a:pt x="155761" y="391162"/>
                    <a:pt x="121895" y="395527"/>
                    <a:pt x="99273" y="396321"/>
                  </a:cubicBezTo>
                  <a:cubicBezTo>
                    <a:pt x="76651" y="397115"/>
                    <a:pt x="52573" y="393014"/>
                    <a:pt x="36566" y="379652"/>
                  </a:cubicBezTo>
                  <a:cubicBezTo>
                    <a:pt x="20559" y="366291"/>
                    <a:pt x="6404" y="342875"/>
                    <a:pt x="3229" y="31615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6" name="任意多边形 106">
              <a:extLst>
                <a:ext uri="{FF2B5EF4-FFF2-40B4-BE49-F238E27FC236}">
                  <a16:creationId xmlns:a16="http://schemas.microsoft.com/office/drawing/2014/main" id="{843F888A-CFEA-4F2F-977E-C01876C81FAA}"/>
                </a:ext>
              </a:extLst>
            </p:cNvPr>
            <p:cNvSpPr/>
            <p:nvPr/>
          </p:nvSpPr>
          <p:spPr>
            <a:xfrm>
              <a:off x="7708900" y="3060701"/>
              <a:ext cx="774700" cy="254000"/>
            </a:xfrm>
            <a:custGeom>
              <a:avLst/>
              <a:gdLst>
                <a:gd name="connsiteX0" fmla="*/ 774700 w 774700"/>
                <a:gd name="connsiteY0" fmla="*/ 0 h 254000"/>
                <a:gd name="connsiteX1" fmla="*/ 546100 w 774700"/>
                <a:gd name="connsiteY1" fmla="*/ 1270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546100 w 774700"/>
                <a:gd name="connsiteY1" fmla="*/ 1270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546100 w 774700"/>
                <a:gd name="connsiteY1" fmla="*/ 1270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403225 w 774700"/>
                <a:gd name="connsiteY1" fmla="*/ 1651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403225 w 774700"/>
                <a:gd name="connsiteY1" fmla="*/ 1651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403225 w 774700"/>
                <a:gd name="connsiteY1" fmla="*/ 165100 h 254000"/>
                <a:gd name="connsiteX2" fmla="*/ 0 w 774700"/>
                <a:gd name="connsiteY2" fmla="*/ 254000 h 254000"/>
                <a:gd name="connsiteX0" fmla="*/ 774700 w 774700"/>
                <a:gd name="connsiteY0" fmla="*/ 0 h 254000"/>
                <a:gd name="connsiteX1" fmla="*/ 403225 w 774700"/>
                <a:gd name="connsiteY1" fmla="*/ 165100 h 254000"/>
                <a:gd name="connsiteX2" fmla="*/ 0 w 774700"/>
                <a:gd name="connsiteY2" fmla="*/ 25400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4700" h="254000">
                  <a:moveTo>
                    <a:pt x="774700" y="0"/>
                  </a:moveTo>
                  <a:cubicBezTo>
                    <a:pt x="713052" y="42332"/>
                    <a:pt x="532341" y="122767"/>
                    <a:pt x="403225" y="165100"/>
                  </a:cubicBezTo>
                  <a:cubicBezTo>
                    <a:pt x="274109" y="207433"/>
                    <a:pt x="208492" y="225954"/>
                    <a:pt x="0" y="254000"/>
                  </a:cubicBezTo>
                </a:path>
              </a:pathLst>
            </a:custGeom>
            <a:noFill/>
            <a:ln w="31750">
              <a:solidFill>
                <a:srgbClr val="0087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47" name="组合 346">
              <a:extLst>
                <a:ext uri="{FF2B5EF4-FFF2-40B4-BE49-F238E27FC236}">
                  <a16:creationId xmlns:a16="http://schemas.microsoft.com/office/drawing/2014/main" id="{2927FA94-D7CD-49CF-820D-F62F3FA5CB4D}"/>
                </a:ext>
              </a:extLst>
            </p:cNvPr>
            <p:cNvGrpSpPr/>
            <p:nvPr/>
          </p:nvGrpSpPr>
          <p:grpSpPr>
            <a:xfrm rot="11101716">
              <a:off x="2329241" y="3540062"/>
              <a:ext cx="982663" cy="366618"/>
              <a:chOff x="8108950" y="4662582"/>
              <a:chExt cx="982663" cy="366618"/>
            </a:xfrm>
          </p:grpSpPr>
          <p:cxnSp>
            <p:nvCxnSpPr>
              <p:cNvPr id="352" name="直接箭头连接符 351">
                <a:extLst>
                  <a:ext uri="{FF2B5EF4-FFF2-40B4-BE49-F238E27FC236}">
                    <a16:creationId xmlns:a16="http://schemas.microsoft.com/office/drawing/2014/main" id="{1E8BAFDF-867C-45E3-9739-41F84986EEBF}"/>
                  </a:ext>
                </a:extLst>
              </p:cNvPr>
              <p:cNvCxnSpPr/>
              <p:nvPr/>
            </p:nvCxnSpPr>
            <p:spPr>
              <a:xfrm flipV="1">
                <a:off x="8879809" y="4662582"/>
                <a:ext cx="211804" cy="116413"/>
              </a:xfrm>
              <a:prstGeom prst="straightConnector1">
                <a:avLst/>
              </a:prstGeom>
              <a:ln w="31750">
                <a:solidFill>
                  <a:srgbClr val="008750"/>
                </a:solidFill>
                <a:prstDash val="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3" name="任意多边形 111">
                <a:extLst>
                  <a:ext uri="{FF2B5EF4-FFF2-40B4-BE49-F238E27FC236}">
                    <a16:creationId xmlns:a16="http://schemas.microsoft.com/office/drawing/2014/main" id="{6AC4E980-D1BA-458A-966A-9476C4158960}"/>
                  </a:ext>
                </a:extLst>
              </p:cNvPr>
              <p:cNvSpPr/>
              <p:nvPr/>
            </p:nvSpPr>
            <p:spPr>
              <a:xfrm>
                <a:off x="8108950" y="4775200"/>
                <a:ext cx="774700" cy="254000"/>
              </a:xfrm>
              <a:custGeom>
                <a:avLst/>
                <a:gdLst>
                  <a:gd name="connsiteX0" fmla="*/ 774700 w 774700"/>
                  <a:gd name="connsiteY0" fmla="*/ 0 h 254000"/>
                  <a:gd name="connsiteX1" fmla="*/ 546100 w 774700"/>
                  <a:gd name="connsiteY1" fmla="*/ 1270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546100 w 774700"/>
                  <a:gd name="connsiteY1" fmla="*/ 1270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546100 w 774700"/>
                  <a:gd name="connsiteY1" fmla="*/ 1270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403225 w 774700"/>
                  <a:gd name="connsiteY1" fmla="*/ 1651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403225 w 774700"/>
                  <a:gd name="connsiteY1" fmla="*/ 1651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403225 w 774700"/>
                  <a:gd name="connsiteY1" fmla="*/ 165100 h 254000"/>
                  <a:gd name="connsiteX2" fmla="*/ 0 w 774700"/>
                  <a:gd name="connsiteY2" fmla="*/ 254000 h 254000"/>
                  <a:gd name="connsiteX0" fmla="*/ 774700 w 774700"/>
                  <a:gd name="connsiteY0" fmla="*/ 0 h 254000"/>
                  <a:gd name="connsiteX1" fmla="*/ 403225 w 774700"/>
                  <a:gd name="connsiteY1" fmla="*/ 165100 h 254000"/>
                  <a:gd name="connsiteX2" fmla="*/ 0 w 774700"/>
                  <a:gd name="connsiteY2" fmla="*/ 254000 h 254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74700" h="254000">
                    <a:moveTo>
                      <a:pt x="774700" y="0"/>
                    </a:moveTo>
                    <a:cubicBezTo>
                      <a:pt x="713052" y="42332"/>
                      <a:pt x="532341" y="122767"/>
                      <a:pt x="403225" y="165100"/>
                    </a:cubicBezTo>
                    <a:cubicBezTo>
                      <a:pt x="274109" y="207433"/>
                      <a:pt x="208492" y="225954"/>
                      <a:pt x="0" y="254000"/>
                    </a:cubicBezTo>
                  </a:path>
                </a:pathLst>
              </a:custGeom>
              <a:noFill/>
              <a:ln w="31750">
                <a:solidFill>
                  <a:srgbClr val="00875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48" name="任意多边形 114">
              <a:extLst>
                <a:ext uri="{FF2B5EF4-FFF2-40B4-BE49-F238E27FC236}">
                  <a16:creationId xmlns:a16="http://schemas.microsoft.com/office/drawing/2014/main" id="{EBC7B8C1-2DB6-40DD-AE43-E88561B0BBAE}"/>
                </a:ext>
              </a:extLst>
            </p:cNvPr>
            <p:cNvSpPr/>
            <p:nvPr/>
          </p:nvSpPr>
          <p:spPr>
            <a:xfrm>
              <a:off x="7705720" y="3571985"/>
              <a:ext cx="859711" cy="133350"/>
            </a:xfrm>
            <a:custGeom>
              <a:avLst/>
              <a:gdLst>
                <a:gd name="connsiteX0" fmla="*/ 787400 w 787400"/>
                <a:gd name="connsiteY0" fmla="*/ 133350 h 133350"/>
                <a:gd name="connsiteX1" fmla="*/ 444500 w 787400"/>
                <a:gd name="connsiteY1" fmla="*/ 5080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444500 w 787400"/>
                <a:gd name="connsiteY1" fmla="*/ 5080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419100 w 787400"/>
                <a:gd name="connsiteY1" fmla="*/ 6985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381000 w 787400"/>
                <a:gd name="connsiteY1" fmla="*/ 3175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381000 w 787400"/>
                <a:gd name="connsiteY1" fmla="*/ 31750 h 133350"/>
                <a:gd name="connsiteX2" fmla="*/ 0 w 787400"/>
                <a:gd name="connsiteY2" fmla="*/ 0 h 133350"/>
                <a:gd name="connsiteX0" fmla="*/ 787400 w 787400"/>
                <a:gd name="connsiteY0" fmla="*/ 133350 h 133350"/>
                <a:gd name="connsiteX1" fmla="*/ 381000 w 787400"/>
                <a:gd name="connsiteY1" fmla="*/ 31750 h 133350"/>
                <a:gd name="connsiteX2" fmla="*/ 0 w 787400"/>
                <a:gd name="connsiteY2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7400" h="133350">
                  <a:moveTo>
                    <a:pt x="787400" y="133350"/>
                  </a:moveTo>
                  <a:cubicBezTo>
                    <a:pt x="651933" y="99483"/>
                    <a:pt x="567267" y="59267"/>
                    <a:pt x="381000" y="31750"/>
                  </a:cubicBezTo>
                  <a:cubicBezTo>
                    <a:pt x="194733" y="4233"/>
                    <a:pt x="127000" y="10583"/>
                    <a:pt x="0" y="0"/>
                  </a:cubicBezTo>
                </a:path>
              </a:pathLst>
            </a:custGeom>
            <a:noFill/>
            <a:ln w="31750">
              <a:solidFill>
                <a:srgbClr val="0087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49" name="组合 348">
              <a:extLst>
                <a:ext uri="{FF2B5EF4-FFF2-40B4-BE49-F238E27FC236}">
                  <a16:creationId xmlns:a16="http://schemas.microsoft.com/office/drawing/2014/main" id="{75FB726B-B9F7-4B8A-B6E2-85DAFFA2263D}"/>
                </a:ext>
              </a:extLst>
            </p:cNvPr>
            <p:cNvGrpSpPr/>
            <p:nvPr/>
          </p:nvGrpSpPr>
          <p:grpSpPr>
            <a:xfrm rot="10800000">
              <a:off x="2304584" y="3060050"/>
              <a:ext cx="985843" cy="190499"/>
              <a:chOff x="8105770" y="5286485"/>
              <a:chExt cx="985843" cy="190499"/>
            </a:xfrm>
          </p:grpSpPr>
          <p:cxnSp>
            <p:nvCxnSpPr>
              <p:cNvPr id="350" name="直接箭头连接符 349">
                <a:extLst>
                  <a:ext uri="{FF2B5EF4-FFF2-40B4-BE49-F238E27FC236}">
                    <a16:creationId xmlns:a16="http://schemas.microsoft.com/office/drawing/2014/main" id="{014BCF50-18B8-4602-B91C-2BE13715E87D}"/>
                  </a:ext>
                </a:extLst>
              </p:cNvPr>
              <p:cNvCxnSpPr/>
              <p:nvPr/>
            </p:nvCxnSpPr>
            <p:spPr>
              <a:xfrm>
                <a:off x="8954200" y="5422340"/>
                <a:ext cx="137413" cy="54644"/>
              </a:xfrm>
              <a:prstGeom prst="straightConnector1">
                <a:avLst/>
              </a:prstGeom>
              <a:ln w="31750">
                <a:solidFill>
                  <a:srgbClr val="008750"/>
                </a:solidFill>
                <a:prstDash val="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1" name="任意多边形 119">
                <a:extLst>
                  <a:ext uri="{FF2B5EF4-FFF2-40B4-BE49-F238E27FC236}">
                    <a16:creationId xmlns:a16="http://schemas.microsoft.com/office/drawing/2014/main" id="{66803D25-B017-41AE-8374-9415CDE572E4}"/>
                  </a:ext>
                </a:extLst>
              </p:cNvPr>
              <p:cNvSpPr/>
              <p:nvPr/>
            </p:nvSpPr>
            <p:spPr>
              <a:xfrm>
                <a:off x="8105770" y="5286485"/>
                <a:ext cx="859711" cy="133350"/>
              </a:xfrm>
              <a:custGeom>
                <a:avLst/>
                <a:gdLst>
                  <a:gd name="connsiteX0" fmla="*/ 787400 w 787400"/>
                  <a:gd name="connsiteY0" fmla="*/ 133350 h 133350"/>
                  <a:gd name="connsiteX1" fmla="*/ 444500 w 787400"/>
                  <a:gd name="connsiteY1" fmla="*/ 5080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444500 w 787400"/>
                  <a:gd name="connsiteY1" fmla="*/ 5080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419100 w 787400"/>
                  <a:gd name="connsiteY1" fmla="*/ 6985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381000 w 787400"/>
                  <a:gd name="connsiteY1" fmla="*/ 3175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381000 w 787400"/>
                  <a:gd name="connsiteY1" fmla="*/ 31750 h 133350"/>
                  <a:gd name="connsiteX2" fmla="*/ 0 w 787400"/>
                  <a:gd name="connsiteY2" fmla="*/ 0 h 133350"/>
                  <a:gd name="connsiteX0" fmla="*/ 787400 w 787400"/>
                  <a:gd name="connsiteY0" fmla="*/ 133350 h 133350"/>
                  <a:gd name="connsiteX1" fmla="*/ 381000 w 787400"/>
                  <a:gd name="connsiteY1" fmla="*/ 31750 h 133350"/>
                  <a:gd name="connsiteX2" fmla="*/ 0 w 787400"/>
                  <a:gd name="connsiteY2" fmla="*/ 0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87400" h="133350">
                    <a:moveTo>
                      <a:pt x="787400" y="133350"/>
                    </a:moveTo>
                    <a:cubicBezTo>
                      <a:pt x="651933" y="99483"/>
                      <a:pt x="567267" y="59267"/>
                      <a:pt x="381000" y="31750"/>
                    </a:cubicBezTo>
                    <a:cubicBezTo>
                      <a:pt x="194733" y="4233"/>
                      <a:pt x="127000" y="10583"/>
                      <a:pt x="0" y="0"/>
                    </a:cubicBezTo>
                  </a:path>
                </a:pathLst>
              </a:custGeom>
              <a:noFill/>
              <a:ln w="31750">
                <a:solidFill>
                  <a:srgbClr val="00875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57" name="组合 356">
            <a:extLst>
              <a:ext uri="{FF2B5EF4-FFF2-40B4-BE49-F238E27FC236}">
                <a16:creationId xmlns:a16="http://schemas.microsoft.com/office/drawing/2014/main" id="{CA0A8857-1CA4-4DA4-A5D2-C75644A8A995}"/>
              </a:ext>
            </a:extLst>
          </p:cNvPr>
          <p:cNvGrpSpPr/>
          <p:nvPr/>
        </p:nvGrpSpPr>
        <p:grpSpPr>
          <a:xfrm rot="10800000">
            <a:off x="4469137" y="4589187"/>
            <a:ext cx="204207" cy="182532"/>
            <a:chOff x="10293350" y="4991100"/>
            <a:chExt cx="454660" cy="406400"/>
          </a:xfrm>
        </p:grpSpPr>
        <p:sp>
          <p:nvSpPr>
            <p:cNvPr id="358" name="椭圆 357">
              <a:extLst>
                <a:ext uri="{FF2B5EF4-FFF2-40B4-BE49-F238E27FC236}">
                  <a16:creationId xmlns:a16="http://schemas.microsoft.com/office/drawing/2014/main" id="{FB0AF008-C53C-4979-9DEA-88B3BA210B44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9" name="直接箭头连接符 358">
              <a:extLst>
                <a:ext uri="{FF2B5EF4-FFF2-40B4-BE49-F238E27FC236}">
                  <a16:creationId xmlns:a16="http://schemas.microsoft.com/office/drawing/2014/main" id="{12E613B3-134F-4C5D-B73C-ED0EFA29C919}"/>
                </a:ext>
              </a:extLst>
            </p:cNvPr>
            <p:cNvCxnSpPr>
              <a:stCxn id="358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直接箭头连接符 359">
              <a:extLst>
                <a:ext uri="{FF2B5EF4-FFF2-40B4-BE49-F238E27FC236}">
                  <a16:creationId xmlns:a16="http://schemas.microsoft.com/office/drawing/2014/main" id="{2CC8DFF1-59F0-46E1-8E6C-45BAC3735276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1" name="组合 360">
            <a:extLst>
              <a:ext uri="{FF2B5EF4-FFF2-40B4-BE49-F238E27FC236}">
                <a16:creationId xmlns:a16="http://schemas.microsoft.com/office/drawing/2014/main" id="{3118BC2B-A985-4E7C-8F46-9529AF0C9A0B}"/>
              </a:ext>
            </a:extLst>
          </p:cNvPr>
          <p:cNvGrpSpPr/>
          <p:nvPr/>
        </p:nvGrpSpPr>
        <p:grpSpPr>
          <a:xfrm rot="10800000">
            <a:off x="4469137" y="4803984"/>
            <a:ext cx="204207" cy="182532"/>
            <a:chOff x="10293350" y="4991100"/>
            <a:chExt cx="454660" cy="406400"/>
          </a:xfrm>
        </p:grpSpPr>
        <p:sp>
          <p:nvSpPr>
            <p:cNvPr id="362" name="椭圆 361">
              <a:extLst>
                <a:ext uri="{FF2B5EF4-FFF2-40B4-BE49-F238E27FC236}">
                  <a16:creationId xmlns:a16="http://schemas.microsoft.com/office/drawing/2014/main" id="{7E43845F-775F-43A1-B8A7-962F77C35864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63" name="直接箭头连接符 362">
              <a:extLst>
                <a:ext uri="{FF2B5EF4-FFF2-40B4-BE49-F238E27FC236}">
                  <a16:creationId xmlns:a16="http://schemas.microsoft.com/office/drawing/2014/main" id="{BFC65058-7D94-4037-B9B7-B63FC708F15D}"/>
                </a:ext>
              </a:extLst>
            </p:cNvPr>
            <p:cNvCxnSpPr>
              <a:stCxn id="362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直接箭头连接符 363">
              <a:extLst>
                <a:ext uri="{FF2B5EF4-FFF2-40B4-BE49-F238E27FC236}">
                  <a16:creationId xmlns:a16="http://schemas.microsoft.com/office/drawing/2014/main" id="{11CCD15A-19F3-4D1C-9095-7FE19313C009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5" name="组合 364">
            <a:extLst>
              <a:ext uri="{FF2B5EF4-FFF2-40B4-BE49-F238E27FC236}">
                <a16:creationId xmlns:a16="http://schemas.microsoft.com/office/drawing/2014/main" id="{994DA21F-CAEA-4986-8B37-E5DE27C373F9}"/>
              </a:ext>
            </a:extLst>
          </p:cNvPr>
          <p:cNvGrpSpPr/>
          <p:nvPr/>
        </p:nvGrpSpPr>
        <p:grpSpPr>
          <a:xfrm rot="10800000">
            <a:off x="4465650" y="5018780"/>
            <a:ext cx="204207" cy="182532"/>
            <a:chOff x="10293350" y="4991100"/>
            <a:chExt cx="454660" cy="406400"/>
          </a:xfrm>
        </p:grpSpPr>
        <p:sp>
          <p:nvSpPr>
            <p:cNvPr id="366" name="椭圆 365">
              <a:extLst>
                <a:ext uri="{FF2B5EF4-FFF2-40B4-BE49-F238E27FC236}">
                  <a16:creationId xmlns:a16="http://schemas.microsoft.com/office/drawing/2014/main" id="{46354E41-8A51-4021-A1FA-2362BEB25090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67" name="直接箭头连接符 366">
              <a:extLst>
                <a:ext uri="{FF2B5EF4-FFF2-40B4-BE49-F238E27FC236}">
                  <a16:creationId xmlns:a16="http://schemas.microsoft.com/office/drawing/2014/main" id="{B1E680A8-A7D6-40D8-92A8-975BAEB8CE55}"/>
                </a:ext>
              </a:extLst>
            </p:cNvPr>
            <p:cNvCxnSpPr>
              <a:stCxn id="366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直接箭头连接符 367">
              <a:extLst>
                <a:ext uri="{FF2B5EF4-FFF2-40B4-BE49-F238E27FC236}">
                  <a16:creationId xmlns:a16="http://schemas.microsoft.com/office/drawing/2014/main" id="{B43C9EE0-C0A1-427C-A254-1D9D21C23467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9" name="组合 368">
            <a:extLst>
              <a:ext uri="{FF2B5EF4-FFF2-40B4-BE49-F238E27FC236}">
                <a16:creationId xmlns:a16="http://schemas.microsoft.com/office/drawing/2014/main" id="{BB4A7FE3-0F08-48B1-ABEE-F126A2F1A50C}"/>
              </a:ext>
            </a:extLst>
          </p:cNvPr>
          <p:cNvGrpSpPr/>
          <p:nvPr/>
        </p:nvGrpSpPr>
        <p:grpSpPr>
          <a:xfrm rot="10800000">
            <a:off x="4719381" y="4589187"/>
            <a:ext cx="204207" cy="182532"/>
            <a:chOff x="10293350" y="4991100"/>
            <a:chExt cx="454660" cy="406400"/>
          </a:xfrm>
        </p:grpSpPr>
        <p:sp>
          <p:nvSpPr>
            <p:cNvPr id="370" name="椭圆 369">
              <a:extLst>
                <a:ext uri="{FF2B5EF4-FFF2-40B4-BE49-F238E27FC236}">
                  <a16:creationId xmlns:a16="http://schemas.microsoft.com/office/drawing/2014/main" id="{B02A1824-B80B-413D-9A95-C994FC6701EC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1" name="直接箭头连接符 370">
              <a:extLst>
                <a:ext uri="{FF2B5EF4-FFF2-40B4-BE49-F238E27FC236}">
                  <a16:creationId xmlns:a16="http://schemas.microsoft.com/office/drawing/2014/main" id="{1752B9EC-3251-4914-A24C-9A4CF0E26B37}"/>
                </a:ext>
              </a:extLst>
            </p:cNvPr>
            <p:cNvCxnSpPr>
              <a:stCxn id="370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直接箭头连接符 371">
              <a:extLst>
                <a:ext uri="{FF2B5EF4-FFF2-40B4-BE49-F238E27FC236}">
                  <a16:creationId xmlns:a16="http://schemas.microsoft.com/office/drawing/2014/main" id="{A15AFEA8-DD61-4685-B443-A933A88E786B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3" name="组合 372">
            <a:extLst>
              <a:ext uri="{FF2B5EF4-FFF2-40B4-BE49-F238E27FC236}">
                <a16:creationId xmlns:a16="http://schemas.microsoft.com/office/drawing/2014/main" id="{F13D9C8A-D513-4F0C-9B98-24C965B8E8C7}"/>
              </a:ext>
            </a:extLst>
          </p:cNvPr>
          <p:cNvGrpSpPr/>
          <p:nvPr/>
        </p:nvGrpSpPr>
        <p:grpSpPr>
          <a:xfrm rot="10800000">
            <a:off x="4719381" y="4803984"/>
            <a:ext cx="204207" cy="182532"/>
            <a:chOff x="10293350" y="4991100"/>
            <a:chExt cx="454660" cy="406400"/>
          </a:xfrm>
        </p:grpSpPr>
        <p:sp>
          <p:nvSpPr>
            <p:cNvPr id="374" name="椭圆 373">
              <a:extLst>
                <a:ext uri="{FF2B5EF4-FFF2-40B4-BE49-F238E27FC236}">
                  <a16:creationId xmlns:a16="http://schemas.microsoft.com/office/drawing/2014/main" id="{01DDA99B-703F-4058-9028-4D599DE1CBCE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5" name="直接箭头连接符 374">
              <a:extLst>
                <a:ext uri="{FF2B5EF4-FFF2-40B4-BE49-F238E27FC236}">
                  <a16:creationId xmlns:a16="http://schemas.microsoft.com/office/drawing/2014/main" id="{9CFF1F29-C75E-42A2-AAD6-780F7A22E96E}"/>
                </a:ext>
              </a:extLst>
            </p:cNvPr>
            <p:cNvCxnSpPr>
              <a:stCxn id="374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直接箭头连接符 375">
              <a:extLst>
                <a:ext uri="{FF2B5EF4-FFF2-40B4-BE49-F238E27FC236}">
                  <a16:creationId xmlns:a16="http://schemas.microsoft.com/office/drawing/2014/main" id="{40B633A3-55AA-4632-BD2A-1464A2A13F39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7" name="组合 376">
            <a:extLst>
              <a:ext uri="{FF2B5EF4-FFF2-40B4-BE49-F238E27FC236}">
                <a16:creationId xmlns:a16="http://schemas.microsoft.com/office/drawing/2014/main" id="{AFD5CFBE-37C7-4ABB-A766-DEA3A28453B4}"/>
              </a:ext>
            </a:extLst>
          </p:cNvPr>
          <p:cNvGrpSpPr/>
          <p:nvPr/>
        </p:nvGrpSpPr>
        <p:grpSpPr>
          <a:xfrm rot="10800000">
            <a:off x="4715894" y="5018780"/>
            <a:ext cx="204207" cy="182532"/>
            <a:chOff x="10293350" y="4991100"/>
            <a:chExt cx="454660" cy="406400"/>
          </a:xfrm>
        </p:grpSpPr>
        <p:sp>
          <p:nvSpPr>
            <p:cNvPr id="378" name="椭圆 377">
              <a:extLst>
                <a:ext uri="{FF2B5EF4-FFF2-40B4-BE49-F238E27FC236}">
                  <a16:creationId xmlns:a16="http://schemas.microsoft.com/office/drawing/2014/main" id="{824473AF-EC68-4F76-B5DD-1FEB437F592D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9" name="直接箭头连接符 378">
              <a:extLst>
                <a:ext uri="{FF2B5EF4-FFF2-40B4-BE49-F238E27FC236}">
                  <a16:creationId xmlns:a16="http://schemas.microsoft.com/office/drawing/2014/main" id="{D507CDB7-8079-40DD-A98C-BEB194F50F10}"/>
                </a:ext>
              </a:extLst>
            </p:cNvPr>
            <p:cNvCxnSpPr>
              <a:stCxn id="378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直接箭头连接符 379">
              <a:extLst>
                <a:ext uri="{FF2B5EF4-FFF2-40B4-BE49-F238E27FC236}">
                  <a16:creationId xmlns:a16="http://schemas.microsoft.com/office/drawing/2014/main" id="{46D863F7-ACED-4745-92F9-0944463C4CA7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1" name="组合 380">
            <a:extLst>
              <a:ext uri="{FF2B5EF4-FFF2-40B4-BE49-F238E27FC236}">
                <a16:creationId xmlns:a16="http://schemas.microsoft.com/office/drawing/2014/main" id="{81D0ECF6-5B5B-499A-96DC-8AE2AC56F531}"/>
              </a:ext>
            </a:extLst>
          </p:cNvPr>
          <p:cNvGrpSpPr/>
          <p:nvPr/>
        </p:nvGrpSpPr>
        <p:grpSpPr>
          <a:xfrm rot="10800000">
            <a:off x="4988767" y="4594606"/>
            <a:ext cx="204207" cy="182532"/>
            <a:chOff x="10293350" y="4991100"/>
            <a:chExt cx="454660" cy="406400"/>
          </a:xfrm>
        </p:grpSpPr>
        <p:sp>
          <p:nvSpPr>
            <p:cNvPr id="382" name="椭圆 381">
              <a:extLst>
                <a:ext uri="{FF2B5EF4-FFF2-40B4-BE49-F238E27FC236}">
                  <a16:creationId xmlns:a16="http://schemas.microsoft.com/office/drawing/2014/main" id="{5E86EE81-7CDE-4131-B105-AE64633D7570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3" name="直接箭头连接符 382">
              <a:extLst>
                <a:ext uri="{FF2B5EF4-FFF2-40B4-BE49-F238E27FC236}">
                  <a16:creationId xmlns:a16="http://schemas.microsoft.com/office/drawing/2014/main" id="{D8B07574-B2CA-4B16-9AB8-731B41CACCCA}"/>
                </a:ext>
              </a:extLst>
            </p:cNvPr>
            <p:cNvCxnSpPr>
              <a:stCxn id="382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直接箭头连接符 383">
              <a:extLst>
                <a:ext uri="{FF2B5EF4-FFF2-40B4-BE49-F238E27FC236}">
                  <a16:creationId xmlns:a16="http://schemas.microsoft.com/office/drawing/2014/main" id="{1166F702-B1C4-42DD-951D-6A18A2862DE5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5" name="组合 384">
            <a:extLst>
              <a:ext uri="{FF2B5EF4-FFF2-40B4-BE49-F238E27FC236}">
                <a16:creationId xmlns:a16="http://schemas.microsoft.com/office/drawing/2014/main" id="{7AF3BF67-3FE6-48EF-9190-EDF6E0C60369}"/>
              </a:ext>
            </a:extLst>
          </p:cNvPr>
          <p:cNvGrpSpPr/>
          <p:nvPr/>
        </p:nvGrpSpPr>
        <p:grpSpPr>
          <a:xfrm rot="10800000">
            <a:off x="4988767" y="4809403"/>
            <a:ext cx="204207" cy="182532"/>
            <a:chOff x="10293350" y="4991100"/>
            <a:chExt cx="454660" cy="406400"/>
          </a:xfrm>
        </p:grpSpPr>
        <p:sp>
          <p:nvSpPr>
            <p:cNvPr id="386" name="椭圆 385">
              <a:extLst>
                <a:ext uri="{FF2B5EF4-FFF2-40B4-BE49-F238E27FC236}">
                  <a16:creationId xmlns:a16="http://schemas.microsoft.com/office/drawing/2014/main" id="{C40FE438-6EED-4994-9223-E237B18C8F8E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7" name="直接箭头连接符 386">
              <a:extLst>
                <a:ext uri="{FF2B5EF4-FFF2-40B4-BE49-F238E27FC236}">
                  <a16:creationId xmlns:a16="http://schemas.microsoft.com/office/drawing/2014/main" id="{EC146292-6414-4799-B3DF-052E70967D24}"/>
                </a:ext>
              </a:extLst>
            </p:cNvPr>
            <p:cNvCxnSpPr>
              <a:stCxn id="386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直接箭头连接符 387">
              <a:extLst>
                <a:ext uri="{FF2B5EF4-FFF2-40B4-BE49-F238E27FC236}">
                  <a16:creationId xmlns:a16="http://schemas.microsoft.com/office/drawing/2014/main" id="{61B78F72-C2F8-422F-B7A8-516E3ED630D8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9" name="组合 388">
            <a:extLst>
              <a:ext uri="{FF2B5EF4-FFF2-40B4-BE49-F238E27FC236}">
                <a16:creationId xmlns:a16="http://schemas.microsoft.com/office/drawing/2014/main" id="{5DF76B09-EF5B-4BB1-9245-FB665F5DF0E0}"/>
              </a:ext>
            </a:extLst>
          </p:cNvPr>
          <p:cNvGrpSpPr/>
          <p:nvPr/>
        </p:nvGrpSpPr>
        <p:grpSpPr>
          <a:xfrm rot="10800000">
            <a:off x="4985280" y="5024199"/>
            <a:ext cx="204207" cy="182532"/>
            <a:chOff x="10293350" y="4991100"/>
            <a:chExt cx="454660" cy="406400"/>
          </a:xfrm>
        </p:grpSpPr>
        <p:sp>
          <p:nvSpPr>
            <p:cNvPr id="390" name="椭圆 389">
              <a:extLst>
                <a:ext uri="{FF2B5EF4-FFF2-40B4-BE49-F238E27FC236}">
                  <a16:creationId xmlns:a16="http://schemas.microsoft.com/office/drawing/2014/main" id="{E0DC541D-93A1-4A2B-A2D9-991EE6F794EC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1" name="直接箭头连接符 390">
              <a:extLst>
                <a:ext uri="{FF2B5EF4-FFF2-40B4-BE49-F238E27FC236}">
                  <a16:creationId xmlns:a16="http://schemas.microsoft.com/office/drawing/2014/main" id="{8194F09F-5CB3-494F-A5CB-5F6DEF0C2B54}"/>
                </a:ext>
              </a:extLst>
            </p:cNvPr>
            <p:cNvCxnSpPr>
              <a:stCxn id="390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直接箭头连接符 391">
              <a:extLst>
                <a:ext uri="{FF2B5EF4-FFF2-40B4-BE49-F238E27FC236}">
                  <a16:creationId xmlns:a16="http://schemas.microsoft.com/office/drawing/2014/main" id="{FD8B0070-563B-4B3A-97CB-4DA20950526E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3" name="组合 392">
            <a:extLst>
              <a:ext uri="{FF2B5EF4-FFF2-40B4-BE49-F238E27FC236}">
                <a16:creationId xmlns:a16="http://schemas.microsoft.com/office/drawing/2014/main" id="{41EB4EAA-42FA-4889-9482-94FF1F6B1916}"/>
              </a:ext>
            </a:extLst>
          </p:cNvPr>
          <p:cNvGrpSpPr/>
          <p:nvPr/>
        </p:nvGrpSpPr>
        <p:grpSpPr>
          <a:xfrm rot="10800000">
            <a:off x="5224652" y="4589187"/>
            <a:ext cx="204207" cy="182532"/>
            <a:chOff x="10293350" y="4991100"/>
            <a:chExt cx="454660" cy="406400"/>
          </a:xfrm>
        </p:grpSpPr>
        <p:sp>
          <p:nvSpPr>
            <p:cNvPr id="394" name="椭圆 393">
              <a:extLst>
                <a:ext uri="{FF2B5EF4-FFF2-40B4-BE49-F238E27FC236}">
                  <a16:creationId xmlns:a16="http://schemas.microsoft.com/office/drawing/2014/main" id="{8BE66DAC-5D06-48C8-9DC2-7FD9166ACDBD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5" name="直接箭头连接符 394">
              <a:extLst>
                <a:ext uri="{FF2B5EF4-FFF2-40B4-BE49-F238E27FC236}">
                  <a16:creationId xmlns:a16="http://schemas.microsoft.com/office/drawing/2014/main" id="{A2A71F80-00A9-46CE-A83D-D9665CAC7231}"/>
                </a:ext>
              </a:extLst>
            </p:cNvPr>
            <p:cNvCxnSpPr>
              <a:stCxn id="394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直接箭头连接符 395">
              <a:extLst>
                <a:ext uri="{FF2B5EF4-FFF2-40B4-BE49-F238E27FC236}">
                  <a16:creationId xmlns:a16="http://schemas.microsoft.com/office/drawing/2014/main" id="{1F87742B-63E6-4DA5-AE69-819CC9D16500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7" name="组合 396">
            <a:extLst>
              <a:ext uri="{FF2B5EF4-FFF2-40B4-BE49-F238E27FC236}">
                <a16:creationId xmlns:a16="http://schemas.microsoft.com/office/drawing/2014/main" id="{87069238-5B7F-4FDF-95DD-297BED8CF6B5}"/>
              </a:ext>
            </a:extLst>
          </p:cNvPr>
          <p:cNvGrpSpPr/>
          <p:nvPr/>
        </p:nvGrpSpPr>
        <p:grpSpPr>
          <a:xfrm rot="10800000">
            <a:off x="5224652" y="4803984"/>
            <a:ext cx="204207" cy="182532"/>
            <a:chOff x="10293350" y="4991100"/>
            <a:chExt cx="454660" cy="406400"/>
          </a:xfrm>
        </p:grpSpPr>
        <p:sp>
          <p:nvSpPr>
            <p:cNvPr id="398" name="椭圆 397">
              <a:extLst>
                <a:ext uri="{FF2B5EF4-FFF2-40B4-BE49-F238E27FC236}">
                  <a16:creationId xmlns:a16="http://schemas.microsoft.com/office/drawing/2014/main" id="{5639A160-7B41-4601-A2AC-E4FF4ABF41EC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9" name="直接箭头连接符 398">
              <a:extLst>
                <a:ext uri="{FF2B5EF4-FFF2-40B4-BE49-F238E27FC236}">
                  <a16:creationId xmlns:a16="http://schemas.microsoft.com/office/drawing/2014/main" id="{B4F4A26E-9418-4FB4-8C93-17A5037F4189}"/>
                </a:ext>
              </a:extLst>
            </p:cNvPr>
            <p:cNvCxnSpPr>
              <a:stCxn id="398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直接箭头连接符 399">
              <a:extLst>
                <a:ext uri="{FF2B5EF4-FFF2-40B4-BE49-F238E27FC236}">
                  <a16:creationId xmlns:a16="http://schemas.microsoft.com/office/drawing/2014/main" id="{A131E888-C124-430C-B1F5-E0D7D624BD4D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1" name="组合 400">
            <a:extLst>
              <a:ext uri="{FF2B5EF4-FFF2-40B4-BE49-F238E27FC236}">
                <a16:creationId xmlns:a16="http://schemas.microsoft.com/office/drawing/2014/main" id="{4821944C-15FC-44A6-91E8-D4555741C99D}"/>
              </a:ext>
            </a:extLst>
          </p:cNvPr>
          <p:cNvGrpSpPr/>
          <p:nvPr/>
        </p:nvGrpSpPr>
        <p:grpSpPr>
          <a:xfrm rot="10800000">
            <a:off x="5221166" y="5018780"/>
            <a:ext cx="204207" cy="182532"/>
            <a:chOff x="10293350" y="4991100"/>
            <a:chExt cx="454660" cy="406400"/>
          </a:xfrm>
        </p:grpSpPr>
        <p:sp>
          <p:nvSpPr>
            <p:cNvPr id="402" name="椭圆 401">
              <a:extLst>
                <a:ext uri="{FF2B5EF4-FFF2-40B4-BE49-F238E27FC236}">
                  <a16:creationId xmlns:a16="http://schemas.microsoft.com/office/drawing/2014/main" id="{85555B18-436B-4BA8-B0FE-A33A32393935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03" name="直接箭头连接符 402">
              <a:extLst>
                <a:ext uri="{FF2B5EF4-FFF2-40B4-BE49-F238E27FC236}">
                  <a16:creationId xmlns:a16="http://schemas.microsoft.com/office/drawing/2014/main" id="{7DF1DF99-A1F9-43B7-9188-C6C330210363}"/>
                </a:ext>
              </a:extLst>
            </p:cNvPr>
            <p:cNvCxnSpPr>
              <a:stCxn id="402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直接箭头连接符 403">
              <a:extLst>
                <a:ext uri="{FF2B5EF4-FFF2-40B4-BE49-F238E27FC236}">
                  <a16:creationId xmlns:a16="http://schemas.microsoft.com/office/drawing/2014/main" id="{2DB359D6-818A-4BBC-B694-91B684220074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5" name="组合 404">
            <a:extLst>
              <a:ext uri="{FF2B5EF4-FFF2-40B4-BE49-F238E27FC236}">
                <a16:creationId xmlns:a16="http://schemas.microsoft.com/office/drawing/2014/main" id="{8C6C88E0-5EF9-4B5B-B32A-DABC3B165500}"/>
              </a:ext>
            </a:extLst>
          </p:cNvPr>
          <p:cNvGrpSpPr/>
          <p:nvPr/>
        </p:nvGrpSpPr>
        <p:grpSpPr>
          <a:xfrm rot="10800000">
            <a:off x="5474897" y="4589187"/>
            <a:ext cx="204207" cy="182532"/>
            <a:chOff x="10293350" y="4991100"/>
            <a:chExt cx="454660" cy="406400"/>
          </a:xfrm>
        </p:grpSpPr>
        <p:sp>
          <p:nvSpPr>
            <p:cNvPr id="406" name="椭圆 405">
              <a:extLst>
                <a:ext uri="{FF2B5EF4-FFF2-40B4-BE49-F238E27FC236}">
                  <a16:creationId xmlns:a16="http://schemas.microsoft.com/office/drawing/2014/main" id="{6156619F-D86E-4783-8A28-417317CB3D26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07" name="直接箭头连接符 406">
              <a:extLst>
                <a:ext uri="{FF2B5EF4-FFF2-40B4-BE49-F238E27FC236}">
                  <a16:creationId xmlns:a16="http://schemas.microsoft.com/office/drawing/2014/main" id="{AC1699CE-79D3-4A4D-AEA0-7E9CE33AE1F1}"/>
                </a:ext>
              </a:extLst>
            </p:cNvPr>
            <p:cNvCxnSpPr>
              <a:stCxn id="406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直接箭头连接符 407">
              <a:extLst>
                <a:ext uri="{FF2B5EF4-FFF2-40B4-BE49-F238E27FC236}">
                  <a16:creationId xmlns:a16="http://schemas.microsoft.com/office/drawing/2014/main" id="{7336812B-1F6E-4F3A-A06A-16C305882D75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9" name="组合 408">
            <a:extLst>
              <a:ext uri="{FF2B5EF4-FFF2-40B4-BE49-F238E27FC236}">
                <a16:creationId xmlns:a16="http://schemas.microsoft.com/office/drawing/2014/main" id="{CD66189D-DE75-4BA9-BDD0-25EB265A492B}"/>
              </a:ext>
            </a:extLst>
          </p:cNvPr>
          <p:cNvGrpSpPr/>
          <p:nvPr/>
        </p:nvGrpSpPr>
        <p:grpSpPr>
          <a:xfrm rot="10800000">
            <a:off x="5474897" y="4803984"/>
            <a:ext cx="204207" cy="182532"/>
            <a:chOff x="10293350" y="4991100"/>
            <a:chExt cx="454660" cy="406400"/>
          </a:xfrm>
        </p:grpSpPr>
        <p:sp>
          <p:nvSpPr>
            <p:cNvPr id="410" name="椭圆 409">
              <a:extLst>
                <a:ext uri="{FF2B5EF4-FFF2-40B4-BE49-F238E27FC236}">
                  <a16:creationId xmlns:a16="http://schemas.microsoft.com/office/drawing/2014/main" id="{5FCC26C5-9E83-447B-9172-3EB911376283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11" name="直接箭头连接符 410">
              <a:extLst>
                <a:ext uri="{FF2B5EF4-FFF2-40B4-BE49-F238E27FC236}">
                  <a16:creationId xmlns:a16="http://schemas.microsoft.com/office/drawing/2014/main" id="{11550C28-AD0F-42F3-968B-09E56643C698}"/>
                </a:ext>
              </a:extLst>
            </p:cNvPr>
            <p:cNvCxnSpPr>
              <a:stCxn id="410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直接箭头连接符 411">
              <a:extLst>
                <a:ext uri="{FF2B5EF4-FFF2-40B4-BE49-F238E27FC236}">
                  <a16:creationId xmlns:a16="http://schemas.microsoft.com/office/drawing/2014/main" id="{6111333B-0A20-4FD4-AACB-623D83658C13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3" name="组合 412">
            <a:extLst>
              <a:ext uri="{FF2B5EF4-FFF2-40B4-BE49-F238E27FC236}">
                <a16:creationId xmlns:a16="http://schemas.microsoft.com/office/drawing/2014/main" id="{24A61B81-2EED-4FDC-8B2F-0C7EF4ED2A57}"/>
              </a:ext>
            </a:extLst>
          </p:cNvPr>
          <p:cNvGrpSpPr/>
          <p:nvPr/>
        </p:nvGrpSpPr>
        <p:grpSpPr>
          <a:xfrm rot="10800000">
            <a:off x="5471411" y="5018780"/>
            <a:ext cx="204207" cy="182532"/>
            <a:chOff x="10293350" y="4991100"/>
            <a:chExt cx="454660" cy="406400"/>
          </a:xfrm>
        </p:grpSpPr>
        <p:sp>
          <p:nvSpPr>
            <p:cNvPr id="414" name="椭圆 413">
              <a:extLst>
                <a:ext uri="{FF2B5EF4-FFF2-40B4-BE49-F238E27FC236}">
                  <a16:creationId xmlns:a16="http://schemas.microsoft.com/office/drawing/2014/main" id="{038D54BD-1FA9-4AA8-8144-D9BE04A07AF6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15" name="直接箭头连接符 414">
              <a:extLst>
                <a:ext uri="{FF2B5EF4-FFF2-40B4-BE49-F238E27FC236}">
                  <a16:creationId xmlns:a16="http://schemas.microsoft.com/office/drawing/2014/main" id="{14B3C81A-3D2C-4EE8-BD36-F28BC7BA1F04}"/>
                </a:ext>
              </a:extLst>
            </p:cNvPr>
            <p:cNvCxnSpPr>
              <a:stCxn id="414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直接箭头连接符 415">
              <a:extLst>
                <a:ext uri="{FF2B5EF4-FFF2-40B4-BE49-F238E27FC236}">
                  <a16:creationId xmlns:a16="http://schemas.microsoft.com/office/drawing/2014/main" id="{CB716ED7-3FB8-436C-B0C6-17DB6236B102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7" name="组合 416">
            <a:extLst>
              <a:ext uri="{FF2B5EF4-FFF2-40B4-BE49-F238E27FC236}">
                <a16:creationId xmlns:a16="http://schemas.microsoft.com/office/drawing/2014/main" id="{9CA4CEDB-FFDA-4104-98BF-FE76130C9FBD}"/>
              </a:ext>
            </a:extLst>
          </p:cNvPr>
          <p:cNvGrpSpPr/>
          <p:nvPr/>
        </p:nvGrpSpPr>
        <p:grpSpPr>
          <a:xfrm rot="10800000">
            <a:off x="5744283" y="4594606"/>
            <a:ext cx="204207" cy="182532"/>
            <a:chOff x="10293350" y="4991100"/>
            <a:chExt cx="454660" cy="406400"/>
          </a:xfrm>
        </p:grpSpPr>
        <p:sp>
          <p:nvSpPr>
            <p:cNvPr id="418" name="椭圆 417">
              <a:extLst>
                <a:ext uri="{FF2B5EF4-FFF2-40B4-BE49-F238E27FC236}">
                  <a16:creationId xmlns:a16="http://schemas.microsoft.com/office/drawing/2014/main" id="{C4662F0F-1C2C-442B-AE99-F0CF6479B155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19" name="直接箭头连接符 418">
              <a:extLst>
                <a:ext uri="{FF2B5EF4-FFF2-40B4-BE49-F238E27FC236}">
                  <a16:creationId xmlns:a16="http://schemas.microsoft.com/office/drawing/2014/main" id="{18E03F09-CFC8-4D34-AF1C-29AB1BDA6736}"/>
                </a:ext>
              </a:extLst>
            </p:cNvPr>
            <p:cNvCxnSpPr>
              <a:stCxn id="418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直接箭头连接符 419">
              <a:extLst>
                <a:ext uri="{FF2B5EF4-FFF2-40B4-BE49-F238E27FC236}">
                  <a16:creationId xmlns:a16="http://schemas.microsoft.com/office/drawing/2014/main" id="{4C58321F-2837-42CB-BF75-9F6CC3656E5A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1" name="组合 420">
            <a:extLst>
              <a:ext uri="{FF2B5EF4-FFF2-40B4-BE49-F238E27FC236}">
                <a16:creationId xmlns:a16="http://schemas.microsoft.com/office/drawing/2014/main" id="{0716529C-BFA4-44E3-82D6-5438374C7454}"/>
              </a:ext>
            </a:extLst>
          </p:cNvPr>
          <p:cNvGrpSpPr/>
          <p:nvPr/>
        </p:nvGrpSpPr>
        <p:grpSpPr>
          <a:xfrm rot="10800000">
            <a:off x="5744283" y="4809403"/>
            <a:ext cx="204207" cy="182532"/>
            <a:chOff x="10293350" y="4991100"/>
            <a:chExt cx="454660" cy="406400"/>
          </a:xfrm>
        </p:grpSpPr>
        <p:sp>
          <p:nvSpPr>
            <p:cNvPr id="422" name="椭圆 421">
              <a:extLst>
                <a:ext uri="{FF2B5EF4-FFF2-40B4-BE49-F238E27FC236}">
                  <a16:creationId xmlns:a16="http://schemas.microsoft.com/office/drawing/2014/main" id="{41B6F71F-9D35-4E5E-B907-042B418FA2F0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3" name="直接箭头连接符 422">
              <a:extLst>
                <a:ext uri="{FF2B5EF4-FFF2-40B4-BE49-F238E27FC236}">
                  <a16:creationId xmlns:a16="http://schemas.microsoft.com/office/drawing/2014/main" id="{7ACF4B55-AB4E-4108-9483-271D6CE099D1}"/>
                </a:ext>
              </a:extLst>
            </p:cNvPr>
            <p:cNvCxnSpPr>
              <a:stCxn id="422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直接箭头连接符 423">
              <a:extLst>
                <a:ext uri="{FF2B5EF4-FFF2-40B4-BE49-F238E27FC236}">
                  <a16:creationId xmlns:a16="http://schemas.microsoft.com/office/drawing/2014/main" id="{6E03B14E-68AC-4C34-A852-54B27ACB2D93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5" name="组合 424">
            <a:extLst>
              <a:ext uri="{FF2B5EF4-FFF2-40B4-BE49-F238E27FC236}">
                <a16:creationId xmlns:a16="http://schemas.microsoft.com/office/drawing/2014/main" id="{282A2944-E088-42B3-B25D-E78DA4BE23E8}"/>
              </a:ext>
            </a:extLst>
          </p:cNvPr>
          <p:cNvGrpSpPr/>
          <p:nvPr/>
        </p:nvGrpSpPr>
        <p:grpSpPr>
          <a:xfrm rot="10800000">
            <a:off x="5740797" y="5024199"/>
            <a:ext cx="204207" cy="182532"/>
            <a:chOff x="10293350" y="4991100"/>
            <a:chExt cx="454660" cy="406400"/>
          </a:xfrm>
        </p:grpSpPr>
        <p:sp>
          <p:nvSpPr>
            <p:cNvPr id="426" name="椭圆 425">
              <a:extLst>
                <a:ext uri="{FF2B5EF4-FFF2-40B4-BE49-F238E27FC236}">
                  <a16:creationId xmlns:a16="http://schemas.microsoft.com/office/drawing/2014/main" id="{C6C22DDD-ACBA-4775-BCF4-10BE905612D8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7" name="直接箭头连接符 426">
              <a:extLst>
                <a:ext uri="{FF2B5EF4-FFF2-40B4-BE49-F238E27FC236}">
                  <a16:creationId xmlns:a16="http://schemas.microsoft.com/office/drawing/2014/main" id="{BF5A2F36-AD65-4127-BBE6-BD14D3FBBD38}"/>
                </a:ext>
              </a:extLst>
            </p:cNvPr>
            <p:cNvCxnSpPr>
              <a:stCxn id="426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直接箭头连接符 427">
              <a:extLst>
                <a:ext uri="{FF2B5EF4-FFF2-40B4-BE49-F238E27FC236}">
                  <a16:creationId xmlns:a16="http://schemas.microsoft.com/office/drawing/2014/main" id="{A52DB94C-15DB-4E12-B484-FCCDBD6D2741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9" name="组合 428">
            <a:extLst>
              <a:ext uri="{FF2B5EF4-FFF2-40B4-BE49-F238E27FC236}">
                <a16:creationId xmlns:a16="http://schemas.microsoft.com/office/drawing/2014/main" id="{7A78672D-6FFC-4265-B599-F7B1C5748C07}"/>
              </a:ext>
            </a:extLst>
          </p:cNvPr>
          <p:cNvGrpSpPr/>
          <p:nvPr/>
        </p:nvGrpSpPr>
        <p:grpSpPr>
          <a:xfrm rot="10800000">
            <a:off x="6021394" y="4585061"/>
            <a:ext cx="204207" cy="182532"/>
            <a:chOff x="10293350" y="4991100"/>
            <a:chExt cx="454660" cy="406400"/>
          </a:xfrm>
        </p:grpSpPr>
        <p:sp>
          <p:nvSpPr>
            <p:cNvPr id="430" name="椭圆 429">
              <a:extLst>
                <a:ext uri="{FF2B5EF4-FFF2-40B4-BE49-F238E27FC236}">
                  <a16:creationId xmlns:a16="http://schemas.microsoft.com/office/drawing/2014/main" id="{B6F3E713-8B14-48E6-AF14-D5B91BB1AAAD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31" name="直接箭头连接符 430">
              <a:extLst>
                <a:ext uri="{FF2B5EF4-FFF2-40B4-BE49-F238E27FC236}">
                  <a16:creationId xmlns:a16="http://schemas.microsoft.com/office/drawing/2014/main" id="{B498B29E-6D67-4FCA-9FB1-FBADD87F6E4D}"/>
                </a:ext>
              </a:extLst>
            </p:cNvPr>
            <p:cNvCxnSpPr>
              <a:stCxn id="430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直接箭头连接符 431">
              <a:extLst>
                <a:ext uri="{FF2B5EF4-FFF2-40B4-BE49-F238E27FC236}">
                  <a16:creationId xmlns:a16="http://schemas.microsoft.com/office/drawing/2014/main" id="{0E42B99C-A806-47EE-9B7F-78F2A40123F8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3" name="组合 432">
            <a:extLst>
              <a:ext uri="{FF2B5EF4-FFF2-40B4-BE49-F238E27FC236}">
                <a16:creationId xmlns:a16="http://schemas.microsoft.com/office/drawing/2014/main" id="{F8D28938-B185-4561-880A-F111A8B8220C}"/>
              </a:ext>
            </a:extLst>
          </p:cNvPr>
          <p:cNvGrpSpPr/>
          <p:nvPr/>
        </p:nvGrpSpPr>
        <p:grpSpPr>
          <a:xfrm rot="10800000">
            <a:off x="6021394" y="4799857"/>
            <a:ext cx="204207" cy="182532"/>
            <a:chOff x="10293350" y="4991100"/>
            <a:chExt cx="454660" cy="406400"/>
          </a:xfrm>
        </p:grpSpPr>
        <p:sp>
          <p:nvSpPr>
            <p:cNvPr id="434" name="椭圆 433">
              <a:extLst>
                <a:ext uri="{FF2B5EF4-FFF2-40B4-BE49-F238E27FC236}">
                  <a16:creationId xmlns:a16="http://schemas.microsoft.com/office/drawing/2014/main" id="{F0E25B28-FACC-4BA5-86BB-C88B53491468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35" name="直接箭头连接符 434">
              <a:extLst>
                <a:ext uri="{FF2B5EF4-FFF2-40B4-BE49-F238E27FC236}">
                  <a16:creationId xmlns:a16="http://schemas.microsoft.com/office/drawing/2014/main" id="{B6FC4235-1B60-4485-9549-B80AC388048E}"/>
                </a:ext>
              </a:extLst>
            </p:cNvPr>
            <p:cNvCxnSpPr>
              <a:stCxn id="434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直接箭头连接符 435">
              <a:extLst>
                <a:ext uri="{FF2B5EF4-FFF2-40B4-BE49-F238E27FC236}">
                  <a16:creationId xmlns:a16="http://schemas.microsoft.com/office/drawing/2014/main" id="{0BA23EDB-1A05-498C-A8D1-D254B7BEA879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7" name="组合 436">
            <a:extLst>
              <a:ext uri="{FF2B5EF4-FFF2-40B4-BE49-F238E27FC236}">
                <a16:creationId xmlns:a16="http://schemas.microsoft.com/office/drawing/2014/main" id="{B108416C-6EC9-419A-AE23-2B7314556F39}"/>
              </a:ext>
            </a:extLst>
          </p:cNvPr>
          <p:cNvGrpSpPr/>
          <p:nvPr/>
        </p:nvGrpSpPr>
        <p:grpSpPr>
          <a:xfrm rot="10800000">
            <a:off x="6017908" y="5014653"/>
            <a:ext cx="204207" cy="182532"/>
            <a:chOff x="10293350" y="4991100"/>
            <a:chExt cx="454660" cy="406400"/>
          </a:xfrm>
        </p:grpSpPr>
        <p:sp>
          <p:nvSpPr>
            <p:cNvPr id="438" name="椭圆 437">
              <a:extLst>
                <a:ext uri="{FF2B5EF4-FFF2-40B4-BE49-F238E27FC236}">
                  <a16:creationId xmlns:a16="http://schemas.microsoft.com/office/drawing/2014/main" id="{F8B362C7-2496-41B1-AE03-EB6F20F8E650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39" name="直接箭头连接符 438">
              <a:extLst>
                <a:ext uri="{FF2B5EF4-FFF2-40B4-BE49-F238E27FC236}">
                  <a16:creationId xmlns:a16="http://schemas.microsoft.com/office/drawing/2014/main" id="{73E6C0CC-2342-436B-9BFC-40BDAA541B50}"/>
                </a:ext>
              </a:extLst>
            </p:cNvPr>
            <p:cNvCxnSpPr>
              <a:stCxn id="438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直接箭头连接符 439">
              <a:extLst>
                <a:ext uri="{FF2B5EF4-FFF2-40B4-BE49-F238E27FC236}">
                  <a16:creationId xmlns:a16="http://schemas.microsoft.com/office/drawing/2014/main" id="{59AFC8E1-3ED4-41EC-9A94-E3819AEDDB5C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1" name="组合 440">
            <a:extLst>
              <a:ext uri="{FF2B5EF4-FFF2-40B4-BE49-F238E27FC236}">
                <a16:creationId xmlns:a16="http://schemas.microsoft.com/office/drawing/2014/main" id="{498945E8-3778-4A3E-898D-811D23767FA3}"/>
              </a:ext>
            </a:extLst>
          </p:cNvPr>
          <p:cNvGrpSpPr/>
          <p:nvPr/>
        </p:nvGrpSpPr>
        <p:grpSpPr>
          <a:xfrm rot="10800000">
            <a:off x="6290781" y="4590480"/>
            <a:ext cx="204207" cy="182532"/>
            <a:chOff x="10293350" y="4991100"/>
            <a:chExt cx="454660" cy="406400"/>
          </a:xfrm>
        </p:grpSpPr>
        <p:sp>
          <p:nvSpPr>
            <p:cNvPr id="442" name="椭圆 441">
              <a:extLst>
                <a:ext uri="{FF2B5EF4-FFF2-40B4-BE49-F238E27FC236}">
                  <a16:creationId xmlns:a16="http://schemas.microsoft.com/office/drawing/2014/main" id="{93C68444-152F-4CB7-A703-B8BBEA689836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43" name="直接箭头连接符 442">
              <a:extLst>
                <a:ext uri="{FF2B5EF4-FFF2-40B4-BE49-F238E27FC236}">
                  <a16:creationId xmlns:a16="http://schemas.microsoft.com/office/drawing/2014/main" id="{93E364AC-03E5-43BD-8910-D7B3257A4177}"/>
                </a:ext>
              </a:extLst>
            </p:cNvPr>
            <p:cNvCxnSpPr>
              <a:stCxn id="442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直接箭头连接符 443">
              <a:extLst>
                <a:ext uri="{FF2B5EF4-FFF2-40B4-BE49-F238E27FC236}">
                  <a16:creationId xmlns:a16="http://schemas.microsoft.com/office/drawing/2014/main" id="{DD5A6157-AAFB-4EE1-92F6-B642F4A10436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5" name="组合 444">
            <a:extLst>
              <a:ext uri="{FF2B5EF4-FFF2-40B4-BE49-F238E27FC236}">
                <a16:creationId xmlns:a16="http://schemas.microsoft.com/office/drawing/2014/main" id="{5E3B131B-A617-4C0F-AFE6-1DD8F7F300C5}"/>
              </a:ext>
            </a:extLst>
          </p:cNvPr>
          <p:cNvGrpSpPr/>
          <p:nvPr/>
        </p:nvGrpSpPr>
        <p:grpSpPr>
          <a:xfrm rot="10800000">
            <a:off x="6290781" y="4805277"/>
            <a:ext cx="204207" cy="182532"/>
            <a:chOff x="10293350" y="4991100"/>
            <a:chExt cx="454660" cy="406400"/>
          </a:xfrm>
        </p:grpSpPr>
        <p:sp>
          <p:nvSpPr>
            <p:cNvPr id="446" name="椭圆 445">
              <a:extLst>
                <a:ext uri="{FF2B5EF4-FFF2-40B4-BE49-F238E27FC236}">
                  <a16:creationId xmlns:a16="http://schemas.microsoft.com/office/drawing/2014/main" id="{D3762845-3557-475F-9751-A496534A4096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47" name="直接箭头连接符 446">
              <a:extLst>
                <a:ext uri="{FF2B5EF4-FFF2-40B4-BE49-F238E27FC236}">
                  <a16:creationId xmlns:a16="http://schemas.microsoft.com/office/drawing/2014/main" id="{B176E702-40CA-4F45-9DD2-4437E8D814EC}"/>
                </a:ext>
              </a:extLst>
            </p:cNvPr>
            <p:cNvCxnSpPr>
              <a:stCxn id="446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直接箭头连接符 447">
              <a:extLst>
                <a:ext uri="{FF2B5EF4-FFF2-40B4-BE49-F238E27FC236}">
                  <a16:creationId xmlns:a16="http://schemas.microsoft.com/office/drawing/2014/main" id="{E0C9C495-4506-4387-9E9E-7138C32B37F6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9" name="组合 448">
            <a:extLst>
              <a:ext uri="{FF2B5EF4-FFF2-40B4-BE49-F238E27FC236}">
                <a16:creationId xmlns:a16="http://schemas.microsoft.com/office/drawing/2014/main" id="{BA77B324-AA86-4C79-9A84-4831F41B5616}"/>
              </a:ext>
            </a:extLst>
          </p:cNvPr>
          <p:cNvGrpSpPr/>
          <p:nvPr/>
        </p:nvGrpSpPr>
        <p:grpSpPr>
          <a:xfrm rot="10800000">
            <a:off x="6287294" y="5020073"/>
            <a:ext cx="204207" cy="182532"/>
            <a:chOff x="10293350" y="4991100"/>
            <a:chExt cx="454660" cy="406400"/>
          </a:xfrm>
        </p:grpSpPr>
        <p:sp>
          <p:nvSpPr>
            <p:cNvPr id="450" name="椭圆 449">
              <a:extLst>
                <a:ext uri="{FF2B5EF4-FFF2-40B4-BE49-F238E27FC236}">
                  <a16:creationId xmlns:a16="http://schemas.microsoft.com/office/drawing/2014/main" id="{BE43B67A-F2C1-42D1-92E5-2552575EF09A}"/>
                </a:ext>
              </a:extLst>
            </p:cNvPr>
            <p:cNvSpPr/>
            <p:nvPr/>
          </p:nvSpPr>
          <p:spPr>
            <a:xfrm>
              <a:off x="10293350" y="4991100"/>
              <a:ext cx="264160" cy="406400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51" name="直接箭头连接符 450">
              <a:extLst>
                <a:ext uri="{FF2B5EF4-FFF2-40B4-BE49-F238E27FC236}">
                  <a16:creationId xmlns:a16="http://schemas.microsoft.com/office/drawing/2014/main" id="{49EFF2DE-9121-4C01-86EB-490E691CDB07}"/>
                </a:ext>
              </a:extLst>
            </p:cNvPr>
            <p:cNvCxnSpPr>
              <a:stCxn id="450" idx="2"/>
            </p:cNvCxnSpPr>
            <p:nvPr/>
          </p:nvCxnSpPr>
          <p:spPr>
            <a:xfrm>
              <a:off x="10293350" y="5194300"/>
              <a:ext cx="6844" cy="6349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直接箭头连接符 451">
              <a:extLst>
                <a:ext uri="{FF2B5EF4-FFF2-40B4-BE49-F238E27FC236}">
                  <a16:creationId xmlns:a16="http://schemas.microsoft.com/office/drawing/2014/main" id="{FBE3BAD6-BD62-423E-9A99-7B3312012C80}"/>
                </a:ext>
              </a:extLst>
            </p:cNvPr>
            <p:cNvCxnSpPr/>
            <p:nvPr/>
          </p:nvCxnSpPr>
          <p:spPr>
            <a:xfrm>
              <a:off x="10429240" y="5182235"/>
              <a:ext cx="318770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3" name="文本框 452">
            <a:extLst>
              <a:ext uri="{FF2B5EF4-FFF2-40B4-BE49-F238E27FC236}">
                <a16:creationId xmlns:a16="http://schemas.microsoft.com/office/drawing/2014/main" id="{ECF4844D-2DFD-4B61-BB34-0879806AC95F}"/>
              </a:ext>
            </a:extLst>
          </p:cNvPr>
          <p:cNvSpPr txBox="1"/>
          <p:nvPr/>
        </p:nvSpPr>
        <p:spPr>
          <a:xfrm>
            <a:off x="4955909" y="38055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永磁体</a:t>
            </a:r>
          </a:p>
        </p:txBody>
      </p:sp>
    </p:spTree>
    <p:extLst>
      <p:ext uri="{BB962C8B-B14F-4D97-AF65-F5344CB8AC3E}">
        <p14:creationId xmlns:p14="http://schemas.microsoft.com/office/powerpoint/2010/main" val="682596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2365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任意多边形 30">
            <a:extLst>
              <a:ext uri="{FF2B5EF4-FFF2-40B4-BE49-F238E27FC236}">
                <a16:creationId xmlns:a16="http://schemas.microsoft.com/office/drawing/2014/main" id="{479CC22A-40C0-45D1-92EE-A29096459F9A}"/>
              </a:ext>
            </a:extLst>
          </p:cNvPr>
          <p:cNvSpPr/>
          <p:nvPr/>
        </p:nvSpPr>
        <p:spPr>
          <a:xfrm>
            <a:off x="3479041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任意多边形 28">
            <a:extLst>
              <a:ext uri="{FF2B5EF4-FFF2-40B4-BE49-F238E27FC236}">
                <a16:creationId xmlns:a16="http://schemas.microsoft.com/office/drawing/2014/main" id="{80D876BB-A9D1-42E5-A062-122EDD48FBBB}"/>
              </a:ext>
            </a:extLst>
          </p:cNvPr>
          <p:cNvSpPr/>
          <p:nvPr/>
        </p:nvSpPr>
        <p:spPr>
          <a:xfrm>
            <a:off x="3024666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1" name="任意多边形 26">
            <a:extLst>
              <a:ext uri="{FF2B5EF4-FFF2-40B4-BE49-F238E27FC236}">
                <a16:creationId xmlns:a16="http://schemas.microsoft.com/office/drawing/2014/main" id="{467645BB-5A7F-46A7-8155-1CB1A09FFFED}"/>
              </a:ext>
            </a:extLst>
          </p:cNvPr>
          <p:cNvSpPr/>
          <p:nvPr/>
        </p:nvSpPr>
        <p:spPr>
          <a:xfrm>
            <a:off x="2571828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任意多边形 24">
            <a:extLst>
              <a:ext uri="{FF2B5EF4-FFF2-40B4-BE49-F238E27FC236}">
                <a16:creationId xmlns:a16="http://schemas.microsoft.com/office/drawing/2014/main" id="{BB8FF333-C6E6-4BEE-8D68-748A8AB7F815}"/>
              </a:ext>
            </a:extLst>
          </p:cNvPr>
          <p:cNvSpPr/>
          <p:nvPr/>
        </p:nvSpPr>
        <p:spPr>
          <a:xfrm>
            <a:off x="2117453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任意多边形 44">
            <a:extLst>
              <a:ext uri="{FF2B5EF4-FFF2-40B4-BE49-F238E27FC236}">
                <a16:creationId xmlns:a16="http://schemas.microsoft.com/office/drawing/2014/main" id="{AB67EC7F-DE79-481D-BD7F-9B72A8B88808}"/>
              </a:ext>
            </a:extLst>
          </p:cNvPr>
          <p:cNvSpPr/>
          <p:nvPr/>
        </p:nvSpPr>
        <p:spPr>
          <a:xfrm>
            <a:off x="1191645" y="1756736"/>
            <a:ext cx="900352" cy="3300830"/>
          </a:xfrm>
          <a:custGeom>
            <a:avLst/>
            <a:gdLst>
              <a:gd name="connsiteX0" fmla="*/ 416392 w 900352"/>
              <a:gd name="connsiteY0" fmla="*/ 235 h 3300830"/>
              <a:gd name="connsiteX1" fmla="*/ 529862 w 900352"/>
              <a:gd name="connsiteY1" fmla="*/ 60692 h 3300830"/>
              <a:gd name="connsiteX2" fmla="*/ 276793 w 900352"/>
              <a:gd name="connsiteY2" fmla="*/ 438719 h 3300830"/>
              <a:gd name="connsiteX3" fmla="*/ 226120 w 900352"/>
              <a:gd name="connsiteY3" fmla="*/ 815637 h 3300830"/>
              <a:gd name="connsiteX4" fmla="*/ 212865 w 900352"/>
              <a:gd name="connsiteY4" fmla="*/ 2094683 h 3300830"/>
              <a:gd name="connsiteX5" fmla="*/ 219492 w 900352"/>
              <a:gd name="connsiteY5" fmla="*/ 3082133 h 3300830"/>
              <a:gd name="connsiteX6" fmla="*/ 378545 w 900352"/>
              <a:gd name="connsiteY6" fmla="*/ 3128523 h 3300830"/>
              <a:gd name="connsiteX7" fmla="*/ 795229 w 900352"/>
              <a:gd name="connsiteY7" fmla="*/ 3125883 h 3300830"/>
              <a:gd name="connsiteX8" fmla="*/ 900352 w 900352"/>
              <a:gd name="connsiteY8" fmla="*/ 3125745 h 3300830"/>
              <a:gd name="connsiteX9" fmla="*/ 900352 w 900352"/>
              <a:gd name="connsiteY9" fmla="*/ 3300830 h 3300830"/>
              <a:gd name="connsiteX10" fmla="*/ 80322 w 900352"/>
              <a:gd name="connsiteY10" fmla="*/ 3300830 h 3300830"/>
              <a:gd name="connsiteX11" fmla="*/ 14050 w 900352"/>
              <a:gd name="connsiteY11" fmla="*/ 1736816 h 3300830"/>
              <a:gd name="connsiteX12" fmla="*/ 73694 w 900352"/>
              <a:gd name="connsiteY12" fmla="*/ 570432 h 3300830"/>
              <a:gd name="connsiteX13" fmla="*/ 385170 w 900352"/>
              <a:gd name="connsiteY13" fmla="*/ 7121 h 3300830"/>
              <a:gd name="connsiteX14" fmla="*/ 416392 w 900352"/>
              <a:gd name="connsiteY14" fmla="*/ 235 h 3300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00352" h="3300830">
                <a:moveTo>
                  <a:pt x="416392" y="235"/>
                </a:moveTo>
                <a:cubicBezTo>
                  <a:pt x="441709" y="3187"/>
                  <a:pt x="480159" y="20929"/>
                  <a:pt x="529862" y="60692"/>
                </a:cubicBezTo>
                <a:cubicBezTo>
                  <a:pt x="408784" y="124897"/>
                  <a:pt x="327416" y="312894"/>
                  <a:pt x="276793" y="438719"/>
                </a:cubicBezTo>
                <a:cubicBezTo>
                  <a:pt x="226170" y="564543"/>
                  <a:pt x="236773" y="539644"/>
                  <a:pt x="226120" y="815637"/>
                </a:cubicBezTo>
                <a:cubicBezTo>
                  <a:pt x="215466" y="1091631"/>
                  <a:pt x="213969" y="1716934"/>
                  <a:pt x="212865" y="2094683"/>
                </a:cubicBezTo>
                <a:cubicBezTo>
                  <a:pt x="211761" y="2472433"/>
                  <a:pt x="198507" y="2969471"/>
                  <a:pt x="219492" y="3082133"/>
                </a:cubicBezTo>
                <a:cubicBezTo>
                  <a:pt x="227224" y="3135151"/>
                  <a:pt x="317796" y="3134046"/>
                  <a:pt x="378545" y="3128523"/>
                </a:cubicBezTo>
                <a:cubicBezTo>
                  <a:pt x="393732" y="3127143"/>
                  <a:pt x="557134" y="3126315"/>
                  <a:pt x="795229" y="3125883"/>
                </a:cubicBezTo>
                <a:lnTo>
                  <a:pt x="900352" y="3125745"/>
                </a:lnTo>
                <a:lnTo>
                  <a:pt x="900352" y="3300830"/>
                </a:lnTo>
                <a:lnTo>
                  <a:pt x="80322" y="3300830"/>
                </a:lnTo>
                <a:cubicBezTo>
                  <a:pt x="-24609" y="3230139"/>
                  <a:pt x="-2517" y="2301230"/>
                  <a:pt x="14050" y="1736816"/>
                </a:cubicBezTo>
                <a:cubicBezTo>
                  <a:pt x="30617" y="1119384"/>
                  <a:pt x="11841" y="858713"/>
                  <a:pt x="73694" y="570432"/>
                </a:cubicBezTo>
                <a:cubicBezTo>
                  <a:pt x="135547" y="282150"/>
                  <a:pt x="280239" y="83333"/>
                  <a:pt x="385170" y="7121"/>
                </a:cubicBezTo>
                <a:cubicBezTo>
                  <a:pt x="398149" y="1323"/>
                  <a:pt x="407951" y="-748"/>
                  <a:pt x="416392" y="23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5" name="任意多边形 10">
            <a:extLst>
              <a:ext uri="{FF2B5EF4-FFF2-40B4-BE49-F238E27FC236}">
                <a16:creationId xmlns:a16="http://schemas.microsoft.com/office/drawing/2014/main" id="{442FC7E9-6682-4B31-A50B-A19A593A02A3}"/>
              </a:ext>
            </a:extLst>
          </p:cNvPr>
          <p:cNvSpPr/>
          <p:nvPr/>
        </p:nvSpPr>
        <p:spPr>
          <a:xfrm>
            <a:off x="1663078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9" name="任意多边形 7">
            <a:extLst>
              <a:ext uri="{FF2B5EF4-FFF2-40B4-BE49-F238E27FC236}">
                <a16:creationId xmlns:a16="http://schemas.microsoft.com/office/drawing/2014/main" id="{BC0ECBB8-B9DD-4577-A563-7D03091DFA6C}"/>
              </a:ext>
            </a:extLst>
          </p:cNvPr>
          <p:cNvSpPr/>
          <p:nvPr/>
        </p:nvSpPr>
        <p:spPr>
          <a:xfrm>
            <a:off x="1578339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0" name="任意多边形 25">
            <a:extLst>
              <a:ext uri="{FF2B5EF4-FFF2-40B4-BE49-F238E27FC236}">
                <a16:creationId xmlns:a16="http://schemas.microsoft.com/office/drawing/2014/main" id="{0549B095-3F82-455E-8F9A-22DE9C2E30D3}"/>
              </a:ext>
            </a:extLst>
          </p:cNvPr>
          <p:cNvSpPr/>
          <p:nvPr/>
        </p:nvSpPr>
        <p:spPr>
          <a:xfrm>
            <a:off x="2032714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1" name="任意多边形 27">
            <a:extLst>
              <a:ext uri="{FF2B5EF4-FFF2-40B4-BE49-F238E27FC236}">
                <a16:creationId xmlns:a16="http://schemas.microsoft.com/office/drawing/2014/main" id="{77F4D611-5875-4C81-897F-B04BBCBF241E}"/>
              </a:ext>
            </a:extLst>
          </p:cNvPr>
          <p:cNvSpPr/>
          <p:nvPr/>
        </p:nvSpPr>
        <p:spPr>
          <a:xfrm>
            <a:off x="2487089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2" name="任意多边形 31">
            <a:extLst>
              <a:ext uri="{FF2B5EF4-FFF2-40B4-BE49-F238E27FC236}">
                <a16:creationId xmlns:a16="http://schemas.microsoft.com/office/drawing/2014/main" id="{A3D51A33-03C5-4647-A05C-D1C558A810ED}"/>
              </a:ext>
            </a:extLst>
          </p:cNvPr>
          <p:cNvSpPr/>
          <p:nvPr/>
        </p:nvSpPr>
        <p:spPr>
          <a:xfrm>
            <a:off x="3394302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3" name="任意多边形 45">
            <a:extLst>
              <a:ext uri="{FF2B5EF4-FFF2-40B4-BE49-F238E27FC236}">
                <a16:creationId xmlns:a16="http://schemas.microsoft.com/office/drawing/2014/main" id="{BF717DEB-2FA2-4AAE-8081-A133F9E2428C}"/>
              </a:ext>
            </a:extLst>
          </p:cNvPr>
          <p:cNvSpPr/>
          <p:nvPr/>
        </p:nvSpPr>
        <p:spPr>
          <a:xfrm>
            <a:off x="3750024" y="1726630"/>
            <a:ext cx="674323" cy="3306436"/>
          </a:xfrm>
          <a:custGeom>
            <a:avLst/>
            <a:gdLst>
              <a:gd name="connsiteX0" fmla="*/ 202078 w 674323"/>
              <a:gd name="connsiteY0" fmla="*/ 667 h 3306436"/>
              <a:gd name="connsiteX1" fmla="*/ 277035 w 674323"/>
              <a:gd name="connsiteY1" fmla="*/ 3921 h 3306436"/>
              <a:gd name="connsiteX2" fmla="*/ 400504 w 674323"/>
              <a:gd name="connsiteY2" fmla="*/ 56049 h 3306436"/>
              <a:gd name="connsiteX3" fmla="*/ 643645 w 674323"/>
              <a:gd name="connsiteY3" fmla="*/ 698886 h 3306436"/>
              <a:gd name="connsiteX4" fmla="*/ 663526 w 674323"/>
              <a:gd name="connsiteY4" fmla="*/ 2402071 h 3306436"/>
              <a:gd name="connsiteX5" fmla="*/ 577373 w 674323"/>
              <a:gd name="connsiteY5" fmla="*/ 3296741 h 3306436"/>
              <a:gd name="connsiteX6" fmla="*/ 124291 w 674323"/>
              <a:gd name="connsiteY6" fmla="*/ 3305693 h 3306436"/>
              <a:gd name="connsiteX7" fmla="*/ 0 w 674323"/>
              <a:gd name="connsiteY7" fmla="*/ 3306436 h 3306436"/>
              <a:gd name="connsiteX8" fmla="*/ 0 w 674323"/>
              <a:gd name="connsiteY8" fmla="*/ 3135966 h 3306436"/>
              <a:gd name="connsiteX9" fmla="*/ 7022 w 674323"/>
              <a:gd name="connsiteY9" fmla="*/ 3135981 h 3306436"/>
              <a:gd name="connsiteX10" fmla="*/ 444829 w 674323"/>
              <a:gd name="connsiteY10" fmla="*/ 3137688 h 3306436"/>
              <a:gd name="connsiteX11" fmla="*/ 471338 w 674323"/>
              <a:gd name="connsiteY11" fmla="*/ 2594259 h 3306436"/>
              <a:gd name="connsiteX12" fmla="*/ 451456 w 674323"/>
              <a:gd name="connsiteY12" fmla="*/ 1308587 h 3306436"/>
              <a:gd name="connsiteX13" fmla="*/ 365303 w 674323"/>
              <a:gd name="connsiteY13" fmla="*/ 354273 h 3306436"/>
              <a:gd name="connsiteX14" fmla="*/ 120615 w 674323"/>
              <a:gd name="connsiteY14" fmla="*/ 22083 h 3306436"/>
              <a:gd name="connsiteX15" fmla="*/ 202078 w 674323"/>
              <a:gd name="connsiteY15" fmla="*/ 667 h 3306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74323" h="3306436">
                <a:moveTo>
                  <a:pt x="202078" y="667"/>
                </a:moveTo>
                <a:cubicBezTo>
                  <a:pt x="228437" y="-1178"/>
                  <a:pt x="253712" y="1091"/>
                  <a:pt x="277035" y="3921"/>
                </a:cubicBezTo>
                <a:cubicBezTo>
                  <a:pt x="323684" y="9582"/>
                  <a:pt x="350327" y="28036"/>
                  <a:pt x="400504" y="56049"/>
                </a:cubicBezTo>
                <a:cubicBezTo>
                  <a:pt x="444224" y="80458"/>
                  <a:pt x="599807" y="307882"/>
                  <a:pt x="643645" y="698886"/>
                </a:cubicBezTo>
                <a:cubicBezTo>
                  <a:pt x="687482" y="1089890"/>
                  <a:pt x="674572" y="1969096"/>
                  <a:pt x="663526" y="2402071"/>
                </a:cubicBezTo>
                <a:cubicBezTo>
                  <a:pt x="652480" y="2835046"/>
                  <a:pt x="732006" y="3284591"/>
                  <a:pt x="577373" y="3296741"/>
                </a:cubicBezTo>
                <a:cubicBezTo>
                  <a:pt x="519386" y="3301297"/>
                  <a:pt x="345526" y="3303990"/>
                  <a:pt x="124291" y="3305693"/>
                </a:cubicBezTo>
                <a:lnTo>
                  <a:pt x="0" y="3306436"/>
                </a:lnTo>
                <a:lnTo>
                  <a:pt x="0" y="3135966"/>
                </a:lnTo>
                <a:lnTo>
                  <a:pt x="7022" y="3135981"/>
                </a:lnTo>
                <a:lnTo>
                  <a:pt x="444829" y="3137688"/>
                </a:lnTo>
                <a:cubicBezTo>
                  <a:pt x="490116" y="3073625"/>
                  <a:pt x="470234" y="2899110"/>
                  <a:pt x="471338" y="2594259"/>
                </a:cubicBezTo>
                <a:cubicBezTo>
                  <a:pt x="472442" y="2289409"/>
                  <a:pt x="469130" y="1681917"/>
                  <a:pt x="451456" y="1308587"/>
                </a:cubicBezTo>
                <a:cubicBezTo>
                  <a:pt x="433783" y="935256"/>
                  <a:pt x="421635" y="571865"/>
                  <a:pt x="365303" y="354273"/>
                </a:cubicBezTo>
                <a:cubicBezTo>
                  <a:pt x="308971" y="136680"/>
                  <a:pt x="233812" y="83694"/>
                  <a:pt x="120615" y="22083"/>
                </a:cubicBezTo>
                <a:cubicBezTo>
                  <a:pt x="148276" y="8466"/>
                  <a:pt x="175719" y="2511"/>
                  <a:pt x="202078" y="667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8" name="任意多边形 29">
            <a:extLst>
              <a:ext uri="{FF2B5EF4-FFF2-40B4-BE49-F238E27FC236}">
                <a16:creationId xmlns:a16="http://schemas.microsoft.com/office/drawing/2014/main" id="{58AFFF73-1753-42FD-9FA7-30C6E0DFD4A5}"/>
              </a:ext>
            </a:extLst>
          </p:cNvPr>
          <p:cNvSpPr/>
          <p:nvPr/>
        </p:nvSpPr>
        <p:spPr>
          <a:xfrm>
            <a:off x="2939927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950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任意多边形 30">
            <a:extLst>
              <a:ext uri="{FF2B5EF4-FFF2-40B4-BE49-F238E27FC236}">
                <a16:creationId xmlns:a16="http://schemas.microsoft.com/office/drawing/2014/main" id="{479CC22A-40C0-45D1-92EE-A29096459F9A}"/>
              </a:ext>
            </a:extLst>
          </p:cNvPr>
          <p:cNvSpPr/>
          <p:nvPr/>
        </p:nvSpPr>
        <p:spPr>
          <a:xfrm>
            <a:off x="3479041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任意多边形 28">
            <a:extLst>
              <a:ext uri="{FF2B5EF4-FFF2-40B4-BE49-F238E27FC236}">
                <a16:creationId xmlns:a16="http://schemas.microsoft.com/office/drawing/2014/main" id="{80D876BB-A9D1-42E5-A062-122EDD48FBBB}"/>
              </a:ext>
            </a:extLst>
          </p:cNvPr>
          <p:cNvSpPr/>
          <p:nvPr/>
        </p:nvSpPr>
        <p:spPr>
          <a:xfrm>
            <a:off x="3024666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1" name="任意多边形 26">
            <a:extLst>
              <a:ext uri="{FF2B5EF4-FFF2-40B4-BE49-F238E27FC236}">
                <a16:creationId xmlns:a16="http://schemas.microsoft.com/office/drawing/2014/main" id="{467645BB-5A7F-46A7-8155-1CB1A09FFFED}"/>
              </a:ext>
            </a:extLst>
          </p:cNvPr>
          <p:cNvSpPr/>
          <p:nvPr/>
        </p:nvSpPr>
        <p:spPr>
          <a:xfrm>
            <a:off x="2571828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任意多边形 24">
            <a:extLst>
              <a:ext uri="{FF2B5EF4-FFF2-40B4-BE49-F238E27FC236}">
                <a16:creationId xmlns:a16="http://schemas.microsoft.com/office/drawing/2014/main" id="{BB8FF333-C6E6-4BEE-8D68-748A8AB7F815}"/>
              </a:ext>
            </a:extLst>
          </p:cNvPr>
          <p:cNvSpPr/>
          <p:nvPr/>
        </p:nvSpPr>
        <p:spPr>
          <a:xfrm>
            <a:off x="2117453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3" name="组合 342">
            <a:extLst>
              <a:ext uri="{FF2B5EF4-FFF2-40B4-BE49-F238E27FC236}">
                <a16:creationId xmlns:a16="http://schemas.microsoft.com/office/drawing/2014/main" id="{281453D4-AE1F-49C1-845C-4A74B91A408D}"/>
              </a:ext>
            </a:extLst>
          </p:cNvPr>
          <p:cNvGrpSpPr/>
          <p:nvPr/>
        </p:nvGrpSpPr>
        <p:grpSpPr>
          <a:xfrm>
            <a:off x="1997382" y="4497949"/>
            <a:ext cx="1753037" cy="923389"/>
            <a:chOff x="2362927" y="4768729"/>
            <a:chExt cx="1753037" cy="923389"/>
          </a:xfrm>
        </p:grpSpPr>
        <p:sp>
          <p:nvSpPr>
            <p:cNvPr id="359" name="椭圆 358">
              <a:extLst>
                <a:ext uri="{FF2B5EF4-FFF2-40B4-BE49-F238E27FC236}">
                  <a16:creationId xmlns:a16="http://schemas.microsoft.com/office/drawing/2014/main" id="{6C368635-ABF5-4AC8-9125-5889578DE8EC}"/>
                </a:ext>
              </a:extLst>
            </p:cNvPr>
            <p:cNvSpPr/>
            <p:nvPr/>
          </p:nvSpPr>
          <p:spPr>
            <a:xfrm>
              <a:off x="2362927" y="4768729"/>
              <a:ext cx="325160" cy="92338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0" name="椭圆 359">
              <a:extLst>
                <a:ext uri="{FF2B5EF4-FFF2-40B4-BE49-F238E27FC236}">
                  <a16:creationId xmlns:a16="http://schemas.microsoft.com/office/drawing/2014/main" id="{7F3C5629-131E-4C33-B210-40C5FC63258B}"/>
                </a:ext>
              </a:extLst>
            </p:cNvPr>
            <p:cNvSpPr/>
            <p:nvPr/>
          </p:nvSpPr>
          <p:spPr>
            <a:xfrm>
              <a:off x="2414021" y="4969935"/>
              <a:ext cx="159682" cy="5277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1" name="椭圆 360">
              <a:extLst>
                <a:ext uri="{FF2B5EF4-FFF2-40B4-BE49-F238E27FC236}">
                  <a16:creationId xmlns:a16="http://schemas.microsoft.com/office/drawing/2014/main" id="{C4FF0223-5747-434C-9298-78FE4F0747A7}"/>
                </a:ext>
              </a:extLst>
            </p:cNvPr>
            <p:cNvSpPr/>
            <p:nvPr/>
          </p:nvSpPr>
          <p:spPr>
            <a:xfrm>
              <a:off x="2414719" y="5126488"/>
              <a:ext cx="99973" cy="1991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2" name="任意多边形 35">
              <a:extLst>
                <a:ext uri="{FF2B5EF4-FFF2-40B4-BE49-F238E27FC236}">
                  <a16:creationId xmlns:a16="http://schemas.microsoft.com/office/drawing/2014/main" id="{242B9962-B5F7-414A-BFC2-361BEA60221D}"/>
                </a:ext>
              </a:extLst>
            </p:cNvPr>
            <p:cNvSpPr/>
            <p:nvPr/>
          </p:nvSpPr>
          <p:spPr>
            <a:xfrm>
              <a:off x="2544640" y="4768729"/>
              <a:ext cx="1571324" cy="923389"/>
            </a:xfrm>
            <a:custGeom>
              <a:avLst/>
              <a:gdLst>
                <a:gd name="connsiteX0" fmla="*/ 0 w 751645"/>
                <a:gd name="connsiteY0" fmla="*/ 0 h 422278"/>
                <a:gd name="connsiteX1" fmla="*/ 686044 w 751645"/>
                <a:gd name="connsiteY1" fmla="*/ 0 h 422278"/>
                <a:gd name="connsiteX2" fmla="*/ 751645 w 751645"/>
                <a:gd name="connsiteY2" fmla="*/ 211139 h 422278"/>
                <a:gd name="connsiteX3" fmla="*/ 686044 w 751645"/>
                <a:gd name="connsiteY3" fmla="*/ 422278 h 422278"/>
                <a:gd name="connsiteX4" fmla="*/ 686041 w 751645"/>
                <a:gd name="connsiteY4" fmla="*/ 422277 h 422278"/>
                <a:gd name="connsiteX5" fmla="*/ 0 w 751645"/>
                <a:gd name="connsiteY5" fmla="*/ 422277 h 422278"/>
                <a:gd name="connsiteX6" fmla="*/ 0 w 751645"/>
                <a:gd name="connsiteY6" fmla="*/ 419773 h 422278"/>
                <a:gd name="connsiteX7" fmla="*/ 6235 w 751645"/>
                <a:gd name="connsiteY7" fmla="*/ 417989 h 422278"/>
                <a:gd name="connsiteX8" fmla="*/ 65601 w 751645"/>
                <a:gd name="connsiteY8" fmla="*/ 211139 h 422278"/>
                <a:gd name="connsiteX9" fmla="*/ 6235 w 751645"/>
                <a:gd name="connsiteY9" fmla="*/ 4290 h 422278"/>
                <a:gd name="connsiteX10" fmla="*/ 0 w 751645"/>
                <a:gd name="connsiteY10" fmla="*/ 2505 h 42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45" h="422278">
                  <a:moveTo>
                    <a:pt x="0" y="0"/>
                  </a:moveTo>
                  <a:lnTo>
                    <a:pt x="686044" y="0"/>
                  </a:lnTo>
                  <a:cubicBezTo>
                    <a:pt x="722274" y="0"/>
                    <a:pt x="751645" y="94530"/>
                    <a:pt x="751645" y="211139"/>
                  </a:cubicBezTo>
                  <a:cubicBezTo>
                    <a:pt x="751645" y="327748"/>
                    <a:pt x="722274" y="422278"/>
                    <a:pt x="686044" y="422278"/>
                  </a:cubicBezTo>
                  <a:lnTo>
                    <a:pt x="686041" y="422277"/>
                  </a:lnTo>
                  <a:lnTo>
                    <a:pt x="0" y="422277"/>
                  </a:lnTo>
                  <a:lnTo>
                    <a:pt x="0" y="419773"/>
                  </a:lnTo>
                  <a:lnTo>
                    <a:pt x="6235" y="417989"/>
                  </a:lnTo>
                  <a:cubicBezTo>
                    <a:pt x="40115" y="398301"/>
                    <a:pt x="65601" y="313172"/>
                    <a:pt x="65601" y="211139"/>
                  </a:cubicBezTo>
                  <a:cubicBezTo>
                    <a:pt x="65601" y="109106"/>
                    <a:pt x="40115" y="23978"/>
                    <a:pt x="6235" y="4290"/>
                  </a:cubicBezTo>
                  <a:lnTo>
                    <a:pt x="0" y="2505"/>
                  </a:lnTo>
                  <a:close/>
                </a:path>
              </a:pathLst>
            </a:custGeom>
            <a:gradFill>
              <a:gsLst>
                <a:gs pos="26000">
                  <a:schemeClr val="accent1">
                    <a:lumMod val="5000"/>
                    <a:lumOff val="95000"/>
                  </a:schemeClr>
                </a:gs>
                <a:gs pos="93000">
                  <a:schemeClr val="accent6"/>
                </a:gs>
              </a:gsLst>
              <a:lin ang="540000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3" name="椭圆 362">
              <a:extLst>
                <a:ext uri="{FF2B5EF4-FFF2-40B4-BE49-F238E27FC236}">
                  <a16:creationId xmlns:a16="http://schemas.microsoft.com/office/drawing/2014/main" id="{04D2A5BF-738F-435D-AC03-DE5B4FFDB488}"/>
                </a:ext>
              </a:extLst>
            </p:cNvPr>
            <p:cNvSpPr/>
            <p:nvPr/>
          </p:nvSpPr>
          <p:spPr>
            <a:xfrm>
              <a:off x="3655422" y="5022820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4" name="椭圆 363">
              <a:extLst>
                <a:ext uri="{FF2B5EF4-FFF2-40B4-BE49-F238E27FC236}">
                  <a16:creationId xmlns:a16="http://schemas.microsoft.com/office/drawing/2014/main" id="{11BCA049-A125-4877-AE11-8AC87933640E}"/>
                </a:ext>
              </a:extLst>
            </p:cNvPr>
            <p:cNvSpPr/>
            <p:nvPr/>
          </p:nvSpPr>
          <p:spPr>
            <a:xfrm>
              <a:off x="2777942" y="5022822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365" name="直接连接符 364">
              <a:extLst>
                <a:ext uri="{FF2B5EF4-FFF2-40B4-BE49-F238E27FC236}">
                  <a16:creationId xmlns:a16="http://schemas.microsoft.com/office/drawing/2014/main" id="{484D4527-A1FB-4284-AB93-D48CA372A80D}"/>
                </a:ext>
              </a:extLst>
            </p:cNvPr>
            <p:cNvCxnSpPr/>
            <p:nvPr/>
          </p:nvCxnSpPr>
          <p:spPr>
            <a:xfrm>
              <a:off x="2845445" y="5207577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接连接符 365">
              <a:extLst>
                <a:ext uri="{FF2B5EF4-FFF2-40B4-BE49-F238E27FC236}">
                  <a16:creationId xmlns:a16="http://schemas.microsoft.com/office/drawing/2014/main" id="{435D9441-CE42-431A-A73D-3351074B4C60}"/>
                </a:ext>
              </a:extLst>
            </p:cNvPr>
            <p:cNvCxnSpPr/>
            <p:nvPr/>
          </p:nvCxnSpPr>
          <p:spPr>
            <a:xfrm>
              <a:off x="3725622" y="5199858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接连接符 366">
              <a:extLst>
                <a:ext uri="{FF2B5EF4-FFF2-40B4-BE49-F238E27FC236}">
                  <a16:creationId xmlns:a16="http://schemas.microsoft.com/office/drawing/2014/main" id="{A007F4DF-6C14-4FC6-B477-2EDB0ACB87E1}"/>
                </a:ext>
              </a:extLst>
            </p:cNvPr>
            <p:cNvCxnSpPr/>
            <p:nvPr/>
          </p:nvCxnSpPr>
          <p:spPr>
            <a:xfrm>
              <a:off x="2959998" y="5080876"/>
              <a:ext cx="0" cy="2447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4" name="任意多边形 44">
            <a:extLst>
              <a:ext uri="{FF2B5EF4-FFF2-40B4-BE49-F238E27FC236}">
                <a16:creationId xmlns:a16="http://schemas.microsoft.com/office/drawing/2014/main" id="{AB67EC7F-DE79-481D-BD7F-9B72A8B88808}"/>
              </a:ext>
            </a:extLst>
          </p:cNvPr>
          <p:cNvSpPr/>
          <p:nvPr/>
        </p:nvSpPr>
        <p:spPr>
          <a:xfrm>
            <a:off x="1191645" y="1756736"/>
            <a:ext cx="900352" cy="3300830"/>
          </a:xfrm>
          <a:custGeom>
            <a:avLst/>
            <a:gdLst>
              <a:gd name="connsiteX0" fmla="*/ 416392 w 900352"/>
              <a:gd name="connsiteY0" fmla="*/ 235 h 3300830"/>
              <a:gd name="connsiteX1" fmla="*/ 529862 w 900352"/>
              <a:gd name="connsiteY1" fmla="*/ 60692 h 3300830"/>
              <a:gd name="connsiteX2" fmla="*/ 276793 w 900352"/>
              <a:gd name="connsiteY2" fmla="*/ 438719 h 3300830"/>
              <a:gd name="connsiteX3" fmla="*/ 226120 w 900352"/>
              <a:gd name="connsiteY3" fmla="*/ 815637 h 3300830"/>
              <a:gd name="connsiteX4" fmla="*/ 212865 w 900352"/>
              <a:gd name="connsiteY4" fmla="*/ 2094683 h 3300830"/>
              <a:gd name="connsiteX5" fmla="*/ 219492 w 900352"/>
              <a:gd name="connsiteY5" fmla="*/ 3082133 h 3300830"/>
              <a:gd name="connsiteX6" fmla="*/ 378545 w 900352"/>
              <a:gd name="connsiteY6" fmla="*/ 3128523 h 3300830"/>
              <a:gd name="connsiteX7" fmla="*/ 795229 w 900352"/>
              <a:gd name="connsiteY7" fmla="*/ 3125883 h 3300830"/>
              <a:gd name="connsiteX8" fmla="*/ 900352 w 900352"/>
              <a:gd name="connsiteY8" fmla="*/ 3125745 h 3300830"/>
              <a:gd name="connsiteX9" fmla="*/ 900352 w 900352"/>
              <a:gd name="connsiteY9" fmla="*/ 3300830 h 3300830"/>
              <a:gd name="connsiteX10" fmla="*/ 80322 w 900352"/>
              <a:gd name="connsiteY10" fmla="*/ 3300830 h 3300830"/>
              <a:gd name="connsiteX11" fmla="*/ 14050 w 900352"/>
              <a:gd name="connsiteY11" fmla="*/ 1736816 h 3300830"/>
              <a:gd name="connsiteX12" fmla="*/ 73694 w 900352"/>
              <a:gd name="connsiteY12" fmla="*/ 570432 h 3300830"/>
              <a:gd name="connsiteX13" fmla="*/ 385170 w 900352"/>
              <a:gd name="connsiteY13" fmla="*/ 7121 h 3300830"/>
              <a:gd name="connsiteX14" fmla="*/ 416392 w 900352"/>
              <a:gd name="connsiteY14" fmla="*/ 235 h 3300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00352" h="3300830">
                <a:moveTo>
                  <a:pt x="416392" y="235"/>
                </a:moveTo>
                <a:cubicBezTo>
                  <a:pt x="441709" y="3187"/>
                  <a:pt x="480159" y="20929"/>
                  <a:pt x="529862" y="60692"/>
                </a:cubicBezTo>
                <a:cubicBezTo>
                  <a:pt x="408784" y="124897"/>
                  <a:pt x="327416" y="312894"/>
                  <a:pt x="276793" y="438719"/>
                </a:cubicBezTo>
                <a:cubicBezTo>
                  <a:pt x="226170" y="564543"/>
                  <a:pt x="236773" y="539644"/>
                  <a:pt x="226120" y="815637"/>
                </a:cubicBezTo>
                <a:cubicBezTo>
                  <a:pt x="215466" y="1091631"/>
                  <a:pt x="213969" y="1716934"/>
                  <a:pt x="212865" y="2094683"/>
                </a:cubicBezTo>
                <a:cubicBezTo>
                  <a:pt x="211761" y="2472433"/>
                  <a:pt x="198507" y="2969471"/>
                  <a:pt x="219492" y="3082133"/>
                </a:cubicBezTo>
                <a:cubicBezTo>
                  <a:pt x="227224" y="3135151"/>
                  <a:pt x="317796" y="3134046"/>
                  <a:pt x="378545" y="3128523"/>
                </a:cubicBezTo>
                <a:cubicBezTo>
                  <a:pt x="393732" y="3127143"/>
                  <a:pt x="557134" y="3126315"/>
                  <a:pt x="795229" y="3125883"/>
                </a:cubicBezTo>
                <a:lnTo>
                  <a:pt x="900352" y="3125745"/>
                </a:lnTo>
                <a:lnTo>
                  <a:pt x="900352" y="3300830"/>
                </a:lnTo>
                <a:lnTo>
                  <a:pt x="80322" y="3300830"/>
                </a:lnTo>
                <a:cubicBezTo>
                  <a:pt x="-24609" y="3230139"/>
                  <a:pt x="-2517" y="2301230"/>
                  <a:pt x="14050" y="1736816"/>
                </a:cubicBezTo>
                <a:cubicBezTo>
                  <a:pt x="30617" y="1119384"/>
                  <a:pt x="11841" y="858713"/>
                  <a:pt x="73694" y="570432"/>
                </a:cubicBezTo>
                <a:cubicBezTo>
                  <a:pt x="135547" y="282150"/>
                  <a:pt x="280239" y="83333"/>
                  <a:pt x="385170" y="7121"/>
                </a:cubicBezTo>
                <a:cubicBezTo>
                  <a:pt x="398149" y="1323"/>
                  <a:pt x="407951" y="-748"/>
                  <a:pt x="416392" y="23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5" name="任意多边形 10">
            <a:extLst>
              <a:ext uri="{FF2B5EF4-FFF2-40B4-BE49-F238E27FC236}">
                <a16:creationId xmlns:a16="http://schemas.microsoft.com/office/drawing/2014/main" id="{442FC7E9-6682-4B31-A50B-A19A593A02A3}"/>
              </a:ext>
            </a:extLst>
          </p:cNvPr>
          <p:cNvSpPr/>
          <p:nvPr/>
        </p:nvSpPr>
        <p:spPr>
          <a:xfrm>
            <a:off x="1663078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9" name="任意多边形 7">
            <a:extLst>
              <a:ext uri="{FF2B5EF4-FFF2-40B4-BE49-F238E27FC236}">
                <a16:creationId xmlns:a16="http://schemas.microsoft.com/office/drawing/2014/main" id="{BC0ECBB8-B9DD-4577-A563-7D03091DFA6C}"/>
              </a:ext>
            </a:extLst>
          </p:cNvPr>
          <p:cNvSpPr/>
          <p:nvPr/>
        </p:nvSpPr>
        <p:spPr>
          <a:xfrm>
            <a:off x="1578339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0" name="任意多边形 25">
            <a:extLst>
              <a:ext uri="{FF2B5EF4-FFF2-40B4-BE49-F238E27FC236}">
                <a16:creationId xmlns:a16="http://schemas.microsoft.com/office/drawing/2014/main" id="{0549B095-3F82-455E-8F9A-22DE9C2E30D3}"/>
              </a:ext>
            </a:extLst>
          </p:cNvPr>
          <p:cNvSpPr/>
          <p:nvPr/>
        </p:nvSpPr>
        <p:spPr>
          <a:xfrm>
            <a:off x="2032714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1" name="任意多边形 27">
            <a:extLst>
              <a:ext uri="{FF2B5EF4-FFF2-40B4-BE49-F238E27FC236}">
                <a16:creationId xmlns:a16="http://schemas.microsoft.com/office/drawing/2014/main" id="{77F4D611-5875-4C81-897F-B04BBCBF241E}"/>
              </a:ext>
            </a:extLst>
          </p:cNvPr>
          <p:cNvSpPr/>
          <p:nvPr/>
        </p:nvSpPr>
        <p:spPr>
          <a:xfrm>
            <a:off x="2487089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2" name="任意多边形 31">
            <a:extLst>
              <a:ext uri="{FF2B5EF4-FFF2-40B4-BE49-F238E27FC236}">
                <a16:creationId xmlns:a16="http://schemas.microsoft.com/office/drawing/2014/main" id="{A3D51A33-03C5-4647-A05C-D1C558A810ED}"/>
              </a:ext>
            </a:extLst>
          </p:cNvPr>
          <p:cNvSpPr/>
          <p:nvPr/>
        </p:nvSpPr>
        <p:spPr>
          <a:xfrm>
            <a:off x="3394302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3" name="任意多边形 45">
            <a:extLst>
              <a:ext uri="{FF2B5EF4-FFF2-40B4-BE49-F238E27FC236}">
                <a16:creationId xmlns:a16="http://schemas.microsoft.com/office/drawing/2014/main" id="{BF717DEB-2FA2-4AAE-8081-A133F9E2428C}"/>
              </a:ext>
            </a:extLst>
          </p:cNvPr>
          <p:cNvSpPr/>
          <p:nvPr/>
        </p:nvSpPr>
        <p:spPr>
          <a:xfrm>
            <a:off x="3750024" y="1726630"/>
            <a:ext cx="674323" cy="3306436"/>
          </a:xfrm>
          <a:custGeom>
            <a:avLst/>
            <a:gdLst>
              <a:gd name="connsiteX0" fmla="*/ 202078 w 674323"/>
              <a:gd name="connsiteY0" fmla="*/ 667 h 3306436"/>
              <a:gd name="connsiteX1" fmla="*/ 277035 w 674323"/>
              <a:gd name="connsiteY1" fmla="*/ 3921 h 3306436"/>
              <a:gd name="connsiteX2" fmla="*/ 400504 w 674323"/>
              <a:gd name="connsiteY2" fmla="*/ 56049 h 3306436"/>
              <a:gd name="connsiteX3" fmla="*/ 643645 w 674323"/>
              <a:gd name="connsiteY3" fmla="*/ 698886 h 3306436"/>
              <a:gd name="connsiteX4" fmla="*/ 663526 w 674323"/>
              <a:gd name="connsiteY4" fmla="*/ 2402071 h 3306436"/>
              <a:gd name="connsiteX5" fmla="*/ 577373 w 674323"/>
              <a:gd name="connsiteY5" fmla="*/ 3296741 h 3306436"/>
              <a:gd name="connsiteX6" fmla="*/ 124291 w 674323"/>
              <a:gd name="connsiteY6" fmla="*/ 3305693 h 3306436"/>
              <a:gd name="connsiteX7" fmla="*/ 0 w 674323"/>
              <a:gd name="connsiteY7" fmla="*/ 3306436 h 3306436"/>
              <a:gd name="connsiteX8" fmla="*/ 0 w 674323"/>
              <a:gd name="connsiteY8" fmla="*/ 3135966 h 3306436"/>
              <a:gd name="connsiteX9" fmla="*/ 7022 w 674323"/>
              <a:gd name="connsiteY9" fmla="*/ 3135981 h 3306436"/>
              <a:gd name="connsiteX10" fmla="*/ 444829 w 674323"/>
              <a:gd name="connsiteY10" fmla="*/ 3137688 h 3306436"/>
              <a:gd name="connsiteX11" fmla="*/ 471338 w 674323"/>
              <a:gd name="connsiteY11" fmla="*/ 2594259 h 3306436"/>
              <a:gd name="connsiteX12" fmla="*/ 451456 w 674323"/>
              <a:gd name="connsiteY12" fmla="*/ 1308587 h 3306436"/>
              <a:gd name="connsiteX13" fmla="*/ 365303 w 674323"/>
              <a:gd name="connsiteY13" fmla="*/ 354273 h 3306436"/>
              <a:gd name="connsiteX14" fmla="*/ 120615 w 674323"/>
              <a:gd name="connsiteY14" fmla="*/ 22083 h 3306436"/>
              <a:gd name="connsiteX15" fmla="*/ 202078 w 674323"/>
              <a:gd name="connsiteY15" fmla="*/ 667 h 3306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74323" h="3306436">
                <a:moveTo>
                  <a:pt x="202078" y="667"/>
                </a:moveTo>
                <a:cubicBezTo>
                  <a:pt x="228437" y="-1178"/>
                  <a:pt x="253712" y="1091"/>
                  <a:pt x="277035" y="3921"/>
                </a:cubicBezTo>
                <a:cubicBezTo>
                  <a:pt x="323684" y="9582"/>
                  <a:pt x="350327" y="28036"/>
                  <a:pt x="400504" y="56049"/>
                </a:cubicBezTo>
                <a:cubicBezTo>
                  <a:pt x="444224" y="80458"/>
                  <a:pt x="599807" y="307882"/>
                  <a:pt x="643645" y="698886"/>
                </a:cubicBezTo>
                <a:cubicBezTo>
                  <a:pt x="687482" y="1089890"/>
                  <a:pt x="674572" y="1969096"/>
                  <a:pt x="663526" y="2402071"/>
                </a:cubicBezTo>
                <a:cubicBezTo>
                  <a:pt x="652480" y="2835046"/>
                  <a:pt x="732006" y="3284591"/>
                  <a:pt x="577373" y="3296741"/>
                </a:cubicBezTo>
                <a:cubicBezTo>
                  <a:pt x="519386" y="3301297"/>
                  <a:pt x="345526" y="3303990"/>
                  <a:pt x="124291" y="3305693"/>
                </a:cubicBezTo>
                <a:lnTo>
                  <a:pt x="0" y="3306436"/>
                </a:lnTo>
                <a:lnTo>
                  <a:pt x="0" y="3135966"/>
                </a:lnTo>
                <a:lnTo>
                  <a:pt x="7022" y="3135981"/>
                </a:lnTo>
                <a:lnTo>
                  <a:pt x="444829" y="3137688"/>
                </a:lnTo>
                <a:cubicBezTo>
                  <a:pt x="490116" y="3073625"/>
                  <a:pt x="470234" y="2899110"/>
                  <a:pt x="471338" y="2594259"/>
                </a:cubicBezTo>
                <a:cubicBezTo>
                  <a:pt x="472442" y="2289409"/>
                  <a:pt x="469130" y="1681917"/>
                  <a:pt x="451456" y="1308587"/>
                </a:cubicBezTo>
                <a:cubicBezTo>
                  <a:pt x="433783" y="935256"/>
                  <a:pt x="421635" y="571865"/>
                  <a:pt x="365303" y="354273"/>
                </a:cubicBezTo>
                <a:cubicBezTo>
                  <a:pt x="308971" y="136680"/>
                  <a:pt x="233812" y="83694"/>
                  <a:pt x="120615" y="22083"/>
                </a:cubicBezTo>
                <a:cubicBezTo>
                  <a:pt x="148276" y="8466"/>
                  <a:pt x="175719" y="2511"/>
                  <a:pt x="202078" y="667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8" name="任意多边形 29">
            <a:extLst>
              <a:ext uri="{FF2B5EF4-FFF2-40B4-BE49-F238E27FC236}">
                <a16:creationId xmlns:a16="http://schemas.microsoft.com/office/drawing/2014/main" id="{58AFFF73-1753-42FD-9FA7-30C6E0DFD4A5}"/>
              </a:ext>
            </a:extLst>
          </p:cNvPr>
          <p:cNvSpPr/>
          <p:nvPr/>
        </p:nvSpPr>
        <p:spPr>
          <a:xfrm>
            <a:off x="2939927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460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任意多边形 30">
            <a:extLst>
              <a:ext uri="{FF2B5EF4-FFF2-40B4-BE49-F238E27FC236}">
                <a16:creationId xmlns:a16="http://schemas.microsoft.com/office/drawing/2014/main" id="{479CC22A-40C0-45D1-92EE-A29096459F9A}"/>
              </a:ext>
            </a:extLst>
          </p:cNvPr>
          <p:cNvSpPr/>
          <p:nvPr/>
        </p:nvSpPr>
        <p:spPr>
          <a:xfrm>
            <a:off x="3479041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任意多边形 28">
            <a:extLst>
              <a:ext uri="{FF2B5EF4-FFF2-40B4-BE49-F238E27FC236}">
                <a16:creationId xmlns:a16="http://schemas.microsoft.com/office/drawing/2014/main" id="{80D876BB-A9D1-42E5-A062-122EDD48FBBB}"/>
              </a:ext>
            </a:extLst>
          </p:cNvPr>
          <p:cNvSpPr/>
          <p:nvPr/>
        </p:nvSpPr>
        <p:spPr>
          <a:xfrm>
            <a:off x="3024666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1" name="任意多边形 26">
            <a:extLst>
              <a:ext uri="{FF2B5EF4-FFF2-40B4-BE49-F238E27FC236}">
                <a16:creationId xmlns:a16="http://schemas.microsoft.com/office/drawing/2014/main" id="{467645BB-5A7F-46A7-8155-1CB1A09FFFED}"/>
              </a:ext>
            </a:extLst>
          </p:cNvPr>
          <p:cNvSpPr/>
          <p:nvPr/>
        </p:nvSpPr>
        <p:spPr>
          <a:xfrm>
            <a:off x="2571828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任意多边形 24">
            <a:extLst>
              <a:ext uri="{FF2B5EF4-FFF2-40B4-BE49-F238E27FC236}">
                <a16:creationId xmlns:a16="http://schemas.microsoft.com/office/drawing/2014/main" id="{BB8FF333-C6E6-4BEE-8D68-748A8AB7F815}"/>
              </a:ext>
            </a:extLst>
          </p:cNvPr>
          <p:cNvSpPr/>
          <p:nvPr/>
        </p:nvSpPr>
        <p:spPr>
          <a:xfrm>
            <a:off x="2117453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3" name="组合 342">
            <a:extLst>
              <a:ext uri="{FF2B5EF4-FFF2-40B4-BE49-F238E27FC236}">
                <a16:creationId xmlns:a16="http://schemas.microsoft.com/office/drawing/2014/main" id="{281453D4-AE1F-49C1-845C-4A74B91A408D}"/>
              </a:ext>
            </a:extLst>
          </p:cNvPr>
          <p:cNvGrpSpPr/>
          <p:nvPr/>
        </p:nvGrpSpPr>
        <p:grpSpPr>
          <a:xfrm>
            <a:off x="1997382" y="4497949"/>
            <a:ext cx="1753037" cy="923389"/>
            <a:chOff x="2362927" y="4768729"/>
            <a:chExt cx="1753037" cy="923389"/>
          </a:xfrm>
        </p:grpSpPr>
        <p:sp>
          <p:nvSpPr>
            <p:cNvPr id="359" name="椭圆 358">
              <a:extLst>
                <a:ext uri="{FF2B5EF4-FFF2-40B4-BE49-F238E27FC236}">
                  <a16:creationId xmlns:a16="http://schemas.microsoft.com/office/drawing/2014/main" id="{6C368635-ABF5-4AC8-9125-5889578DE8EC}"/>
                </a:ext>
              </a:extLst>
            </p:cNvPr>
            <p:cNvSpPr/>
            <p:nvPr/>
          </p:nvSpPr>
          <p:spPr>
            <a:xfrm>
              <a:off x="2362927" y="4768729"/>
              <a:ext cx="325160" cy="92338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0" name="椭圆 359">
              <a:extLst>
                <a:ext uri="{FF2B5EF4-FFF2-40B4-BE49-F238E27FC236}">
                  <a16:creationId xmlns:a16="http://schemas.microsoft.com/office/drawing/2014/main" id="{7F3C5629-131E-4C33-B210-40C5FC63258B}"/>
                </a:ext>
              </a:extLst>
            </p:cNvPr>
            <p:cNvSpPr/>
            <p:nvPr/>
          </p:nvSpPr>
          <p:spPr>
            <a:xfrm>
              <a:off x="2414021" y="4969935"/>
              <a:ext cx="159682" cy="5277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1" name="椭圆 360">
              <a:extLst>
                <a:ext uri="{FF2B5EF4-FFF2-40B4-BE49-F238E27FC236}">
                  <a16:creationId xmlns:a16="http://schemas.microsoft.com/office/drawing/2014/main" id="{C4FF0223-5747-434C-9298-78FE4F0747A7}"/>
                </a:ext>
              </a:extLst>
            </p:cNvPr>
            <p:cNvSpPr/>
            <p:nvPr/>
          </p:nvSpPr>
          <p:spPr>
            <a:xfrm>
              <a:off x="2414719" y="5126488"/>
              <a:ext cx="99973" cy="1991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2" name="任意多边形 35">
              <a:extLst>
                <a:ext uri="{FF2B5EF4-FFF2-40B4-BE49-F238E27FC236}">
                  <a16:creationId xmlns:a16="http://schemas.microsoft.com/office/drawing/2014/main" id="{242B9962-B5F7-414A-BFC2-361BEA60221D}"/>
                </a:ext>
              </a:extLst>
            </p:cNvPr>
            <p:cNvSpPr/>
            <p:nvPr/>
          </p:nvSpPr>
          <p:spPr>
            <a:xfrm>
              <a:off x="2544640" y="4768729"/>
              <a:ext cx="1571324" cy="923389"/>
            </a:xfrm>
            <a:custGeom>
              <a:avLst/>
              <a:gdLst>
                <a:gd name="connsiteX0" fmla="*/ 0 w 751645"/>
                <a:gd name="connsiteY0" fmla="*/ 0 h 422278"/>
                <a:gd name="connsiteX1" fmla="*/ 686044 w 751645"/>
                <a:gd name="connsiteY1" fmla="*/ 0 h 422278"/>
                <a:gd name="connsiteX2" fmla="*/ 751645 w 751645"/>
                <a:gd name="connsiteY2" fmla="*/ 211139 h 422278"/>
                <a:gd name="connsiteX3" fmla="*/ 686044 w 751645"/>
                <a:gd name="connsiteY3" fmla="*/ 422278 h 422278"/>
                <a:gd name="connsiteX4" fmla="*/ 686041 w 751645"/>
                <a:gd name="connsiteY4" fmla="*/ 422277 h 422278"/>
                <a:gd name="connsiteX5" fmla="*/ 0 w 751645"/>
                <a:gd name="connsiteY5" fmla="*/ 422277 h 422278"/>
                <a:gd name="connsiteX6" fmla="*/ 0 w 751645"/>
                <a:gd name="connsiteY6" fmla="*/ 419773 h 422278"/>
                <a:gd name="connsiteX7" fmla="*/ 6235 w 751645"/>
                <a:gd name="connsiteY7" fmla="*/ 417989 h 422278"/>
                <a:gd name="connsiteX8" fmla="*/ 65601 w 751645"/>
                <a:gd name="connsiteY8" fmla="*/ 211139 h 422278"/>
                <a:gd name="connsiteX9" fmla="*/ 6235 w 751645"/>
                <a:gd name="connsiteY9" fmla="*/ 4290 h 422278"/>
                <a:gd name="connsiteX10" fmla="*/ 0 w 751645"/>
                <a:gd name="connsiteY10" fmla="*/ 2505 h 42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45" h="422278">
                  <a:moveTo>
                    <a:pt x="0" y="0"/>
                  </a:moveTo>
                  <a:lnTo>
                    <a:pt x="686044" y="0"/>
                  </a:lnTo>
                  <a:cubicBezTo>
                    <a:pt x="722274" y="0"/>
                    <a:pt x="751645" y="94530"/>
                    <a:pt x="751645" y="211139"/>
                  </a:cubicBezTo>
                  <a:cubicBezTo>
                    <a:pt x="751645" y="327748"/>
                    <a:pt x="722274" y="422278"/>
                    <a:pt x="686044" y="422278"/>
                  </a:cubicBezTo>
                  <a:lnTo>
                    <a:pt x="686041" y="422277"/>
                  </a:lnTo>
                  <a:lnTo>
                    <a:pt x="0" y="422277"/>
                  </a:lnTo>
                  <a:lnTo>
                    <a:pt x="0" y="419773"/>
                  </a:lnTo>
                  <a:lnTo>
                    <a:pt x="6235" y="417989"/>
                  </a:lnTo>
                  <a:cubicBezTo>
                    <a:pt x="40115" y="398301"/>
                    <a:pt x="65601" y="313172"/>
                    <a:pt x="65601" y="211139"/>
                  </a:cubicBezTo>
                  <a:cubicBezTo>
                    <a:pt x="65601" y="109106"/>
                    <a:pt x="40115" y="23978"/>
                    <a:pt x="6235" y="4290"/>
                  </a:cubicBezTo>
                  <a:lnTo>
                    <a:pt x="0" y="2505"/>
                  </a:lnTo>
                  <a:close/>
                </a:path>
              </a:pathLst>
            </a:custGeom>
            <a:gradFill>
              <a:gsLst>
                <a:gs pos="26000">
                  <a:schemeClr val="accent1">
                    <a:lumMod val="5000"/>
                    <a:lumOff val="95000"/>
                  </a:schemeClr>
                </a:gs>
                <a:gs pos="93000">
                  <a:schemeClr val="accent6"/>
                </a:gs>
              </a:gsLst>
              <a:lin ang="540000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3" name="椭圆 362">
              <a:extLst>
                <a:ext uri="{FF2B5EF4-FFF2-40B4-BE49-F238E27FC236}">
                  <a16:creationId xmlns:a16="http://schemas.microsoft.com/office/drawing/2014/main" id="{04D2A5BF-738F-435D-AC03-DE5B4FFDB488}"/>
                </a:ext>
              </a:extLst>
            </p:cNvPr>
            <p:cNvSpPr/>
            <p:nvPr/>
          </p:nvSpPr>
          <p:spPr>
            <a:xfrm>
              <a:off x="3655422" y="5022820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4" name="椭圆 363">
              <a:extLst>
                <a:ext uri="{FF2B5EF4-FFF2-40B4-BE49-F238E27FC236}">
                  <a16:creationId xmlns:a16="http://schemas.microsoft.com/office/drawing/2014/main" id="{11BCA049-A125-4877-AE11-8AC87933640E}"/>
                </a:ext>
              </a:extLst>
            </p:cNvPr>
            <p:cNvSpPr/>
            <p:nvPr/>
          </p:nvSpPr>
          <p:spPr>
            <a:xfrm>
              <a:off x="2777942" y="5022822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365" name="直接连接符 364">
              <a:extLst>
                <a:ext uri="{FF2B5EF4-FFF2-40B4-BE49-F238E27FC236}">
                  <a16:creationId xmlns:a16="http://schemas.microsoft.com/office/drawing/2014/main" id="{484D4527-A1FB-4284-AB93-D48CA372A80D}"/>
                </a:ext>
              </a:extLst>
            </p:cNvPr>
            <p:cNvCxnSpPr/>
            <p:nvPr/>
          </p:nvCxnSpPr>
          <p:spPr>
            <a:xfrm>
              <a:off x="2845445" y="5207577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接连接符 365">
              <a:extLst>
                <a:ext uri="{FF2B5EF4-FFF2-40B4-BE49-F238E27FC236}">
                  <a16:creationId xmlns:a16="http://schemas.microsoft.com/office/drawing/2014/main" id="{435D9441-CE42-431A-A73D-3351074B4C60}"/>
                </a:ext>
              </a:extLst>
            </p:cNvPr>
            <p:cNvCxnSpPr/>
            <p:nvPr/>
          </p:nvCxnSpPr>
          <p:spPr>
            <a:xfrm>
              <a:off x="3725622" y="5199858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接连接符 366">
              <a:extLst>
                <a:ext uri="{FF2B5EF4-FFF2-40B4-BE49-F238E27FC236}">
                  <a16:creationId xmlns:a16="http://schemas.microsoft.com/office/drawing/2014/main" id="{A007F4DF-6C14-4FC6-B477-2EDB0ACB87E1}"/>
                </a:ext>
              </a:extLst>
            </p:cNvPr>
            <p:cNvCxnSpPr/>
            <p:nvPr/>
          </p:nvCxnSpPr>
          <p:spPr>
            <a:xfrm>
              <a:off x="2959998" y="5080876"/>
              <a:ext cx="0" cy="2447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4" name="任意多边形 44">
            <a:extLst>
              <a:ext uri="{FF2B5EF4-FFF2-40B4-BE49-F238E27FC236}">
                <a16:creationId xmlns:a16="http://schemas.microsoft.com/office/drawing/2014/main" id="{AB67EC7F-DE79-481D-BD7F-9B72A8B88808}"/>
              </a:ext>
            </a:extLst>
          </p:cNvPr>
          <p:cNvSpPr/>
          <p:nvPr/>
        </p:nvSpPr>
        <p:spPr>
          <a:xfrm>
            <a:off x="1191645" y="1756736"/>
            <a:ext cx="900352" cy="3300830"/>
          </a:xfrm>
          <a:custGeom>
            <a:avLst/>
            <a:gdLst>
              <a:gd name="connsiteX0" fmla="*/ 416392 w 900352"/>
              <a:gd name="connsiteY0" fmla="*/ 235 h 3300830"/>
              <a:gd name="connsiteX1" fmla="*/ 529862 w 900352"/>
              <a:gd name="connsiteY1" fmla="*/ 60692 h 3300830"/>
              <a:gd name="connsiteX2" fmla="*/ 276793 w 900352"/>
              <a:gd name="connsiteY2" fmla="*/ 438719 h 3300830"/>
              <a:gd name="connsiteX3" fmla="*/ 226120 w 900352"/>
              <a:gd name="connsiteY3" fmla="*/ 815637 h 3300830"/>
              <a:gd name="connsiteX4" fmla="*/ 212865 w 900352"/>
              <a:gd name="connsiteY4" fmla="*/ 2094683 h 3300830"/>
              <a:gd name="connsiteX5" fmla="*/ 219492 w 900352"/>
              <a:gd name="connsiteY5" fmla="*/ 3082133 h 3300830"/>
              <a:gd name="connsiteX6" fmla="*/ 378545 w 900352"/>
              <a:gd name="connsiteY6" fmla="*/ 3128523 h 3300830"/>
              <a:gd name="connsiteX7" fmla="*/ 795229 w 900352"/>
              <a:gd name="connsiteY7" fmla="*/ 3125883 h 3300830"/>
              <a:gd name="connsiteX8" fmla="*/ 900352 w 900352"/>
              <a:gd name="connsiteY8" fmla="*/ 3125745 h 3300830"/>
              <a:gd name="connsiteX9" fmla="*/ 900352 w 900352"/>
              <a:gd name="connsiteY9" fmla="*/ 3300830 h 3300830"/>
              <a:gd name="connsiteX10" fmla="*/ 80322 w 900352"/>
              <a:gd name="connsiteY10" fmla="*/ 3300830 h 3300830"/>
              <a:gd name="connsiteX11" fmla="*/ 14050 w 900352"/>
              <a:gd name="connsiteY11" fmla="*/ 1736816 h 3300830"/>
              <a:gd name="connsiteX12" fmla="*/ 73694 w 900352"/>
              <a:gd name="connsiteY12" fmla="*/ 570432 h 3300830"/>
              <a:gd name="connsiteX13" fmla="*/ 385170 w 900352"/>
              <a:gd name="connsiteY13" fmla="*/ 7121 h 3300830"/>
              <a:gd name="connsiteX14" fmla="*/ 416392 w 900352"/>
              <a:gd name="connsiteY14" fmla="*/ 235 h 3300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00352" h="3300830">
                <a:moveTo>
                  <a:pt x="416392" y="235"/>
                </a:moveTo>
                <a:cubicBezTo>
                  <a:pt x="441709" y="3187"/>
                  <a:pt x="480159" y="20929"/>
                  <a:pt x="529862" y="60692"/>
                </a:cubicBezTo>
                <a:cubicBezTo>
                  <a:pt x="408784" y="124897"/>
                  <a:pt x="327416" y="312894"/>
                  <a:pt x="276793" y="438719"/>
                </a:cubicBezTo>
                <a:cubicBezTo>
                  <a:pt x="226170" y="564543"/>
                  <a:pt x="236773" y="539644"/>
                  <a:pt x="226120" y="815637"/>
                </a:cubicBezTo>
                <a:cubicBezTo>
                  <a:pt x="215466" y="1091631"/>
                  <a:pt x="213969" y="1716934"/>
                  <a:pt x="212865" y="2094683"/>
                </a:cubicBezTo>
                <a:cubicBezTo>
                  <a:pt x="211761" y="2472433"/>
                  <a:pt x="198507" y="2969471"/>
                  <a:pt x="219492" y="3082133"/>
                </a:cubicBezTo>
                <a:cubicBezTo>
                  <a:pt x="227224" y="3135151"/>
                  <a:pt x="317796" y="3134046"/>
                  <a:pt x="378545" y="3128523"/>
                </a:cubicBezTo>
                <a:cubicBezTo>
                  <a:pt x="393732" y="3127143"/>
                  <a:pt x="557134" y="3126315"/>
                  <a:pt x="795229" y="3125883"/>
                </a:cubicBezTo>
                <a:lnTo>
                  <a:pt x="900352" y="3125745"/>
                </a:lnTo>
                <a:lnTo>
                  <a:pt x="900352" y="3300830"/>
                </a:lnTo>
                <a:lnTo>
                  <a:pt x="80322" y="3300830"/>
                </a:lnTo>
                <a:cubicBezTo>
                  <a:pt x="-24609" y="3230139"/>
                  <a:pt x="-2517" y="2301230"/>
                  <a:pt x="14050" y="1736816"/>
                </a:cubicBezTo>
                <a:cubicBezTo>
                  <a:pt x="30617" y="1119384"/>
                  <a:pt x="11841" y="858713"/>
                  <a:pt x="73694" y="570432"/>
                </a:cubicBezTo>
                <a:cubicBezTo>
                  <a:pt x="135547" y="282150"/>
                  <a:pt x="280239" y="83333"/>
                  <a:pt x="385170" y="7121"/>
                </a:cubicBezTo>
                <a:cubicBezTo>
                  <a:pt x="398149" y="1323"/>
                  <a:pt x="407951" y="-748"/>
                  <a:pt x="416392" y="23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5" name="任意多边形 10">
            <a:extLst>
              <a:ext uri="{FF2B5EF4-FFF2-40B4-BE49-F238E27FC236}">
                <a16:creationId xmlns:a16="http://schemas.microsoft.com/office/drawing/2014/main" id="{442FC7E9-6682-4B31-A50B-A19A593A02A3}"/>
              </a:ext>
            </a:extLst>
          </p:cNvPr>
          <p:cNvSpPr/>
          <p:nvPr/>
        </p:nvSpPr>
        <p:spPr>
          <a:xfrm>
            <a:off x="1663078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9" name="任意多边形 7">
            <a:extLst>
              <a:ext uri="{FF2B5EF4-FFF2-40B4-BE49-F238E27FC236}">
                <a16:creationId xmlns:a16="http://schemas.microsoft.com/office/drawing/2014/main" id="{BC0ECBB8-B9DD-4577-A563-7D03091DFA6C}"/>
              </a:ext>
            </a:extLst>
          </p:cNvPr>
          <p:cNvSpPr/>
          <p:nvPr/>
        </p:nvSpPr>
        <p:spPr>
          <a:xfrm>
            <a:off x="1578339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0" name="任意多边形 25">
            <a:extLst>
              <a:ext uri="{FF2B5EF4-FFF2-40B4-BE49-F238E27FC236}">
                <a16:creationId xmlns:a16="http://schemas.microsoft.com/office/drawing/2014/main" id="{0549B095-3F82-455E-8F9A-22DE9C2E30D3}"/>
              </a:ext>
            </a:extLst>
          </p:cNvPr>
          <p:cNvSpPr/>
          <p:nvPr/>
        </p:nvSpPr>
        <p:spPr>
          <a:xfrm>
            <a:off x="2032714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1" name="任意多边形 27">
            <a:extLst>
              <a:ext uri="{FF2B5EF4-FFF2-40B4-BE49-F238E27FC236}">
                <a16:creationId xmlns:a16="http://schemas.microsoft.com/office/drawing/2014/main" id="{77F4D611-5875-4C81-897F-B04BBCBF241E}"/>
              </a:ext>
            </a:extLst>
          </p:cNvPr>
          <p:cNvSpPr/>
          <p:nvPr/>
        </p:nvSpPr>
        <p:spPr>
          <a:xfrm>
            <a:off x="2487089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2" name="任意多边形 31">
            <a:extLst>
              <a:ext uri="{FF2B5EF4-FFF2-40B4-BE49-F238E27FC236}">
                <a16:creationId xmlns:a16="http://schemas.microsoft.com/office/drawing/2014/main" id="{A3D51A33-03C5-4647-A05C-D1C558A810ED}"/>
              </a:ext>
            </a:extLst>
          </p:cNvPr>
          <p:cNvSpPr/>
          <p:nvPr/>
        </p:nvSpPr>
        <p:spPr>
          <a:xfrm>
            <a:off x="3394302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3" name="任意多边形 45">
            <a:extLst>
              <a:ext uri="{FF2B5EF4-FFF2-40B4-BE49-F238E27FC236}">
                <a16:creationId xmlns:a16="http://schemas.microsoft.com/office/drawing/2014/main" id="{BF717DEB-2FA2-4AAE-8081-A133F9E2428C}"/>
              </a:ext>
            </a:extLst>
          </p:cNvPr>
          <p:cNvSpPr/>
          <p:nvPr/>
        </p:nvSpPr>
        <p:spPr>
          <a:xfrm>
            <a:off x="3750024" y="1726630"/>
            <a:ext cx="674323" cy="3306436"/>
          </a:xfrm>
          <a:custGeom>
            <a:avLst/>
            <a:gdLst>
              <a:gd name="connsiteX0" fmla="*/ 202078 w 674323"/>
              <a:gd name="connsiteY0" fmla="*/ 667 h 3306436"/>
              <a:gd name="connsiteX1" fmla="*/ 277035 w 674323"/>
              <a:gd name="connsiteY1" fmla="*/ 3921 h 3306436"/>
              <a:gd name="connsiteX2" fmla="*/ 400504 w 674323"/>
              <a:gd name="connsiteY2" fmla="*/ 56049 h 3306436"/>
              <a:gd name="connsiteX3" fmla="*/ 643645 w 674323"/>
              <a:gd name="connsiteY3" fmla="*/ 698886 h 3306436"/>
              <a:gd name="connsiteX4" fmla="*/ 663526 w 674323"/>
              <a:gd name="connsiteY4" fmla="*/ 2402071 h 3306436"/>
              <a:gd name="connsiteX5" fmla="*/ 577373 w 674323"/>
              <a:gd name="connsiteY5" fmla="*/ 3296741 h 3306436"/>
              <a:gd name="connsiteX6" fmla="*/ 124291 w 674323"/>
              <a:gd name="connsiteY6" fmla="*/ 3305693 h 3306436"/>
              <a:gd name="connsiteX7" fmla="*/ 0 w 674323"/>
              <a:gd name="connsiteY7" fmla="*/ 3306436 h 3306436"/>
              <a:gd name="connsiteX8" fmla="*/ 0 w 674323"/>
              <a:gd name="connsiteY8" fmla="*/ 3135966 h 3306436"/>
              <a:gd name="connsiteX9" fmla="*/ 7022 w 674323"/>
              <a:gd name="connsiteY9" fmla="*/ 3135981 h 3306436"/>
              <a:gd name="connsiteX10" fmla="*/ 444829 w 674323"/>
              <a:gd name="connsiteY10" fmla="*/ 3137688 h 3306436"/>
              <a:gd name="connsiteX11" fmla="*/ 471338 w 674323"/>
              <a:gd name="connsiteY11" fmla="*/ 2594259 h 3306436"/>
              <a:gd name="connsiteX12" fmla="*/ 451456 w 674323"/>
              <a:gd name="connsiteY12" fmla="*/ 1308587 h 3306436"/>
              <a:gd name="connsiteX13" fmla="*/ 365303 w 674323"/>
              <a:gd name="connsiteY13" fmla="*/ 354273 h 3306436"/>
              <a:gd name="connsiteX14" fmla="*/ 120615 w 674323"/>
              <a:gd name="connsiteY14" fmla="*/ 22083 h 3306436"/>
              <a:gd name="connsiteX15" fmla="*/ 202078 w 674323"/>
              <a:gd name="connsiteY15" fmla="*/ 667 h 3306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74323" h="3306436">
                <a:moveTo>
                  <a:pt x="202078" y="667"/>
                </a:moveTo>
                <a:cubicBezTo>
                  <a:pt x="228437" y="-1178"/>
                  <a:pt x="253712" y="1091"/>
                  <a:pt x="277035" y="3921"/>
                </a:cubicBezTo>
                <a:cubicBezTo>
                  <a:pt x="323684" y="9582"/>
                  <a:pt x="350327" y="28036"/>
                  <a:pt x="400504" y="56049"/>
                </a:cubicBezTo>
                <a:cubicBezTo>
                  <a:pt x="444224" y="80458"/>
                  <a:pt x="599807" y="307882"/>
                  <a:pt x="643645" y="698886"/>
                </a:cubicBezTo>
                <a:cubicBezTo>
                  <a:pt x="687482" y="1089890"/>
                  <a:pt x="674572" y="1969096"/>
                  <a:pt x="663526" y="2402071"/>
                </a:cubicBezTo>
                <a:cubicBezTo>
                  <a:pt x="652480" y="2835046"/>
                  <a:pt x="732006" y="3284591"/>
                  <a:pt x="577373" y="3296741"/>
                </a:cubicBezTo>
                <a:cubicBezTo>
                  <a:pt x="519386" y="3301297"/>
                  <a:pt x="345526" y="3303990"/>
                  <a:pt x="124291" y="3305693"/>
                </a:cubicBezTo>
                <a:lnTo>
                  <a:pt x="0" y="3306436"/>
                </a:lnTo>
                <a:lnTo>
                  <a:pt x="0" y="3135966"/>
                </a:lnTo>
                <a:lnTo>
                  <a:pt x="7022" y="3135981"/>
                </a:lnTo>
                <a:lnTo>
                  <a:pt x="444829" y="3137688"/>
                </a:lnTo>
                <a:cubicBezTo>
                  <a:pt x="490116" y="3073625"/>
                  <a:pt x="470234" y="2899110"/>
                  <a:pt x="471338" y="2594259"/>
                </a:cubicBezTo>
                <a:cubicBezTo>
                  <a:pt x="472442" y="2289409"/>
                  <a:pt x="469130" y="1681917"/>
                  <a:pt x="451456" y="1308587"/>
                </a:cubicBezTo>
                <a:cubicBezTo>
                  <a:pt x="433783" y="935256"/>
                  <a:pt x="421635" y="571865"/>
                  <a:pt x="365303" y="354273"/>
                </a:cubicBezTo>
                <a:cubicBezTo>
                  <a:pt x="308971" y="136680"/>
                  <a:pt x="233812" y="83694"/>
                  <a:pt x="120615" y="22083"/>
                </a:cubicBezTo>
                <a:cubicBezTo>
                  <a:pt x="148276" y="8466"/>
                  <a:pt x="175719" y="2511"/>
                  <a:pt x="202078" y="667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6" name="上箭头 56">
            <a:extLst>
              <a:ext uri="{FF2B5EF4-FFF2-40B4-BE49-F238E27FC236}">
                <a16:creationId xmlns:a16="http://schemas.microsoft.com/office/drawing/2014/main" id="{9D6EF54B-B45B-46AE-9DF7-7DDB33A392BA}"/>
              </a:ext>
            </a:extLst>
          </p:cNvPr>
          <p:cNvSpPr/>
          <p:nvPr/>
        </p:nvSpPr>
        <p:spPr>
          <a:xfrm flipH="1">
            <a:off x="1232468" y="3845660"/>
            <a:ext cx="144751" cy="453583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7" name="上箭头 57">
            <a:extLst>
              <a:ext uri="{FF2B5EF4-FFF2-40B4-BE49-F238E27FC236}">
                <a16:creationId xmlns:a16="http://schemas.microsoft.com/office/drawing/2014/main" id="{457C7E1A-2FFC-49AD-8B8F-FCB1E72D61A6}"/>
              </a:ext>
            </a:extLst>
          </p:cNvPr>
          <p:cNvSpPr/>
          <p:nvPr/>
        </p:nvSpPr>
        <p:spPr>
          <a:xfrm rot="10800000" flipH="1">
            <a:off x="4255559" y="3864488"/>
            <a:ext cx="122435" cy="415926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" name="任意多边形 29">
            <a:extLst>
              <a:ext uri="{FF2B5EF4-FFF2-40B4-BE49-F238E27FC236}">
                <a16:creationId xmlns:a16="http://schemas.microsoft.com/office/drawing/2014/main" id="{58AFFF73-1753-42FD-9FA7-30C6E0DFD4A5}"/>
              </a:ext>
            </a:extLst>
          </p:cNvPr>
          <p:cNvSpPr/>
          <p:nvPr/>
        </p:nvSpPr>
        <p:spPr>
          <a:xfrm>
            <a:off x="2939927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10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任意多边形 30">
            <a:extLst>
              <a:ext uri="{FF2B5EF4-FFF2-40B4-BE49-F238E27FC236}">
                <a16:creationId xmlns:a16="http://schemas.microsoft.com/office/drawing/2014/main" id="{479CC22A-40C0-45D1-92EE-A29096459F9A}"/>
              </a:ext>
            </a:extLst>
          </p:cNvPr>
          <p:cNvSpPr/>
          <p:nvPr/>
        </p:nvSpPr>
        <p:spPr>
          <a:xfrm>
            <a:off x="3479041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任意多边形 28">
            <a:extLst>
              <a:ext uri="{FF2B5EF4-FFF2-40B4-BE49-F238E27FC236}">
                <a16:creationId xmlns:a16="http://schemas.microsoft.com/office/drawing/2014/main" id="{80D876BB-A9D1-42E5-A062-122EDD48FBBB}"/>
              </a:ext>
            </a:extLst>
          </p:cNvPr>
          <p:cNvSpPr/>
          <p:nvPr/>
        </p:nvSpPr>
        <p:spPr>
          <a:xfrm>
            <a:off x="3024666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1" name="任意多边形 26">
            <a:extLst>
              <a:ext uri="{FF2B5EF4-FFF2-40B4-BE49-F238E27FC236}">
                <a16:creationId xmlns:a16="http://schemas.microsoft.com/office/drawing/2014/main" id="{467645BB-5A7F-46A7-8155-1CB1A09FFFED}"/>
              </a:ext>
            </a:extLst>
          </p:cNvPr>
          <p:cNvSpPr/>
          <p:nvPr/>
        </p:nvSpPr>
        <p:spPr>
          <a:xfrm>
            <a:off x="2571828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任意多边形 24">
            <a:extLst>
              <a:ext uri="{FF2B5EF4-FFF2-40B4-BE49-F238E27FC236}">
                <a16:creationId xmlns:a16="http://schemas.microsoft.com/office/drawing/2014/main" id="{BB8FF333-C6E6-4BEE-8D68-748A8AB7F815}"/>
              </a:ext>
            </a:extLst>
          </p:cNvPr>
          <p:cNvSpPr/>
          <p:nvPr/>
        </p:nvSpPr>
        <p:spPr>
          <a:xfrm>
            <a:off x="2117453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3" name="组合 342">
            <a:extLst>
              <a:ext uri="{FF2B5EF4-FFF2-40B4-BE49-F238E27FC236}">
                <a16:creationId xmlns:a16="http://schemas.microsoft.com/office/drawing/2014/main" id="{281453D4-AE1F-49C1-845C-4A74B91A408D}"/>
              </a:ext>
            </a:extLst>
          </p:cNvPr>
          <p:cNvGrpSpPr/>
          <p:nvPr/>
        </p:nvGrpSpPr>
        <p:grpSpPr>
          <a:xfrm>
            <a:off x="1997382" y="4497949"/>
            <a:ext cx="1753037" cy="923389"/>
            <a:chOff x="2362927" y="4768729"/>
            <a:chExt cx="1753037" cy="923389"/>
          </a:xfrm>
        </p:grpSpPr>
        <p:sp>
          <p:nvSpPr>
            <p:cNvPr id="359" name="椭圆 358">
              <a:extLst>
                <a:ext uri="{FF2B5EF4-FFF2-40B4-BE49-F238E27FC236}">
                  <a16:creationId xmlns:a16="http://schemas.microsoft.com/office/drawing/2014/main" id="{6C368635-ABF5-4AC8-9125-5889578DE8EC}"/>
                </a:ext>
              </a:extLst>
            </p:cNvPr>
            <p:cNvSpPr/>
            <p:nvPr/>
          </p:nvSpPr>
          <p:spPr>
            <a:xfrm>
              <a:off x="2362927" y="4768729"/>
              <a:ext cx="325160" cy="92338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0" name="椭圆 359">
              <a:extLst>
                <a:ext uri="{FF2B5EF4-FFF2-40B4-BE49-F238E27FC236}">
                  <a16:creationId xmlns:a16="http://schemas.microsoft.com/office/drawing/2014/main" id="{7F3C5629-131E-4C33-B210-40C5FC63258B}"/>
                </a:ext>
              </a:extLst>
            </p:cNvPr>
            <p:cNvSpPr/>
            <p:nvPr/>
          </p:nvSpPr>
          <p:spPr>
            <a:xfrm>
              <a:off x="2414021" y="4969935"/>
              <a:ext cx="159682" cy="5277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1" name="椭圆 360">
              <a:extLst>
                <a:ext uri="{FF2B5EF4-FFF2-40B4-BE49-F238E27FC236}">
                  <a16:creationId xmlns:a16="http://schemas.microsoft.com/office/drawing/2014/main" id="{C4FF0223-5747-434C-9298-78FE4F0747A7}"/>
                </a:ext>
              </a:extLst>
            </p:cNvPr>
            <p:cNvSpPr/>
            <p:nvPr/>
          </p:nvSpPr>
          <p:spPr>
            <a:xfrm>
              <a:off x="2414719" y="5126488"/>
              <a:ext cx="99973" cy="1991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2" name="任意多边形 35">
              <a:extLst>
                <a:ext uri="{FF2B5EF4-FFF2-40B4-BE49-F238E27FC236}">
                  <a16:creationId xmlns:a16="http://schemas.microsoft.com/office/drawing/2014/main" id="{242B9962-B5F7-414A-BFC2-361BEA60221D}"/>
                </a:ext>
              </a:extLst>
            </p:cNvPr>
            <p:cNvSpPr/>
            <p:nvPr/>
          </p:nvSpPr>
          <p:spPr>
            <a:xfrm>
              <a:off x="2544640" y="4768729"/>
              <a:ext cx="1571324" cy="923389"/>
            </a:xfrm>
            <a:custGeom>
              <a:avLst/>
              <a:gdLst>
                <a:gd name="connsiteX0" fmla="*/ 0 w 751645"/>
                <a:gd name="connsiteY0" fmla="*/ 0 h 422278"/>
                <a:gd name="connsiteX1" fmla="*/ 686044 w 751645"/>
                <a:gd name="connsiteY1" fmla="*/ 0 h 422278"/>
                <a:gd name="connsiteX2" fmla="*/ 751645 w 751645"/>
                <a:gd name="connsiteY2" fmla="*/ 211139 h 422278"/>
                <a:gd name="connsiteX3" fmla="*/ 686044 w 751645"/>
                <a:gd name="connsiteY3" fmla="*/ 422278 h 422278"/>
                <a:gd name="connsiteX4" fmla="*/ 686041 w 751645"/>
                <a:gd name="connsiteY4" fmla="*/ 422277 h 422278"/>
                <a:gd name="connsiteX5" fmla="*/ 0 w 751645"/>
                <a:gd name="connsiteY5" fmla="*/ 422277 h 422278"/>
                <a:gd name="connsiteX6" fmla="*/ 0 w 751645"/>
                <a:gd name="connsiteY6" fmla="*/ 419773 h 422278"/>
                <a:gd name="connsiteX7" fmla="*/ 6235 w 751645"/>
                <a:gd name="connsiteY7" fmla="*/ 417989 h 422278"/>
                <a:gd name="connsiteX8" fmla="*/ 65601 w 751645"/>
                <a:gd name="connsiteY8" fmla="*/ 211139 h 422278"/>
                <a:gd name="connsiteX9" fmla="*/ 6235 w 751645"/>
                <a:gd name="connsiteY9" fmla="*/ 4290 h 422278"/>
                <a:gd name="connsiteX10" fmla="*/ 0 w 751645"/>
                <a:gd name="connsiteY10" fmla="*/ 2505 h 42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45" h="422278">
                  <a:moveTo>
                    <a:pt x="0" y="0"/>
                  </a:moveTo>
                  <a:lnTo>
                    <a:pt x="686044" y="0"/>
                  </a:lnTo>
                  <a:cubicBezTo>
                    <a:pt x="722274" y="0"/>
                    <a:pt x="751645" y="94530"/>
                    <a:pt x="751645" y="211139"/>
                  </a:cubicBezTo>
                  <a:cubicBezTo>
                    <a:pt x="751645" y="327748"/>
                    <a:pt x="722274" y="422278"/>
                    <a:pt x="686044" y="422278"/>
                  </a:cubicBezTo>
                  <a:lnTo>
                    <a:pt x="686041" y="422277"/>
                  </a:lnTo>
                  <a:lnTo>
                    <a:pt x="0" y="422277"/>
                  </a:lnTo>
                  <a:lnTo>
                    <a:pt x="0" y="419773"/>
                  </a:lnTo>
                  <a:lnTo>
                    <a:pt x="6235" y="417989"/>
                  </a:lnTo>
                  <a:cubicBezTo>
                    <a:pt x="40115" y="398301"/>
                    <a:pt x="65601" y="313172"/>
                    <a:pt x="65601" y="211139"/>
                  </a:cubicBezTo>
                  <a:cubicBezTo>
                    <a:pt x="65601" y="109106"/>
                    <a:pt x="40115" y="23978"/>
                    <a:pt x="6235" y="4290"/>
                  </a:cubicBezTo>
                  <a:lnTo>
                    <a:pt x="0" y="2505"/>
                  </a:lnTo>
                  <a:close/>
                </a:path>
              </a:pathLst>
            </a:custGeom>
            <a:gradFill>
              <a:gsLst>
                <a:gs pos="26000">
                  <a:schemeClr val="accent1">
                    <a:lumMod val="5000"/>
                    <a:lumOff val="95000"/>
                  </a:schemeClr>
                </a:gs>
                <a:gs pos="93000">
                  <a:schemeClr val="accent6"/>
                </a:gs>
              </a:gsLst>
              <a:lin ang="540000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3" name="椭圆 362">
              <a:extLst>
                <a:ext uri="{FF2B5EF4-FFF2-40B4-BE49-F238E27FC236}">
                  <a16:creationId xmlns:a16="http://schemas.microsoft.com/office/drawing/2014/main" id="{04D2A5BF-738F-435D-AC03-DE5B4FFDB488}"/>
                </a:ext>
              </a:extLst>
            </p:cNvPr>
            <p:cNvSpPr/>
            <p:nvPr/>
          </p:nvSpPr>
          <p:spPr>
            <a:xfrm>
              <a:off x="3655422" y="5022820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4" name="椭圆 363">
              <a:extLst>
                <a:ext uri="{FF2B5EF4-FFF2-40B4-BE49-F238E27FC236}">
                  <a16:creationId xmlns:a16="http://schemas.microsoft.com/office/drawing/2014/main" id="{11BCA049-A125-4877-AE11-8AC87933640E}"/>
                </a:ext>
              </a:extLst>
            </p:cNvPr>
            <p:cNvSpPr/>
            <p:nvPr/>
          </p:nvSpPr>
          <p:spPr>
            <a:xfrm>
              <a:off x="2777942" y="5022822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365" name="直接连接符 364">
              <a:extLst>
                <a:ext uri="{FF2B5EF4-FFF2-40B4-BE49-F238E27FC236}">
                  <a16:creationId xmlns:a16="http://schemas.microsoft.com/office/drawing/2014/main" id="{484D4527-A1FB-4284-AB93-D48CA372A80D}"/>
                </a:ext>
              </a:extLst>
            </p:cNvPr>
            <p:cNvCxnSpPr/>
            <p:nvPr/>
          </p:nvCxnSpPr>
          <p:spPr>
            <a:xfrm>
              <a:off x="2845445" y="5207577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接连接符 365">
              <a:extLst>
                <a:ext uri="{FF2B5EF4-FFF2-40B4-BE49-F238E27FC236}">
                  <a16:creationId xmlns:a16="http://schemas.microsoft.com/office/drawing/2014/main" id="{435D9441-CE42-431A-A73D-3351074B4C60}"/>
                </a:ext>
              </a:extLst>
            </p:cNvPr>
            <p:cNvCxnSpPr/>
            <p:nvPr/>
          </p:nvCxnSpPr>
          <p:spPr>
            <a:xfrm>
              <a:off x="3725622" y="5199858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接连接符 366">
              <a:extLst>
                <a:ext uri="{FF2B5EF4-FFF2-40B4-BE49-F238E27FC236}">
                  <a16:creationId xmlns:a16="http://schemas.microsoft.com/office/drawing/2014/main" id="{A007F4DF-6C14-4FC6-B477-2EDB0ACB87E1}"/>
                </a:ext>
              </a:extLst>
            </p:cNvPr>
            <p:cNvCxnSpPr/>
            <p:nvPr/>
          </p:nvCxnSpPr>
          <p:spPr>
            <a:xfrm>
              <a:off x="2959998" y="5080876"/>
              <a:ext cx="0" cy="2447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4" name="任意多边形 44">
            <a:extLst>
              <a:ext uri="{FF2B5EF4-FFF2-40B4-BE49-F238E27FC236}">
                <a16:creationId xmlns:a16="http://schemas.microsoft.com/office/drawing/2014/main" id="{AB67EC7F-DE79-481D-BD7F-9B72A8B88808}"/>
              </a:ext>
            </a:extLst>
          </p:cNvPr>
          <p:cNvSpPr/>
          <p:nvPr/>
        </p:nvSpPr>
        <p:spPr>
          <a:xfrm>
            <a:off x="1191645" y="1756736"/>
            <a:ext cx="900352" cy="3300830"/>
          </a:xfrm>
          <a:custGeom>
            <a:avLst/>
            <a:gdLst>
              <a:gd name="connsiteX0" fmla="*/ 416392 w 900352"/>
              <a:gd name="connsiteY0" fmla="*/ 235 h 3300830"/>
              <a:gd name="connsiteX1" fmla="*/ 529862 w 900352"/>
              <a:gd name="connsiteY1" fmla="*/ 60692 h 3300830"/>
              <a:gd name="connsiteX2" fmla="*/ 276793 w 900352"/>
              <a:gd name="connsiteY2" fmla="*/ 438719 h 3300830"/>
              <a:gd name="connsiteX3" fmla="*/ 226120 w 900352"/>
              <a:gd name="connsiteY3" fmla="*/ 815637 h 3300830"/>
              <a:gd name="connsiteX4" fmla="*/ 212865 w 900352"/>
              <a:gd name="connsiteY4" fmla="*/ 2094683 h 3300830"/>
              <a:gd name="connsiteX5" fmla="*/ 219492 w 900352"/>
              <a:gd name="connsiteY5" fmla="*/ 3082133 h 3300830"/>
              <a:gd name="connsiteX6" fmla="*/ 378545 w 900352"/>
              <a:gd name="connsiteY6" fmla="*/ 3128523 h 3300830"/>
              <a:gd name="connsiteX7" fmla="*/ 795229 w 900352"/>
              <a:gd name="connsiteY7" fmla="*/ 3125883 h 3300830"/>
              <a:gd name="connsiteX8" fmla="*/ 900352 w 900352"/>
              <a:gd name="connsiteY8" fmla="*/ 3125745 h 3300830"/>
              <a:gd name="connsiteX9" fmla="*/ 900352 w 900352"/>
              <a:gd name="connsiteY9" fmla="*/ 3300830 h 3300830"/>
              <a:gd name="connsiteX10" fmla="*/ 80322 w 900352"/>
              <a:gd name="connsiteY10" fmla="*/ 3300830 h 3300830"/>
              <a:gd name="connsiteX11" fmla="*/ 14050 w 900352"/>
              <a:gd name="connsiteY11" fmla="*/ 1736816 h 3300830"/>
              <a:gd name="connsiteX12" fmla="*/ 73694 w 900352"/>
              <a:gd name="connsiteY12" fmla="*/ 570432 h 3300830"/>
              <a:gd name="connsiteX13" fmla="*/ 385170 w 900352"/>
              <a:gd name="connsiteY13" fmla="*/ 7121 h 3300830"/>
              <a:gd name="connsiteX14" fmla="*/ 416392 w 900352"/>
              <a:gd name="connsiteY14" fmla="*/ 235 h 3300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00352" h="3300830">
                <a:moveTo>
                  <a:pt x="416392" y="235"/>
                </a:moveTo>
                <a:cubicBezTo>
                  <a:pt x="441709" y="3187"/>
                  <a:pt x="480159" y="20929"/>
                  <a:pt x="529862" y="60692"/>
                </a:cubicBezTo>
                <a:cubicBezTo>
                  <a:pt x="408784" y="124897"/>
                  <a:pt x="327416" y="312894"/>
                  <a:pt x="276793" y="438719"/>
                </a:cubicBezTo>
                <a:cubicBezTo>
                  <a:pt x="226170" y="564543"/>
                  <a:pt x="236773" y="539644"/>
                  <a:pt x="226120" y="815637"/>
                </a:cubicBezTo>
                <a:cubicBezTo>
                  <a:pt x="215466" y="1091631"/>
                  <a:pt x="213969" y="1716934"/>
                  <a:pt x="212865" y="2094683"/>
                </a:cubicBezTo>
                <a:cubicBezTo>
                  <a:pt x="211761" y="2472433"/>
                  <a:pt x="198507" y="2969471"/>
                  <a:pt x="219492" y="3082133"/>
                </a:cubicBezTo>
                <a:cubicBezTo>
                  <a:pt x="227224" y="3135151"/>
                  <a:pt x="317796" y="3134046"/>
                  <a:pt x="378545" y="3128523"/>
                </a:cubicBezTo>
                <a:cubicBezTo>
                  <a:pt x="393732" y="3127143"/>
                  <a:pt x="557134" y="3126315"/>
                  <a:pt x="795229" y="3125883"/>
                </a:cubicBezTo>
                <a:lnTo>
                  <a:pt x="900352" y="3125745"/>
                </a:lnTo>
                <a:lnTo>
                  <a:pt x="900352" y="3300830"/>
                </a:lnTo>
                <a:lnTo>
                  <a:pt x="80322" y="3300830"/>
                </a:lnTo>
                <a:cubicBezTo>
                  <a:pt x="-24609" y="3230139"/>
                  <a:pt x="-2517" y="2301230"/>
                  <a:pt x="14050" y="1736816"/>
                </a:cubicBezTo>
                <a:cubicBezTo>
                  <a:pt x="30617" y="1119384"/>
                  <a:pt x="11841" y="858713"/>
                  <a:pt x="73694" y="570432"/>
                </a:cubicBezTo>
                <a:cubicBezTo>
                  <a:pt x="135547" y="282150"/>
                  <a:pt x="280239" y="83333"/>
                  <a:pt x="385170" y="7121"/>
                </a:cubicBezTo>
                <a:cubicBezTo>
                  <a:pt x="398149" y="1323"/>
                  <a:pt x="407951" y="-748"/>
                  <a:pt x="416392" y="23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5" name="任意多边形 10">
            <a:extLst>
              <a:ext uri="{FF2B5EF4-FFF2-40B4-BE49-F238E27FC236}">
                <a16:creationId xmlns:a16="http://schemas.microsoft.com/office/drawing/2014/main" id="{442FC7E9-6682-4B31-A50B-A19A593A02A3}"/>
              </a:ext>
            </a:extLst>
          </p:cNvPr>
          <p:cNvSpPr/>
          <p:nvPr/>
        </p:nvSpPr>
        <p:spPr>
          <a:xfrm>
            <a:off x="1663078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6" name="椭圆 345">
            <a:extLst>
              <a:ext uri="{FF2B5EF4-FFF2-40B4-BE49-F238E27FC236}">
                <a16:creationId xmlns:a16="http://schemas.microsoft.com/office/drawing/2014/main" id="{26C3E790-9152-4C8D-9B75-646872BE7AA1}"/>
              </a:ext>
            </a:extLst>
          </p:cNvPr>
          <p:cNvSpPr/>
          <p:nvPr/>
        </p:nvSpPr>
        <p:spPr>
          <a:xfrm>
            <a:off x="1078631" y="1183854"/>
            <a:ext cx="3636682" cy="1226921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椭圆 346">
            <a:extLst>
              <a:ext uri="{FF2B5EF4-FFF2-40B4-BE49-F238E27FC236}">
                <a16:creationId xmlns:a16="http://schemas.microsoft.com/office/drawing/2014/main" id="{ACDECCA0-9E31-4D93-98ED-566D93D77B0A}"/>
              </a:ext>
            </a:extLst>
          </p:cNvPr>
          <p:cNvSpPr/>
          <p:nvPr/>
        </p:nvSpPr>
        <p:spPr>
          <a:xfrm>
            <a:off x="1078631" y="2690626"/>
            <a:ext cx="3636682" cy="1159440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8" name="直接箭头连接符 347">
            <a:extLst>
              <a:ext uri="{FF2B5EF4-FFF2-40B4-BE49-F238E27FC236}">
                <a16:creationId xmlns:a16="http://schemas.microsoft.com/office/drawing/2014/main" id="{420705B0-7645-4EDD-A23F-10071690A75E}"/>
              </a:ext>
            </a:extLst>
          </p:cNvPr>
          <p:cNvCxnSpPr/>
          <p:nvPr/>
        </p:nvCxnSpPr>
        <p:spPr>
          <a:xfrm>
            <a:off x="909405" y="2552520"/>
            <a:ext cx="4047031" cy="0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9" name="任意多边形 7">
            <a:extLst>
              <a:ext uri="{FF2B5EF4-FFF2-40B4-BE49-F238E27FC236}">
                <a16:creationId xmlns:a16="http://schemas.microsoft.com/office/drawing/2014/main" id="{BC0ECBB8-B9DD-4577-A563-7D03091DFA6C}"/>
              </a:ext>
            </a:extLst>
          </p:cNvPr>
          <p:cNvSpPr/>
          <p:nvPr/>
        </p:nvSpPr>
        <p:spPr>
          <a:xfrm>
            <a:off x="1578339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0" name="任意多边形 25">
            <a:extLst>
              <a:ext uri="{FF2B5EF4-FFF2-40B4-BE49-F238E27FC236}">
                <a16:creationId xmlns:a16="http://schemas.microsoft.com/office/drawing/2014/main" id="{0549B095-3F82-455E-8F9A-22DE9C2E30D3}"/>
              </a:ext>
            </a:extLst>
          </p:cNvPr>
          <p:cNvSpPr/>
          <p:nvPr/>
        </p:nvSpPr>
        <p:spPr>
          <a:xfrm>
            <a:off x="2032714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1" name="任意多边形 27">
            <a:extLst>
              <a:ext uri="{FF2B5EF4-FFF2-40B4-BE49-F238E27FC236}">
                <a16:creationId xmlns:a16="http://schemas.microsoft.com/office/drawing/2014/main" id="{77F4D611-5875-4C81-897F-B04BBCBF241E}"/>
              </a:ext>
            </a:extLst>
          </p:cNvPr>
          <p:cNvSpPr/>
          <p:nvPr/>
        </p:nvSpPr>
        <p:spPr>
          <a:xfrm>
            <a:off x="2487089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2" name="任意多边形 31">
            <a:extLst>
              <a:ext uri="{FF2B5EF4-FFF2-40B4-BE49-F238E27FC236}">
                <a16:creationId xmlns:a16="http://schemas.microsoft.com/office/drawing/2014/main" id="{A3D51A33-03C5-4647-A05C-D1C558A810ED}"/>
              </a:ext>
            </a:extLst>
          </p:cNvPr>
          <p:cNvSpPr/>
          <p:nvPr/>
        </p:nvSpPr>
        <p:spPr>
          <a:xfrm>
            <a:off x="3394302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3" name="任意多边形 45">
            <a:extLst>
              <a:ext uri="{FF2B5EF4-FFF2-40B4-BE49-F238E27FC236}">
                <a16:creationId xmlns:a16="http://schemas.microsoft.com/office/drawing/2014/main" id="{BF717DEB-2FA2-4AAE-8081-A133F9E2428C}"/>
              </a:ext>
            </a:extLst>
          </p:cNvPr>
          <p:cNvSpPr/>
          <p:nvPr/>
        </p:nvSpPr>
        <p:spPr>
          <a:xfrm>
            <a:off x="3750024" y="1726630"/>
            <a:ext cx="674323" cy="3306436"/>
          </a:xfrm>
          <a:custGeom>
            <a:avLst/>
            <a:gdLst>
              <a:gd name="connsiteX0" fmla="*/ 202078 w 674323"/>
              <a:gd name="connsiteY0" fmla="*/ 667 h 3306436"/>
              <a:gd name="connsiteX1" fmla="*/ 277035 w 674323"/>
              <a:gd name="connsiteY1" fmla="*/ 3921 h 3306436"/>
              <a:gd name="connsiteX2" fmla="*/ 400504 w 674323"/>
              <a:gd name="connsiteY2" fmla="*/ 56049 h 3306436"/>
              <a:gd name="connsiteX3" fmla="*/ 643645 w 674323"/>
              <a:gd name="connsiteY3" fmla="*/ 698886 h 3306436"/>
              <a:gd name="connsiteX4" fmla="*/ 663526 w 674323"/>
              <a:gd name="connsiteY4" fmla="*/ 2402071 h 3306436"/>
              <a:gd name="connsiteX5" fmla="*/ 577373 w 674323"/>
              <a:gd name="connsiteY5" fmla="*/ 3296741 h 3306436"/>
              <a:gd name="connsiteX6" fmla="*/ 124291 w 674323"/>
              <a:gd name="connsiteY6" fmla="*/ 3305693 h 3306436"/>
              <a:gd name="connsiteX7" fmla="*/ 0 w 674323"/>
              <a:gd name="connsiteY7" fmla="*/ 3306436 h 3306436"/>
              <a:gd name="connsiteX8" fmla="*/ 0 w 674323"/>
              <a:gd name="connsiteY8" fmla="*/ 3135966 h 3306436"/>
              <a:gd name="connsiteX9" fmla="*/ 7022 w 674323"/>
              <a:gd name="connsiteY9" fmla="*/ 3135981 h 3306436"/>
              <a:gd name="connsiteX10" fmla="*/ 444829 w 674323"/>
              <a:gd name="connsiteY10" fmla="*/ 3137688 h 3306436"/>
              <a:gd name="connsiteX11" fmla="*/ 471338 w 674323"/>
              <a:gd name="connsiteY11" fmla="*/ 2594259 h 3306436"/>
              <a:gd name="connsiteX12" fmla="*/ 451456 w 674323"/>
              <a:gd name="connsiteY12" fmla="*/ 1308587 h 3306436"/>
              <a:gd name="connsiteX13" fmla="*/ 365303 w 674323"/>
              <a:gd name="connsiteY13" fmla="*/ 354273 h 3306436"/>
              <a:gd name="connsiteX14" fmla="*/ 120615 w 674323"/>
              <a:gd name="connsiteY14" fmla="*/ 22083 h 3306436"/>
              <a:gd name="connsiteX15" fmla="*/ 202078 w 674323"/>
              <a:gd name="connsiteY15" fmla="*/ 667 h 3306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74323" h="3306436">
                <a:moveTo>
                  <a:pt x="202078" y="667"/>
                </a:moveTo>
                <a:cubicBezTo>
                  <a:pt x="228437" y="-1178"/>
                  <a:pt x="253712" y="1091"/>
                  <a:pt x="277035" y="3921"/>
                </a:cubicBezTo>
                <a:cubicBezTo>
                  <a:pt x="323684" y="9582"/>
                  <a:pt x="350327" y="28036"/>
                  <a:pt x="400504" y="56049"/>
                </a:cubicBezTo>
                <a:cubicBezTo>
                  <a:pt x="444224" y="80458"/>
                  <a:pt x="599807" y="307882"/>
                  <a:pt x="643645" y="698886"/>
                </a:cubicBezTo>
                <a:cubicBezTo>
                  <a:pt x="687482" y="1089890"/>
                  <a:pt x="674572" y="1969096"/>
                  <a:pt x="663526" y="2402071"/>
                </a:cubicBezTo>
                <a:cubicBezTo>
                  <a:pt x="652480" y="2835046"/>
                  <a:pt x="732006" y="3284591"/>
                  <a:pt x="577373" y="3296741"/>
                </a:cubicBezTo>
                <a:cubicBezTo>
                  <a:pt x="519386" y="3301297"/>
                  <a:pt x="345526" y="3303990"/>
                  <a:pt x="124291" y="3305693"/>
                </a:cubicBezTo>
                <a:lnTo>
                  <a:pt x="0" y="3306436"/>
                </a:lnTo>
                <a:lnTo>
                  <a:pt x="0" y="3135966"/>
                </a:lnTo>
                <a:lnTo>
                  <a:pt x="7022" y="3135981"/>
                </a:lnTo>
                <a:lnTo>
                  <a:pt x="444829" y="3137688"/>
                </a:lnTo>
                <a:cubicBezTo>
                  <a:pt x="490116" y="3073625"/>
                  <a:pt x="470234" y="2899110"/>
                  <a:pt x="471338" y="2594259"/>
                </a:cubicBezTo>
                <a:cubicBezTo>
                  <a:pt x="472442" y="2289409"/>
                  <a:pt x="469130" y="1681917"/>
                  <a:pt x="451456" y="1308587"/>
                </a:cubicBezTo>
                <a:cubicBezTo>
                  <a:pt x="433783" y="935256"/>
                  <a:pt x="421635" y="571865"/>
                  <a:pt x="365303" y="354273"/>
                </a:cubicBezTo>
                <a:cubicBezTo>
                  <a:pt x="308971" y="136680"/>
                  <a:pt x="233812" y="83694"/>
                  <a:pt x="120615" y="22083"/>
                </a:cubicBezTo>
                <a:cubicBezTo>
                  <a:pt x="148276" y="8466"/>
                  <a:pt x="175719" y="2511"/>
                  <a:pt x="202078" y="667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354" name="直接箭头连接符 353">
            <a:extLst>
              <a:ext uri="{FF2B5EF4-FFF2-40B4-BE49-F238E27FC236}">
                <a16:creationId xmlns:a16="http://schemas.microsoft.com/office/drawing/2014/main" id="{CA3BF6D4-12B9-4222-947A-86878DACAC34}"/>
              </a:ext>
            </a:extLst>
          </p:cNvPr>
          <p:cNvCxnSpPr/>
          <p:nvPr/>
        </p:nvCxnSpPr>
        <p:spPr>
          <a:xfrm flipH="1" flipV="1">
            <a:off x="2898921" y="1183854"/>
            <a:ext cx="141877" cy="1978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直接箭头连接符 354">
            <a:extLst>
              <a:ext uri="{FF2B5EF4-FFF2-40B4-BE49-F238E27FC236}">
                <a16:creationId xmlns:a16="http://schemas.microsoft.com/office/drawing/2014/main" id="{3AE1C16E-F1CC-45CF-8992-E3279B7230B1}"/>
              </a:ext>
            </a:extLst>
          </p:cNvPr>
          <p:cNvCxnSpPr>
            <a:cxnSpLocks/>
          </p:cNvCxnSpPr>
          <p:nvPr/>
        </p:nvCxnSpPr>
        <p:spPr>
          <a:xfrm flipH="1" flipV="1">
            <a:off x="2772384" y="3844947"/>
            <a:ext cx="120183" cy="1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上箭头 56">
            <a:extLst>
              <a:ext uri="{FF2B5EF4-FFF2-40B4-BE49-F238E27FC236}">
                <a16:creationId xmlns:a16="http://schemas.microsoft.com/office/drawing/2014/main" id="{9D6EF54B-B45B-46AE-9DF7-7DDB33A392BA}"/>
              </a:ext>
            </a:extLst>
          </p:cNvPr>
          <p:cNvSpPr/>
          <p:nvPr/>
        </p:nvSpPr>
        <p:spPr>
          <a:xfrm flipH="1">
            <a:off x="1232468" y="3845660"/>
            <a:ext cx="144751" cy="453583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7" name="上箭头 57">
            <a:extLst>
              <a:ext uri="{FF2B5EF4-FFF2-40B4-BE49-F238E27FC236}">
                <a16:creationId xmlns:a16="http://schemas.microsoft.com/office/drawing/2014/main" id="{457C7E1A-2FFC-49AD-8B8F-FCB1E72D61A6}"/>
              </a:ext>
            </a:extLst>
          </p:cNvPr>
          <p:cNvSpPr/>
          <p:nvPr/>
        </p:nvSpPr>
        <p:spPr>
          <a:xfrm rot="10800000" flipH="1">
            <a:off x="4255559" y="3864488"/>
            <a:ext cx="122435" cy="415926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" name="任意多边形 29">
            <a:extLst>
              <a:ext uri="{FF2B5EF4-FFF2-40B4-BE49-F238E27FC236}">
                <a16:creationId xmlns:a16="http://schemas.microsoft.com/office/drawing/2014/main" id="{58AFFF73-1753-42FD-9FA7-30C6E0DFD4A5}"/>
              </a:ext>
            </a:extLst>
          </p:cNvPr>
          <p:cNvSpPr/>
          <p:nvPr/>
        </p:nvSpPr>
        <p:spPr>
          <a:xfrm>
            <a:off x="2939927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865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任意多边形 30">
            <a:extLst>
              <a:ext uri="{FF2B5EF4-FFF2-40B4-BE49-F238E27FC236}">
                <a16:creationId xmlns:a16="http://schemas.microsoft.com/office/drawing/2014/main" id="{479CC22A-40C0-45D1-92EE-A29096459F9A}"/>
              </a:ext>
            </a:extLst>
          </p:cNvPr>
          <p:cNvSpPr/>
          <p:nvPr/>
        </p:nvSpPr>
        <p:spPr>
          <a:xfrm>
            <a:off x="3479041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任意多边形 28">
            <a:extLst>
              <a:ext uri="{FF2B5EF4-FFF2-40B4-BE49-F238E27FC236}">
                <a16:creationId xmlns:a16="http://schemas.microsoft.com/office/drawing/2014/main" id="{80D876BB-A9D1-42E5-A062-122EDD48FBBB}"/>
              </a:ext>
            </a:extLst>
          </p:cNvPr>
          <p:cNvSpPr/>
          <p:nvPr/>
        </p:nvSpPr>
        <p:spPr>
          <a:xfrm>
            <a:off x="3024666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1" name="任意多边形 26">
            <a:extLst>
              <a:ext uri="{FF2B5EF4-FFF2-40B4-BE49-F238E27FC236}">
                <a16:creationId xmlns:a16="http://schemas.microsoft.com/office/drawing/2014/main" id="{467645BB-5A7F-46A7-8155-1CB1A09FFFED}"/>
              </a:ext>
            </a:extLst>
          </p:cNvPr>
          <p:cNvSpPr/>
          <p:nvPr/>
        </p:nvSpPr>
        <p:spPr>
          <a:xfrm>
            <a:off x="2571828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任意多边形 24">
            <a:extLst>
              <a:ext uri="{FF2B5EF4-FFF2-40B4-BE49-F238E27FC236}">
                <a16:creationId xmlns:a16="http://schemas.microsoft.com/office/drawing/2014/main" id="{BB8FF333-C6E6-4BEE-8D68-748A8AB7F815}"/>
              </a:ext>
            </a:extLst>
          </p:cNvPr>
          <p:cNvSpPr/>
          <p:nvPr/>
        </p:nvSpPr>
        <p:spPr>
          <a:xfrm>
            <a:off x="2117453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3" name="组合 342">
            <a:extLst>
              <a:ext uri="{FF2B5EF4-FFF2-40B4-BE49-F238E27FC236}">
                <a16:creationId xmlns:a16="http://schemas.microsoft.com/office/drawing/2014/main" id="{281453D4-AE1F-49C1-845C-4A74B91A408D}"/>
              </a:ext>
            </a:extLst>
          </p:cNvPr>
          <p:cNvGrpSpPr/>
          <p:nvPr/>
        </p:nvGrpSpPr>
        <p:grpSpPr>
          <a:xfrm>
            <a:off x="1997382" y="4497949"/>
            <a:ext cx="1753037" cy="923389"/>
            <a:chOff x="2362927" y="4768729"/>
            <a:chExt cx="1753037" cy="923389"/>
          </a:xfrm>
        </p:grpSpPr>
        <p:sp>
          <p:nvSpPr>
            <p:cNvPr id="359" name="椭圆 358">
              <a:extLst>
                <a:ext uri="{FF2B5EF4-FFF2-40B4-BE49-F238E27FC236}">
                  <a16:creationId xmlns:a16="http://schemas.microsoft.com/office/drawing/2014/main" id="{6C368635-ABF5-4AC8-9125-5889578DE8EC}"/>
                </a:ext>
              </a:extLst>
            </p:cNvPr>
            <p:cNvSpPr/>
            <p:nvPr/>
          </p:nvSpPr>
          <p:spPr>
            <a:xfrm>
              <a:off x="2362927" y="4768729"/>
              <a:ext cx="325160" cy="92338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0" name="椭圆 359">
              <a:extLst>
                <a:ext uri="{FF2B5EF4-FFF2-40B4-BE49-F238E27FC236}">
                  <a16:creationId xmlns:a16="http://schemas.microsoft.com/office/drawing/2014/main" id="{7F3C5629-131E-4C33-B210-40C5FC63258B}"/>
                </a:ext>
              </a:extLst>
            </p:cNvPr>
            <p:cNvSpPr/>
            <p:nvPr/>
          </p:nvSpPr>
          <p:spPr>
            <a:xfrm>
              <a:off x="2414021" y="4969935"/>
              <a:ext cx="159682" cy="5277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1" name="椭圆 360">
              <a:extLst>
                <a:ext uri="{FF2B5EF4-FFF2-40B4-BE49-F238E27FC236}">
                  <a16:creationId xmlns:a16="http://schemas.microsoft.com/office/drawing/2014/main" id="{C4FF0223-5747-434C-9298-78FE4F0747A7}"/>
                </a:ext>
              </a:extLst>
            </p:cNvPr>
            <p:cNvSpPr/>
            <p:nvPr/>
          </p:nvSpPr>
          <p:spPr>
            <a:xfrm>
              <a:off x="2414719" y="5126488"/>
              <a:ext cx="99973" cy="1991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2" name="任意多边形 35">
              <a:extLst>
                <a:ext uri="{FF2B5EF4-FFF2-40B4-BE49-F238E27FC236}">
                  <a16:creationId xmlns:a16="http://schemas.microsoft.com/office/drawing/2014/main" id="{242B9962-B5F7-414A-BFC2-361BEA60221D}"/>
                </a:ext>
              </a:extLst>
            </p:cNvPr>
            <p:cNvSpPr/>
            <p:nvPr/>
          </p:nvSpPr>
          <p:spPr>
            <a:xfrm>
              <a:off x="2544640" y="4768729"/>
              <a:ext cx="1571324" cy="923389"/>
            </a:xfrm>
            <a:custGeom>
              <a:avLst/>
              <a:gdLst>
                <a:gd name="connsiteX0" fmla="*/ 0 w 751645"/>
                <a:gd name="connsiteY0" fmla="*/ 0 h 422278"/>
                <a:gd name="connsiteX1" fmla="*/ 686044 w 751645"/>
                <a:gd name="connsiteY1" fmla="*/ 0 h 422278"/>
                <a:gd name="connsiteX2" fmla="*/ 751645 w 751645"/>
                <a:gd name="connsiteY2" fmla="*/ 211139 h 422278"/>
                <a:gd name="connsiteX3" fmla="*/ 686044 w 751645"/>
                <a:gd name="connsiteY3" fmla="*/ 422278 h 422278"/>
                <a:gd name="connsiteX4" fmla="*/ 686041 w 751645"/>
                <a:gd name="connsiteY4" fmla="*/ 422277 h 422278"/>
                <a:gd name="connsiteX5" fmla="*/ 0 w 751645"/>
                <a:gd name="connsiteY5" fmla="*/ 422277 h 422278"/>
                <a:gd name="connsiteX6" fmla="*/ 0 w 751645"/>
                <a:gd name="connsiteY6" fmla="*/ 419773 h 422278"/>
                <a:gd name="connsiteX7" fmla="*/ 6235 w 751645"/>
                <a:gd name="connsiteY7" fmla="*/ 417989 h 422278"/>
                <a:gd name="connsiteX8" fmla="*/ 65601 w 751645"/>
                <a:gd name="connsiteY8" fmla="*/ 211139 h 422278"/>
                <a:gd name="connsiteX9" fmla="*/ 6235 w 751645"/>
                <a:gd name="connsiteY9" fmla="*/ 4290 h 422278"/>
                <a:gd name="connsiteX10" fmla="*/ 0 w 751645"/>
                <a:gd name="connsiteY10" fmla="*/ 2505 h 42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45" h="422278">
                  <a:moveTo>
                    <a:pt x="0" y="0"/>
                  </a:moveTo>
                  <a:lnTo>
                    <a:pt x="686044" y="0"/>
                  </a:lnTo>
                  <a:cubicBezTo>
                    <a:pt x="722274" y="0"/>
                    <a:pt x="751645" y="94530"/>
                    <a:pt x="751645" y="211139"/>
                  </a:cubicBezTo>
                  <a:cubicBezTo>
                    <a:pt x="751645" y="327748"/>
                    <a:pt x="722274" y="422278"/>
                    <a:pt x="686044" y="422278"/>
                  </a:cubicBezTo>
                  <a:lnTo>
                    <a:pt x="686041" y="422277"/>
                  </a:lnTo>
                  <a:lnTo>
                    <a:pt x="0" y="422277"/>
                  </a:lnTo>
                  <a:lnTo>
                    <a:pt x="0" y="419773"/>
                  </a:lnTo>
                  <a:lnTo>
                    <a:pt x="6235" y="417989"/>
                  </a:lnTo>
                  <a:cubicBezTo>
                    <a:pt x="40115" y="398301"/>
                    <a:pt x="65601" y="313172"/>
                    <a:pt x="65601" y="211139"/>
                  </a:cubicBezTo>
                  <a:cubicBezTo>
                    <a:pt x="65601" y="109106"/>
                    <a:pt x="40115" y="23978"/>
                    <a:pt x="6235" y="4290"/>
                  </a:cubicBezTo>
                  <a:lnTo>
                    <a:pt x="0" y="2505"/>
                  </a:lnTo>
                  <a:close/>
                </a:path>
              </a:pathLst>
            </a:custGeom>
            <a:gradFill>
              <a:gsLst>
                <a:gs pos="26000">
                  <a:schemeClr val="accent1">
                    <a:lumMod val="5000"/>
                    <a:lumOff val="95000"/>
                  </a:schemeClr>
                </a:gs>
                <a:gs pos="93000">
                  <a:schemeClr val="accent6"/>
                </a:gs>
              </a:gsLst>
              <a:lin ang="540000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3" name="椭圆 362">
              <a:extLst>
                <a:ext uri="{FF2B5EF4-FFF2-40B4-BE49-F238E27FC236}">
                  <a16:creationId xmlns:a16="http://schemas.microsoft.com/office/drawing/2014/main" id="{04D2A5BF-738F-435D-AC03-DE5B4FFDB488}"/>
                </a:ext>
              </a:extLst>
            </p:cNvPr>
            <p:cNvSpPr/>
            <p:nvPr/>
          </p:nvSpPr>
          <p:spPr>
            <a:xfrm>
              <a:off x="3655422" y="5022820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4" name="椭圆 363">
              <a:extLst>
                <a:ext uri="{FF2B5EF4-FFF2-40B4-BE49-F238E27FC236}">
                  <a16:creationId xmlns:a16="http://schemas.microsoft.com/office/drawing/2014/main" id="{11BCA049-A125-4877-AE11-8AC87933640E}"/>
                </a:ext>
              </a:extLst>
            </p:cNvPr>
            <p:cNvSpPr/>
            <p:nvPr/>
          </p:nvSpPr>
          <p:spPr>
            <a:xfrm>
              <a:off x="2777942" y="5022822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365" name="直接连接符 364">
              <a:extLst>
                <a:ext uri="{FF2B5EF4-FFF2-40B4-BE49-F238E27FC236}">
                  <a16:creationId xmlns:a16="http://schemas.microsoft.com/office/drawing/2014/main" id="{484D4527-A1FB-4284-AB93-D48CA372A80D}"/>
                </a:ext>
              </a:extLst>
            </p:cNvPr>
            <p:cNvCxnSpPr/>
            <p:nvPr/>
          </p:nvCxnSpPr>
          <p:spPr>
            <a:xfrm>
              <a:off x="2845445" y="5207577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接连接符 365">
              <a:extLst>
                <a:ext uri="{FF2B5EF4-FFF2-40B4-BE49-F238E27FC236}">
                  <a16:creationId xmlns:a16="http://schemas.microsoft.com/office/drawing/2014/main" id="{435D9441-CE42-431A-A73D-3351074B4C60}"/>
                </a:ext>
              </a:extLst>
            </p:cNvPr>
            <p:cNvCxnSpPr/>
            <p:nvPr/>
          </p:nvCxnSpPr>
          <p:spPr>
            <a:xfrm>
              <a:off x="3725622" y="5199858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接连接符 366">
              <a:extLst>
                <a:ext uri="{FF2B5EF4-FFF2-40B4-BE49-F238E27FC236}">
                  <a16:creationId xmlns:a16="http://schemas.microsoft.com/office/drawing/2014/main" id="{A007F4DF-6C14-4FC6-B477-2EDB0ACB87E1}"/>
                </a:ext>
              </a:extLst>
            </p:cNvPr>
            <p:cNvCxnSpPr/>
            <p:nvPr/>
          </p:nvCxnSpPr>
          <p:spPr>
            <a:xfrm>
              <a:off x="2959998" y="5080876"/>
              <a:ext cx="0" cy="2447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4" name="任意多边形 44">
            <a:extLst>
              <a:ext uri="{FF2B5EF4-FFF2-40B4-BE49-F238E27FC236}">
                <a16:creationId xmlns:a16="http://schemas.microsoft.com/office/drawing/2014/main" id="{AB67EC7F-DE79-481D-BD7F-9B72A8B88808}"/>
              </a:ext>
            </a:extLst>
          </p:cNvPr>
          <p:cNvSpPr/>
          <p:nvPr/>
        </p:nvSpPr>
        <p:spPr>
          <a:xfrm>
            <a:off x="1191645" y="1756736"/>
            <a:ext cx="900352" cy="3300830"/>
          </a:xfrm>
          <a:custGeom>
            <a:avLst/>
            <a:gdLst>
              <a:gd name="connsiteX0" fmla="*/ 416392 w 900352"/>
              <a:gd name="connsiteY0" fmla="*/ 235 h 3300830"/>
              <a:gd name="connsiteX1" fmla="*/ 529862 w 900352"/>
              <a:gd name="connsiteY1" fmla="*/ 60692 h 3300830"/>
              <a:gd name="connsiteX2" fmla="*/ 276793 w 900352"/>
              <a:gd name="connsiteY2" fmla="*/ 438719 h 3300830"/>
              <a:gd name="connsiteX3" fmla="*/ 226120 w 900352"/>
              <a:gd name="connsiteY3" fmla="*/ 815637 h 3300830"/>
              <a:gd name="connsiteX4" fmla="*/ 212865 w 900352"/>
              <a:gd name="connsiteY4" fmla="*/ 2094683 h 3300830"/>
              <a:gd name="connsiteX5" fmla="*/ 219492 w 900352"/>
              <a:gd name="connsiteY5" fmla="*/ 3082133 h 3300830"/>
              <a:gd name="connsiteX6" fmla="*/ 378545 w 900352"/>
              <a:gd name="connsiteY6" fmla="*/ 3128523 h 3300830"/>
              <a:gd name="connsiteX7" fmla="*/ 795229 w 900352"/>
              <a:gd name="connsiteY7" fmla="*/ 3125883 h 3300830"/>
              <a:gd name="connsiteX8" fmla="*/ 900352 w 900352"/>
              <a:gd name="connsiteY8" fmla="*/ 3125745 h 3300830"/>
              <a:gd name="connsiteX9" fmla="*/ 900352 w 900352"/>
              <a:gd name="connsiteY9" fmla="*/ 3300830 h 3300830"/>
              <a:gd name="connsiteX10" fmla="*/ 80322 w 900352"/>
              <a:gd name="connsiteY10" fmla="*/ 3300830 h 3300830"/>
              <a:gd name="connsiteX11" fmla="*/ 14050 w 900352"/>
              <a:gd name="connsiteY11" fmla="*/ 1736816 h 3300830"/>
              <a:gd name="connsiteX12" fmla="*/ 73694 w 900352"/>
              <a:gd name="connsiteY12" fmla="*/ 570432 h 3300830"/>
              <a:gd name="connsiteX13" fmla="*/ 385170 w 900352"/>
              <a:gd name="connsiteY13" fmla="*/ 7121 h 3300830"/>
              <a:gd name="connsiteX14" fmla="*/ 416392 w 900352"/>
              <a:gd name="connsiteY14" fmla="*/ 235 h 3300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00352" h="3300830">
                <a:moveTo>
                  <a:pt x="416392" y="235"/>
                </a:moveTo>
                <a:cubicBezTo>
                  <a:pt x="441709" y="3187"/>
                  <a:pt x="480159" y="20929"/>
                  <a:pt x="529862" y="60692"/>
                </a:cubicBezTo>
                <a:cubicBezTo>
                  <a:pt x="408784" y="124897"/>
                  <a:pt x="327416" y="312894"/>
                  <a:pt x="276793" y="438719"/>
                </a:cubicBezTo>
                <a:cubicBezTo>
                  <a:pt x="226170" y="564543"/>
                  <a:pt x="236773" y="539644"/>
                  <a:pt x="226120" y="815637"/>
                </a:cubicBezTo>
                <a:cubicBezTo>
                  <a:pt x="215466" y="1091631"/>
                  <a:pt x="213969" y="1716934"/>
                  <a:pt x="212865" y="2094683"/>
                </a:cubicBezTo>
                <a:cubicBezTo>
                  <a:pt x="211761" y="2472433"/>
                  <a:pt x="198507" y="2969471"/>
                  <a:pt x="219492" y="3082133"/>
                </a:cubicBezTo>
                <a:cubicBezTo>
                  <a:pt x="227224" y="3135151"/>
                  <a:pt x="317796" y="3134046"/>
                  <a:pt x="378545" y="3128523"/>
                </a:cubicBezTo>
                <a:cubicBezTo>
                  <a:pt x="393732" y="3127143"/>
                  <a:pt x="557134" y="3126315"/>
                  <a:pt x="795229" y="3125883"/>
                </a:cubicBezTo>
                <a:lnTo>
                  <a:pt x="900352" y="3125745"/>
                </a:lnTo>
                <a:lnTo>
                  <a:pt x="900352" y="3300830"/>
                </a:lnTo>
                <a:lnTo>
                  <a:pt x="80322" y="3300830"/>
                </a:lnTo>
                <a:cubicBezTo>
                  <a:pt x="-24609" y="3230139"/>
                  <a:pt x="-2517" y="2301230"/>
                  <a:pt x="14050" y="1736816"/>
                </a:cubicBezTo>
                <a:cubicBezTo>
                  <a:pt x="30617" y="1119384"/>
                  <a:pt x="11841" y="858713"/>
                  <a:pt x="73694" y="570432"/>
                </a:cubicBezTo>
                <a:cubicBezTo>
                  <a:pt x="135547" y="282150"/>
                  <a:pt x="280239" y="83333"/>
                  <a:pt x="385170" y="7121"/>
                </a:cubicBezTo>
                <a:cubicBezTo>
                  <a:pt x="398149" y="1323"/>
                  <a:pt x="407951" y="-748"/>
                  <a:pt x="416392" y="23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5" name="任意多边形 10">
            <a:extLst>
              <a:ext uri="{FF2B5EF4-FFF2-40B4-BE49-F238E27FC236}">
                <a16:creationId xmlns:a16="http://schemas.microsoft.com/office/drawing/2014/main" id="{442FC7E9-6682-4B31-A50B-A19A593A02A3}"/>
              </a:ext>
            </a:extLst>
          </p:cNvPr>
          <p:cNvSpPr/>
          <p:nvPr/>
        </p:nvSpPr>
        <p:spPr>
          <a:xfrm>
            <a:off x="1663078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6" name="椭圆 345">
            <a:extLst>
              <a:ext uri="{FF2B5EF4-FFF2-40B4-BE49-F238E27FC236}">
                <a16:creationId xmlns:a16="http://schemas.microsoft.com/office/drawing/2014/main" id="{26C3E790-9152-4C8D-9B75-646872BE7AA1}"/>
              </a:ext>
            </a:extLst>
          </p:cNvPr>
          <p:cNvSpPr/>
          <p:nvPr/>
        </p:nvSpPr>
        <p:spPr>
          <a:xfrm>
            <a:off x="1078631" y="1183854"/>
            <a:ext cx="3636682" cy="1226921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椭圆 346">
            <a:extLst>
              <a:ext uri="{FF2B5EF4-FFF2-40B4-BE49-F238E27FC236}">
                <a16:creationId xmlns:a16="http://schemas.microsoft.com/office/drawing/2014/main" id="{ACDECCA0-9E31-4D93-98ED-566D93D77B0A}"/>
              </a:ext>
            </a:extLst>
          </p:cNvPr>
          <p:cNvSpPr/>
          <p:nvPr/>
        </p:nvSpPr>
        <p:spPr>
          <a:xfrm>
            <a:off x="1078631" y="2690626"/>
            <a:ext cx="3636682" cy="1159440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8" name="直接箭头连接符 347">
            <a:extLst>
              <a:ext uri="{FF2B5EF4-FFF2-40B4-BE49-F238E27FC236}">
                <a16:creationId xmlns:a16="http://schemas.microsoft.com/office/drawing/2014/main" id="{420705B0-7645-4EDD-A23F-10071690A75E}"/>
              </a:ext>
            </a:extLst>
          </p:cNvPr>
          <p:cNvCxnSpPr/>
          <p:nvPr/>
        </p:nvCxnSpPr>
        <p:spPr>
          <a:xfrm>
            <a:off x="909405" y="2552520"/>
            <a:ext cx="4047031" cy="0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9" name="任意多边形 7">
            <a:extLst>
              <a:ext uri="{FF2B5EF4-FFF2-40B4-BE49-F238E27FC236}">
                <a16:creationId xmlns:a16="http://schemas.microsoft.com/office/drawing/2014/main" id="{BC0ECBB8-B9DD-4577-A563-7D03091DFA6C}"/>
              </a:ext>
            </a:extLst>
          </p:cNvPr>
          <p:cNvSpPr/>
          <p:nvPr/>
        </p:nvSpPr>
        <p:spPr>
          <a:xfrm>
            <a:off x="1578339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0" name="任意多边形 25">
            <a:extLst>
              <a:ext uri="{FF2B5EF4-FFF2-40B4-BE49-F238E27FC236}">
                <a16:creationId xmlns:a16="http://schemas.microsoft.com/office/drawing/2014/main" id="{0549B095-3F82-455E-8F9A-22DE9C2E30D3}"/>
              </a:ext>
            </a:extLst>
          </p:cNvPr>
          <p:cNvSpPr/>
          <p:nvPr/>
        </p:nvSpPr>
        <p:spPr>
          <a:xfrm>
            <a:off x="2032714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1" name="任意多边形 27">
            <a:extLst>
              <a:ext uri="{FF2B5EF4-FFF2-40B4-BE49-F238E27FC236}">
                <a16:creationId xmlns:a16="http://schemas.microsoft.com/office/drawing/2014/main" id="{77F4D611-5875-4C81-897F-B04BBCBF241E}"/>
              </a:ext>
            </a:extLst>
          </p:cNvPr>
          <p:cNvSpPr/>
          <p:nvPr/>
        </p:nvSpPr>
        <p:spPr>
          <a:xfrm>
            <a:off x="2487089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2" name="任意多边形 31">
            <a:extLst>
              <a:ext uri="{FF2B5EF4-FFF2-40B4-BE49-F238E27FC236}">
                <a16:creationId xmlns:a16="http://schemas.microsoft.com/office/drawing/2014/main" id="{A3D51A33-03C5-4647-A05C-D1C558A810ED}"/>
              </a:ext>
            </a:extLst>
          </p:cNvPr>
          <p:cNvSpPr/>
          <p:nvPr/>
        </p:nvSpPr>
        <p:spPr>
          <a:xfrm>
            <a:off x="3394302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3" name="任意多边形 45">
            <a:extLst>
              <a:ext uri="{FF2B5EF4-FFF2-40B4-BE49-F238E27FC236}">
                <a16:creationId xmlns:a16="http://schemas.microsoft.com/office/drawing/2014/main" id="{BF717DEB-2FA2-4AAE-8081-A133F9E2428C}"/>
              </a:ext>
            </a:extLst>
          </p:cNvPr>
          <p:cNvSpPr/>
          <p:nvPr/>
        </p:nvSpPr>
        <p:spPr>
          <a:xfrm>
            <a:off x="3750024" y="1726630"/>
            <a:ext cx="674323" cy="3306436"/>
          </a:xfrm>
          <a:custGeom>
            <a:avLst/>
            <a:gdLst>
              <a:gd name="connsiteX0" fmla="*/ 202078 w 674323"/>
              <a:gd name="connsiteY0" fmla="*/ 667 h 3306436"/>
              <a:gd name="connsiteX1" fmla="*/ 277035 w 674323"/>
              <a:gd name="connsiteY1" fmla="*/ 3921 h 3306436"/>
              <a:gd name="connsiteX2" fmla="*/ 400504 w 674323"/>
              <a:gd name="connsiteY2" fmla="*/ 56049 h 3306436"/>
              <a:gd name="connsiteX3" fmla="*/ 643645 w 674323"/>
              <a:gd name="connsiteY3" fmla="*/ 698886 h 3306436"/>
              <a:gd name="connsiteX4" fmla="*/ 663526 w 674323"/>
              <a:gd name="connsiteY4" fmla="*/ 2402071 h 3306436"/>
              <a:gd name="connsiteX5" fmla="*/ 577373 w 674323"/>
              <a:gd name="connsiteY5" fmla="*/ 3296741 h 3306436"/>
              <a:gd name="connsiteX6" fmla="*/ 124291 w 674323"/>
              <a:gd name="connsiteY6" fmla="*/ 3305693 h 3306436"/>
              <a:gd name="connsiteX7" fmla="*/ 0 w 674323"/>
              <a:gd name="connsiteY7" fmla="*/ 3306436 h 3306436"/>
              <a:gd name="connsiteX8" fmla="*/ 0 w 674323"/>
              <a:gd name="connsiteY8" fmla="*/ 3135966 h 3306436"/>
              <a:gd name="connsiteX9" fmla="*/ 7022 w 674323"/>
              <a:gd name="connsiteY9" fmla="*/ 3135981 h 3306436"/>
              <a:gd name="connsiteX10" fmla="*/ 444829 w 674323"/>
              <a:gd name="connsiteY10" fmla="*/ 3137688 h 3306436"/>
              <a:gd name="connsiteX11" fmla="*/ 471338 w 674323"/>
              <a:gd name="connsiteY11" fmla="*/ 2594259 h 3306436"/>
              <a:gd name="connsiteX12" fmla="*/ 451456 w 674323"/>
              <a:gd name="connsiteY12" fmla="*/ 1308587 h 3306436"/>
              <a:gd name="connsiteX13" fmla="*/ 365303 w 674323"/>
              <a:gd name="connsiteY13" fmla="*/ 354273 h 3306436"/>
              <a:gd name="connsiteX14" fmla="*/ 120615 w 674323"/>
              <a:gd name="connsiteY14" fmla="*/ 22083 h 3306436"/>
              <a:gd name="connsiteX15" fmla="*/ 202078 w 674323"/>
              <a:gd name="connsiteY15" fmla="*/ 667 h 3306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74323" h="3306436">
                <a:moveTo>
                  <a:pt x="202078" y="667"/>
                </a:moveTo>
                <a:cubicBezTo>
                  <a:pt x="228437" y="-1178"/>
                  <a:pt x="253712" y="1091"/>
                  <a:pt x="277035" y="3921"/>
                </a:cubicBezTo>
                <a:cubicBezTo>
                  <a:pt x="323684" y="9582"/>
                  <a:pt x="350327" y="28036"/>
                  <a:pt x="400504" y="56049"/>
                </a:cubicBezTo>
                <a:cubicBezTo>
                  <a:pt x="444224" y="80458"/>
                  <a:pt x="599807" y="307882"/>
                  <a:pt x="643645" y="698886"/>
                </a:cubicBezTo>
                <a:cubicBezTo>
                  <a:pt x="687482" y="1089890"/>
                  <a:pt x="674572" y="1969096"/>
                  <a:pt x="663526" y="2402071"/>
                </a:cubicBezTo>
                <a:cubicBezTo>
                  <a:pt x="652480" y="2835046"/>
                  <a:pt x="732006" y="3284591"/>
                  <a:pt x="577373" y="3296741"/>
                </a:cubicBezTo>
                <a:cubicBezTo>
                  <a:pt x="519386" y="3301297"/>
                  <a:pt x="345526" y="3303990"/>
                  <a:pt x="124291" y="3305693"/>
                </a:cubicBezTo>
                <a:lnTo>
                  <a:pt x="0" y="3306436"/>
                </a:lnTo>
                <a:lnTo>
                  <a:pt x="0" y="3135966"/>
                </a:lnTo>
                <a:lnTo>
                  <a:pt x="7022" y="3135981"/>
                </a:lnTo>
                <a:lnTo>
                  <a:pt x="444829" y="3137688"/>
                </a:lnTo>
                <a:cubicBezTo>
                  <a:pt x="490116" y="3073625"/>
                  <a:pt x="470234" y="2899110"/>
                  <a:pt x="471338" y="2594259"/>
                </a:cubicBezTo>
                <a:cubicBezTo>
                  <a:pt x="472442" y="2289409"/>
                  <a:pt x="469130" y="1681917"/>
                  <a:pt x="451456" y="1308587"/>
                </a:cubicBezTo>
                <a:cubicBezTo>
                  <a:pt x="433783" y="935256"/>
                  <a:pt x="421635" y="571865"/>
                  <a:pt x="365303" y="354273"/>
                </a:cubicBezTo>
                <a:cubicBezTo>
                  <a:pt x="308971" y="136680"/>
                  <a:pt x="233812" y="83694"/>
                  <a:pt x="120615" y="22083"/>
                </a:cubicBezTo>
                <a:cubicBezTo>
                  <a:pt x="148276" y="8466"/>
                  <a:pt x="175719" y="2511"/>
                  <a:pt x="202078" y="667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354" name="直接箭头连接符 353">
            <a:extLst>
              <a:ext uri="{FF2B5EF4-FFF2-40B4-BE49-F238E27FC236}">
                <a16:creationId xmlns:a16="http://schemas.microsoft.com/office/drawing/2014/main" id="{CA3BF6D4-12B9-4222-947A-86878DACAC34}"/>
              </a:ext>
            </a:extLst>
          </p:cNvPr>
          <p:cNvCxnSpPr/>
          <p:nvPr/>
        </p:nvCxnSpPr>
        <p:spPr>
          <a:xfrm flipH="1" flipV="1">
            <a:off x="2898921" y="1183854"/>
            <a:ext cx="141877" cy="1978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上箭头 56">
            <a:extLst>
              <a:ext uri="{FF2B5EF4-FFF2-40B4-BE49-F238E27FC236}">
                <a16:creationId xmlns:a16="http://schemas.microsoft.com/office/drawing/2014/main" id="{9D6EF54B-B45B-46AE-9DF7-7DDB33A392BA}"/>
              </a:ext>
            </a:extLst>
          </p:cNvPr>
          <p:cNvSpPr/>
          <p:nvPr/>
        </p:nvSpPr>
        <p:spPr>
          <a:xfrm flipH="1">
            <a:off x="1232468" y="3845660"/>
            <a:ext cx="144751" cy="453583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7" name="上箭头 57">
            <a:extLst>
              <a:ext uri="{FF2B5EF4-FFF2-40B4-BE49-F238E27FC236}">
                <a16:creationId xmlns:a16="http://schemas.microsoft.com/office/drawing/2014/main" id="{457C7E1A-2FFC-49AD-8B8F-FCB1E72D61A6}"/>
              </a:ext>
            </a:extLst>
          </p:cNvPr>
          <p:cNvSpPr/>
          <p:nvPr/>
        </p:nvSpPr>
        <p:spPr>
          <a:xfrm rot="10800000" flipH="1">
            <a:off x="4255559" y="3864488"/>
            <a:ext cx="122435" cy="415926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" name="任意多边形 29">
            <a:extLst>
              <a:ext uri="{FF2B5EF4-FFF2-40B4-BE49-F238E27FC236}">
                <a16:creationId xmlns:a16="http://schemas.microsoft.com/office/drawing/2014/main" id="{58AFFF73-1753-42FD-9FA7-30C6E0DFD4A5}"/>
              </a:ext>
            </a:extLst>
          </p:cNvPr>
          <p:cNvSpPr/>
          <p:nvPr/>
        </p:nvSpPr>
        <p:spPr>
          <a:xfrm>
            <a:off x="2939927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D8D3EA4F-EE65-44E7-BB82-D92E8BE4CCF3}"/>
              </a:ext>
            </a:extLst>
          </p:cNvPr>
          <p:cNvSpPr txBox="1"/>
          <p:nvPr/>
        </p:nvSpPr>
        <p:spPr>
          <a:xfrm>
            <a:off x="2564381" y="166005"/>
            <a:ext cx="6110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H</a:t>
            </a:r>
            <a:endParaRPr lang="zh-CN" altLang="en-US" sz="4800" dirty="0">
              <a:solidFill>
                <a:srgbClr val="FFFF00"/>
              </a:solidFill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8E12C9CA-71B6-43AC-AFB2-6AB23F0A3C40}"/>
              </a:ext>
            </a:extLst>
          </p:cNvPr>
          <p:cNvCxnSpPr>
            <a:cxnSpLocks/>
          </p:cNvCxnSpPr>
          <p:nvPr/>
        </p:nvCxnSpPr>
        <p:spPr>
          <a:xfrm flipH="1" flipV="1">
            <a:off x="2772384" y="3844947"/>
            <a:ext cx="120183" cy="1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438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任意多边形 30">
            <a:extLst>
              <a:ext uri="{FF2B5EF4-FFF2-40B4-BE49-F238E27FC236}">
                <a16:creationId xmlns:a16="http://schemas.microsoft.com/office/drawing/2014/main" id="{479CC22A-40C0-45D1-92EE-A29096459F9A}"/>
              </a:ext>
            </a:extLst>
          </p:cNvPr>
          <p:cNvSpPr/>
          <p:nvPr/>
        </p:nvSpPr>
        <p:spPr>
          <a:xfrm>
            <a:off x="3479041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任意多边形 28">
            <a:extLst>
              <a:ext uri="{FF2B5EF4-FFF2-40B4-BE49-F238E27FC236}">
                <a16:creationId xmlns:a16="http://schemas.microsoft.com/office/drawing/2014/main" id="{80D876BB-A9D1-42E5-A062-122EDD48FBBB}"/>
              </a:ext>
            </a:extLst>
          </p:cNvPr>
          <p:cNvSpPr/>
          <p:nvPr/>
        </p:nvSpPr>
        <p:spPr>
          <a:xfrm>
            <a:off x="3024666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1" name="任意多边形 26">
            <a:extLst>
              <a:ext uri="{FF2B5EF4-FFF2-40B4-BE49-F238E27FC236}">
                <a16:creationId xmlns:a16="http://schemas.microsoft.com/office/drawing/2014/main" id="{467645BB-5A7F-46A7-8155-1CB1A09FFFED}"/>
              </a:ext>
            </a:extLst>
          </p:cNvPr>
          <p:cNvSpPr/>
          <p:nvPr/>
        </p:nvSpPr>
        <p:spPr>
          <a:xfrm>
            <a:off x="2571828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任意多边形 24">
            <a:extLst>
              <a:ext uri="{FF2B5EF4-FFF2-40B4-BE49-F238E27FC236}">
                <a16:creationId xmlns:a16="http://schemas.microsoft.com/office/drawing/2014/main" id="{BB8FF333-C6E6-4BEE-8D68-748A8AB7F815}"/>
              </a:ext>
            </a:extLst>
          </p:cNvPr>
          <p:cNvSpPr/>
          <p:nvPr/>
        </p:nvSpPr>
        <p:spPr>
          <a:xfrm>
            <a:off x="2117453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3" name="组合 342">
            <a:extLst>
              <a:ext uri="{FF2B5EF4-FFF2-40B4-BE49-F238E27FC236}">
                <a16:creationId xmlns:a16="http://schemas.microsoft.com/office/drawing/2014/main" id="{281453D4-AE1F-49C1-845C-4A74B91A408D}"/>
              </a:ext>
            </a:extLst>
          </p:cNvPr>
          <p:cNvGrpSpPr/>
          <p:nvPr/>
        </p:nvGrpSpPr>
        <p:grpSpPr>
          <a:xfrm>
            <a:off x="1997382" y="4497949"/>
            <a:ext cx="1753037" cy="923389"/>
            <a:chOff x="2362927" y="4768729"/>
            <a:chExt cx="1753037" cy="923389"/>
          </a:xfrm>
        </p:grpSpPr>
        <p:sp>
          <p:nvSpPr>
            <p:cNvPr id="359" name="椭圆 358">
              <a:extLst>
                <a:ext uri="{FF2B5EF4-FFF2-40B4-BE49-F238E27FC236}">
                  <a16:creationId xmlns:a16="http://schemas.microsoft.com/office/drawing/2014/main" id="{6C368635-ABF5-4AC8-9125-5889578DE8EC}"/>
                </a:ext>
              </a:extLst>
            </p:cNvPr>
            <p:cNvSpPr/>
            <p:nvPr/>
          </p:nvSpPr>
          <p:spPr>
            <a:xfrm>
              <a:off x="2362927" y="4768729"/>
              <a:ext cx="325160" cy="92338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0" name="椭圆 359">
              <a:extLst>
                <a:ext uri="{FF2B5EF4-FFF2-40B4-BE49-F238E27FC236}">
                  <a16:creationId xmlns:a16="http://schemas.microsoft.com/office/drawing/2014/main" id="{7F3C5629-131E-4C33-B210-40C5FC63258B}"/>
                </a:ext>
              </a:extLst>
            </p:cNvPr>
            <p:cNvSpPr/>
            <p:nvPr/>
          </p:nvSpPr>
          <p:spPr>
            <a:xfrm>
              <a:off x="2414021" y="4969935"/>
              <a:ext cx="159682" cy="5277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1" name="椭圆 360">
              <a:extLst>
                <a:ext uri="{FF2B5EF4-FFF2-40B4-BE49-F238E27FC236}">
                  <a16:creationId xmlns:a16="http://schemas.microsoft.com/office/drawing/2014/main" id="{C4FF0223-5747-434C-9298-78FE4F0747A7}"/>
                </a:ext>
              </a:extLst>
            </p:cNvPr>
            <p:cNvSpPr/>
            <p:nvPr/>
          </p:nvSpPr>
          <p:spPr>
            <a:xfrm>
              <a:off x="2414719" y="5126488"/>
              <a:ext cx="99973" cy="1991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2" name="任意多边形 35">
              <a:extLst>
                <a:ext uri="{FF2B5EF4-FFF2-40B4-BE49-F238E27FC236}">
                  <a16:creationId xmlns:a16="http://schemas.microsoft.com/office/drawing/2014/main" id="{242B9962-B5F7-414A-BFC2-361BEA60221D}"/>
                </a:ext>
              </a:extLst>
            </p:cNvPr>
            <p:cNvSpPr/>
            <p:nvPr/>
          </p:nvSpPr>
          <p:spPr>
            <a:xfrm>
              <a:off x="2544640" y="4768729"/>
              <a:ext cx="1571324" cy="923389"/>
            </a:xfrm>
            <a:custGeom>
              <a:avLst/>
              <a:gdLst>
                <a:gd name="connsiteX0" fmla="*/ 0 w 751645"/>
                <a:gd name="connsiteY0" fmla="*/ 0 h 422278"/>
                <a:gd name="connsiteX1" fmla="*/ 686044 w 751645"/>
                <a:gd name="connsiteY1" fmla="*/ 0 h 422278"/>
                <a:gd name="connsiteX2" fmla="*/ 751645 w 751645"/>
                <a:gd name="connsiteY2" fmla="*/ 211139 h 422278"/>
                <a:gd name="connsiteX3" fmla="*/ 686044 w 751645"/>
                <a:gd name="connsiteY3" fmla="*/ 422278 h 422278"/>
                <a:gd name="connsiteX4" fmla="*/ 686041 w 751645"/>
                <a:gd name="connsiteY4" fmla="*/ 422277 h 422278"/>
                <a:gd name="connsiteX5" fmla="*/ 0 w 751645"/>
                <a:gd name="connsiteY5" fmla="*/ 422277 h 422278"/>
                <a:gd name="connsiteX6" fmla="*/ 0 w 751645"/>
                <a:gd name="connsiteY6" fmla="*/ 419773 h 422278"/>
                <a:gd name="connsiteX7" fmla="*/ 6235 w 751645"/>
                <a:gd name="connsiteY7" fmla="*/ 417989 h 422278"/>
                <a:gd name="connsiteX8" fmla="*/ 65601 w 751645"/>
                <a:gd name="connsiteY8" fmla="*/ 211139 h 422278"/>
                <a:gd name="connsiteX9" fmla="*/ 6235 w 751645"/>
                <a:gd name="connsiteY9" fmla="*/ 4290 h 422278"/>
                <a:gd name="connsiteX10" fmla="*/ 0 w 751645"/>
                <a:gd name="connsiteY10" fmla="*/ 2505 h 42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45" h="422278">
                  <a:moveTo>
                    <a:pt x="0" y="0"/>
                  </a:moveTo>
                  <a:lnTo>
                    <a:pt x="686044" y="0"/>
                  </a:lnTo>
                  <a:cubicBezTo>
                    <a:pt x="722274" y="0"/>
                    <a:pt x="751645" y="94530"/>
                    <a:pt x="751645" y="211139"/>
                  </a:cubicBezTo>
                  <a:cubicBezTo>
                    <a:pt x="751645" y="327748"/>
                    <a:pt x="722274" y="422278"/>
                    <a:pt x="686044" y="422278"/>
                  </a:cubicBezTo>
                  <a:lnTo>
                    <a:pt x="686041" y="422277"/>
                  </a:lnTo>
                  <a:lnTo>
                    <a:pt x="0" y="422277"/>
                  </a:lnTo>
                  <a:lnTo>
                    <a:pt x="0" y="419773"/>
                  </a:lnTo>
                  <a:lnTo>
                    <a:pt x="6235" y="417989"/>
                  </a:lnTo>
                  <a:cubicBezTo>
                    <a:pt x="40115" y="398301"/>
                    <a:pt x="65601" y="313172"/>
                    <a:pt x="65601" y="211139"/>
                  </a:cubicBezTo>
                  <a:cubicBezTo>
                    <a:pt x="65601" y="109106"/>
                    <a:pt x="40115" y="23978"/>
                    <a:pt x="6235" y="4290"/>
                  </a:cubicBezTo>
                  <a:lnTo>
                    <a:pt x="0" y="2505"/>
                  </a:lnTo>
                  <a:close/>
                </a:path>
              </a:pathLst>
            </a:custGeom>
            <a:gradFill>
              <a:gsLst>
                <a:gs pos="26000">
                  <a:schemeClr val="accent1">
                    <a:lumMod val="5000"/>
                    <a:lumOff val="95000"/>
                  </a:schemeClr>
                </a:gs>
                <a:gs pos="93000">
                  <a:schemeClr val="accent6"/>
                </a:gs>
              </a:gsLst>
              <a:lin ang="540000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3" name="椭圆 362">
              <a:extLst>
                <a:ext uri="{FF2B5EF4-FFF2-40B4-BE49-F238E27FC236}">
                  <a16:creationId xmlns:a16="http://schemas.microsoft.com/office/drawing/2014/main" id="{04D2A5BF-738F-435D-AC03-DE5B4FFDB488}"/>
                </a:ext>
              </a:extLst>
            </p:cNvPr>
            <p:cNvSpPr/>
            <p:nvPr/>
          </p:nvSpPr>
          <p:spPr>
            <a:xfrm>
              <a:off x="3655422" y="5022820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4" name="椭圆 363">
              <a:extLst>
                <a:ext uri="{FF2B5EF4-FFF2-40B4-BE49-F238E27FC236}">
                  <a16:creationId xmlns:a16="http://schemas.microsoft.com/office/drawing/2014/main" id="{11BCA049-A125-4877-AE11-8AC87933640E}"/>
                </a:ext>
              </a:extLst>
            </p:cNvPr>
            <p:cNvSpPr/>
            <p:nvPr/>
          </p:nvSpPr>
          <p:spPr>
            <a:xfrm>
              <a:off x="2777942" y="5022822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365" name="直接连接符 364">
              <a:extLst>
                <a:ext uri="{FF2B5EF4-FFF2-40B4-BE49-F238E27FC236}">
                  <a16:creationId xmlns:a16="http://schemas.microsoft.com/office/drawing/2014/main" id="{484D4527-A1FB-4284-AB93-D48CA372A80D}"/>
                </a:ext>
              </a:extLst>
            </p:cNvPr>
            <p:cNvCxnSpPr/>
            <p:nvPr/>
          </p:nvCxnSpPr>
          <p:spPr>
            <a:xfrm>
              <a:off x="2845445" y="5207577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接连接符 365">
              <a:extLst>
                <a:ext uri="{FF2B5EF4-FFF2-40B4-BE49-F238E27FC236}">
                  <a16:creationId xmlns:a16="http://schemas.microsoft.com/office/drawing/2014/main" id="{435D9441-CE42-431A-A73D-3351074B4C60}"/>
                </a:ext>
              </a:extLst>
            </p:cNvPr>
            <p:cNvCxnSpPr/>
            <p:nvPr/>
          </p:nvCxnSpPr>
          <p:spPr>
            <a:xfrm>
              <a:off x="3725622" y="5199858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接连接符 366">
              <a:extLst>
                <a:ext uri="{FF2B5EF4-FFF2-40B4-BE49-F238E27FC236}">
                  <a16:creationId xmlns:a16="http://schemas.microsoft.com/office/drawing/2014/main" id="{A007F4DF-6C14-4FC6-B477-2EDB0ACB87E1}"/>
                </a:ext>
              </a:extLst>
            </p:cNvPr>
            <p:cNvCxnSpPr/>
            <p:nvPr/>
          </p:nvCxnSpPr>
          <p:spPr>
            <a:xfrm>
              <a:off x="2959998" y="5080876"/>
              <a:ext cx="0" cy="2447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4" name="任意多边形 44">
            <a:extLst>
              <a:ext uri="{FF2B5EF4-FFF2-40B4-BE49-F238E27FC236}">
                <a16:creationId xmlns:a16="http://schemas.microsoft.com/office/drawing/2014/main" id="{AB67EC7F-DE79-481D-BD7F-9B72A8B88808}"/>
              </a:ext>
            </a:extLst>
          </p:cNvPr>
          <p:cNvSpPr/>
          <p:nvPr/>
        </p:nvSpPr>
        <p:spPr>
          <a:xfrm>
            <a:off x="1191645" y="1756736"/>
            <a:ext cx="900352" cy="3300830"/>
          </a:xfrm>
          <a:custGeom>
            <a:avLst/>
            <a:gdLst>
              <a:gd name="connsiteX0" fmla="*/ 416392 w 900352"/>
              <a:gd name="connsiteY0" fmla="*/ 235 h 3300830"/>
              <a:gd name="connsiteX1" fmla="*/ 529862 w 900352"/>
              <a:gd name="connsiteY1" fmla="*/ 60692 h 3300830"/>
              <a:gd name="connsiteX2" fmla="*/ 276793 w 900352"/>
              <a:gd name="connsiteY2" fmla="*/ 438719 h 3300830"/>
              <a:gd name="connsiteX3" fmla="*/ 226120 w 900352"/>
              <a:gd name="connsiteY3" fmla="*/ 815637 h 3300830"/>
              <a:gd name="connsiteX4" fmla="*/ 212865 w 900352"/>
              <a:gd name="connsiteY4" fmla="*/ 2094683 h 3300830"/>
              <a:gd name="connsiteX5" fmla="*/ 219492 w 900352"/>
              <a:gd name="connsiteY5" fmla="*/ 3082133 h 3300830"/>
              <a:gd name="connsiteX6" fmla="*/ 378545 w 900352"/>
              <a:gd name="connsiteY6" fmla="*/ 3128523 h 3300830"/>
              <a:gd name="connsiteX7" fmla="*/ 795229 w 900352"/>
              <a:gd name="connsiteY7" fmla="*/ 3125883 h 3300830"/>
              <a:gd name="connsiteX8" fmla="*/ 900352 w 900352"/>
              <a:gd name="connsiteY8" fmla="*/ 3125745 h 3300830"/>
              <a:gd name="connsiteX9" fmla="*/ 900352 w 900352"/>
              <a:gd name="connsiteY9" fmla="*/ 3300830 h 3300830"/>
              <a:gd name="connsiteX10" fmla="*/ 80322 w 900352"/>
              <a:gd name="connsiteY10" fmla="*/ 3300830 h 3300830"/>
              <a:gd name="connsiteX11" fmla="*/ 14050 w 900352"/>
              <a:gd name="connsiteY11" fmla="*/ 1736816 h 3300830"/>
              <a:gd name="connsiteX12" fmla="*/ 73694 w 900352"/>
              <a:gd name="connsiteY12" fmla="*/ 570432 h 3300830"/>
              <a:gd name="connsiteX13" fmla="*/ 385170 w 900352"/>
              <a:gd name="connsiteY13" fmla="*/ 7121 h 3300830"/>
              <a:gd name="connsiteX14" fmla="*/ 416392 w 900352"/>
              <a:gd name="connsiteY14" fmla="*/ 235 h 3300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00352" h="3300830">
                <a:moveTo>
                  <a:pt x="416392" y="235"/>
                </a:moveTo>
                <a:cubicBezTo>
                  <a:pt x="441709" y="3187"/>
                  <a:pt x="480159" y="20929"/>
                  <a:pt x="529862" y="60692"/>
                </a:cubicBezTo>
                <a:cubicBezTo>
                  <a:pt x="408784" y="124897"/>
                  <a:pt x="327416" y="312894"/>
                  <a:pt x="276793" y="438719"/>
                </a:cubicBezTo>
                <a:cubicBezTo>
                  <a:pt x="226170" y="564543"/>
                  <a:pt x="236773" y="539644"/>
                  <a:pt x="226120" y="815637"/>
                </a:cubicBezTo>
                <a:cubicBezTo>
                  <a:pt x="215466" y="1091631"/>
                  <a:pt x="213969" y="1716934"/>
                  <a:pt x="212865" y="2094683"/>
                </a:cubicBezTo>
                <a:cubicBezTo>
                  <a:pt x="211761" y="2472433"/>
                  <a:pt x="198507" y="2969471"/>
                  <a:pt x="219492" y="3082133"/>
                </a:cubicBezTo>
                <a:cubicBezTo>
                  <a:pt x="227224" y="3135151"/>
                  <a:pt x="317796" y="3134046"/>
                  <a:pt x="378545" y="3128523"/>
                </a:cubicBezTo>
                <a:cubicBezTo>
                  <a:pt x="393732" y="3127143"/>
                  <a:pt x="557134" y="3126315"/>
                  <a:pt x="795229" y="3125883"/>
                </a:cubicBezTo>
                <a:lnTo>
                  <a:pt x="900352" y="3125745"/>
                </a:lnTo>
                <a:lnTo>
                  <a:pt x="900352" y="3300830"/>
                </a:lnTo>
                <a:lnTo>
                  <a:pt x="80322" y="3300830"/>
                </a:lnTo>
                <a:cubicBezTo>
                  <a:pt x="-24609" y="3230139"/>
                  <a:pt x="-2517" y="2301230"/>
                  <a:pt x="14050" y="1736816"/>
                </a:cubicBezTo>
                <a:cubicBezTo>
                  <a:pt x="30617" y="1119384"/>
                  <a:pt x="11841" y="858713"/>
                  <a:pt x="73694" y="570432"/>
                </a:cubicBezTo>
                <a:cubicBezTo>
                  <a:pt x="135547" y="282150"/>
                  <a:pt x="280239" y="83333"/>
                  <a:pt x="385170" y="7121"/>
                </a:cubicBezTo>
                <a:cubicBezTo>
                  <a:pt x="398149" y="1323"/>
                  <a:pt x="407951" y="-748"/>
                  <a:pt x="416392" y="23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5" name="任意多边形 10">
            <a:extLst>
              <a:ext uri="{FF2B5EF4-FFF2-40B4-BE49-F238E27FC236}">
                <a16:creationId xmlns:a16="http://schemas.microsoft.com/office/drawing/2014/main" id="{442FC7E9-6682-4B31-A50B-A19A593A02A3}"/>
              </a:ext>
            </a:extLst>
          </p:cNvPr>
          <p:cNvSpPr/>
          <p:nvPr/>
        </p:nvSpPr>
        <p:spPr>
          <a:xfrm>
            <a:off x="1663078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6" name="椭圆 345">
            <a:extLst>
              <a:ext uri="{FF2B5EF4-FFF2-40B4-BE49-F238E27FC236}">
                <a16:creationId xmlns:a16="http://schemas.microsoft.com/office/drawing/2014/main" id="{26C3E790-9152-4C8D-9B75-646872BE7AA1}"/>
              </a:ext>
            </a:extLst>
          </p:cNvPr>
          <p:cNvSpPr/>
          <p:nvPr/>
        </p:nvSpPr>
        <p:spPr>
          <a:xfrm>
            <a:off x="1078631" y="1183854"/>
            <a:ext cx="3636682" cy="1226921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椭圆 346">
            <a:extLst>
              <a:ext uri="{FF2B5EF4-FFF2-40B4-BE49-F238E27FC236}">
                <a16:creationId xmlns:a16="http://schemas.microsoft.com/office/drawing/2014/main" id="{ACDECCA0-9E31-4D93-98ED-566D93D77B0A}"/>
              </a:ext>
            </a:extLst>
          </p:cNvPr>
          <p:cNvSpPr/>
          <p:nvPr/>
        </p:nvSpPr>
        <p:spPr>
          <a:xfrm>
            <a:off x="1078631" y="2690626"/>
            <a:ext cx="3636682" cy="1159440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8" name="直接箭头连接符 347">
            <a:extLst>
              <a:ext uri="{FF2B5EF4-FFF2-40B4-BE49-F238E27FC236}">
                <a16:creationId xmlns:a16="http://schemas.microsoft.com/office/drawing/2014/main" id="{420705B0-7645-4EDD-A23F-10071690A75E}"/>
              </a:ext>
            </a:extLst>
          </p:cNvPr>
          <p:cNvCxnSpPr/>
          <p:nvPr/>
        </p:nvCxnSpPr>
        <p:spPr>
          <a:xfrm>
            <a:off x="909405" y="2552520"/>
            <a:ext cx="4047031" cy="0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9" name="任意多边形 7">
            <a:extLst>
              <a:ext uri="{FF2B5EF4-FFF2-40B4-BE49-F238E27FC236}">
                <a16:creationId xmlns:a16="http://schemas.microsoft.com/office/drawing/2014/main" id="{BC0ECBB8-B9DD-4577-A563-7D03091DFA6C}"/>
              </a:ext>
            </a:extLst>
          </p:cNvPr>
          <p:cNvSpPr/>
          <p:nvPr/>
        </p:nvSpPr>
        <p:spPr>
          <a:xfrm>
            <a:off x="1578339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0" name="任意多边形 25">
            <a:extLst>
              <a:ext uri="{FF2B5EF4-FFF2-40B4-BE49-F238E27FC236}">
                <a16:creationId xmlns:a16="http://schemas.microsoft.com/office/drawing/2014/main" id="{0549B095-3F82-455E-8F9A-22DE9C2E30D3}"/>
              </a:ext>
            </a:extLst>
          </p:cNvPr>
          <p:cNvSpPr/>
          <p:nvPr/>
        </p:nvSpPr>
        <p:spPr>
          <a:xfrm>
            <a:off x="2032714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1" name="任意多边形 27">
            <a:extLst>
              <a:ext uri="{FF2B5EF4-FFF2-40B4-BE49-F238E27FC236}">
                <a16:creationId xmlns:a16="http://schemas.microsoft.com/office/drawing/2014/main" id="{77F4D611-5875-4C81-897F-B04BBCBF241E}"/>
              </a:ext>
            </a:extLst>
          </p:cNvPr>
          <p:cNvSpPr/>
          <p:nvPr/>
        </p:nvSpPr>
        <p:spPr>
          <a:xfrm>
            <a:off x="2487089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2" name="任意多边形 31">
            <a:extLst>
              <a:ext uri="{FF2B5EF4-FFF2-40B4-BE49-F238E27FC236}">
                <a16:creationId xmlns:a16="http://schemas.microsoft.com/office/drawing/2014/main" id="{A3D51A33-03C5-4647-A05C-D1C558A810ED}"/>
              </a:ext>
            </a:extLst>
          </p:cNvPr>
          <p:cNvSpPr/>
          <p:nvPr/>
        </p:nvSpPr>
        <p:spPr>
          <a:xfrm>
            <a:off x="3394302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3" name="任意多边形 45">
            <a:extLst>
              <a:ext uri="{FF2B5EF4-FFF2-40B4-BE49-F238E27FC236}">
                <a16:creationId xmlns:a16="http://schemas.microsoft.com/office/drawing/2014/main" id="{BF717DEB-2FA2-4AAE-8081-A133F9E2428C}"/>
              </a:ext>
            </a:extLst>
          </p:cNvPr>
          <p:cNvSpPr/>
          <p:nvPr/>
        </p:nvSpPr>
        <p:spPr>
          <a:xfrm>
            <a:off x="3750024" y="1726630"/>
            <a:ext cx="674323" cy="3306436"/>
          </a:xfrm>
          <a:custGeom>
            <a:avLst/>
            <a:gdLst>
              <a:gd name="connsiteX0" fmla="*/ 202078 w 674323"/>
              <a:gd name="connsiteY0" fmla="*/ 667 h 3306436"/>
              <a:gd name="connsiteX1" fmla="*/ 277035 w 674323"/>
              <a:gd name="connsiteY1" fmla="*/ 3921 h 3306436"/>
              <a:gd name="connsiteX2" fmla="*/ 400504 w 674323"/>
              <a:gd name="connsiteY2" fmla="*/ 56049 h 3306436"/>
              <a:gd name="connsiteX3" fmla="*/ 643645 w 674323"/>
              <a:gd name="connsiteY3" fmla="*/ 698886 h 3306436"/>
              <a:gd name="connsiteX4" fmla="*/ 663526 w 674323"/>
              <a:gd name="connsiteY4" fmla="*/ 2402071 h 3306436"/>
              <a:gd name="connsiteX5" fmla="*/ 577373 w 674323"/>
              <a:gd name="connsiteY5" fmla="*/ 3296741 h 3306436"/>
              <a:gd name="connsiteX6" fmla="*/ 124291 w 674323"/>
              <a:gd name="connsiteY6" fmla="*/ 3305693 h 3306436"/>
              <a:gd name="connsiteX7" fmla="*/ 0 w 674323"/>
              <a:gd name="connsiteY7" fmla="*/ 3306436 h 3306436"/>
              <a:gd name="connsiteX8" fmla="*/ 0 w 674323"/>
              <a:gd name="connsiteY8" fmla="*/ 3135966 h 3306436"/>
              <a:gd name="connsiteX9" fmla="*/ 7022 w 674323"/>
              <a:gd name="connsiteY9" fmla="*/ 3135981 h 3306436"/>
              <a:gd name="connsiteX10" fmla="*/ 444829 w 674323"/>
              <a:gd name="connsiteY10" fmla="*/ 3137688 h 3306436"/>
              <a:gd name="connsiteX11" fmla="*/ 471338 w 674323"/>
              <a:gd name="connsiteY11" fmla="*/ 2594259 h 3306436"/>
              <a:gd name="connsiteX12" fmla="*/ 451456 w 674323"/>
              <a:gd name="connsiteY12" fmla="*/ 1308587 h 3306436"/>
              <a:gd name="connsiteX13" fmla="*/ 365303 w 674323"/>
              <a:gd name="connsiteY13" fmla="*/ 354273 h 3306436"/>
              <a:gd name="connsiteX14" fmla="*/ 120615 w 674323"/>
              <a:gd name="connsiteY14" fmla="*/ 22083 h 3306436"/>
              <a:gd name="connsiteX15" fmla="*/ 202078 w 674323"/>
              <a:gd name="connsiteY15" fmla="*/ 667 h 3306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74323" h="3306436">
                <a:moveTo>
                  <a:pt x="202078" y="667"/>
                </a:moveTo>
                <a:cubicBezTo>
                  <a:pt x="228437" y="-1178"/>
                  <a:pt x="253712" y="1091"/>
                  <a:pt x="277035" y="3921"/>
                </a:cubicBezTo>
                <a:cubicBezTo>
                  <a:pt x="323684" y="9582"/>
                  <a:pt x="350327" y="28036"/>
                  <a:pt x="400504" y="56049"/>
                </a:cubicBezTo>
                <a:cubicBezTo>
                  <a:pt x="444224" y="80458"/>
                  <a:pt x="599807" y="307882"/>
                  <a:pt x="643645" y="698886"/>
                </a:cubicBezTo>
                <a:cubicBezTo>
                  <a:pt x="687482" y="1089890"/>
                  <a:pt x="674572" y="1969096"/>
                  <a:pt x="663526" y="2402071"/>
                </a:cubicBezTo>
                <a:cubicBezTo>
                  <a:pt x="652480" y="2835046"/>
                  <a:pt x="732006" y="3284591"/>
                  <a:pt x="577373" y="3296741"/>
                </a:cubicBezTo>
                <a:cubicBezTo>
                  <a:pt x="519386" y="3301297"/>
                  <a:pt x="345526" y="3303990"/>
                  <a:pt x="124291" y="3305693"/>
                </a:cubicBezTo>
                <a:lnTo>
                  <a:pt x="0" y="3306436"/>
                </a:lnTo>
                <a:lnTo>
                  <a:pt x="0" y="3135966"/>
                </a:lnTo>
                <a:lnTo>
                  <a:pt x="7022" y="3135981"/>
                </a:lnTo>
                <a:lnTo>
                  <a:pt x="444829" y="3137688"/>
                </a:lnTo>
                <a:cubicBezTo>
                  <a:pt x="490116" y="3073625"/>
                  <a:pt x="470234" y="2899110"/>
                  <a:pt x="471338" y="2594259"/>
                </a:cubicBezTo>
                <a:cubicBezTo>
                  <a:pt x="472442" y="2289409"/>
                  <a:pt x="469130" y="1681917"/>
                  <a:pt x="451456" y="1308587"/>
                </a:cubicBezTo>
                <a:cubicBezTo>
                  <a:pt x="433783" y="935256"/>
                  <a:pt x="421635" y="571865"/>
                  <a:pt x="365303" y="354273"/>
                </a:cubicBezTo>
                <a:cubicBezTo>
                  <a:pt x="308971" y="136680"/>
                  <a:pt x="233812" y="83694"/>
                  <a:pt x="120615" y="22083"/>
                </a:cubicBezTo>
                <a:cubicBezTo>
                  <a:pt x="148276" y="8466"/>
                  <a:pt x="175719" y="2511"/>
                  <a:pt x="202078" y="667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354" name="直接箭头连接符 353">
            <a:extLst>
              <a:ext uri="{FF2B5EF4-FFF2-40B4-BE49-F238E27FC236}">
                <a16:creationId xmlns:a16="http://schemas.microsoft.com/office/drawing/2014/main" id="{CA3BF6D4-12B9-4222-947A-86878DACAC34}"/>
              </a:ext>
            </a:extLst>
          </p:cNvPr>
          <p:cNvCxnSpPr/>
          <p:nvPr/>
        </p:nvCxnSpPr>
        <p:spPr>
          <a:xfrm flipH="1" flipV="1">
            <a:off x="2898921" y="1183854"/>
            <a:ext cx="141877" cy="1978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上箭头 56">
            <a:extLst>
              <a:ext uri="{FF2B5EF4-FFF2-40B4-BE49-F238E27FC236}">
                <a16:creationId xmlns:a16="http://schemas.microsoft.com/office/drawing/2014/main" id="{9D6EF54B-B45B-46AE-9DF7-7DDB33A392BA}"/>
              </a:ext>
            </a:extLst>
          </p:cNvPr>
          <p:cNvSpPr/>
          <p:nvPr/>
        </p:nvSpPr>
        <p:spPr>
          <a:xfrm flipH="1">
            <a:off x="1232468" y="3845660"/>
            <a:ext cx="144751" cy="453583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7" name="上箭头 57">
            <a:extLst>
              <a:ext uri="{FF2B5EF4-FFF2-40B4-BE49-F238E27FC236}">
                <a16:creationId xmlns:a16="http://schemas.microsoft.com/office/drawing/2014/main" id="{457C7E1A-2FFC-49AD-8B8F-FCB1E72D61A6}"/>
              </a:ext>
            </a:extLst>
          </p:cNvPr>
          <p:cNvSpPr/>
          <p:nvPr/>
        </p:nvSpPr>
        <p:spPr>
          <a:xfrm rot="10800000" flipH="1">
            <a:off x="4255559" y="3864488"/>
            <a:ext cx="122435" cy="415926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" name="任意多边形 29">
            <a:extLst>
              <a:ext uri="{FF2B5EF4-FFF2-40B4-BE49-F238E27FC236}">
                <a16:creationId xmlns:a16="http://schemas.microsoft.com/office/drawing/2014/main" id="{58AFFF73-1753-42FD-9FA7-30C6E0DFD4A5}"/>
              </a:ext>
            </a:extLst>
          </p:cNvPr>
          <p:cNvSpPr/>
          <p:nvPr/>
        </p:nvSpPr>
        <p:spPr>
          <a:xfrm>
            <a:off x="2939927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D8D3EA4F-EE65-44E7-BB82-D92E8BE4CCF3}"/>
              </a:ext>
            </a:extLst>
          </p:cNvPr>
          <p:cNvSpPr txBox="1"/>
          <p:nvPr/>
        </p:nvSpPr>
        <p:spPr>
          <a:xfrm>
            <a:off x="2564381" y="166005"/>
            <a:ext cx="6110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H</a:t>
            </a:r>
            <a:endParaRPr lang="zh-CN" altLang="en-US" sz="4800" dirty="0">
              <a:solidFill>
                <a:srgbClr val="FFFF00"/>
              </a:solidFill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D2AF5606-A2F0-45B1-A1AF-748EBDEB4DC9}"/>
              </a:ext>
            </a:extLst>
          </p:cNvPr>
          <p:cNvSpPr/>
          <p:nvPr/>
        </p:nvSpPr>
        <p:spPr>
          <a:xfrm>
            <a:off x="5389375" y="2138925"/>
            <a:ext cx="656767" cy="634676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317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1EB33AC4-1DE5-4D2E-913A-431FD77129DB}"/>
              </a:ext>
            </a:extLst>
          </p:cNvPr>
          <p:cNvCxnSpPr>
            <a:cxnSpLocks/>
          </p:cNvCxnSpPr>
          <p:nvPr/>
        </p:nvCxnSpPr>
        <p:spPr>
          <a:xfrm flipH="1" flipV="1">
            <a:off x="2772384" y="3844947"/>
            <a:ext cx="120183" cy="1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727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任意多边形 30">
            <a:extLst>
              <a:ext uri="{FF2B5EF4-FFF2-40B4-BE49-F238E27FC236}">
                <a16:creationId xmlns:a16="http://schemas.microsoft.com/office/drawing/2014/main" id="{479CC22A-40C0-45D1-92EE-A29096459F9A}"/>
              </a:ext>
            </a:extLst>
          </p:cNvPr>
          <p:cNvSpPr/>
          <p:nvPr/>
        </p:nvSpPr>
        <p:spPr>
          <a:xfrm>
            <a:off x="3479041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任意多边形 28">
            <a:extLst>
              <a:ext uri="{FF2B5EF4-FFF2-40B4-BE49-F238E27FC236}">
                <a16:creationId xmlns:a16="http://schemas.microsoft.com/office/drawing/2014/main" id="{80D876BB-A9D1-42E5-A062-122EDD48FBBB}"/>
              </a:ext>
            </a:extLst>
          </p:cNvPr>
          <p:cNvSpPr/>
          <p:nvPr/>
        </p:nvSpPr>
        <p:spPr>
          <a:xfrm>
            <a:off x="3024666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1" name="任意多边形 26">
            <a:extLst>
              <a:ext uri="{FF2B5EF4-FFF2-40B4-BE49-F238E27FC236}">
                <a16:creationId xmlns:a16="http://schemas.microsoft.com/office/drawing/2014/main" id="{467645BB-5A7F-46A7-8155-1CB1A09FFFED}"/>
              </a:ext>
            </a:extLst>
          </p:cNvPr>
          <p:cNvSpPr/>
          <p:nvPr/>
        </p:nvSpPr>
        <p:spPr>
          <a:xfrm>
            <a:off x="2571828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任意多边形 24">
            <a:extLst>
              <a:ext uri="{FF2B5EF4-FFF2-40B4-BE49-F238E27FC236}">
                <a16:creationId xmlns:a16="http://schemas.microsoft.com/office/drawing/2014/main" id="{BB8FF333-C6E6-4BEE-8D68-748A8AB7F815}"/>
              </a:ext>
            </a:extLst>
          </p:cNvPr>
          <p:cNvSpPr/>
          <p:nvPr/>
        </p:nvSpPr>
        <p:spPr>
          <a:xfrm>
            <a:off x="2117453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3" name="组合 342">
            <a:extLst>
              <a:ext uri="{FF2B5EF4-FFF2-40B4-BE49-F238E27FC236}">
                <a16:creationId xmlns:a16="http://schemas.microsoft.com/office/drawing/2014/main" id="{281453D4-AE1F-49C1-845C-4A74B91A408D}"/>
              </a:ext>
            </a:extLst>
          </p:cNvPr>
          <p:cNvGrpSpPr/>
          <p:nvPr/>
        </p:nvGrpSpPr>
        <p:grpSpPr>
          <a:xfrm>
            <a:off x="1997382" y="4497949"/>
            <a:ext cx="1753037" cy="923389"/>
            <a:chOff x="2362927" y="4768729"/>
            <a:chExt cx="1753037" cy="923389"/>
          </a:xfrm>
        </p:grpSpPr>
        <p:sp>
          <p:nvSpPr>
            <p:cNvPr id="359" name="椭圆 358">
              <a:extLst>
                <a:ext uri="{FF2B5EF4-FFF2-40B4-BE49-F238E27FC236}">
                  <a16:creationId xmlns:a16="http://schemas.microsoft.com/office/drawing/2014/main" id="{6C368635-ABF5-4AC8-9125-5889578DE8EC}"/>
                </a:ext>
              </a:extLst>
            </p:cNvPr>
            <p:cNvSpPr/>
            <p:nvPr/>
          </p:nvSpPr>
          <p:spPr>
            <a:xfrm>
              <a:off x="2362927" y="4768729"/>
              <a:ext cx="325160" cy="92338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0" name="椭圆 359">
              <a:extLst>
                <a:ext uri="{FF2B5EF4-FFF2-40B4-BE49-F238E27FC236}">
                  <a16:creationId xmlns:a16="http://schemas.microsoft.com/office/drawing/2014/main" id="{7F3C5629-131E-4C33-B210-40C5FC63258B}"/>
                </a:ext>
              </a:extLst>
            </p:cNvPr>
            <p:cNvSpPr/>
            <p:nvPr/>
          </p:nvSpPr>
          <p:spPr>
            <a:xfrm>
              <a:off x="2414021" y="4969935"/>
              <a:ext cx="159682" cy="5277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1" name="椭圆 360">
              <a:extLst>
                <a:ext uri="{FF2B5EF4-FFF2-40B4-BE49-F238E27FC236}">
                  <a16:creationId xmlns:a16="http://schemas.microsoft.com/office/drawing/2014/main" id="{C4FF0223-5747-434C-9298-78FE4F0747A7}"/>
                </a:ext>
              </a:extLst>
            </p:cNvPr>
            <p:cNvSpPr/>
            <p:nvPr/>
          </p:nvSpPr>
          <p:spPr>
            <a:xfrm>
              <a:off x="2414719" y="5126488"/>
              <a:ext cx="99973" cy="1991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2" name="任意多边形 35">
              <a:extLst>
                <a:ext uri="{FF2B5EF4-FFF2-40B4-BE49-F238E27FC236}">
                  <a16:creationId xmlns:a16="http://schemas.microsoft.com/office/drawing/2014/main" id="{242B9962-B5F7-414A-BFC2-361BEA60221D}"/>
                </a:ext>
              </a:extLst>
            </p:cNvPr>
            <p:cNvSpPr/>
            <p:nvPr/>
          </p:nvSpPr>
          <p:spPr>
            <a:xfrm>
              <a:off x="2544640" y="4768729"/>
              <a:ext cx="1571324" cy="923389"/>
            </a:xfrm>
            <a:custGeom>
              <a:avLst/>
              <a:gdLst>
                <a:gd name="connsiteX0" fmla="*/ 0 w 751645"/>
                <a:gd name="connsiteY0" fmla="*/ 0 h 422278"/>
                <a:gd name="connsiteX1" fmla="*/ 686044 w 751645"/>
                <a:gd name="connsiteY1" fmla="*/ 0 h 422278"/>
                <a:gd name="connsiteX2" fmla="*/ 751645 w 751645"/>
                <a:gd name="connsiteY2" fmla="*/ 211139 h 422278"/>
                <a:gd name="connsiteX3" fmla="*/ 686044 w 751645"/>
                <a:gd name="connsiteY3" fmla="*/ 422278 h 422278"/>
                <a:gd name="connsiteX4" fmla="*/ 686041 w 751645"/>
                <a:gd name="connsiteY4" fmla="*/ 422277 h 422278"/>
                <a:gd name="connsiteX5" fmla="*/ 0 w 751645"/>
                <a:gd name="connsiteY5" fmla="*/ 422277 h 422278"/>
                <a:gd name="connsiteX6" fmla="*/ 0 w 751645"/>
                <a:gd name="connsiteY6" fmla="*/ 419773 h 422278"/>
                <a:gd name="connsiteX7" fmla="*/ 6235 w 751645"/>
                <a:gd name="connsiteY7" fmla="*/ 417989 h 422278"/>
                <a:gd name="connsiteX8" fmla="*/ 65601 w 751645"/>
                <a:gd name="connsiteY8" fmla="*/ 211139 h 422278"/>
                <a:gd name="connsiteX9" fmla="*/ 6235 w 751645"/>
                <a:gd name="connsiteY9" fmla="*/ 4290 h 422278"/>
                <a:gd name="connsiteX10" fmla="*/ 0 w 751645"/>
                <a:gd name="connsiteY10" fmla="*/ 2505 h 42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45" h="422278">
                  <a:moveTo>
                    <a:pt x="0" y="0"/>
                  </a:moveTo>
                  <a:lnTo>
                    <a:pt x="686044" y="0"/>
                  </a:lnTo>
                  <a:cubicBezTo>
                    <a:pt x="722274" y="0"/>
                    <a:pt x="751645" y="94530"/>
                    <a:pt x="751645" y="211139"/>
                  </a:cubicBezTo>
                  <a:cubicBezTo>
                    <a:pt x="751645" y="327748"/>
                    <a:pt x="722274" y="422278"/>
                    <a:pt x="686044" y="422278"/>
                  </a:cubicBezTo>
                  <a:lnTo>
                    <a:pt x="686041" y="422277"/>
                  </a:lnTo>
                  <a:lnTo>
                    <a:pt x="0" y="422277"/>
                  </a:lnTo>
                  <a:lnTo>
                    <a:pt x="0" y="419773"/>
                  </a:lnTo>
                  <a:lnTo>
                    <a:pt x="6235" y="417989"/>
                  </a:lnTo>
                  <a:cubicBezTo>
                    <a:pt x="40115" y="398301"/>
                    <a:pt x="65601" y="313172"/>
                    <a:pt x="65601" y="211139"/>
                  </a:cubicBezTo>
                  <a:cubicBezTo>
                    <a:pt x="65601" y="109106"/>
                    <a:pt x="40115" y="23978"/>
                    <a:pt x="6235" y="4290"/>
                  </a:cubicBezTo>
                  <a:lnTo>
                    <a:pt x="0" y="2505"/>
                  </a:lnTo>
                  <a:close/>
                </a:path>
              </a:pathLst>
            </a:custGeom>
            <a:gradFill>
              <a:gsLst>
                <a:gs pos="26000">
                  <a:schemeClr val="accent1">
                    <a:lumMod val="5000"/>
                    <a:lumOff val="95000"/>
                  </a:schemeClr>
                </a:gs>
                <a:gs pos="93000">
                  <a:schemeClr val="accent6"/>
                </a:gs>
              </a:gsLst>
              <a:lin ang="540000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3" name="椭圆 362">
              <a:extLst>
                <a:ext uri="{FF2B5EF4-FFF2-40B4-BE49-F238E27FC236}">
                  <a16:creationId xmlns:a16="http://schemas.microsoft.com/office/drawing/2014/main" id="{04D2A5BF-738F-435D-AC03-DE5B4FFDB488}"/>
                </a:ext>
              </a:extLst>
            </p:cNvPr>
            <p:cNvSpPr/>
            <p:nvPr/>
          </p:nvSpPr>
          <p:spPr>
            <a:xfrm>
              <a:off x="3655422" y="5022820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4" name="椭圆 363">
              <a:extLst>
                <a:ext uri="{FF2B5EF4-FFF2-40B4-BE49-F238E27FC236}">
                  <a16:creationId xmlns:a16="http://schemas.microsoft.com/office/drawing/2014/main" id="{11BCA049-A125-4877-AE11-8AC87933640E}"/>
                </a:ext>
              </a:extLst>
            </p:cNvPr>
            <p:cNvSpPr/>
            <p:nvPr/>
          </p:nvSpPr>
          <p:spPr>
            <a:xfrm>
              <a:off x="2777942" y="5022822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365" name="直接连接符 364">
              <a:extLst>
                <a:ext uri="{FF2B5EF4-FFF2-40B4-BE49-F238E27FC236}">
                  <a16:creationId xmlns:a16="http://schemas.microsoft.com/office/drawing/2014/main" id="{484D4527-A1FB-4284-AB93-D48CA372A80D}"/>
                </a:ext>
              </a:extLst>
            </p:cNvPr>
            <p:cNvCxnSpPr/>
            <p:nvPr/>
          </p:nvCxnSpPr>
          <p:spPr>
            <a:xfrm>
              <a:off x="2845445" y="5207577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接连接符 365">
              <a:extLst>
                <a:ext uri="{FF2B5EF4-FFF2-40B4-BE49-F238E27FC236}">
                  <a16:creationId xmlns:a16="http://schemas.microsoft.com/office/drawing/2014/main" id="{435D9441-CE42-431A-A73D-3351074B4C60}"/>
                </a:ext>
              </a:extLst>
            </p:cNvPr>
            <p:cNvCxnSpPr/>
            <p:nvPr/>
          </p:nvCxnSpPr>
          <p:spPr>
            <a:xfrm>
              <a:off x="3725622" y="5199858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接连接符 366">
              <a:extLst>
                <a:ext uri="{FF2B5EF4-FFF2-40B4-BE49-F238E27FC236}">
                  <a16:creationId xmlns:a16="http://schemas.microsoft.com/office/drawing/2014/main" id="{A007F4DF-6C14-4FC6-B477-2EDB0ACB87E1}"/>
                </a:ext>
              </a:extLst>
            </p:cNvPr>
            <p:cNvCxnSpPr/>
            <p:nvPr/>
          </p:nvCxnSpPr>
          <p:spPr>
            <a:xfrm>
              <a:off x="2959998" y="5080876"/>
              <a:ext cx="0" cy="2447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4" name="任意多边形 44">
            <a:extLst>
              <a:ext uri="{FF2B5EF4-FFF2-40B4-BE49-F238E27FC236}">
                <a16:creationId xmlns:a16="http://schemas.microsoft.com/office/drawing/2014/main" id="{AB67EC7F-DE79-481D-BD7F-9B72A8B88808}"/>
              </a:ext>
            </a:extLst>
          </p:cNvPr>
          <p:cNvSpPr/>
          <p:nvPr/>
        </p:nvSpPr>
        <p:spPr>
          <a:xfrm>
            <a:off x="1191645" y="1756736"/>
            <a:ext cx="900352" cy="3300830"/>
          </a:xfrm>
          <a:custGeom>
            <a:avLst/>
            <a:gdLst>
              <a:gd name="connsiteX0" fmla="*/ 416392 w 900352"/>
              <a:gd name="connsiteY0" fmla="*/ 235 h 3300830"/>
              <a:gd name="connsiteX1" fmla="*/ 529862 w 900352"/>
              <a:gd name="connsiteY1" fmla="*/ 60692 h 3300830"/>
              <a:gd name="connsiteX2" fmla="*/ 276793 w 900352"/>
              <a:gd name="connsiteY2" fmla="*/ 438719 h 3300830"/>
              <a:gd name="connsiteX3" fmla="*/ 226120 w 900352"/>
              <a:gd name="connsiteY3" fmla="*/ 815637 h 3300830"/>
              <a:gd name="connsiteX4" fmla="*/ 212865 w 900352"/>
              <a:gd name="connsiteY4" fmla="*/ 2094683 h 3300830"/>
              <a:gd name="connsiteX5" fmla="*/ 219492 w 900352"/>
              <a:gd name="connsiteY5" fmla="*/ 3082133 h 3300830"/>
              <a:gd name="connsiteX6" fmla="*/ 378545 w 900352"/>
              <a:gd name="connsiteY6" fmla="*/ 3128523 h 3300830"/>
              <a:gd name="connsiteX7" fmla="*/ 795229 w 900352"/>
              <a:gd name="connsiteY7" fmla="*/ 3125883 h 3300830"/>
              <a:gd name="connsiteX8" fmla="*/ 900352 w 900352"/>
              <a:gd name="connsiteY8" fmla="*/ 3125745 h 3300830"/>
              <a:gd name="connsiteX9" fmla="*/ 900352 w 900352"/>
              <a:gd name="connsiteY9" fmla="*/ 3300830 h 3300830"/>
              <a:gd name="connsiteX10" fmla="*/ 80322 w 900352"/>
              <a:gd name="connsiteY10" fmla="*/ 3300830 h 3300830"/>
              <a:gd name="connsiteX11" fmla="*/ 14050 w 900352"/>
              <a:gd name="connsiteY11" fmla="*/ 1736816 h 3300830"/>
              <a:gd name="connsiteX12" fmla="*/ 73694 w 900352"/>
              <a:gd name="connsiteY12" fmla="*/ 570432 h 3300830"/>
              <a:gd name="connsiteX13" fmla="*/ 385170 w 900352"/>
              <a:gd name="connsiteY13" fmla="*/ 7121 h 3300830"/>
              <a:gd name="connsiteX14" fmla="*/ 416392 w 900352"/>
              <a:gd name="connsiteY14" fmla="*/ 235 h 3300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00352" h="3300830">
                <a:moveTo>
                  <a:pt x="416392" y="235"/>
                </a:moveTo>
                <a:cubicBezTo>
                  <a:pt x="441709" y="3187"/>
                  <a:pt x="480159" y="20929"/>
                  <a:pt x="529862" y="60692"/>
                </a:cubicBezTo>
                <a:cubicBezTo>
                  <a:pt x="408784" y="124897"/>
                  <a:pt x="327416" y="312894"/>
                  <a:pt x="276793" y="438719"/>
                </a:cubicBezTo>
                <a:cubicBezTo>
                  <a:pt x="226170" y="564543"/>
                  <a:pt x="236773" y="539644"/>
                  <a:pt x="226120" y="815637"/>
                </a:cubicBezTo>
                <a:cubicBezTo>
                  <a:pt x="215466" y="1091631"/>
                  <a:pt x="213969" y="1716934"/>
                  <a:pt x="212865" y="2094683"/>
                </a:cubicBezTo>
                <a:cubicBezTo>
                  <a:pt x="211761" y="2472433"/>
                  <a:pt x="198507" y="2969471"/>
                  <a:pt x="219492" y="3082133"/>
                </a:cubicBezTo>
                <a:cubicBezTo>
                  <a:pt x="227224" y="3135151"/>
                  <a:pt x="317796" y="3134046"/>
                  <a:pt x="378545" y="3128523"/>
                </a:cubicBezTo>
                <a:cubicBezTo>
                  <a:pt x="393732" y="3127143"/>
                  <a:pt x="557134" y="3126315"/>
                  <a:pt x="795229" y="3125883"/>
                </a:cubicBezTo>
                <a:lnTo>
                  <a:pt x="900352" y="3125745"/>
                </a:lnTo>
                <a:lnTo>
                  <a:pt x="900352" y="3300830"/>
                </a:lnTo>
                <a:lnTo>
                  <a:pt x="80322" y="3300830"/>
                </a:lnTo>
                <a:cubicBezTo>
                  <a:pt x="-24609" y="3230139"/>
                  <a:pt x="-2517" y="2301230"/>
                  <a:pt x="14050" y="1736816"/>
                </a:cubicBezTo>
                <a:cubicBezTo>
                  <a:pt x="30617" y="1119384"/>
                  <a:pt x="11841" y="858713"/>
                  <a:pt x="73694" y="570432"/>
                </a:cubicBezTo>
                <a:cubicBezTo>
                  <a:pt x="135547" y="282150"/>
                  <a:pt x="280239" y="83333"/>
                  <a:pt x="385170" y="7121"/>
                </a:cubicBezTo>
                <a:cubicBezTo>
                  <a:pt x="398149" y="1323"/>
                  <a:pt x="407951" y="-748"/>
                  <a:pt x="416392" y="23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5" name="任意多边形 10">
            <a:extLst>
              <a:ext uri="{FF2B5EF4-FFF2-40B4-BE49-F238E27FC236}">
                <a16:creationId xmlns:a16="http://schemas.microsoft.com/office/drawing/2014/main" id="{442FC7E9-6682-4B31-A50B-A19A593A02A3}"/>
              </a:ext>
            </a:extLst>
          </p:cNvPr>
          <p:cNvSpPr/>
          <p:nvPr/>
        </p:nvSpPr>
        <p:spPr>
          <a:xfrm>
            <a:off x="1663078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6" name="椭圆 345">
            <a:extLst>
              <a:ext uri="{FF2B5EF4-FFF2-40B4-BE49-F238E27FC236}">
                <a16:creationId xmlns:a16="http://schemas.microsoft.com/office/drawing/2014/main" id="{26C3E790-9152-4C8D-9B75-646872BE7AA1}"/>
              </a:ext>
            </a:extLst>
          </p:cNvPr>
          <p:cNvSpPr/>
          <p:nvPr/>
        </p:nvSpPr>
        <p:spPr>
          <a:xfrm>
            <a:off x="1078631" y="1183854"/>
            <a:ext cx="3636682" cy="1226921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椭圆 346">
            <a:extLst>
              <a:ext uri="{FF2B5EF4-FFF2-40B4-BE49-F238E27FC236}">
                <a16:creationId xmlns:a16="http://schemas.microsoft.com/office/drawing/2014/main" id="{ACDECCA0-9E31-4D93-98ED-566D93D77B0A}"/>
              </a:ext>
            </a:extLst>
          </p:cNvPr>
          <p:cNvSpPr/>
          <p:nvPr/>
        </p:nvSpPr>
        <p:spPr>
          <a:xfrm>
            <a:off x="1078631" y="2690626"/>
            <a:ext cx="3636682" cy="1159440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8" name="直接箭头连接符 347">
            <a:extLst>
              <a:ext uri="{FF2B5EF4-FFF2-40B4-BE49-F238E27FC236}">
                <a16:creationId xmlns:a16="http://schemas.microsoft.com/office/drawing/2014/main" id="{420705B0-7645-4EDD-A23F-10071690A75E}"/>
              </a:ext>
            </a:extLst>
          </p:cNvPr>
          <p:cNvCxnSpPr/>
          <p:nvPr/>
        </p:nvCxnSpPr>
        <p:spPr>
          <a:xfrm>
            <a:off x="909405" y="2552520"/>
            <a:ext cx="4047031" cy="0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9" name="任意多边形 7">
            <a:extLst>
              <a:ext uri="{FF2B5EF4-FFF2-40B4-BE49-F238E27FC236}">
                <a16:creationId xmlns:a16="http://schemas.microsoft.com/office/drawing/2014/main" id="{BC0ECBB8-B9DD-4577-A563-7D03091DFA6C}"/>
              </a:ext>
            </a:extLst>
          </p:cNvPr>
          <p:cNvSpPr/>
          <p:nvPr/>
        </p:nvSpPr>
        <p:spPr>
          <a:xfrm>
            <a:off x="1578339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0" name="任意多边形 25">
            <a:extLst>
              <a:ext uri="{FF2B5EF4-FFF2-40B4-BE49-F238E27FC236}">
                <a16:creationId xmlns:a16="http://schemas.microsoft.com/office/drawing/2014/main" id="{0549B095-3F82-455E-8F9A-22DE9C2E30D3}"/>
              </a:ext>
            </a:extLst>
          </p:cNvPr>
          <p:cNvSpPr/>
          <p:nvPr/>
        </p:nvSpPr>
        <p:spPr>
          <a:xfrm>
            <a:off x="2032714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1" name="任意多边形 27">
            <a:extLst>
              <a:ext uri="{FF2B5EF4-FFF2-40B4-BE49-F238E27FC236}">
                <a16:creationId xmlns:a16="http://schemas.microsoft.com/office/drawing/2014/main" id="{77F4D611-5875-4C81-897F-B04BBCBF241E}"/>
              </a:ext>
            </a:extLst>
          </p:cNvPr>
          <p:cNvSpPr/>
          <p:nvPr/>
        </p:nvSpPr>
        <p:spPr>
          <a:xfrm>
            <a:off x="2487089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2" name="任意多边形 31">
            <a:extLst>
              <a:ext uri="{FF2B5EF4-FFF2-40B4-BE49-F238E27FC236}">
                <a16:creationId xmlns:a16="http://schemas.microsoft.com/office/drawing/2014/main" id="{A3D51A33-03C5-4647-A05C-D1C558A810ED}"/>
              </a:ext>
            </a:extLst>
          </p:cNvPr>
          <p:cNvSpPr/>
          <p:nvPr/>
        </p:nvSpPr>
        <p:spPr>
          <a:xfrm>
            <a:off x="3394302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3" name="任意多边形 45">
            <a:extLst>
              <a:ext uri="{FF2B5EF4-FFF2-40B4-BE49-F238E27FC236}">
                <a16:creationId xmlns:a16="http://schemas.microsoft.com/office/drawing/2014/main" id="{BF717DEB-2FA2-4AAE-8081-A133F9E2428C}"/>
              </a:ext>
            </a:extLst>
          </p:cNvPr>
          <p:cNvSpPr/>
          <p:nvPr/>
        </p:nvSpPr>
        <p:spPr>
          <a:xfrm>
            <a:off x="3750024" y="1726630"/>
            <a:ext cx="674323" cy="3306436"/>
          </a:xfrm>
          <a:custGeom>
            <a:avLst/>
            <a:gdLst>
              <a:gd name="connsiteX0" fmla="*/ 202078 w 674323"/>
              <a:gd name="connsiteY0" fmla="*/ 667 h 3306436"/>
              <a:gd name="connsiteX1" fmla="*/ 277035 w 674323"/>
              <a:gd name="connsiteY1" fmla="*/ 3921 h 3306436"/>
              <a:gd name="connsiteX2" fmla="*/ 400504 w 674323"/>
              <a:gd name="connsiteY2" fmla="*/ 56049 h 3306436"/>
              <a:gd name="connsiteX3" fmla="*/ 643645 w 674323"/>
              <a:gd name="connsiteY3" fmla="*/ 698886 h 3306436"/>
              <a:gd name="connsiteX4" fmla="*/ 663526 w 674323"/>
              <a:gd name="connsiteY4" fmla="*/ 2402071 h 3306436"/>
              <a:gd name="connsiteX5" fmla="*/ 577373 w 674323"/>
              <a:gd name="connsiteY5" fmla="*/ 3296741 h 3306436"/>
              <a:gd name="connsiteX6" fmla="*/ 124291 w 674323"/>
              <a:gd name="connsiteY6" fmla="*/ 3305693 h 3306436"/>
              <a:gd name="connsiteX7" fmla="*/ 0 w 674323"/>
              <a:gd name="connsiteY7" fmla="*/ 3306436 h 3306436"/>
              <a:gd name="connsiteX8" fmla="*/ 0 w 674323"/>
              <a:gd name="connsiteY8" fmla="*/ 3135966 h 3306436"/>
              <a:gd name="connsiteX9" fmla="*/ 7022 w 674323"/>
              <a:gd name="connsiteY9" fmla="*/ 3135981 h 3306436"/>
              <a:gd name="connsiteX10" fmla="*/ 444829 w 674323"/>
              <a:gd name="connsiteY10" fmla="*/ 3137688 h 3306436"/>
              <a:gd name="connsiteX11" fmla="*/ 471338 w 674323"/>
              <a:gd name="connsiteY11" fmla="*/ 2594259 h 3306436"/>
              <a:gd name="connsiteX12" fmla="*/ 451456 w 674323"/>
              <a:gd name="connsiteY12" fmla="*/ 1308587 h 3306436"/>
              <a:gd name="connsiteX13" fmla="*/ 365303 w 674323"/>
              <a:gd name="connsiteY13" fmla="*/ 354273 h 3306436"/>
              <a:gd name="connsiteX14" fmla="*/ 120615 w 674323"/>
              <a:gd name="connsiteY14" fmla="*/ 22083 h 3306436"/>
              <a:gd name="connsiteX15" fmla="*/ 202078 w 674323"/>
              <a:gd name="connsiteY15" fmla="*/ 667 h 3306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74323" h="3306436">
                <a:moveTo>
                  <a:pt x="202078" y="667"/>
                </a:moveTo>
                <a:cubicBezTo>
                  <a:pt x="228437" y="-1178"/>
                  <a:pt x="253712" y="1091"/>
                  <a:pt x="277035" y="3921"/>
                </a:cubicBezTo>
                <a:cubicBezTo>
                  <a:pt x="323684" y="9582"/>
                  <a:pt x="350327" y="28036"/>
                  <a:pt x="400504" y="56049"/>
                </a:cubicBezTo>
                <a:cubicBezTo>
                  <a:pt x="444224" y="80458"/>
                  <a:pt x="599807" y="307882"/>
                  <a:pt x="643645" y="698886"/>
                </a:cubicBezTo>
                <a:cubicBezTo>
                  <a:pt x="687482" y="1089890"/>
                  <a:pt x="674572" y="1969096"/>
                  <a:pt x="663526" y="2402071"/>
                </a:cubicBezTo>
                <a:cubicBezTo>
                  <a:pt x="652480" y="2835046"/>
                  <a:pt x="732006" y="3284591"/>
                  <a:pt x="577373" y="3296741"/>
                </a:cubicBezTo>
                <a:cubicBezTo>
                  <a:pt x="519386" y="3301297"/>
                  <a:pt x="345526" y="3303990"/>
                  <a:pt x="124291" y="3305693"/>
                </a:cubicBezTo>
                <a:lnTo>
                  <a:pt x="0" y="3306436"/>
                </a:lnTo>
                <a:lnTo>
                  <a:pt x="0" y="3135966"/>
                </a:lnTo>
                <a:lnTo>
                  <a:pt x="7022" y="3135981"/>
                </a:lnTo>
                <a:lnTo>
                  <a:pt x="444829" y="3137688"/>
                </a:lnTo>
                <a:cubicBezTo>
                  <a:pt x="490116" y="3073625"/>
                  <a:pt x="470234" y="2899110"/>
                  <a:pt x="471338" y="2594259"/>
                </a:cubicBezTo>
                <a:cubicBezTo>
                  <a:pt x="472442" y="2289409"/>
                  <a:pt x="469130" y="1681917"/>
                  <a:pt x="451456" y="1308587"/>
                </a:cubicBezTo>
                <a:cubicBezTo>
                  <a:pt x="433783" y="935256"/>
                  <a:pt x="421635" y="571865"/>
                  <a:pt x="365303" y="354273"/>
                </a:cubicBezTo>
                <a:cubicBezTo>
                  <a:pt x="308971" y="136680"/>
                  <a:pt x="233812" y="83694"/>
                  <a:pt x="120615" y="22083"/>
                </a:cubicBezTo>
                <a:cubicBezTo>
                  <a:pt x="148276" y="8466"/>
                  <a:pt x="175719" y="2511"/>
                  <a:pt x="202078" y="667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354" name="直接箭头连接符 353">
            <a:extLst>
              <a:ext uri="{FF2B5EF4-FFF2-40B4-BE49-F238E27FC236}">
                <a16:creationId xmlns:a16="http://schemas.microsoft.com/office/drawing/2014/main" id="{CA3BF6D4-12B9-4222-947A-86878DACAC34}"/>
              </a:ext>
            </a:extLst>
          </p:cNvPr>
          <p:cNvCxnSpPr/>
          <p:nvPr/>
        </p:nvCxnSpPr>
        <p:spPr>
          <a:xfrm flipH="1" flipV="1">
            <a:off x="2898921" y="1183854"/>
            <a:ext cx="141877" cy="1978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上箭头 56">
            <a:extLst>
              <a:ext uri="{FF2B5EF4-FFF2-40B4-BE49-F238E27FC236}">
                <a16:creationId xmlns:a16="http://schemas.microsoft.com/office/drawing/2014/main" id="{9D6EF54B-B45B-46AE-9DF7-7DDB33A392BA}"/>
              </a:ext>
            </a:extLst>
          </p:cNvPr>
          <p:cNvSpPr/>
          <p:nvPr/>
        </p:nvSpPr>
        <p:spPr>
          <a:xfrm flipH="1">
            <a:off x="1232468" y="3845660"/>
            <a:ext cx="144751" cy="453583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7" name="上箭头 57">
            <a:extLst>
              <a:ext uri="{FF2B5EF4-FFF2-40B4-BE49-F238E27FC236}">
                <a16:creationId xmlns:a16="http://schemas.microsoft.com/office/drawing/2014/main" id="{457C7E1A-2FFC-49AD-8B8F-FCB1E72D61A6}"/>
              </a:ext>
            </a:extLst>
          </p:cNvPr>
          <p:cNvSpPr/>
          <p:nvPr/>
        </p:nvSpPr>
        <p:spPr>
          <a:xfrm rot="10800000" flipH="1">
            <a:off x="4255559" y="3864488"/>
            <a:ext cx="122435" cy="415926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" name="任意多边形 29">
            <a:extLst>
              <a:ext uri="{FF2B5EF4-FFF2-40B4-BE49-F238E27FC236}">
                <a16:creationId xmlns:a16="http://schemas.microsoft.com/office/drawing/2014/main" id="{58AFFF73-1753-42FD-9FA7-30C6E0DFD4A5}"/>
              </a:ext>
            </a:extLst>
          </p:cNvPr>
          <p:cNvSpPr/>
          <p:nvPr/>
        </p:nvSpPr>
        <p:spPr>
          <a:xfrm>
            <a:off x="2939927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D8D3EA4F-EE65-44E7-BB82-D92E8BE4CCF3}"/>
              </a:ext>
            </a:extLst>
          </p:cNvPr>
          <p:cNvSpPr txBox="1"/>
          <p:nvPr/>
        </p:nvSpPr>
        <p:spPr>
          <a:xfrm>
            <a:off x="2564381" y="166005"/>
            <a:ext cx="6110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H</a:t>
            </a:r>
            <a:endParaRPr lang="zh-CN" altLang="en-US" sz="4800" dirty="0">
              <a:solidFill>
                <a:srgbClr val="FFFF00"/>
              </a:solidFill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D2AF5606-A2F0-45B1-A1AF-748EBDEB4DC9}"/>
              </a:ext>
            </a:extLst>
          </p:cNvPr>
          <p:cNvSpPr/>
          <p:nvPr/>
        </p:nvSpPr>
        <p:spPr>
          <a:xfrm>
            <a:off x="5389375" y="2138925"/>
            <a:ext cx="656767" cy="634676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317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4B0AAA-3BB7-448C-B21D-D676F8879856}"/>
              </a:ext>
            </a:extLst>
          </p:cNvPr>
          <p:cNvSpPr txBox="1"/>
          <p:nvPr/>
        </p:nvSpPr>
        <p:spPr>
          <a:xfrm>
            <a:off x="5196813" y="154977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加磁芯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173B99B9-C9C9-460A-AC90-9797F3EE68F7}"/>
              </a:ext>
            </a:extLst>
          </p:cNvPr>
          <p:cNvCxnSpPr>
            <a:cxnSpLocks/>
          </p:cNvCxnSpPr>
          <p:nvPr/>
        </p:nvCxnSpPr>
        <p:spPr>
          <a:xfrm flipH="1" flipV="1">
            <a:off x="2772384" y="3844947"/>
            <a:ext cx="120183" cy="1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659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任意多边形 30">
            <a:extLst>
              <a:ext uri="{FF2B5EF4-FFF2-40B4-BE49-F238E27FC236}">
                <a16:creationId xmlns:a16="http://schemas.microsoft.com/office/drawing/2014/main" id="{479CC22A-40C0-45D1-92EE-A29096459F9A}"/>
              </a:ext>
            </a:extLst>
          </p:cNvPr>
          <p:cNvSpPr/>
          <p:nvPr/>
        </p:nvSpPr>
        <p:spPr>
          <a:xfrm>
            <a:off x="3479041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任意多边形 28">
            <a:extLst>
              <a:ext uri="{FF2B5EF4-FFF2-40B4-BE49-F238E27FC236}">
                <a16:creationId xmlns:a16="http://schemas.microsoft.com/office/drawing/2014/main" id="{80D876BB-A9D1-42E5-A062-122EDD48FBBB}"/>
              </a:ext>
            </a:extLst>
          </p:cNvPr>
          <p:cNvSpPr/>
          <p:nvPr/>
        </p:nvSpPr>
        <p:spPr>
          <a:xfrm>
            <a:off x="3024666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1" name="任意多边形 26">
            <a:extLst>
              <a:ext uri="{FF2B5EF4-FFF2-40B4-BE49-F238E27FC236}">
                <a16:creationId xmlns:a16="http://schemas.microsoft.com/office/drawing/2014/main" id="{467645BB-5A7F-46A7-8155-1CB1A09FFFED}"/>
              </a:ext>
            </a:extLst>
          </p:cNvPr>
          <p:cNvSpPr/>
          <p:nvPr/>
        </p:nvSpPr>
        <p:spPr>
          <a:xfrm>
            <a:off x="2571828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任意多边形 24">
            <a:extLst>
              <a:ext uri="{FF2B5EF4-FFF2-40B4-BE49-F238E27FC236}">
                <a16:creationId xmlns:a16="http://schemas.microsoft.com/office/drawing/2014/main" id="{BB8FF333-C6E6-4BEE-8D68-748A8AB7F815}"/>
              </a:ext>
            </a:extLst>
          </p:cNvPr>
          <p:cNvSpPr/>
          <p:nvPr/>
        </p:nvSpPr>
        <p:spPr>
          <a:xfrm>
            <a:off x="2117453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3" name="组合 342">
            <a:extLst>
              <a:ext uri="{FF2B5EF4-FFF2-40B4-BE49-F238E27FC236}">
                <a16:creationId xmlns:a16="http://schemas.microsoft.com/office/drawing/2014/main" id="{281453D4-AE1F-49C1-845C-4A74B91A408D}"/>
              </a:ext>
            </a:extLst>
          </p:cNvPr>
          <p:cNvGrpSpPr/>
          <p:nvPr/>
        </p:nvGrpSpPr>
        <p:grpSpPr>
          <a:xfrm>
            <a:off x="1997382" y="4497949"/>
            <a:ext cx="1753037" cy="923389"/>
            <a:chOff x="2362927" y="4768729"/>
            <a:chExt cx="1753037" cy="923389"/>
          </a:xfrm>
        </p:grpSpPr>
        <p:sp>
          <p:nvSpPr>
            <p:cNvPr id="359" name="椭圆 358">
              <a:extLst>
                <a:ext uri="{FF2B5EF4-FFF2-40B4-BE49-F238E27FC236}">
                  <a16:creationId xmlns:a16="http://schemas.microsoft.com/office/drawing/2014/main" id="{6C368635-ABF5-4AC8-9125-5889578DE8EC}"/>
                </a:ext>
              </a:extLst>
            </p:cNvPr>
            <p:cNvSpPr/>
            <p:nvPr/>
          </p:nvSpPr>
          <p:spPr>
            <a:xfrm>
              <a:off x="2362927" y="4768729"/>
              <a:ext cx="325160" cy="92338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0" name="椭圆 359">
              <a:extLst>
                <a:ext uri="{FF2B5EF4-FFF2-40B4-BE49-F238E27FC236}">
                  <a16:creationId xmlns:a16="http://schemas.microsoft.com/office/drawing/2014/main" id="{7F3C5629-131E-4C33-B210-40C5FC63258B}"/>
                </a:ext>
              </a:extLst>
            </p:cNvPr>
            <p:cNvSpPr/>
            <p:nvPr/>
          </p:nvSpPr>
          <p:spPr>
            <a:xfrm>
              <a:off x="2414021" y="4969935"/>
              <a:ext cx="159682" cy="5277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1" name="椭圆 360">
              <a:extLst>
                <a:ext uri="{FF2B5EF4-FFF2-40B4-BE49-F238E27FC236}">
                  <a16:creationId xmlns:a16="http://schemas.microsoft.com/office/drawing/2014/main" id="{C4FF0223-5747-434C-9298-78FE4F0747A7}"/>
                </a:ext>
              </a:extLst>
            </p:cNvPr>
            <p:cNvSpPr/>
            <p:nvPr/>
          </p:nvSpPr>
          <p:spPr>
            <a:xfrm>
              <a:off x="2414719" y="5126488"/>
              <a:ext cx="99973" cy="1991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2" name="任意多边形 35">
              <a:extLst>
                <a:ext uri="{FF2B5EF4-FFF2-40B4-BE49-F238E27FC236}">
                  <a16:creationId xmlns:a16="http://schemas.microsoft.com/office/drawing/2014/main" id="{242B9962-B5F7-414A-BFC2-361BEA60221D}"/>
                </a:ext>
              </a:extLst>
            </p:cNvPr>
            <p:cNvSpPr/>
            <p:nvPr/>
          </p:nvSpPr>
          <p:spPr>
            <a:xfrm>
              <a:off x="2544640" y="4768729"/>
              <a:ext cx="1571324" cy="923389"/>
            </a:xfrm>
            <a:custGeom>
              <a:avLst/>
              <a:gdLst>
                <a:gd name="connsiteX0" fmla="*/ 0 w 751645"/>
                <a:gd name="connsiteY0" fmla="*/ 0 h 422278"/>
                <a:gd name="connsiteX1" fmla="*/ 686044 w 751645"/>
                <a:gd name="connsiteY1" fmla="*/ 0 h 422278"/>
                <a:gd name="connsiteX2" fmla="*/ 751645 w 751645"/>
                <a:gd name="connsiteY2" fmla="*/ 211139 h 422278"/>
                <a:gd name="connsiteX3" fmla="*/ 686044 w 751645"/>
                <a:gd name="connsiteY3" fmla="*/ 422278 h 422278"/>
                <a:gd name="connsiteX4" fmla="*/ 686041 w 751645"/>
                <a:gd name="connsiteY4" fmla="*/ 422277 h 422278"/>
                <a:gd name="connsiteX5" fmla="*/ 0 w 751645"/>
                <a:gd name="connsiteY5" fmla="*/ 422277 h 422278"/>
                <a:gd name="connsiteX6" fmla="*/ 0 w 751645"/>
                <a:gd name="connsiteY6" fmla="*/ 419773 h 422278"/>
                <a:gd name="connsiteX7" fmla="*/ 6235 w 751645"/>
                <a:gd name="connsiteY7" fmla="*/ 417989 h 422278"/>
                <a:gd name="connsiteX8" fmla="*/ 65601 w 751645"/>
                <a:gd name="connsiteY8" fmla="*/ 211139 h 422278"/>
                <a:gd name="connsiteX9" fmla="*/ 6235 w 751645"/>
                <a:gd name="connsiteY9" fmla="*/ 4290 h 422278"/>
                <a:gd name="connsiteX10" fmla="*/ 0 w 751645"/>
                <a:gd name="connsiteY10" fmla="*/ 2505 h 42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45" h="422278">
                  <a:moveTo>
                    <a:pt x="0" y="0"/>
                  </a:moveTo>
                  <a:lnTo>
                    <a:pt x="686044" y="0"/>
                  </a:lnTo>
                  <a:cubicBezTo>
                    <a:pt x="722274" y="0"/>
                    <a:pt x="751645" y="94530"/>
                    <a:pt x="751645" y="211139"/>
                  </a:cubicBezTo>
                  <a:cubicBezTo>
                    <a:pt x="751645" y="327748"/>
                    <a:pt x="722274" y="422278"/>
                    <a:pt x="686044" y="422278"/>
                  </a:cubicBezTo>
                  <a:lnTo>
                    <a:pt x="686041" y="422277"/>
                  </a:lnTo>
                  <a:lnTo>
                    <a:pt x="0" y="422277"/>
                  </a:lnTo>
                  <a:lnTo>
                    <a:pt x="0" y="419773"/>
                  </a:lnTo>
                  <a:lnTo>
                    <a:pt x="6235" y="417989"/>
                  </a:lnTo>
                  <a:cubicBezTo>
                    <a:pt x="40115" y="398301"/>
                    <a:pt x="65601" y="313172"/>
                    <a:pt x="65601" y="211139"/>
                  </a:cubicBezTo>
                  <a:cubicBezTo>
                    <a:pt x="65601" y="109106"/>
                    <a:pt x="40115" y="23978"/>
                    <a:pt x="6235" y="4290"/>
                  </a:cubicBezTo>
                  <a:lnTo>
                    <a:pt x="0" y="2505"/>
                  </a:lnTo>
                  <a:close/>
                </a:path>
              </a:pathLst>
            </a:custGeom>
            <a:gradFill>
              <a:gsLst>
                <a:gs pos="26000">
                  <a:schemeClr val="accent1">
                    <a:lumMod val="5000"/>
                    <a:lumOff val="95000"/>
                  </a:schemeClr>
                </a:gs>
                <a:gs pos="93000">
                  <a:schemeClr val="accent6"/>
                </a:gs>
              </a:gsLst>
              <a:lin ang="540000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3" name="椭圆 362">
              <a:extLst>
                <a:ext uri="{FF2B5EF4-FFF2-40B4-BE49-F238E27FC236}">
                  <a16:creationId xmlns:a16="http://schemas.microsoft.com/office/drawing/2014/main" id="{04D2A5BF-738F-435D-AC03-DE5B4FFDB488}"/>
                </a:ext>
              </a:extLst>
            </p:cNvPr>
            <p:cNvSpPr/>
            <p:nvPr/>
          </p:nvSpPr>
          <p:spPr>
            <a:xfrm>
              <a:off x="3655422" y="5022820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4" name="椭圆 363">
              <a:extLst>
                <a:ext uri="{FF2B5EF4-FFF2-40B4-BE49-F238E27FC236}">
                  <a16:creationId xmlns:a16="http://schemas.microsoft.com/office/drawing/2014/main" id="{11BCA049-A125-4877-AE11-8AC87933640E}"/>
                </a:ext>
              </a:extLst>
            </p:cNvPr>
            <p:cNvSpPr/>
            <p:nvPr/>
          </p:nvSpPr>
          <p:spPr>
            <a:xfrm>
              <a:off x="2777942" y="5022822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365" name="直接连接符 364">
              <a:extLst>
                <a:ext uri="{FF2B5EF4-FFF2-40B4-BE49-F238E27FC236}">
                  <a16:creationId xmlns:a16="http://schemas.microsoft.com/office/drawing/2014/main" id="{484D4527-A1FB-4284-AB93-D48CA372A80D}"/>
                </a:ext>
              </a:extLst>
            </p:cNvPr>
            <p:cNvCxnSpPr/>
            <p:nvPr/>
          </p:nvCxnSpPr>
          <p:spPr>
            <a:xfrm>
              <a:off x="2845445" y="5207577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接连接符 365">
              <a:extLst>
                <a:ext uri="{FF2B5EF4-FFF2-40B4-BE49-F238E27FC236}">
                  <a16:creationId xmlns:a16="http://schemas.microsoft.com/office/drawing/2014/main" id="{435D9441-CE42-431A-A73D-3351074B4C60}"/>
                </a:ext>
              </a:extLst>
            </p:cNvPr>
            <p:cNvCxnSpPr/>
            <p:nvPr/>
          </p:nvCxnSpPr>
          <p:spPr>
            <a:xfrm>
              <a:off x="3725622" y="5199858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接连接符 366">
              <a:extLst>
                <a:ext uri="{FF2B5EF4-FFF2-40B4-BE49-F238E27FC236}">
                  <a16:creationId xmlns:a16="http://schemas.microsoft.com/office/drawing/2014/main" id="{A007F4DF-6C14-4FC6-B477-2EDB0ACB87E1}"/>
                </a:ext>
              </a:extLst>
            </p:cNvPr>
            <p:cNvCxnSpPr/>
            <p:nvPr/>
          </p:nvCxnSpPr>
          <p:spPr>
            <a:xfrm>
              <a:off x="2959998" y="5080876"/>
              <a:ext cx="0" cy="2447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4" name="任意多边形 44">
            <a:extLst>
              <a:ext uri="{FF2B5EF4-FFF2-40B4-BE49-F238E27FC236}">
                <a16:creationId xmlns:a16="http://schemas.microsoft.com/office/drawing/2014/main" id="{AB67EC7F-DE79-481D-BD7F-9B72A8B88808}"/>
              </a:ext>
            </a:extLst>
          </p:cNvPr>
          <p:cNvSpPr/>
          <p:nvPr/>
        </p:nvSpPr>
        <p:spPr>
          <a:xfrm>
            <a:off x="1191645" y="1756736"/>
            <a:ext cx="900352" cy="3300830"/>
          </a:xfrm>
          <a:custGeom>
            <a:avLst/>
            <a:gdLst>
              <a:gd name="connsiteX0" fmla="*/ 416392 w 900352"/>
              <a:gd name="connsiteY0" fmla="*/ 235 h 3300830"/>
              <a:gd name="connsiteX1" fmla="*/ 529862 w 900352"/>
              <a:gd name="connsiteY1" fmla="*/ 60692 h 3300830"/>
              <a:gd name="connsiteX2" fmla="*/ 276793 w 900352"/>
              <a:gd name="connsiteY2" fmla="*/ 438719 h 3300830"/>
              <a:gd name="connsiteX3" fmla="*/ 226120 w 900352"/>
              <a:gd name="connsiteY3" fmla="*/ 815637 h 3300830"/>
              <a:gd name="connsiteX4" fmla="*/ 212865 w 900352"/>
              <a:gd name="connsiteY4" fmla="*/ 2094683 h 3300830"/>
              <a:gd name="connsiteX5" fmla="*/ 219492 w 900352"/>
              <a:gd name="connsiteY5" fmla="*/ 3082133 h 3300830"/>
              <a:gd name="connsiteX6" fmla="*/ 378545 w 900352"/>
              <a:gd name="connsiteY6" fmla="*/ 3128523 h 3300830"/>
              <a:gd name="connsiteX7" fmla="*/ 795229 w 900352"/>
              <a:gd name="connsiteY7" fmla="*/ 3125883 h 3300830"/>
              <a:gd name="connsiteX8" fmla="*/ 900352 w 900352"/>
              <a:gd name="connsiteY8" fmla="*/ 3125745 h 3300830"/>
              <a:gd name="connsiteX9" fmla="*/ 900352 w 900352"/>
              <a:gd name="connsiteY9" fmla="*/ 3300830 h 3300830"/>
              <a:gd name="connsiteX10" fmla="*/ 80322 w 900352"/>
              <a:gd name="connsiteY10" fmla="*/ 3300830 h 3300830"/>
              <a:gd name="connsiteX11" fmla="*/ 14050 w 900352"/>
              <a:gd name="connsiteY11" fmla="*/ 1736816 h 3300830"/>
              <a:gd name="connsiteX12" fmla="*/ 73694 w 900352"/>
              <a:gd name="connsiteY12" fmla="*/ 570432 h 3300830"/>
              <a:gd name="connsiteX13" fmla="*/ 385170 w 900352"/>
              <a:gd name="connsiteY13" fmla="*/ 7121 h 3300830"/>
              <a:gd name="connsiteX14" fmla="*/ 416392 w 900352"/>
              <a:gd name="connsiteY14" fmla="*/ 235 h 3300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00352" h="3300830">
                <a:moveTo>
                  <a:pt x="416392" y="235"/>
                </a:moveTo>
                <a:cubicBezTo>
                  <a:pt x="441709" y="3187"/>
                  <a:pt x="480159" y="20929"/>
                  <a:pt x="529862" y="60692"/>
                </a:cubicBezTo>
                <a:cubicBezTo>
                  <a:pt x="408784" y="124897"/>
                  <a:pt x="327416" y="312894"/>
                  <a:pt x="276793" y="438719"/>
                </a:cubicBezTo>
                <a:cubicBezTo>
                  <a:pt x="226170" y="564543"/>
                  <a:pt x="236773" y="539644"/>
                  <a:pt x="226120" y="815637"/>
                </a:cubicBezTo>
                <a:cubicBezTo>
                  <a:pt x="215466" y="1091631"/>
                  <a:pt x="213969" y="1716934"/>
                  <a:pt x="212865" y="2094683"/>
                </a:cubicBezTo>
                <a:cubicBezTo>
                  <a:pt x="211761" y="2472433"/>
                  <a:pt x="198507" y="2969471"/>
                  <a:pt x="219492" y="3082133"/>
                </a:cubicBezTo>
                <a:cubicBezTo>
                  <a:pt x="227224" y="3135151"/>
                  <a:pt x="317796" y="3134046"/>
                  <a:pt x="378545" y="3128523"/>
                </a:cubicBezTo>
                <a:cubicBezTo>
                  <a:pt x="393732" y="3127143"/>
                  <a:pt x="557134" y="3126315"/>
                  <a:pt x="795229" y="3125883"/>
                </a:cubicBezTo>
                <a:lnTo>
                  <a:pt x="900352" y="3125745"/>
                </a:lnTo>
                <a:lnTo>
                  <a:pt x="900352" y="3300830"/>
                </a:lnTo>
                <a:lnTo>
                  <a:pt x="80322" y="3300830"/>
                </a:lnTo>
                <a:cubicBezTo>
                  <a:pt x="-24609" y="3230139"/>
                  <a:pt x="-2517" y="2301230"/>
                  <a:pt x="14050" y="1736816"/>
                </a:cubicBezTo>
                <a:cubicBezTo>
                  <a:pt x="30617" y="1119384"/>
                  <a:pt x="11841" y="858713"/>
                  <a:pt x="73694" y="570432"/>
                </a:cubicBezTo>
                <a:cubicBezTo>
                  <a:pt x="135547" y="282150"/>
                  <a:pt x="280239" y="83333"/>
                  <a:pt x="385170" y="7121"/>
                </a:cubicBezTo>
                <a:cubicBezTo>
                  <a:pt x="398149" y="1323"/>
                  <a:pt x="407951" y="-748"/>
                  <a:pt x="416392" y="23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5" name="任意多边形 10">
            <a:extLst>
              <a:ext uri="{FF2B5EF4-FFF2-40B4-BE49-F238E27FC236}">
                <a16:creationId xmlns:a16="http://schemas.microsoft.com/office/drawing/2014/main" id="{442FC7E9-6682-4B31-A50B-A19A593A02A3}"/>
              </a:ext>
            </a:extLst>
          </p:cNvPr>
          <p:cNvSpPr/>
          <p:nvPr/>
        </p:nvSpPr>
        <p:spPr>
          <a:xfrm>
            <a:off x="1663078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6" name="椭圆 345">
            <a:extLst>
              <a:ext uri="{FF2B5EF4-FFF2-40B4-BE49-F238E27FC236}">
                <a16:creationId xmlns:a16="http://schemas.microsoft.com/office/drawing/2014/main" id="{26C3E790-9152-4C8D-9B75-646872BE7AA1}"/>
              </a:ext>
            </a:extLst>
          </p:cNvPr>
          <p:cNvSpPr/>
          <p:nvPr/>
        </p:nvSpPr>
        <p:spPr>
          <a:xfrm>
            <a:off x="1078631" y="1183854"/>
            <a:ext cx="3636682" cy="1226921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椭圆 346">
            <a:extLst>
              <a:ext uri="{FF2B5EF4-FFF2-40B4-BE49-F238E27FC236}">
                <a16:creationId xmlns:a16="http://schemas.microsoft.com/office/drawing/2014/main" id="{ACDECCA0-9E31-4D93-98ED-566D93D77B0A}"/>
              </a:ext>
            </a:extLst>
          </p:cNvPr>
          <p:cNvSpPr/>
          <p:nvPr/>
        </p:nvSpPr>
        <p:spPr>
          <a:xfrm>
            <a:off x="1078631" y="2690626"/>
            <a:ext cx="3636682" cy="1159440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8" name="直接箭头连接符 347">
            <a:extLst>
              <a:ext uri="{FF2B5EF4-FFF2-40B4-BE49-F238E27FC236}">
                <a16:creationId xmlns:a16="http://schemas.microsoft.com/office/drawing/2014/main" id="{420705B0-7645-4EDD-A23F-10071690A75E}"/>
              </a:ext>
            </a:extLst>
          </p:cNvPr>
          <p:cNvCxnSpPr/>
          <p:nvPr/>
        </p:nvCxnSpPr>
        <p:spPr>
          <a:xfrm>
            <a:off x="909405" y="2552520"/>
            <a:ext cx="4047031" cy="0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9" name="任意多边形 7">
            <a:extLst>
              <a:ext uri="{FF2B5EF4-FFF2-40B4-BE49-F238E27FC236}">
                <a16:creationId xmlns:a16="http://schemas.microsoft.com/office/drawing/2014/main" id="{BC0ECBB8-B9DD-4577-A563-7D03091DFA6C}"/>
              </a:ext>
            </a:extLst>
          </p:cNvPr>
          <p:cNvSpPr/>
          <p:nvPr/>
        </p:nvSpPr>
        <p:spPr>
          <a:xfrm>
            <a:off x="1578339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0" name="任意多边形 25">
            <a:extLst>
              <a:ext uri="{FF2B5EF4-FFF2-40B4-BE49-F238E27FC236}">
                <a16:creationId xmlns:a16="http://schemas.microsoft.com/office/drawing/2014/main" id="{0549B095-3F82-455E-8F9A-22DE9C2E30D3}"/>
              </a:ext>
            </a:extLst>
          </p:cNvPr>
          <p:cNvSpPr/>
          <p:nvPr/>
        </p:nvSpPr>
        <p:spPr>
          <a:xfrm>
            <a:off x="2032714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1" name="任意多边形 27">
            <a:extLst>
              <a:ext uri="{FF2B5EF4-FFF2-40B4-BE49-F238E27FC236}">
                <a16:creationId xmlns:a16="http://schemas.microsoft.com/office/drawing/2014/main" id="{77F4D611-5875-4C81-897F-B04BBCBF241E}"/>
              </a:ext>
            </a:extLst>
          </p:cNvPr>
          <p:cNvSpPr/>
          <p:nvPr/>
        </p:nvSpPr>
        <p:spPr>
          <a:xfrm>
            <a:off x="2487089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2" name="任意多边形 31">
            <a:extLst>
              <a:ext uri="{FF2B5EF4-FFF2-40B4-BE49-F238E27FC236}">
                <a16:creationId xmlns:a16="http://schemas.microsoft.com/office/drawing/2014/main" id="{A3D51A33-03C5-4647-A05C-D1C558A810ED}"/>
              </a:ext>
            </a:extLst>
          </p:cNvPr>
          <p:cNvSpPr/>
          <p:nvPr/>
        </p:nvSpPr>
        <p:spPr>
          <a:xfrm>
            <a:off x="3394302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3" name="任意多边形 45">
            <a:extLst>
              <a:ext uri="{FF2B5EF4-FFF2-40B4-BE49-F238E27FC236}">
                <a16:creationId xmlns:a16="http://schemas.microsoft.com/office/drawing/2014/main" id="{BF717DEB-2FA2-4AAE-8081-A133F9E2428C}"/>
              </a:ext>
            </a:extLst>
          </p:cNvPr>
          <p:cNvSpPr/>
          <p:nvPr/>
        </p:nvSpPr>
        <p:spPr>
          <a:xfrm>
            <a:off x="3750024" y="1726630"/>
            <a:ext cx="674323" cy="3306436"/>
          </a:xfrm>
          <a:custGeom>
            <a:avLst/>
            <a:gdLst>
              <a:gd name="connsiteX0" fmla="*/ 202078 w 674323"/>
              <a:gd name="connsiteY0" fmla="*/ 667 h 3306436"/>
              <a:gd name="connsiteX1" fmla="*/ 277035 w 674323"/>
              <a:gd name="connsiteY1" fmla="*/ 3921 h 3306436"/>
              <a:gd name="connsiteX2" fmla="*/ 400504 w 674323"/>
              <a:gd name="connsiteY2" fmla="*/ 56049 h 3306436"/>
              <a:gd name="connsiteX3" fmla="*/ 643645 w 674323"/>
              <a:gd name="connsiteY3" fmla="*/ 698886 h 3306436"/>
              <a:gd name="connsiteX4" fmla="*/ 663526 w 674323"/>
              <a:gd name="connsiteY4" fmla="*/ 2402071 h 3306436"/>
              <a:gd name="connsiteX5" fmla="*/ 577373 w 674323"/>
              <a:gd name="connsiteY5" fmla="*/ 3296741 h 3306436"/>
              <a:gd name="connsiteX6" fmla="*/ 124291 w 674323"/>
              <a:gd name="connsiteY6" fmla="*/ 3305693 h 3306436"/>
              <a:gd name="connsiteX7" fmla="*/ 0 w 674323"/>
              <a:gd name="connsiteY7" fmla="*/ 3306436 h 3306436"/>
              <a:gd name="connsiteX8" fmla="*/ 0 w 674323"/>
              <a:gd name="connsiteY8" fmla="*/ 3135966 h 3306436"/>
              <a:gd name="connsiteX9" fmla="*/ 7022 w 674323"/>
              <a:gd name="connsiteY9" fmla="*/ 3135981 h 3306436"/>
              <a:gd name="connsiteX10" fmla="*/ 444829 w 674323"/>
              <a:gd name="connsiteY10" fmla="*/ 3137688 h 3306436"/>
              <a:gd name="connsiteX11" fmla="*/ 471338 w 674323"/>
              <a:gd name="connsiteY11" fmla="*/ 2594259 h 3306436"/>
              <a:gd name="connsiteX12" fmla="*/ 451456 w 674323"/>
              <a:gd name="connsiteY12" fmla="*/ 1308587 h 3306436"/>
              <a:gd name="connsiteX13" fmla="*/ 365303 w 674323"/>
              <a:gd name="connsiteY13" fmla="*/ 354273 h 3306436"/>
              <a:gd name="connsiteX14" fmla="*/ 120615 w 674323"/>
              <a:gd name="connsiteY14" fmla="*/ 22083 h 3306436"/>
              <a:gd name="connsiteX15" fmla="*/ 202078 w 674323"/>
              <a:gd name="connsiteY15" fmla="*/ 667 h 3306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74323" h="3306436">
                <a:moveTo>
                  <a:pt x="202078" y="667"/>
                </a:moveTo>
                <a:cubicBezTo>
                  <a:pt x="228437" y="-1178"/>
                  <a:pt x="253712" y="1091"/>
                  <a:pt x="277035" y="3921"/>
                </a:cubicBezTo>
                <a:cubicBezTo>
                  <a:pt x="323684" y="9582"/>
                  <a:pt x="350327" y="28036"/>
                  <a:pt x="400504" y="56049"/>
                </a:cubicBezTo>
                <a:cubicBezTo>
                  <a:pt x="444224" y="80458"/>
                  <a:pt x="599807" y="307882"/>
                  <a:pt x="643645" y="698886"/>
                </a:cubicBezTo>
                <a:cubicBezTo>
                  <a:pt x="687482" y="1089890"/>
                  <a:pt x="674572" y="1969096"/>
                  <a:pt x="663526" y="2402071"/>
                </a:cubicBezTo>
                <a:cubicBezTo>
                  <a:pt x="652480" y="2835046"/>
                  <a:pt x="732006" y="3284591"/>
                  <a:pt x="577373" y="3296741"/>
                </a:cubicBezTo>
                <a:cubicBezTo>
                  <a:pt x="519386" y="3301297"/>
                  <a:pt x="345526" y="3303990"/>
                  <a:pt x="124291" y="3305693"/>
                </a:cubicBezTo>
                <a:lnTo>
                  <a:pt x="0" y="3306436"/>
                </a:lnTo>
                <a:lnTo>
                  <a:pt x="0" y="3135966"/>
                </a:lnTo>
                <a:lnTo>
                  <a:pt x="7022" y="3135981"/>
                </a:lnTo>
                <a:lnTo>
                  <a:pt x="444829" y="3137688"/>
                </a:lnTo>
                <a:cubicBezTo>
                  <a:pt x="490116" y="3073625"/>
                  <a:pt x="470234" y="2899110"/>
                  <a:pt x="471338" y="2594259"/>
                </a:cubicBezTo>
                <a:cubicBezTo>
                  <a:pt x="472442" y="2289409"/>
                  <a:pt x="469130" y="1681917"/>
                  <a:pt x="451456" y="1308587"/>
                </a:cubicBezTo>
                <a:cubicBezTo>
                  <a:pt x="433783" y="935256"/>
                  <a:pt x="421635" y="571865"/>
                  <a:pt x="365303" y="354273"/>
                </a:cubicBezTo>
                <a:cubicBezTo>
                  <a:pt x="308971" y="136680"/>
                  <a:pt x="233812" y="83694"/>
                  <a:pt x="120615" y="22083"/>
                </a:cubicBezTo>
                <a:cubicBezTo>
                  <a:pt x="148276" y="8466"/>
                  <a:pt x="175719" y="2511"/>
                  <a:pt x="202078" y="667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354" name="直接箭头连接符 353">
            <a:extLst>
              <a:ext uri="{FF2B5EF4-FFF2-40B4-BE49-F238E27FC236}">
                <a16:creationId xmlns:a16="http://schemas.microsoft.com/office/drawing/2014/main" id="{CA3BF6D4-12B9-4222-947A-86878DACAC34}"/>
              </a:ext>
            </a:extLst>
          </p:cNvPr>
          <p:cNvCxnSpPr/>
          <p:nvPr/>
        </p:nvCxnSpPr>
        <p:spPr>
          <a:xfrm flipH="1" flipV="1">
            <a:off x="2898921" y="1183854"/>
            <a:ext cx="141877" cy="1978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上箭头 56">
            <a:extLst>
              <a:ext uri="{FF2B5EF4-FFF2-40B4-BE49-F238E27FC236}">
                <a16:creationId xmlns:a16="http://schemas.microsoft.com/office/drawing/2014/main" id="{9D6EF54B-B45B-46AE-9DF7-7DDB33A392BA}"/>
              </a:ext>
            </a:extLst>
          </p:cNvPr>
          <p:cNvSpPr/>
          <p:nvPr/>
        </p:nvSpPr>
        <p:spPr>
          <a:xfrm flipH="1">
            <a:off x="1232468" y="3845660"/>
            <a:ext cx="144751" cy="453583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7" name="上箭头 57">
            <a:extLst>
              <a:ext uri="{FF2B5EF4-FFF2-40B4-BE49-F238E27FC236}">
                <a16:creationId xmlns:a16="http://schemas.microsoft.com/office/drawing/2014/main" id="{457C7E1A-2FFC-49AD-8B8F-FCB1E72D61A6}"/>
              </a:ext>
            </a:extLst>
          </p:cNvPr>
          <p:cNvSpPr/>
          <p:nvPr/>
        </p:nvSpPr>
        <p:spPr>
          <a:xfrm rot="10800000" flipH="1">
            <a:off x="4255559" y="3864488"/>
            <a:ext cx="122435" cy="415926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" name="任意多边形 29">
            <a:extLst>
              <a:ext uri="{FF2B5EF4-FFF2-40B4-BE49-F238E27FC236}">
                <a16:creationId xmlns:a16="http://schemas.microsoft.com/office/drawing/2014/main" id="{58AFFF73-1753-42FD-9FA7-30C6E0DFD4A5}"/>
              </a:ext>
            </a:extLst>
          </p:cNvPr>
          <p:cNvSpPr/>
          <p:nvPr/>
        </p:nvSpPr>
        <p:spPr>
          <a:xfrm>
            <a:off x="2939927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1" name="任意多边形 65">
            <a:extLst>
              <a:ext uri="{FF2B5EF4-FFF2-40B4-BE49-F238E27FC236}">
                <a16:creationId xmlns:a16="http://schemas.microsoft.com/office/drawing/2014/main" id="{AC0B5FFC-F16D-42F8-A9B2-C58DE7D22338}"/>
              </a:ext>
            </a:extLst>
          </p:cNvPr>
          <p:cNvSpPr/>
          <p:nvPr/>
        </p:nvSpPr>
        <p:spPr>
          <a:xfrm>
            <a:off x="9607852" y="1664257"/>
            <a:ext cx="543161" cy="159023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2" name="任意多边形 66">
            <a:extLst>
              <a:ext uri="{FF2B5EF4-FFF2-40B4-BE49-F238E27FC236}">
                <a16:creationId xmlns:a16="http://schemas.microsoft.com/office/drawing/2014/main" id="{E0232542-E382-49B3-B16B-C76449E5BDFD}"/>
              </a:ext>
            </a:extLst>
          </p:cNvPr>
          <p:cNvSpPr/>
          <p:nvPr/>
        </p:nvSpPr>
        <p:spPr>
          <a:xfrm>
            <a:off x="9143258" y="1664257"/>
            <a:ext cx="543161" cy="159023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3" name="任意多边形 67">
            <a:extLst>
              <a:ext uri="{FF2B5EF4-FFF2-40B4-BE49-F238E27FC236}">
                <a16:creationId xmlns:a16="http://schemas.microsoft.com/office/drawing/2014/main" id="{1791C25E-D028-4F52-9999-E12F7C034E0A}"/>
              </a:ext>
            </a:extLst>
          </p:cNvPr>
          <p:cNvSpPr/>
          <p:nvPr/>
        </p:nvSpPr>
        <p:spPr>
          <a:xfrm>
            <a:off x="8680236" y="1664257"/>
            <a:ext cx="543161" cy="159023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4" name="任意多边形 68">
            <a:extLst>
              <a:ext uri="{FF2B5EF4-FFF2-40B4-BE49-F238E27FC236}">
                <a16:creationId xmlns:a16="http://schemas.microsoft.com/office/drawing/2014/main" id="{7B1E7A26-EDF7-45B5-B6F3-84EFFEB24E51}"/>
              </a:ext>
            </a:extLst>
          </p:cNvPr>
          <p:cNvSpPr/>
          <p:nvPr/>
        </p:nvSpPr>
        <p:spPr>
          <a:xfrm>
            <a:off x="8215643" y="1664257"/>
            <a:ext cx="543161" cy="159023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5" name="组合 374">
            <a:extLst>
              <a:ext uri="{FF2B5EF4-FFF2-40B4-BE49-F238E27FC236}">
                <a16:creationId xmlns:a16="http://schemas.microsoft.com/office/drawing/2014/main" id="{13CD0399-0192-48B2-BA6A-0B6496C32780}"/>
              </a:ext>
            </a:extLst>
          </p:cNvPr>
          <p:cNvGrpSpPr/>
          <p:nvPr/>
        </p:nvGrpSpPr>
        <p:grpSpPr>
          <a:xfrm>
            <a:off x="8092871" y="4471930"/>
            <a:ext cx="1792461" cy="944155"/>
            <a:chOff x="2362927" y="4768729"/>
            <a:chExt cx="1753037" cy="923389"/>
          </a:xfrm>
        </p:grpSpPr>
        <p:sp>
          <p:nvSpPr>
            <p:cNvPr id="416" name="椭圆 415">
              <a:extLst>
                <a:ext uri="{FF2B5EF4-FFF2-40B4-BE49-F238E27FC236}">
                  <a16:creationId xmlns:a16="http://schemas.microsoft.com/office/drawing/2014/main" id="{CDC1A571-EC25-4D25-A0A7-2B846B4F8CE5}"/>
                </a:ext>
              </a:extLst>
            </p:cNvPr>
            <p:cNvSpPr/>
            <p:nvPr/>
          </p:nvSpPr>
          <p:spPr>
            <a:xfrm>
              <a:off x="2362927" y="4768729"/>
              <a:ext cx="325160" cy="92338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7" name="椭圆 416">
              <a:extLst>
                <a:ext uri="{FF2B5EF4-FFF2-40B4-BE49-F238E27FC236}">
                  <a16:creationId xmlns:a16="http://schemas.microsoft.com/office/drawing/2014/main" id="{3D54FDE4-6FF1-40B6-AEB9-4422CC11564D}"/>
                </a:ext>
              </a:extLst>
            </p:cNvPr>
            <p:cNvSpPr/>
            <p:nvPr/>
          </p:nvSpPr>
          <p:spPr>
            <a:xfrm>
              <a:off x="2414021" y="4969935"/>
              <a:ext cx="159682" cy="5277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8" name="椭圆 417">
              <a:extLst>
                <a:ext uri="{FF2B5EF4-FFF2-40B4-BE49-F238E27FC236}">
                  <a16:creationId xmlns:a16="http://schemas.microsoft.com/office/drawing/2014/main" id="{4538F8A9-7490-45B7-981B-BCD90FDBB8A6}"/>
                </a:ext>
              </a:extLst>
            </p:cNvPr>
            <p:cNvSpPr/>
            <p:nvPr/>
          </p:nvSpPr>
          <p:spPr>
            <a:xfrm>
              <a:off x="2414719" y="5126488"/>
              <a:ext cx="99973" cy="1991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9" name="任意多边形 73">
              <a:extLst>
                <a:ext uri="{FF2B5EF4-FFF2-40B4-BE49-F238E27FC236}">
                  <a16:creationId xmlns:a16="http://schemas.microsoft.com/office/drawing/2014/main" id="{E9F0D761-7159-4032-8A19-F97CB3AB452F}"/>
                </a:ext>
              </a:extLst>
            </p:cNvPr>
            <p:cNvSpPr/>
            <p:nvPr/>
          </p:nvSpPr>
          <p:spPr>
            <a:xfrm>
              <a:off x="2544640" y="4768729"/>
              <a:ext cx="1571324" cy="923389"/>
            </a:xfrm>
            <a:custGeom>
              <a:avLst/>
              <a:gdLst>
                <a:gd name="connsiteX0" fmla="*/ 0 w 751645"/>
                <a:gd name="connsiteY0" fmla="*/ 0 h 422278"/>
                <a:gd name="connsiteX1" fmla="*/ 686044 w 751645"/>
                <a:gd name="connsiteY1" fmla="*/ 0 h 422278"/>
                <a:gd name="connsiteX2" fmla="*/ 751645 w 751645"/>
                <a:gd name="connsiteY2" fmla="*/ 211139 h 422278"/>
                <a:gd name="connsiteX3" fmla="*/ 686044 w 751645"/>
                <a:gd name="connsiteY3" fmla="*/ 422278 h 422278"/>
                <a:gd name="connsiteX4" fmla="*/ 686041 w 751645"/>
                <a:gd name="connsiteY4" fmla="*/ 422277 h 422278"/>
                <a:gd name="connsiteX5" fmla="*/ 0 w 751645"/>
                <a:gd name="connsiteY5" fmla="*/ 422277 h 422278"/>
                <a:gd name="connsiteX6" fmla="*/ 0 w 751645"/>
                <a:gd name="connsiteY6" fmla="*/ 419773 h 422278"/>
                <a:gd name="connsiteX7" fmla="*/ 6235 w 751645"/>
                <a:gd name="connsiteY7" fmla="*/ 417989 h 422278"/>
                <a:gd name="connsiteX8" fmla="*/ 65601 w 751645"/>
                <a:gd name="connsiteY8" fmla="*/ 211139 h 422278"/>
                <a:gd name="connsiteX9" fmla="*/ 6235 w 751645"/>
                <a:gd name="connsiteY9" fmla="*/ 4290 h 422278"/>
                <a:gd name="connsiteX10" fmla="*/ 0 w 751645"/>
                <a:gd name="connsiteY10" fmla="*/ 2505 h 42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45" h="422278">
                  <a:moveTo>
                    <a:pt x="0" y="0"/>
                  </a:moveTo>
                  <a:lnTo>
                    <a:pt x="686044" y="0"/>
                  </a:lnTo>
                  <a:cubicBezTo>
                    <a:pt x="722274" y="0"/>
                    <a:pt x="751645" y="94530"/>
                    <a:pt x="751645" y="211139"/>
                  </a:cubicBezTo>
                  <a:cubicBezTo>
                    <a:pt x="751645" y="327748"/>
                    <a:pt x="722274" y="422278"/>
                    <a:pt x="686044" y="422278"/>
                  </a:cubicBezTo>
                  <a:lnTo>
                    <a:pt x="686041" y="422277"/>
                  </a:lnTo>
                  <a:lnTo>
                    <a:pt x="0" y="422277"/>
                  </a:lnTo>
                  <a:lnTo>
                    <a:pt x="0" y="419773"/>
                  </a:lnTo>
                  <a:lnTo>
                    <a:pt x="6235" y="417989"/>
                  </a:lnTo>
                  <a:cubicBezTo>
                    <a:pt x="40115" y="398301"/>
                    <a:pt x="65601" y="313172"/>
                    <a:pt x="65601" y="211139"/>
                  </a:cubicBezTo>
                  <a:cubicBezTo>
                    <a:pt x="65601" y="109106"/>
                    <a:pt x="40115" y="23978"/>
                    <a:pt x="6235" y="4290"/>
                  </a:cubicBezTo>
                  <a:lnTo>
                    <a:pt x="0" y="2505"/>
                  </a:lnTo>
                  <a:close/>
                </a:path>
              </a:pathLst>
            </a:custGeom>
            <a:gradFill>
              <a:gsLst>
                <a:gs pos="26000">
                  <a:schemeClr val="accent1">
                    <a:lumMod val="5000"/>
                    <a:lumOff val="95000"/>
                  </a:schemeClr>
                </a:gs>
                <a:gs pos="93000">
                  <a:schemeClr val="accent6"/>
                </a:gs>
              </a:gsLst>
              <a:lin ang="540000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20" name="椭圆 419">
              <a:extLst>
                <a:ext uri="{FF2B5EF4-FFF2-40B4-BE49-F238E27FC236}">
                  <a16:creationId xmlns:a16="http://schemas.microsoft.com/office/drawing/2014/main" id="{F68249BB-BCC8-42C0-B676-0F9BF6443AB0}"/>
                </a:ext>
              </a:extLst>
            </p:cNvPr>
            <p:cNvSpPr/>
            <p:nvPr/>
          </p:nvSpPr>
          <p:spPr>
            <a:xfrm>
              <a:off x="3655422" y="5022820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21" name="椭圆 420">
              <a:extLst>
                <a:ext uri="{FF2B5EF4-FFF2-40B4-BE49-F238E27FC236}">
                  <a16:creationId xmlns:a16="http://schemas.microsoft.com/office/drawing/2014/main" id="{19ADFF10-01F8-4D7C-BEF9-30913FEE1ED1}"/>
                </a:ext>
              </a:extLst>
            </p:cNvPr>
            <p:cNvSpPr/>
            <p:nvPr/>
          </p:nvSpPr>
          <p:spPr>
            <a:xfrm>
              <a:off x="2777942" y="5022822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422" name="直接连接符 421">
              <a:extLst>
                <a:ext uri="{FF2B5EF4-FFF2-40B4-BE49-F238E27FC236}">
                  <a16:creationId xmlns:a16="http://schemas.microsoft.com/office/drawing/2014/main" id="{A3633ADF-ACFA-44C3-BC12-088435B0313D}"/>
                </a:ext>
              </a:extLst>
            </p:cNvPr>
            <p:cNvCxnSpPr/>
            <p:nvPr/>
          </p:nvCxnSpPr>
          <p:spPr>
            <a:xfrm>
              <a:off x="2845445" y="5207577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直接连接符 422">
              <a:extLst>
                <a:ext uri="{FF2B5EF4-FFF2-40B4-BE49-F238E27FC236}">
                  <a16:creationId xmlns:a16="http://schemas.microsoft.com/office/drawing/2014/main" id="{412F8A0A-596A-4D80-AD48-0F7CB0994D2E}"/>
                </a:ext>
              </a:extLst>
            </p:cNvPr>
            <p:cNvCxnSpPr/>
            <p:nvPr/>
          </p:nvCxnSpPr>
          <p:spPr>
            <a:xfrm>
              <a:off x="3725622" y="5199858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直接连接符 423">
              <a:extLst>
                <a:ext uri="{FF2B5EF4-FFF2-40B4-BE49-F238E27FC236}">
                  <a16:creationId xmlns:a16="http://schemas.microsoft.com/office/drawing/2014/main" id="{A198B4A7-6515-43F6-9C96-3EA14483775D}"/>
                </a:ext>
              </a:extLst>
            </p:cNvPr>
            <p:cNvCxnSpPr/>
            <p:nvPr/>
          </p:nvCxnSpPr>
          <p:spPr>
            <a:xfrm>
              <a:off x="2959998" y="5080876"/>
              <a:ext cx="0" cy="2447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6" name="任意多边形 79">
            <a:extLst>
              <a:ext uri="{FF2B5EF4-FFF2-40B4-BE49-F238E27FC236}">
                <a16:creationId xmlns:a16="http://schemas.microsoft.com/office/drawing/2014/main" id="{347B4CC1-3DCE-4E82-804C-AB95C86CC26E}"/>
              </a:ext>
            </a:extLst>
          </p:cNvPr>
          <p:cNvSpPr/>
          <p:nvPr/>
        </p:nvSpPr>
        <p:spPr>
          <a:xfrm>
            <a:off x="7269014" y="1669069"/>
            <a:ext cx="920600" cy="3375063"/>
          </a:xfrm>
          <a:custGeom>
            <a:avLst/>
            <a:gdLst>
              <a:gd name="connsiteX0" fmla="*/ 416392 w 900352"/>
              <a:gd name="connsiteY0" fmla="*/ 235 h 3300830"/>
              <a:gd name="connsiteX1" fmla="*/ 529862 w 900352"/>
              <a:gd name="connsiteY1" fmla="*/ 60692 h 3300830"/>
              <a:gd name="connsiteX2" fmla="*/ 276793 w 900352"/>
              <a:gd name="connsiteY2" fmla="*/ 438719 h 3300830"/>
              <a:gd name="connsiteX3" fmla="*/ 226120 w 900352"/>
              <a:gd name="connsiteY3" fmla="*/ 815637 h 3300830"/>
              <a:gd name="connsiteX4" fmla="*/ 212865 w 900352"/>
              <a:gd name="connsiteY4" fmla="*/ 2094683 h 3300830"/>
              <a:gd name="connsiteX5" fmla="*/ 219492 w 900352"/>
              <a:gd name="connsiteY5" fmla="*/ 3082133 h 3300830"/>
              <a:gd name="connsiteX6" fmla="*/ 378545 w 900352"/>
              <a:gd name="connsiteY6" fmla="*/ 3128523 h 3300830"/>
              <a:gd name="connsiteX7" fmla="*/ 795229 w 900352"/>
              <a:gd name="connsiteY7" fmla="*/ 3125883 h 3300830"/>
              <a:gd name="connsiteX8" fmla="*/ 900352 w 900352"/>
              <a:gd name="connsiteY8" fmla="*/ 3125745 h 3300830"/>
              <a:gd name="connsiteX9" fmla="*/ 900352 w 900352"/>
              <a:gd name="connsiteY9" fmla="*/ 3300830 h 3300830"/>
              <a:gd name="connsiteX10" fmla="*/ 80322 w 900352"/>
              <a:gd name="connsiteY10" fmla="*/ 3300830 h 3300830"/>
              <a:gd name="connsiteX11" fmla="*/ 14050 w 900352"/>
              <a:gd name="connsiteY11" fmla="*/ 1736816 h 3300830"/>
              <a:gd name="connsiteX12" fmla="*/ 73694 w 900352"/>
              <a:gd name="connsiteY12" fmla="*/ 570432 h 3300830"/>
              <a:gd name="connsiteX13" fmla="*/ 385170 w 900352"/>
              <a:gd name="connsiteY13" fmla="*/ 7121 h 3300830"/>
              <a:gd name="connsiteX14" fmla="*/ 416392 w 900352"/>
              <a:gd name="connsiteY14" fmla="*/ 235 h 3300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00352" h="3300830">
                <a:moveTo>
                  <a:pt x="416392" y="235"/>
                </a:moveTo>
                <a:cubicBezTo>
                  <a:pt x="441709" y="3187"/>
                  <a:pt x="480159" y="20929"/>
                  <a:pt x="529862" y="60692"/>
                </a:cubicBezTo>
                <a:cubicBezTo>
                  <a:pt x="408784" y="124897"/>
                  <a:pt x="327416" y="312894"/>
                  <a:pt x="276793" y="438719"/>
                </a:cubicBezTo>
                <a:cubicBezTo>
                  <a:pt x="226170" y="564543"/>
                  <a:pt x="236773" y="539644"/>
                  <a:pt x="226120" y="815637"/>
                </a:cubicBezTo>
                <a:cubicBezTo>
                  <a:pt x="215466" y="1091631"/>
                  <a:pt x="213969" y="1716934"/>
                  <a:pt x="212865" y="2094683"/>
                </a:cubicBezTo>
                <a:cubicBezTo>
                  <a:pt x="211761" y="2472433"/>
                  <a:pt x="198507" y="2969471"/>
                  <a:pt x="219492" y="3082133"/>
                </a:cubicBezTo>
                <a:cubicBezTo>
                  <a:pt x="227224" y="3135151"/>
                  <a:pt x="317796" y="3134046"/>
                  <a:pt x="378545" y="3128523"/>
                </a:cubicBezTo>
                <a:cubicBezTo>
                  <a:pt x="393732" y="3127143"/>
                  <a:pt x="557134" y="3126315"/>
                  <a:pt x="795229" y="3125883"/>
                </a:cubicBezTo>
                <a:lnTo>
                  <a:pt x="900352" y="3125745"/>
                </a:lnTo>
                <a:lnTo>
                  <a:pt x="900352" y="3300830"/>
                </a:lnTo>
                <a:lnTo>
                  <a:pt x="80322" y="3300830"/>
                </a:lnTo>
                <a:cubicBezTo>
                  <a:pt x="-24609" y="3230139"/>
                  <a:pt x="-2517" y="2301230"/>
                  <a:pt x="14050" y="1736816"/>
                </a:cubicBezTo>
                <a:cubicBezTo>
                  <a:pt x="30617" y="1119384"/>
                  <a:pt x="11841" y="858713"/>
                  <a:pt x="73694" y="570432"/>
                </a:cubicBezTo>
                <a:cubicBezTo>
                  <a:pt x="135547" y="282150"/>
                  <a:pt x="280239" y="83333"/>
                  <a:pt x="385170" y="7121"/>
                </a:cubicBezTo>
                <a:cubicBezTo>
                  <a:pt x="398149" y="1323"/>
                  <a:pt x="407951" y="-748"/>
                  <a:pt x="416392" y="23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7" name="任意多边形 80">
            <a:extLst>
              <a:ext uri="{FF2B5EF4-FFF2-40B4-BE49-F238E27FC236}">
                <a16:creationId xmlns:a16="http://schemas.microsoft.com/office/drawing/2014/main" id="{C1513562-8997-4B81-8697-EDF4C9328CAD}"/>
              </a:ext>
            </a:extLst>
          </p:cNvPr>
          <p:cNvSpPr/>
          <p:nvPr/>
        </p:nvSpPr>
        <p:spPr>
          <a:xfrm>
            <a:off x="7751049" y="1664257"/>
            <a:ext cx="543161" cy="159023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9" name="直接箭头连接符 378">
            <a:extLst>
              <a:ext uri="{FF2B5EF4-FFF2-40B4-BE49-F238E27FC236}">
                <a16:creationId xmlns:a16="http://schemas.microsoft.com/office/drawing/2014/main" id="{35AF961D-34B7-4BDF-851D-6EDD9A482676}"/>
              </a:ext>
            </a:extLst>
          </p:cNvPr>
          <p:cNvCxnSpPr/>
          <p:nvPr/>
        </p:nvCxnSpPr>
        <p:spPr>
          <a:xfrm>
            <a:off x="6526109" y="2482750"/>
            <a:ext cx="4934533" cy="0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上箭头 92">
            <a:extLst>
              <a:ext uri="{FF2B5EF4-FFF2-40B4-BE49-F238E27FC236}">
                <a16:creationId xmlns:a16="http://schemas.microsoft.com/office/drawing/2014/main" id="{B0F801F5-A70C-4E9B-A2B9-6759338F9525}"/>
              </a:ext>
            </a:extLst>
          </p:cNvPr>
          <p:cNvSpPr/>
          <p:nvPr/>
        </p:nvSpPr>
        <p:spPr>
          <a:xfrm flipH="1">
            <a:off x="7310755" y="3804971"/>
            <a:ext cx="148006" cy="463784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1" name="上箭头 93">
            <a:extLst>
              <a:ext uri="{FF2B5EF4-FFF2-40B4-BE49-F238E27FC236}">
                <a16:creationId xmlns:a16="http://schemas.microsoft.com/office/drawing/2014/main" id="{710BBF84-559E-4BF4-8C5A-8BE908BBF8F6}"/>
              </a:ext>
            </a:extLst>
          </p:cNvPr>
          <p:cNvSpPr/>
          <p:nvPr/>
        </p:nvSpPr>
        <p:spPr>
          <a:xfrm rot="10800000" flipH="1">
            <a:off x="10401833" y="3824223"/>
            <a:ext cx="125188" cy="425280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7" name="椭圆 406">
            <a:extLst>
              <a:ext uri="{FF2B5EF4-FFF2-40B4-BE49-F238E27FC236}">
                <a16:creationId xmlns:a16="http://schemas.microsoft.com/office/drawing/2014/main" id="{FB6D391B-059C-4C4A-B9D2-8324F2553DFE}"/>
              </a:ext>
            </a:extLst>
          </p:cNvPr>
          <p:cNvSpPr/>
          <p:nvPr/>
        </p:nvSpPr>
        <p:spPr>
          <a:xfrm>
            <a:off x="7463759" y="2811071"/>
            <a:ext cx="3097919" cy="793618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1" name="椭圆 400">
            <a:extLst>
              <a:ext uri="{FF2B5EF4-FFF2-40B4-BE49-F238E27FC236}">
                <a16:creationId xmlns:a16="http://schemas.microsoft.com/office/drawing/2014/main" id="{20961A0D-763B-48C3-A665-BD00D3F76CF7}"/>
              </a:ext>
            </a:extLst>
          </p:cNvPr>
          <p:cNvSpPr/>
          <p:nvPr/>
        </p:nvSpPr>
        <p:spPr>
          <a:xfrm rot="10800000">
            <a:off x="7361912" y="1176454"/>
            <a:ext cx="3258745" cy="952457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4" name="直接箭头连接符 403">
            <a:extLst>
              <a:ext uri="{FF2B5EF4-FFF2-40B4-BE49-F238E27FC236}">
                <a16:creationId xmlns:a16="http://schemas.microsoft.com/office/drawing/2014/main" id="{F6E6C8E7-2791-4AEC-9CB5-5D692A654A98}"/>
              </a:ext>
            </a:extLst>
          </p:cNvPr>
          <p:cNvCxnSpPr/>
          <p:nvPr/>
        </p:nvCxnSpPr>
        <p:spPr>
          <a:xfrm rot="10800000" flipV="1">
            <a:off x="8930607" y="1164832"/>
            <a:ext cx="136149" cy="1637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2" name="任意多边形 86">
            <a:extLst>
              <a:ext uri="{FF2B5EF4-FFF2-40B4-BE49-F238E27FC236}">
                <a16:creationId xmlns:a16="http://schemas.microsoft.com/office/drawing/2014/main" id="{E80169F7-2791-4F92-BA8C-A3329F8E89DA}"/>
              </a:ext>
            </a:extLst>
          </p:cNvPr>
          <p:cNvSpPr/>
          <p:nvPr/>
        </p:nvSpPr>
        <p:spPr>
          <a:xfrm>
            <a:off x="8128998" y="1623620"/>
            <a:ext cx="596120" cy="1649135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3" name="任意多边形 85">
            <a:extLst>
              <a:ext uri="{FF2B5EF4-FFF2-40B4-BE49-F238E27FC236}">
                <a16:creationId xmlns:a16="http://schemas.microsoft.com/office/drawing/2014/main" id="{6C1F62D5-F5CC-4D1D-9B03-612A487DD5A4}"/>
              </a:ext>
            </a:extLst>
          </p:cNvPr>
          <p:cNvSpPr/>
          <p:nvPr/>
        </p:nvSpPr>
        <p:spPr>
          <a:xfrm>
            <a:off x="7664404" y="1623620"/>
            <a:ext cx="596120" cy="1649135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4" name="任意多边形 87">
            <a:extLst>
              <a:ext uri="{FF2B5EF4-FFF2-40B4-BE49-F238E27FC236}">
                <a16:creationId xmlns:a16="http://schemas.microsoft.com/office/drawing/2014/main" id="{74F89535-B0BB-4FE1-A503-E4E1B84B7A8E}"/>
              </a:ext>
            </a:extLst>
          </p:cNvPr>
          <p:cNvSpPr/>
          <p:nvPr/>
        </p:nvSpPr>
        <p:spPr>
          <a:xfrm>
            <a:off x="8593591" y="1623620"/>
            <a:ext cx="596120" cy="1649135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5" name="任意多边形 88">
            <a:extLst>
              <a:ext uri="{FF2B5EF4-FFF2-40B4-BE49-F238E27FC236}">
                <a16:creationId xmlns:a16="http://schemas.microsoft.com/office/drawing/2014/main" id="{7213F030-5554-4473-A84C-0F263A14CDFA}"/>
              </a:ext>
            </a:extLst>
          </p:cNvPr>
          <p:cNvSpPr/>
          <p:nvPr/>
        </p:nvSpPr>
        <p:spPr>
          <a:xfrm>
            <a:off x="9521207" y="1623620"/>
            <a:ext cx="596120" cy="1649135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6" name="任意多边形 89">
            <a:extLst>
              <a:ext uri="{FF2B5EF4-FFF2-40B4-BE49-F238E27FC236}">
                <a16:creationId xmlns:a16="http://schemas.microsoft.com/office/drawing/2014/main" id="{7A875E99-EA23-46D4-B215-A8954DFD89D1}"/>
              </a:ext>
            </a:extLst>
          </p:cNvPr>
          <p:cNvSpPr/>
          <p:nvPr/>
        </p:nvSpPr>
        <p:spPr>
          <a:xfrm>
            <a:off x="9884929" y="1638286"/>
            <a:ext cx="689488" cy="3380795"/>
          </a:xfrm>
          <a:custGeom>
            <a:avLst/>
            <a:gdLst>
              <a:gd name="connsiteX0" fmla="*/ 202078 w 674323"/>
              <a:gd name="connsiteY0" fmla="*/ 667 h 3306436"/>
              <a:gd name="connsiteX1" fmla="*/ 277035 w 674323"/>
              <a:gd name="connsiteY1" fmla="*/ 3921 h 3306436"/>
              <a:gd name="connsiteX2" fmla="*/ 400504 w 674323"/>
              <a:gd name="connsiteY2" fmla="*/ 56049 h 3306436"/>
              <a:gd name="connsiteX3" fmla="*/ 643645 w 674323"/>
              <a:gd name="connsiteY3" fmla="*/ 698886 h 3306436"/>
              <a:gd name="connsiteX4" fmla="*/ 663526 w 674323"/>
              <a:gd name="connsiteY4" fmla="*/ 2402071 h 3306436"/>
              <a:gd name="connsiteX5" fmla="*/ 577373 w 674323"/>
              <a:gd name="connsiteY5" fmla="*/ 3296741 h 3306436"/>
              <a:gd name="connsiteX6" fmla="*/ 124291 w 674323"/>
              <a:gd name="connsiteY6" fmla="*/ 3305693 h 3306436"/>
              <a:gd name="connsiteX7" fmla="*/ 0 w 674323"/>
              <a:gd name="connsiteY7" fmla="*/ 3306436 h 3306436"/>
              <a:gd name="connsiteX8" fmla="*/ 0 w 674323"/>
              <a:gd name="connsiteY8" fmla="*/ 3135966 h 3306436"/>
              <a:gd name="connsiteX9" fmla="*/ 7022 w 674323"/>
              <a:gd name="connsiteY9" fmla="*/ 3135981 h 3306436"/>
              <a:gd name="connsiteX10" fmla="*/ 444829 w 674323"/>
              <a:gd name="connsiteY10" fmla="*/ 3137688 h 3306436"/>
              <a:gd name="connsiteX11" fmla="*/ 471338 w 674323"/>
              <a:gd name="connsiteY11" fmla="*/ 2594259 h 3306436"/>
              <a:gd name="connsiteX12" fmla="*/ 451456 w 674323"/>
              <a:gd name="connsiteY12" fmla="*/ 1308587 h 3306436"/>
              <a:gd name="connsiteX13" fmla="*/ 365303 w 674323"/>
              <a:gd name="connsiteY13" fmla="*/ 354273 h 3306436"/>
              <a:gd name="connsiteX14" fmla="*/ 120615 w 674323"/>
              <a:gd name="connsiteY14" fmla="*/ 22083 h 3306436"/>
              <a:gd name="connsiteX15" fmla="*/ 202078 w 674323"/>
              <a:gd name="connsiteY15" fmla="*/ 667 h 3306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74323" h="3306436">
                <a:moveTo>
                  <a:pt x="202078" y="667"/>
                </a:moveTo>
                <a:cubicBezTo>
                  <a:pt x="228437" y="-1178"/>
                  <a:pt x="253712" y="1091"/>
                  <a:pt x="277035" y="3921"/>
                </a:cubicBezTo>
                <a:cubicBezTo>
                  <a:pt x="323684" y="9582"/>
                  <a:pt x="350327" y="28036"/>
                  <a:pt x="400504" y="56049"/>
                </a:cubicBezTo>
                <a:cubicBezTo>
                  <a:pt x="444224" y="80458"/>
                  <a:pt x="599807" y="307882"/>
                  <a:pt x="643645" y="698886"/>
                </a:cubicBezTo>
                <a:cubicBezTo>
                  <a:pt x="687482" y="1089890"/>
                  <a:pt x="674572" y="1969096"/>
                  <a:pt x="663526" y="2402071"/>
                </a:cubicBezTo>
                <a:cubicBezTo>
                  <a:pt x="652480" y="2835046"/>
                  <a:pt x="732006" y="3284591"/>
                  <a:pt x="577373" y="3296741"/>
                </a:cubicBezTo>
                <a:cubicBezTo>
                  <a:pt x="519386" y="3301297"/>
                  <a:pt x="345526" y="3303990"/>
                  <a:pt x="124291" y="3305693"/>
                </a:cubicBezTo>
                <a:lnTo>
                  <a:pt x="0" y="3306436"/>
                </a:lnTo>
                <a:lnTo>
                  <a:pt x="0" y="3135966"/>
                </a:lnTo>
                <a:lnTo>
                  <a:pt x="7022" y="3135981"/>
                </a:lnTo>
                <a:lnTo>
                  <a:pt x="444829" y="3137688"/>
                </a:lnTo>
                <a:cubicBezTo>
                  <a:pt x="490116" y="3073625"/>
                  <a:pt x="470234" y="2899110"/>
                  <a:pt x="471338" y="2594259"/>
                </a:cubicBezTo>
                <a:cubicBezTo>
                  <a:pt x="472442" y="2289409"/>
                  <a:pt x="469130" y="1681917"/>
                  <a:pt x="451456" y="1308587"/>
                </a:cubicBezTo>
                <a:cubicBezTo>
                  <a:pt x="433783" y="935256"/>
                  <a:pt x="421635" y="571865"/>
                  <a:pt x="365303" y="354273"/>
                </a:cubicBezTo>
                <a:cubicBezTo>
                  <a:pt x="308971" y="136680"/>
                  <a:pt x="233812" y="83694"/>
                  <a:pt x="120615" y="22083"/>
                </a:cubicBezTo>
                <a:cubicBezTo>
                  <a:pt x="148276" y="8466"/>
                  <a:pt x="175719" y="2511"/>
                  <a:pt x="202078" y="667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7" name="任意多边形 81">
            <a:extLst>
              <a:ext uri="{FF2B5EF4-FFF2-40B4-BE49-F238E27FC236}">
                <a16:creationId xmlns:a16="http://schemas.microsoft.com/office/drawing/2014/main" id="{0C869E05-2CF0-4980-BC6C-A0911D1B6FC9}"/>
              </a:ext>
            </a:extLst>
          </p:cNvPr>
          <p:cNvSpPr/>
          <p:nvPr/>
        </p:nvSpPr>
        <p:spPr>
          <a:xfrm>
            <a:off x="9056613" y="1623620"/>
            <a:ext cx="596120" cy="1649135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0" name="上箭头 176">
            <a:extLst>
              <a:ext uri="{FF2B5EF4-FFF2-40B4-BE49-F238E27FC236}">
                <a16:creationId xmlns:a16="http://schemas.microsoft.com/office/drawing/2014/main" id="{2C850609-2796-48C8-A491-0B1EF91522D3}"/>
              </a:ext>
            </a:extLst>
          </p:cNvPr>
          <p:cNvSpPr/>
          <p:nvPr/>
        </p:nvSpPr>
        <p:spPr>
          <a:xfrm rot="10800000" flipH="1">
            <a:off x="10406679" y="3691158"/>
            <a:ext cx="125188" cy="425280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D8D3EA4F-EE65-44E7-BB82-D92E8BE4CCF3}"/>
              </a:ext>
            </a:extLst>
          </p:cNvPr>
          <p:cNvSpPr txBox="1"/>
          <p:nvPr/>
        </p:nvSpPr>
        <p:spPr>
          <a:xfrm>
            <a:off x="2564381" y="166005"/>
            <a:ext cx="6110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H</a:t>
            </a:r>
            <a:endParaRPr lang="zh-CN" altLang="en-US" sz="4800" dirty="0">
              <a:solidFill>
                <a:srgbClr val="FFFF00"/>
              </a:solidFill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D2AF5606-A2F0-45B1-A1AF-748EBDEB4DC9}"/>
              </a:ext>
            </a:extLst>
          </p:cNvPr>
          <p:cNvSpPr/>
          <p:nvPr/>
        </p:nvSpPr>
        <p:spPr>
          <a:xfrm>
            <a:off x="5389375" y="2138925"/>
            <a:ext cx="656767" cy="634676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317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4B0AAA-3BB7-448C-B21D-D676F8879856}"/>
              </a:ext>
            </a:extLst>
          </p:cNvPr>
          <p:cNvSpPr txBox="1"/>
          <p:nvPr/>
        </p:nvSpPr>
        <p:spPr>
          <a:xfrm>
            <a:off x="5196813" y="154977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加磁芯</a:t>
            </a: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375EFD99-D183-40AC-BD2F-46274A681D39}"/>
              </a:ext>
            </a:extLst>
          </p:cNvPr>
          <p:cNvCxnSpPr>
            <a:cxnSpLocks/>
          </p:cNvCxnSpPr>
          <p:nvPr/>
        </p:nvCxnSpPr>
        <p:spPr>
          <a:xfrm flipH="1" flipV="1">
            <a:off x="2772384" y="3844947"/>
            <a:ext cx="120183" cy="1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F1A0FF3-708B-48A3-B8FC-2675C4B22BCA}"/>
              </a:ext>
            </a:extLst>
          </p:cNvPr>
          <p:cNvCxnSpPr/>
          <p:nvPr/>
        </p:nvCxnSpPr>
        <p:spPr>
          <a:xfrm rot="10800000" flipV="1">
            <a:off x="9054432" y="3593707"/>
            <a:ext cx="136149" cy="1637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784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任意多边形 30">
            <a:extLst>
              <a:ext uri="{FF2B5EF4-FFF2-40B4-BE49-F238E27FC236}">
                <a16:creationId xmlns:a16="http://schemas.microsoft.com/office/drawing/2014/main" id="{479CC22A-40C0-45D1-92EE-A29096459F9A}"/>
              </a:ext>
            </a:extLst>
          </p:cNvPr>
          <p:cNvSpPr/>
          <p:nvPr/>
        </p:nvSpPr>
        <p:spPr>
          <a:xfrm>
            <a:off x="3479041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任意多边形 28">
            <a:extLst>
              <a:ext uri="{FF2B5EF4-FFF2-40B4-BE49-F238E27FC236}">
                <a16:creationId xmlns:a16="http://schemas.microsoft.com/office/drawing/2014/main" id="{80D876BB-A9D1-42E5-A062-122EDD48FBBB}"/>
              </a:ext>
            </a:extLst>
          </p:cNvPr>
          <p:cNvSpPr/>
          <p:nvPr/>
        </p:nvSpPr>
        <p:spPr>
          <a:xfrm>
            <a:off x="3024666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1" name="任意多边形 26">
            <a:extLst>
              <a:ext uri="{FF2B5EF4-FFF2-40B4-BE49-F238E27FC236}">
                <a16:creationId xmlns:a16="http://schemas.microsoft.com/office/drawing/2014/main" id="{467645BB-5A7F-46A7-8155-1CB1A09FFFED}"/>
              </a:ext>
            </a:extLst>
          </p:cNvPr>
          <p:cNvSpPr/>
          <p:nvPr/>
        </p:nvSpPr>
        <p:spPr>
          <a:xfrm>
            <a:off x="2571828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任意多边形 24">
            <a:extLst>
              <a:ext uri="{FF2B5EF4-FFF2-40B4-BE49-F238E27FC236}">
                <a16:creationId xmlns:a16="http://schemas.microsoft.com/office/drawing/2014/main" id="{BB8FF333-C6E6-4BEE-8D68-748A8AB7F815}"/>
              </a:ext>
            </a:extLst>
          </p:cNvPr>
          <p:cNvSpPr/>
          <p:nvPr/>
        </p:nvSpPr>
        <p:spPr>
          <a:xfrm>
            <a:off x="2117453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3" name="组合 342">
            <a:extLst>
              <a:ext uri="{FF2B5EF4-FFF2-40B4-BE49-F238E27FC236}">
                <a16:creationId xmlns:a16="http://schemas.microsoft.com/office/drawing/2014/main" id="{281453D4-AE1F-49C1-845C-4A74B91A408D}"/>
              </a:ext>
            </a:extLst>
          </p:cNvPr>
          <p:cNvGrpSpPr/>
          <p:nvPr/>
        </p:nvGrpSpPr>
        <p:grpSpPr>
          <a:xfrm>
            <a:off x="1997382" y="4497949"/>
            <a:ext cx="1753037" cy="923389"/>
            <a:chOff x="2362927" y="4768729"/>
            <a:chExt cx="1753037" cy="923389"/>
          </a:xfrm>
        </p:grpSpPr>
        <p:sp>
          <p:nvSpPr>
            <p:cNvPr id="359" name="椭圆 358">
              <a:extLst>
                <a:ext uri="{FF2B5EF4-FFF2-40B4-BE49-F238E27FC236}">
                  <a16:creationId xmlns:a16="http://schemas.microsoft.com/office/drawing/2014/main" id="{6C368635-ABF5-4AC8-9125-5889578DE8EC}"/>
                </a:ext>
              </a:extLst>
            </p:cNvPr>
            <p:cNvSpPr/>
            <p:nvPr/>
          </p:nvSpPr>
          <p:spPr>
            <a:xfrm>
              <a:off x="2362927" y="4768729"/>
              <a:ext cx="325160" cy="92338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0" name="椭圆 359">
              <a:extLst>
                <a:ext uri="{FF2B5EF4-FFF2-40B4-BE49-F238E27FC236}">
                  <a16:creationId xmlns:a16="http://schemas.microsoft.com/office/drawing/2014/main" id="{7F3C5629-131E-4C33-B210-40C5FC63258B}"/>
                </a:ext>
              </a:extLst>
            </p:cNvPr>
            <p:cNvSpPr/>
            <p:nvPr/>
          </p:nvSpPr>
          <p:spPr>
            <a:xfrm>
              <a:off x="2414021" y="4969935"/>
              <a:ext cx="159682" cy="5277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1" name="椭圆 360">
              <a:extLst>
                <a:ext uri="{FF2B5EF4-FFF2-40B4-BE49-F238E27FC236}">
                  <a16:creationId xmlns:a16="http://schemas.microsoft.com/office/drawing/2014/main" id="{C4FF0223-5747-434C-9298-78FE4F0747A7}"/>
                </a:ext>
              </a:extLst>
            </p:cNvPr>
            <p:cNvSpPr/>
            <p:nvPr/>
          </p:nvSpPr>
          <p:spPr>
            <a:xfrm>
              <a:off x="2414719" y="5126488"/>
              <a:ext cx="99973" cy="1991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2" name="任意多边形 35">
              <a:extLst>
                <a:ext uri="{FF2B5EF4-FFF2-40B4-BE49-F238E27FC236}">
                  <a16:creationId xmlns:a16="http://schemas.microsoft.com/office/drawing/2014/main" id="{242B9962-B5F7-414A-BFC2-361BEA60221D}"/>
                </a:ext>
              </a:extLst>
            </p:cNvPr>
            <p:cNvSpPr/>
            <p:nvPr/>
          </p:nvSpPr>
          <p:spPr>
            <a:xfrm>
              <a:off x="2544640" y="4768729"/>
              <a:ext cx="1571324" cy="923389"/>
            </a:xfrm>
            <a:custGeom>
              <a:avLst/>
              <a:gdLst>
                <a:gd name="connsiteX0" fmla="*/ 0 w 751645"/>
                <a:gd name="connsiteY0" fmla="*/ 0 h 422278"/>
                <a:gd name="connsiteX1" fmla="*/ 686044 w 751645"/>
                <a:gd name="connsiteY1" fmla="*/ 0 h 422278"/>
                <a:gd name="connsiteX2" fmla="*/ 751645 w 751645"/>
                <a:gd name="connsiteY2" fmla="*/ 211139 h 422278"/>
                <a:gd name="connsiteX3" fmla="*/ 686044 w 751645"/>
                <a:gd name="connsiteY3" fmla="*/ 422278 h 422278"/>
                <a:gd name="connsiteX4" fmla="*/ 686041 w 751645"/>
                <a:gd name="connsiteY4" fmla="*/ 422277 h 422278"/>
                <a:gd name="connsiteX5" fmla="*/ 0 w 751645"/>
                <a:gd name="connsiteY5" fmla="*/ 422277 h 422278"/>
                <a:gd name="connsiteX6" fmla="*/ 0 w 751645"/>
                <a:gd name="connsiteY6" fmla="*/ 419773 h 422278"/>
                <a:gd name="connsiteX7" fmla="*/ 6235 w 751645"/>
                <a:gd name="connsiteY7" fmla="*/ 417989 h 422278"/>
                <a:gd name="connsiteX8" fmla="*/ 65601 w 751645"/>
                <a:gd name="connsiteY8" fmla="*/ 211139 h 422278"/>
                <a:gd name="connsiteX9" fmla="*/ 6235 w 751645"/>
                <a:gd name="connsiteY9" fmla="*/ 4290 h 422278"/>
                <a:gd name="connsiteX10" fmla="*/ 0 w 751645"/>
                <a:gd name="connsiteY10" fmla="*/ 2505 h 42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45" h="422278">
                  <a:moveTo>
                    <a:pt x="0" y="0"/>
                  </a:moveTo>
                  <a:lnTo>
                    <a:pt x="686044" y="0"/>
                  </a:lnTo>
                  <a:cubicBezTo>
                    <a:pt x="722274" y="0"/>
                    <a:pt x="751645" y="94530"/>
                    <a:pt x="751645" y="211139"/>
                  </a:cubicBezTo>
                  <a:cubicBezTo>
                    <a:pt x="751645" y="327748"/>
                    <a:pt x="722274" y="422278"/>
                    <a:pt x="686044" y="422278"/>
                  </a:cubicBezTo>
                  <a:lnTo>
                    <a:pt x="686041" y="422277"/>
                  </a:lnTo>
                  <a:lnTo>
                    <a:pt x="0" y="422277"/>
                  </a:lnTo>
                  <a:lnTo>
                    <a:pt x="0" y="419773"/>
                  </a:lnTo>
                  <a:lnTo>
                    <a:pt x="6235" y="417989"/>
                  </a:lnTo>
                  <a:cubicBezTo>
                    <a:pt x="40115" y="398301"/>
                    <a:pt x="65601" y="313172"/>
                    <a:pt x="65601" y="211139"/>
                  </a:cubicBezTo>
                  <a:cubicBezTo>
                    <a:pt x="65601" y="109106"/>
                    <a:pt x="40115" y="23978"/>
                    <a:pt x="6235" y="4290"/>
                  </a:cubicBezTo>
                  <a:lnTo>
                    <a:pt x="0" y="2505"/>
                  </a:lnTo>
                  <a:close/>
                </a:path>
              </a:pathLst>
            </a:custGeom>
            <a:gradFill>
              <a:gsLst>
                <a:gs pos="26000">
                  <a:schemeClr val="accent1">
                    <a:lumMod val="5000"/>
                    <a:lumOff val="95000"/>
                  </a:schemeClr>
                </a:gs>
                <a:gs pos="93000">
                  <a:schemeClr val="accent6"/>
                </a:gs>
              </a:gsLst>
              <a:lin ang="540000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3" name="椭圆 362">
              <a:extLst>
                <a:ext uri="{FF2B5EF4-FFF2-40B4-BE49-F238E27FC236}">
                  <a16:creationId xmlns:a16="http://schemas.microsoft.com/office/drawing/2014/main" id="{04D2A5BF-738F-435D-AC03-DE5B4FFDB488}"/>
                </a:ext>
              </a:extLst>
            </p:cNvPr>
            <p:cNvSpPr/>
            <p:nvPr/>
          </p:nvSpPr>
          <p:spPr>
            <a:xfrm>
              <a:off x="3655422" y="5022820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4" name="椭圆 363">
              <a:extLst>
                <a:ext uri="{FF2B5EF4-FFF2-40B4-BE49-F238E27FC236}">
                  <a16:creationId xmlns:a16="http://schemas.microsoft.com/office/drawing/2014/main" id="{11BCA049-A125-4877-AE11-8AC87933640E}"/>
                </a:ext>
              </a:extLst>
            </p:cNvPr>
            <p:cNvSpPr/>
            <p:nvPr/>
          </p:nvSpPr>
          <p:spPr>
            <a:xfrm>
              <a:off x="2777942" y="5022822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365" name="直接连接符 364">
              <a:extLst>
                <a:ext uri="{FF2B5EF4-FFF2-40B4-BE49-F238E27FC236}">
                  <a16:creationId xmlns:a16="http://schemas.microsoft.com/office/drawing/2014/main" id="{484D4527-A1FB-4284-AB93-D48CA372A80D}"/>
                </a:ext>
              </a:extLst>
            </p:cNvPr>
            <p:cNvCxnSpPr/>
            <p:nvPr/>
          </p:nvCxnSpPr>
          <p:spPr>
            <a:xfrm>
              <a:off x="2845445" y="5207577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接连接符 365">
              <a:extLst>
                <a:ext uri="{FF2B5EF4-FFF2-40B4-BE49-F238E27FC236}">
                  <a16:creationId xmlns:a16="http://schemas.microsoft.com/office/drawing/2014/main" id="{435D9441-CE42-431A-A73D-3351074B4C60}"/>
                </a:ext>
              </a:extLst>
            </p:cNvPr>
            <p:cNvCxnSpPr/>
            <p:nvPr/>
          </p:nvCxnSpPr>
          <p:spPr>
            <a:xfrm>
              <a:off x="3725622" y="5199858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接连接符 366">
              <a:extLst>
                <a:ext uri="{FF2B5EF4-FFF2-40B4-BE49-F238E27FC236}">
                  <a16:creationId xmlns:a16="http://schemas.microsoft.com/office/drawing/2014/main" id="{A007F4DF-6C14-4FC6-B477-2EDB0ACB87E1}"/>
                </a:ext>
              </a:extLst>
            </p:cNvPr>
            <p:cNvCxnSpPr/>
            <p:nvPr/>
          </p:nvCxnSpPr>
          <p:spPr>
            <a:xfrm>
              <a:off x="2959998" y="5080876"/>
              <a:ext cx="0" cy="2447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4" name="任意多边形 44">
            <a:extLst>
              <a:ext uri="{FF2B5EF4-FFF2-40B4-BE49-F238E27FC236}">
                <a16:creationId xmlns:a16="http://schemas.microsoft.com/office/drawing/2014/main" id="{AB67EC7F-DE79-481D-BD7F-9B72A8B88808}"/>
              </a:ext>
            </a:extLst>
          </p:cNvPr>
          <p:cNvSpPr/>
          <p:nvPr/>
        </p:nvSpPr>
        <p:spPr>
          <a:xfrm>
            <a:off x="1191645" y="1756736"/>
            <a:ext cx="900352" cy="3300830"/>
          </a:xfrm>
          <a:custGeom>
            <a:avLst/>
            <a:gdLst>
              <a:gd name="connsiteX0" fmla="*/ 416392 w 900352"/>
              <a:gd name="connsiteY0" fmla="*/ 235 h 3300830"/>
              <a:gd name="connsiteX1" fmla="*/ 529862 w 900352"/>
              <a:gd name="connsiteY1" fmla="*/ 60692 h 3300830"/>
              <a:gd name="connsiteX2" fmla="*/ 276793 w 900352"/>
              <a:gd name="connsiteY2" fmla="*/ 438719 h 3300830"/>
              <a:gd name="connsiteX3" fmla="*/ 226120 w 900352"/>
              <a:gd name="connsiteY3" fmla="*/ 815637 h 3300830"/>
              <a:gd name="connsiteX4" fmla="*/ 212865 w 900352"/>
              <a:gd name="connsiteY4" fmla="*/ 2094683 h 3300830"/>
              <a:gd name="connsiteX5" fmla="*/ 219492 w 900352"/>
              <a:gd name="connsiteY5" fmla="*/ 3082133 h 3300830"/>
              <a:gd name="connsiteX6" fmla="*/ 378545 w 900352"/>
              <a:gd name="connsiteY6" fmla="*/ 3128523 h 3300830"/>
              <a:gd name="connsiteX7" fmla="*/ 795229 w 900352"/>
              <a:gd name="connsiteY7" fmla="*/ 3125883 h 3300830"/>
              <a:gd name="connsiteX8" fmla="*/ 900352 w 900352"/>
              <a:gd name="connsiteY8" fmla="*/ 3125745 h 3300830"/>
              <a:gd name="connsiteX9" fmla="*/ 900352 w 900352"/>
              <a:gd name="connsiteY9" fmla="*/ 3300830 h 3300830"/>
              <a:gd name="connsiteX10" fmla="*/ 80322 w 900352"/>
              <a:gd name="connsiteY10" fmla="*/ 3300830 h 3300830"/>
              <a:gd name="connsiteX11" fmla="*/ 14050 w 900352"/>
              <a:gd name="connsiteY11" fmla="*/ 1736816 h 3300830"/>
              <a:gd name="connsiteX12" fmla="*/ 73694 w 900352"/>
              <a:gd name="connsiteY12" fmla="*/ 570432 h 3300830"/>
              <a:gd name="connsiteX13" fmla="*/ 385170 w 900352"/>
              <a:gd name="connsiteY13" fmla="*/ 7121 h 3300830"/>
              <a:gd name="connsiteX14" fmla="*/ 416392 w 900352"/>
              <a:gd name="connsiteY14" fmla="*/ 235 h 3300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00352" h="3300830">
                <a:moveTo>
                  <a:pt x="416392" y="235"/>
                </a:moveTo>
                <a:cubicBezTo>
                  <a:pt x="441709" y="3187"/>
                  <a:pt x="480159" y="20929"/>
                  <a:pt x="529862" y="60692"/>
                </a:cubicBezTo>
                <a:cubicBezTo>
                  <a:pt x="408784" y="124897"/>
                  <a:pt x="327416" y="312894"/>
                  <a:pt x="276793" y="438719"/>
                </a:cubicBezTo>
                <a:cubicBezTo>
                  <a:pt x="226170" y="564543"/>
                  <a:pt x="236773" y="539644"/>
                  <a:pt x="226120" y="815637"/>
                </a:cubicBezTo>
                <a:cubicBezTo>
                  <a:pt x="215466" y="1091631"/>
                  <a:pt x="213969" y="1716934"/>
                  <a:pt x="212865" y="2094683"/>
                </a:cubicBezTo>
                <a:cubicBezTo>
                  <a:pt x="211761" y="2472433"/>
                  <a:pt x="198507" y="2969471"/>
                  <a:pt x="219492" y="3082133"/>
                </a:cubicBezTo>
                <a:cubicBezTo>
                  <a:pt x="227224" y="3135151"/>
                  <a:pt x="317796" y="3134046"/>
                  <a:pt x="378545" y="3128523"/>
                </a:cubicBezTo>
                <a:cubicBezTo>
                  <a:pt x="393732" y="3127143"/>
                  <a:pt x="557134" y="3126315"/>
                  <a:pt x="795229" y="3125883"/>
                </a:cubicBezTo>
                <a:lnTo>
                  <a:pt x="900352" y="3125745"/>
                </a:lnTo>
                <a:lnTo>
                  <a:pt x="900352" y="3300830"/>
                </a:lnTo>
                <a:lnTo>
                  <a:pt x="80322" y="3300830"/>
                </a:lnTo>
                <a:cubicBezTo>
                  <a:pt x="-24609" y="3230139"/>
                  <a:pt x="-2517" y="2301230"/>
                  <a:pt x="14050" y="1736816"/>
                </a:cubicBezTo>
                <a:cubicBezTo>
                  <a:pt x="30617" y="1119384"/>
                  <a:pt x="11841" y="858713"/>
                  <a:pt x="73694" y="570432"/>
                </a:cubicBezTo>
                <a:cubicBezTo>
                  <a:pt x="135547" y="282150"/>
                  <a:pt x="280239" y="83333"/>
                  <a:pt x="385170" y="7121"/>
                </a:cubicBezTo>
                <a:cubicBezTo>
                  <a:pt x="398149" y="1323"/>
                  <a:pt x="407951" y="-748"/>
                  <a:pt x="416392" y="23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5" name="任意多边形 10">
            <a:extLst>
              <a:ext uri="{FF2B5EF4-FFF2-40B4-BE49-F238E27FC236}">
                <a16:creationId xmlns:a16="http://schemas.microsoft.com/office/drawing/2014/main" id="{442FC7E9-6682-4B31-A50B-A19A593A02A3}"/>
              </a:ext>
            </a:extLst>
          </p:cNvPr>
          <p:cNvSpPr/>
          <p:nvPr/>
        </p:nvSpPr>
        <p:spPr>
          <a:xfrm>
            <a:off x="1663078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6" name="椭圆 345">
            <a:extLst>
              <a:ext uri="{FF2B5EF4-FFF2-40B4-BE49-F238E27FC236}">
                <a16:creationId xmlns:a16="http://schemas.microsoft.com/office/drawing/2014/main" id="{26C3E790-9152-4C8D-9B75-646872BE7AA1}"/>
              </a:ext>
            </a:extLst>
          </p:cNvPr>
          <p:cNvSpPr/>
          <p:nvPr/>
        </p:nvSpPr>
        <p:spPr>
          <a:xfrm>
            <a:off x="1078631" y="1183854"/>
            <a:ext cx="3636682" cy="1226921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椭圆 346">
            <a:extLst>
              <a:ext uri="{FF2B5EF4-FFF2-40B4-BE49-F238E27FC236}">
                <a16:creationId xmlns:a16="http://schemas.microsoft.com/office/drawing/2014/main" id="{ACDECCA0-9E31-4D93-98ED-566D93D77B0A}"/>
              </a:ext>
            </a:extLst>
          </p:cNvPr>
          <p:cNvSpPr/>
          <p:nvPr/>
        </p:nvSpPr>
        <p:spPr>
          <a:xfrm>
            <a:off x="1078631" y="2690626"/>
            <a:ext cx="3636682" cy="1159440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8" name="直接箭头连接符 347">
            <a:extLst>
              <a:ext uri="{FF2B5EF4-FFF2-40B4-BE49-F238E27FC236}">
                <a16:creationId xmlns:a16="http://schemas.microsoft.com/office/drawing/2014/main" id="{420705B0-7645-4EDD-A23F-10071690A75E}"/>
              </a:ext>
            </a:extLst>
          </p:cNvPr>
          <p:cNvCxnSpPr/>
          <p:nvPr/>
        </p:nvCxnSpPr>
        <p:spPr>
          <a:xfrm>
            <a:off x="909405" y="2552520"/>
            <a:ext cx="4047031" cy="0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9" name="任意多边形 7">
            <a:extLst>
              <a:ext uri="{FF2B5EF4-FFF2-40B4-BE49-F238E27FC236}">
                <a16:creationId xmlns:a16="http://schemas.microsoft.com/office/drawing/2014/main" id="{BC0ECBB8-B9DD-4577-A563-7D03091DFA6C}"/>
              </a:ext>
            </a:extLst>
          </p:cNvPr>
          <p:cNvSpPr/>
          <p:nvPr/>
        </p:nvSpPr>
        <p:spPr>
          <a:xfrm>
            <a:off x="1578339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0" name="任意多边形 25">
            <a:extLst>
              <a:ext uri="{FF2B5EF4-FFF2-40B4-BE49-F238E27FC236}">
                <a16:creationId xmlns:a16="http://schemas.microsoft.com/office/drawing/2014/main" id="{0549B095-3F82-455E-8F9A-22DE9C2E30D3}"/>
              </a:ext>
            </a:extLst>
          </p:cNvPr>
          <p:cNvSpPr/>
          <p:nvPr/>
        </p:nvSpPr>
        <p:spPr>
          <a:xfrm>
            <a:off x="2032714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1" name="任意多边形 27">
            <a:extLst>
              <a:ext uri="{FF2B5EF4-FFF2-40B4-BE49-F238E27FC236}">
                <a16:creationId xmlns:a16="http://schemas.microsoft.com/office/drawing/2014/main" id="{77F4D611-5875-4C81-897F-B04BBCBF241E}"/>
              </a:ext>
            </a:extLst>
          </p:cNvPr>
          <p:cNvSpPr/>
          <p:nvPr/>
        </p:nvSpPr>
        <p:spPr>
          <a:xfrm>
            <a:off x="2487089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2" name="任意多边形 31">
            <a:extLst>
              <a:ext uri="{FF2B5EF4-FFF2-40B4-BE49-F238E27FC236}">
                <a16:creationId xmlns:a16="http://schemas.microsoft.com/office/drawing/2014/main" id="{A3D51A33-03C5-4647-A05C-D1C558A810ED}"/>
              </a:ext>
            </a:extLst>
          </p:cNvPr>
          <p:cNvSpPr/>
          <p:nvPr/>
        </p:nvSpPr>
        <p:spPr>
          <a:xfrm>
            <a:off x="3394302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3" name="任意多边形 45">
            <a:extLst>
              <a:ext uri="{FF2B5EF4-FFF2-40B4-BE49-F238E27FC236}">
                <a16:creationId xmlns:a16="http://schemas.microsoft.com/office/drawing/2014/main" id="{BF717DEB-2FA2-4AAE-8081-A133F9E2428C}"/>
              </a:ext>
            </a:extLst>
          </p:cNvPr>
          <p:cNvSpPr/>
          <p:nvPr/>
        </p:nvSpPr>
        <p:spPr>
          <a:xfrm>
            <a:off x="3750024" y="1726630"/>
            <a:ext cx="674323" cy="3306436"/>
          </a:xfrm>
          <a:custGeom>
            <a:avLst/>
            <a:gdLst>
              <a:gd name="connsiteX0" fmla="*/ 202078 w 674323"/>
              <a:gd name="connsiteY0" fmla="*/ 667 h 3306436"/>
              <a:gd name="connsiteX1" fmla="*/ 277035 w 674323"/>
              <a:gd name="connsiteY1" fmla="*/ 3921 h 3306436"/>
              <a:gd name="connsiteX2" fmla="*/ 400504 w 674323"/>
              <a:gd name="connsiteY2" fmla="*/ 56049 h 3306436"/>
              <a:gd name="connsiteX3" fmla="*/ 643645 w 674323"/>
              <a:gd name="connsiteY3" fmla="*/ 698886 h 3306436"/>
              <a:gd name="connsiteX4" fmla="*/ 663526 w 674323"/>
              <a:gd name="connsiteY4" fmla="*/ 2402071 h 3306436"/>
              <a:gd name="connsiteX5" fmla="*/ 577373 w 674323"/>
              <a:gd name="connsiteY5" fmla="*/ 3296741 h 3306436"/>
              <a:gd name="connsiteX6" fmla="*/ 124291 w 674323"/>
              <a:gd name="connsiteY6" fmla="*/ 3305693 h 3306436"/>
              <a:gd name="connsiteX7" fmla="*/ 0 w 674323"/>
              <a:gd name="connsiteY7" fmla="*/ 3306436 h 3306436"/>
              <a:gd name="connsiteX8" fmla="*/ 0 w 674323"/>
              <a:gd name="connsiteY8" fmla="*/ 3135966 h 3306436"/>
              <a:gd name="connsiteX9" fmla="*/ 7022 w 674323"/>
              <a:gd name="connsiteY9" fmla="*/ 3135981 h 3306436"/>
              <a:gd name="connsiteX10" fmla="*/ 444829 w 674323"/>
              <a:gd name="connsiteY10" fmla="*/ 3137688 h 3306436"/>
              <a:gd name="connsiteX11" fmla="*/ 471338 w 674323"/>
              <a:gd name="connsiteY11" fmla="*/ 2594259 h 3306436"/>
              <a:gd name="connsiteX12" fmla="*/ 451456 w 674323"/>
              <a:gd name="connsiteY12" fmla="*/ 1308587 h 3306436"/>
              <a:gd name="connsiteX13" fmla="*/ 365303 w 674323"/>
              <a:gd name="connsiteY13" fmla="*/ 354273 h 3306436"/>
              <a:gd name="connsiteX14" fmla="*/ 120615 w 674323"/>
              <a:gd name="connsiteY14" fmla="*/ 22083 h 3306436"/>
              <a:gd name="connsiteX15" fmla="*/ 202078 w 674323"/>
              <a:gd name="connsiteY15" fmla="*/ 667 h 3306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74323" h="3306436">
                <a:moveTo>
                  <a:pt x="202078" y="667"/>
                </a:moveTo>
                <a:cubicBezTo>
                  <a:pt x="228437" y="-1178"/>
                  <a:pt x="253712" y="1091"/>
                  <a:pt x="277035" y="3921"/>
                </a:cubicBezTo>
                <a:cubicBezTo>
                  <a:pt x="323684" y="9582"/>
                  <a:pt x="350327" y="28036"/>
                  <a:pt x="400504" y="56049"/>
                </a:cubicBezTo>
                <a:cubicBezTo>
                  <a:pt x="444224" y="80458"/>
                  <a:pt x="599807" y="307882"/>
                  <a:pt x="643645" y="698886"/>
                </a:cubicBezTo>
                <a:cubicBezTo>
                  <a:pt x="687482" y="1089890"/>
                  <a:pt x="674572" y="1969096"/>
                  <a:pt x="663526" y="2402071"/>
                </a:cubicBezTo>
                <a:cubicBezTo>
                  <a:pt x="652480" y="2835046"/>
                  <a:pt x="732006" y="3284591"/>
                  <a:pt x="577373" y="3296741"/>
                </a:cubicBezTo>
                <a:cubicBezTo>
                  <a:pt x="519386" y="3301297"/>
                  <a:pt x="345526" y="3303990"/>
                  <a:pt x="124291" y="3305693"/>
                </a:cubicBezTo>
                <a:lnTo>
                  <a:pt x="0" y="3306436"/>
                </a:lnTo>
                <a:lnTo>
                  <a:pt x="0" y="3135966"/>
                </a:lnTo>
                <a:lnTo>
                  <a:pt x="7022" y="3135981"/>
                </a:lnTo>
                <a:lnTo>
                  <a:pt x="444829" y="3137688"/>
                </a:lnTo>
                <a:cubicBezTo>
                  <a:pt x="490116" y="3073625"/>
                  <a:pt x="470234" y="2899110"/>
                  <a:pt x="471338" y="2594259"/>
                </a:cubicBezTo>
                <a:cubicBezTo>
                  <a:pt x="472442" y="2289409"/>
                  <a:pt x="469130" y="1681917"/>
                  <a:pt x="451456" y="1308587"/>
                </a:cubicBezTo>
                <a:cubicBezTo>
                  <a:pt x="433783" y="935256"/>
                  <a:pt x="421635" y="571865"/>
                  <a:pt x="365303" y="354273"/>
                </a:cubicBezTo>
                <a:cubicBezTo>
                  <a:pt x="308971" y="136680"/>
                  <a:pt x="233812" y="83694"/>
                  <a:pt x="120615" y="22083"/>
                </a:cubicBezTo>
                <a:cubicBezTo>
                  <a:pt x="148276" y="8466"/>
                  <a:pt x="175719" y="2511"/>
                  <a:pt x="202078" y="667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354" name="直接箭头连接符 353">
            <a:extLst>
              <a:ext uri="{FF2B5EF4-FFF2-40B4-BE49-F238E27FC236}">
                <a16:creationId xmlns:a16="http://schemas.microsoft.com/office/drawing/2014/main" id="{CA3BF6D4-12B9-4222-947A-86878DACAC34}"/>
              </a:ext>
            </a:extLst>
          </p:cNvPr>
          <p:cNvCxnSpPr/>
          <p:nvPr/>
        </p:nvCxnSpPr>
        <p:spPr>
          <a:xfrm flipH="1" flipV="1">
            <a:off x="2898921" y="1183854"/>
            <a:ext cx="141877" cy="1978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上箭头 56">
            <a:extLst>
              <a:ext uri="{FF2B5EF4-FFF2-40B4-BE49-F238E27FC236}">
                <a16:creationId xmlns:a16="http://schemas.microsoft.com/office/drawing/2014/main" id="{9D6EF54B-B45B-46AE-9DF7-7DDB33A392BA}"/>
              </a:ext>
            </a:extLst>
          </p:cNvPr>
          <p:cNvSpPr/>
          <p:nvPr/>
        </p:nvSpPr>
        <p:spPr>
          <a:xfrm flipH="1">
            <a:off x="1232468" y="3845660"/>
            <a:ext cx="144751" cy="453583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7" name="上箭头 57">
            <a:extLst>
              <a:ext uri="{FF2B5EF4-FFF2-40B4-BE49-F238E27FC236}">
                <a16:creationId xmlns:a16="http://schemas.microsoft.com/office/drawing/2014/main" id="{457C7E1A-2FFC-49AD-8B8F-FCB1E72D61A6}"/>
              </a:ext>
            </a:extLst>
          </p:cNvPr>
          <p:cNvSpPr/>
          <p:nvPr/>
        </p:nvSpPr>
        <p:spPr>
          <a:xfrm rot="10800000" flipH="1">
            <a:off x="4255559" y="3864488"/>
            <a:ext cx="122435" cy="415926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" name="任意多边形 29">
            <a:extLst>
              <a:ext uri="{FF2B5EF4-FFF2-40B4-BE49-F238E27FC236}">
                <a16:creationId xmlns:a16="http://schemas.microsoft.com/office/drawing/2014/main" id="{58AFFF73-1753-42FD-9FA7-30C6E0DFD4A5}"/>
              </a:ext>
            </a:extLst>
          </p:cNvPr>
          <p:cNvSpPr/>
          <p:nvPr/>
        </p:nvSpPr>
        <p:spPr>
          <a:xfrm>
            <a:off x="2939927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1" name="任意多边形 65">
            <a:extLst>
              <a:ext uri="{FF2B5EF4-FFF2-40B4-BE49-F238E27FC236}">
                <a16:creationId xmlns:a16="http://schemas.microsoft.com/office/drawing/2014/main" id="{AC0B5FFC-F16D-42F8-A9B2-C58DE7D22338}"/>
              </a:ext>
            </a:extLst>
          </p:cNvPr>
          <p:cNvSpPr/>
          <p:nvPr/>
        </p:nvSpPr>
        <p:spPr>
          <a:xfrm>
            <a:off x="9607852" y="1664257"/>
            <a:ext cx="543161" cy="159023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2" name="任意多边形 66">
            <a:extLst>
              <a:ext uri="{FF2B5EF4-FFF2-40B4-BE49-F238E27FC236}">
                <a16:creationId xmlns:a16="http://schemas.microsoft.com/office/drawing/2014/main" id="{E0232542-E382-49B3-B16B-C76449E5BDFD}"/>
              </a:ext>
            </a:extLst>
          </p:cNvPr>
          <p:cNvSpPr/>
          <p:nvPr/>
        </p:nvSpPr>
        <p:spPr>
          <a:xfrm>
            <a:off x="9143258" y="1664257"/>
            <a:ext cx="543161" cy="159023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3" name="任意多边形 67">
            <a:extLst>
              <a:ext uri="{FF2B5EF4-FFF2-40B4-BE49-F238E27FC236}">
                <a16:creationId xmlns:a16="http://schemas.microsoft.com/office/drawing/2014/main" id="{1791C25E-D028-4F52-9999-E12F7C034E0A}"/>
              </a:ext>
            </a:extLst>
          </p:cNvPr>
          <p:cNvSpPr/>
          <p:nvPr/>
        </p:nvSpPr>
        <p:spPr>
          <a:xfrm>
            <a:off x="8680236" y="1664257"/>
            <a:ext cx="543161" cy="159023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4" name="任意多边形 68">
            <a:extLst>
              <a:ext uri="{FF2B5EF4-FFF2-40B4-BE49-F238E27FC236}">
                <a16:creationId xmlns:a16="http://schemas.microsoft.com/office/drawing/2014/main" id="{7B1E7A26-EDF7-45B5-B6F3-84EFFEB24E51}"/>
              </a:ext>
            </a:extLst>
          </p:cNvPr>
          <p:cNvSpPr/>
          <p:nvPr/>
        </p:nvSpPr>
        <p:spPr>
          <a:xfrm>
            <a:off x="8215643" y="1664257"/>
            <a:ext cx="543161" cy="159023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5" name="组合 374">
            <a:extLst>
              <a:ext uri="{FF2B5EF4-FFF2-40B4-BE49-F238E27FC236}">
                <a16:creationId xmlns:a16="http://schemas.microsoft.com/office/drawing/2014/main" id="{13CD0399-0192-48B2-BA6A-0B6496C32780}"/>
              </a:ext>
            </a:extLst>
          </p:cNvPr>
          <p:cNvGrpSpPr/>
          <p:nvPr/>
        </p:nvGrpSpPr>
        <p:grpSpPr>
          <a:xfrm>
            <a:off x="8092871" y="4471930"/>
            <a:ext cx="1792461" cy="944155"/>
            <a:chOff x="2362927" y="4768729"/>
            <a:chExt cx="1753037" cy="923389"/>
          </a:xfrm>
        </p:grpSpPr>
        <p:sp>
          <p:nvSpPr>
            <p:cNvPr id="416" name="椭圆 415">
              <a:extLst>
                <a:ext uri="{FF2B5EF4-FFF2-40B4-BE49-F238E27FC236}">
                  <a16:creationId xmlns:a16="http://schemas.microsoft.com/office/drawing/2014/main" id="{CDC1A571-EC25-4D25-A0A7-2B846B4F8CE5}"/>
                </a:ext>
              </a:extLst>
            </p:cNvPr>
            <p:cNvSpPr/>
            <p:nvPr/>
          </p:nvSpPr>
          <p:spPr>
            <a:xfrm>
              <a:off x="2362927" y="4768729"/>
              <a:ext cx="325160" cy="92338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7" name="椭圆 416">
              <a:extLst>
                <a:ext uri="{FF2B5EF4-FFF2-40B4-BE49-F238E27FC236}">
                  <a16:creationId xmlns:a16="http://schemas.microsoft.com/office/drawing/2014/main" id="{3D54FDE4-6FF1-40B6-AEB9-4422CC11564D}"/>
                </a:ext>
              </a:extLst>
            </p:cNvPr>
            <p:cNvSpPr/>
            <p:nvPr/>
          </p:nvSpPr>
          <p:spPr>
            <a:xfrm>
              <a:off x="2414021" y="4969935"/>
              <a:ext cx="159682" cy="5277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8" name="椭圆 417">
              <a:extLst>
                <a:ext uri="{FF2B5EF4-FFF2-40B4-BE49-F238E27FC236}">
                  <a16:creationId xmlns:a16="http://schemas.microsoft.com/office/drawing/2014/main" id="{4538F8A9-7490-45B7-981B-BCD90FDBB8A6}"/>
                </a:ext>
              </a:extLst>
            </p:cNvPr>
            <p:cNvSpPr/>
            <p:nvPr/>
          </p:nvSpPr>
          <p:spPr>
            <a:xfrm>
              <a:off x="2414719" y="5126488"/>
              <a:ext cx="99973" cy="1991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9" name="任意多边形 73">
              <a:extLst>
                <a:ext uri="{FF2B5EF4-FFF2-40B4-BE49-F238E27FC236}">
                  <a16:creationId xmlns:a16="http://schemas.microsoft.com/office/drawing/2014/main" id="{E9F0D761-7159-4032-8A19-F97CB3AB452F}"/>
                </a:ext>
              </a:extLst>
            </p:cNvPr>
            <p:cNvSpPr/>
            <p:nvPr/>
          </p:nvSpPr>
          <p:spPr>
            <a:xfrm>
              <a:off x="2544640" y="4768729"/>
              <a:ext cx="1571324" cy="923389"/>
            </a:xfrm>
            <a:custGeom>
              <a:avLst/>
              <a:gdLst>
                <a:gd name="connsiteX0" fmla="*/ 0 w 751645"/>
                <a:gd name="connsiteY0" fmla="*/ 0 h 422278"/>
                <a:gd name="connsiteX1" fmla="*/ 686044 w 751645"/>
                <a:gd name="connsiteY1" fmla="*/ 0 h 422278"/>
                <a:gd name="connsiteX2" fmla="*/ 751645 w 751645"/>
                <a:gd name="connsiteY2" fmla="*/ 211139 h 422278"/>
                <a:gd name="connsiteX3" fmla="*/ 686044 w 751645"/>
                <a:gd name="connsiteY3" fmla="*/ 422278 h 422278"/>
                <a:gd name="connsiteX4" fmla="*/ 686041 w 751645"/>
                <a:gd name="connsiteY4" fmla="*/ 422277 h 422278"/>
                <a:gd name="connsiteX5" fmla="*/ 0 w 751645"/>
                <a:gd name="connsiteY5" fmla="*/ 422277 h 422278"/>
                <a:gd name="connsiteX6" fmla="*/ 0 w 751645"/>
                <a:gd name="connsiteY6" fmla="*/ 419773 h 422278"/>
                <a:gd name="connsiteX7" fmla="*/ 6235 w 751645"/>
                <a:gd name="connsiteY7" fmla="*/ 417989 h 422278"/>
                <a:gd name="connsiteX8" fmla="*/ 65601 w 751645"/>
                <a:gd name="connsiteY8" fmla="*/ 211139 h 422278"/>
                <a:gd name="connsiteX9" fmla="*/ 6235 w 751645"/>
                <a:gd name="connsiteY9" fmla="*/ 4290 h 422278"/>
                <a:gd name="connsiteX10" fmla="*/ 0 w 751645"/>
                <a:gd name="connsiteY10" fmla="*/ 2505 h 42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45" h="422278">
                  <a:moveTo>
                    <a:pt x="0" y="0"/>
                  </a:moveTo>
                  <a:lnTo>
                    <a:pt x="686044" y="0"/>
                  </a:lnTo>
                  <a:cubicBezTo>
                    <a:pt x="722274" y="0"/>
                    <a:pt x="751645" y="94530"/>
                    <a:pt x="751645" y="211139"/>
                  </a:cubicBezTo>
                  <a:cubicBezTo>
                    <a:pt x="751645" y="327748"/>
                    <a:pt x="722274" y="422278"/>
                    <a:pt x="686044" y="422278"/>
                  </a:cubicBezTo>
                  <a:lnTo>
                    <a:pt x="686041" y="422277"/>
                  </a:lnTo>
                  <a:lnTo>
                    <a:pt x="0" y="422277"/>
                  </a:lnTo>
                  <a:lnTo>
                    <a:pt x="0" y="419773"/>
                  </a:lnTo>
                  <a:lnTo>
                    <a:pt x="6235" y="417989"/>
                  </a:lnTo>
                  <a:cubicBezTo>
                    <a:pt x="40115" y="398301"/>
                    <a:pt x="65601" y="313172"/>
                    <a:pt x="65601" y="211139"/>
                  </a:cubicBezTo>
                  <a:cubicBezTo>
                    <a:pt x="65601" y="109106"/>
                    <a:pt x="40115" y="23978"/>
                    <a:pt x="6235" y="4290"/>
                  </a:cubicBezTo>
                  <a:lnTo>
                    <a:pt x="0" y="2505"/>
                  </a:lnTo>
                  <a:close/>
                </a:path>
              </a:pathLst>
            </a:custGeom>
            <a:gradFill>
              <a:gsLst>
                <a:gs pos="26000">
                  <a:schemeClr val="accent1">
                    <a:lumMod val="5000"/>
                    <a:lumOff val="95000"/>
                  </a:schemeClr>
                </a:gs>
                <a:gs pos="93000">
                  <a:schemeClr val="accent6"/>
                </a:gs>
              </a:gsLst>
              <a:lin ang="540000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20" name="椭圆 419">
              <a:extLst>
                <a:ext uri="{FF2B5EF4-FFF2-40B4-BE49-F238E27FC236}">
                  <a16:creationId xmlns:a16="http://schemas.microsoft.com/office/drawing/2014/main" id="{F68249BB-BCC8-42C0-B676-0F9BF6443AB0}"/>
                </a:ext>
              </a:extLst>
            </p:cNvPr>
            <p:cNvSpPr/>
            <p:nvPr/>
          </p:nvSpPr>
          <p:spPr>
            <a:xfrm>
              <a:off x="3655422" y="5022820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21" name="椭圆 420">
              <a:extLst>
                <a:ext uri="{FF2B5EF4-FFF2-40B4-BE49-F238E27FC236}">
                  <a16:creationId xmlns:a16="http://schemas.microsoft.com/office/drawing/2014/main" id="{19ADFF10-01F8-4D7C-BEF9-30913FEE1ED1}"/>
                </a:ext>
              </a:extLst>
            </p:cNvPr>
            <p:cNvSpPr/>
            <p:nvPr/>
          </p:nvSpPr>
          <p:spPr>
            <a:xfrm>
              <a:off x="2777942" y="5022822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422" name="直接连接符 421">
              <a:extLst>
                <a:ext uri="{FF2B5EF4-FFF2-40B4-BE49-F238E27FC236}">
                  <a16:creationId xmlns:a16="http://schemas.microsoft.com/office/drawing/2014/main" id="{A3633ADF-ACFA-44C3-BC12-088435B0313D}"/>
                </a:ext>
              </a:extLst>
            </p:cNvPr>
            <p:cNvCxnSpPr/>
            <p:nvPr/>
          </p:nvCxnSpPr>
          <p:spPr>
            <a:xfrm>
              <a:off x="2845445" y="5207577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直接连接符 422">
              <a:extLst>
                <a:ext uri="{FF2B5EF4-FFF2-40B4-BE49-F238E27FC236}">
                  <a16:creationId xmlns:a16="http://schemas.microsoft.com/office/drawing/2014/main" id="{412F8A0A-596A-4D80-AD48-0F7CB0994D2E}"/>
                </a:ext>
              </a:extLst>
            </p:cNvPr>
            <p:cNvCxnSpPr/>
            <p:nvPr/>
          </p:nvCxnSpPr>
          <p:spPr>
            <a:xfrm>
              <a:off x="3725622" y="5199858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直接连接符 423">
              <a:extLst>
                <a:ext uri="{FF2B5EF4-FFF2-40B4-BE49-F238E27FC236}">
                  <a16:creationId xmlns:a16="http://schemas.microsoft.com/office/drawing/2014/main" id="{A198B4A7-6515-43F6-9C96-3EA14483775D}"/>
                </a:ext>
              </a:extLst>
            </p:cNvPr>
            <p:cNvCxnSpPr/>
            <p:nvPr/>
          </p:nvCxnSpPr>
          <p:spPr>
            <a:xfrm>
              <a:off x="2959998" y="5080876"/>
              <a:ext cx="0" cy="2447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6" name="任意多边形 79">
            <a:extLst>
              <a:ext uri="{FF2B5EF4-FFF2-40B4-BE49-F238E27FC236}">
                <a16:creationId xmlns:a16="http://schemas.microsoft.com/office/drawing/2014/main" id="{347B4CC1-3DCE-4E82-804C-AB95C86CC26E}"/>
              </a:ext>
            </a:extLst>
          </p:cNvPr>
          <p:cNvSpPr/>
          <p:nvPr/>
        </p:nvSpPr>
        <p:spPr>
          <a:xfrm>
            <a:off x="7269014" y="1669069"/>
            <a:ext cx="920600" cy="3375063"/>
          </a:xfrm>
          <a:custGeom>
            <a:avLst/>
            <a:gdLst>
              <a:gd name="connsiteX0" fmla="*/ 416392 w 900352"/>
              <a:gd name="connsiteY0" fmla="*/ 235 h 3300830"/>
              <a:gd name="connsiteX1" fmla="*/ 529862 w 900352"/>
              <a:gd name="connsiteY1" fmla="*/ 60692 h 3300830"/>
              <a:gd name="connsiteX2" fmla="*/ 276793 w 900352"/>
              <a:gd name="connsiteY2" fmla="*/ 438719 h 3300830"/>
              <a:gd name="connsiteX3" fmla="*/ 226120 w 900352"/>
              <a:gd name="connsiteY3" fmla="*/ 815637 h 3300830"/>
              <a:gd name="connsiteX4" fmla="*/ 212865 w 900352"/>
              <a:gd name="connsiteY4" fmla="*/ 2094683 h 3300830"/>
              <a:gd name="connsiteX5" fmla="*/ 219492 w 900352"/>
              <a:gd name="connsiteY5" fmla="*/ 3082133 h 3300830"/>
              <a:gd name="connsiteX6" fmla="*/ 378545 w 900352"/>
              <a:gd name="connsiteY6" fmla="*/ 3128523 h 3300830"/>
              <a:gd name="connsiteX7" fmla="*/ 795229 w 900352"/>
              <a:gd name="connsiteY7" fmla="*/ 3125883 h 3300830"/>
              <a:gd name="connsiteX8" fmla="*/ 900352 w 900352"/>
              <a:gd name="connsiteY8" fmla="*/ 3125745 h 3300830"/>
              <a:gd name="connsiteX9" fmla="*/ 900352 w 900352"/>
              <a:gd name="connsiteY9" fmla="*/ 3300830 h 3300830"/>
              <a:gd name="connsiteX10" fmla="*/ 80322 w 900352"/>
              <a:gd name="connsiteY10" fmla="*/ 3300830 h 3300830"/>
              <a:gd name="connsiteX11" fmla="*/ 14050 w 900352"/>
              <a:gd name="connsiteY11" fmla="*/ 1736816 h 3300830"/>
              <a:gd name="connsiteX12" fmla="*/ 73694 w 900352"/>
              <a:gd name="connsiteY12" fmla="*/ 570432 h 3300830"/>
              <a:gd name="connsiteX13" fmla="*/ 385170 w 900352"/>
              <a:gd name="connsiteY13" fmla="*/ 7121 h 3300830"/>
              <a:gd name="connsiteX14" fmla="*/ 416392 w 900352"/>
              <a:gd name="connsiteY14" fmla="*/ 235 h 3300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00352" h="3300830">
                <a:moveTo>
                  <a:pt x="416392" y="235"/>
                </a:moveTo>
                <a:cubicBezTo>
                  <a:pt x="441709" y="3187"/>
                  <a:pt x="480159" y="20929"/>
                  <a:pt x="529862" y="60692"/>
                </a:cubicBezTo>
                <a:cubicBezTo>
                  <a:pt x="408784" y="124897"/>
                  <a:pt x="327416" y="312894"/>
                  <a:pt x="276793" y="438719"/>
                </a:cubicBezTo>
                <a:cubicBezTo>
                  <a:pt x="226170" y="564543"/>
                  <a:pt x="236773" y="539644"/>
                  <a:pt x="226120" y="815637"/>
                </a:cubicBezTo>
                <a:cubicBezTo>
                  <a:pt x="215466" y="1091631"/>
                  <a:pt x="213969" y="1716934"/>
                  <a:pt x="212865" y="2094683"/>
                </a:cubicBezTo>
                <a:cubicBezTo>
                  <a:pt x="211761" y="2472433"/>
                  <a:pt x="198507" y="2969471"/>
                  <a:pt x="219492" y="3082133"/>
                </a:cubicBezTo>
                <a:cubicBezTo>
                  <a:pt x="227224" y="3135151"/>
                  <a:pt x="317796" y="3134046"/>
                  <a:pt x="378545" y="3128523"/>
                </a:cubicBezTo>
                <a:cubicBezTo>
                  <a:pt x="393732" y="3127143"/>
                  <a:pt x="557134" y="3126315"/>
                  <a:pt x="795229" y="3125883"/>
                </a:cubicBezTo>
                <a:lnTo>
                  <a:pt x="900352" y="3125745"/>
                </a:lnTo>
                <a:lnTo>
                  <a:pt x="900352" y="3300830"/>
                </a:lnTo>
                <a:lnTo>
                  <a:pt x="80322" y="3300830"/>
                </a:lnTo>
                <a:cubicBezTo>
                  <a:pt x="-24609" y="3230139"/>
                  <a:pt x="-2517" y="2301230"/>
                  <a:pt x="14050" y="1736816"/>
                </a:cubicBezTo>
                <a:cubicBezTo>
                  <a:pt x="30617" y="1119384"/>
                  <a:pt x="11841" y="858713"/>
                  <a:pt x="73694" y="570432"/>
                </a:cubicBezTo>
                <a:cubicBezTo>
                  <a:pt x="135547" y="282150"/>
                  <a:pt x="280239" y="83333"/>
                  <a:pt x="385170" y="7121"/>
                </a:cubicBezTo>
                <a:cubicBezTo>
                  <a:pt x="398149" y="1323"/>
                  <a:pt x="407951" y="-748"/>
                  <a:pt x="416392" y="23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7" name="任意多边形 80">
            <a:extLst>
              <a:ext uri="{FF2B5EF4-FFF2-40B4-BE49-F238E27FC236}">
                <a16:creationId xmlns:a16="http://schemas.microsoft.com/office/drawing/2014/main" id="{C1513562-8997-4B81-8697-EDF4C9328CAD}"/>
              </a:ext>
            </a:extLst>
          </p:cNvPr>
          <p:cNvSpPr/>
          <p:nvPr/>
        </p:nvSpPr>
        <p:spPr>
          <a:xfrm>
            <a:off x="7751049" y="1664257"/>
            <a:ext cx="543161" cy="159023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8" name="组合 377">
            <a:extLst>
              <a:ext uri="{FF2B5EF4-FFF2-40B4-BE49-F238E27FC236}">
                <a16:creationId xmlns:a16="http://schemas.microsoft.com/office/drawing/2014/main" id="{E4C80AFD-60E4-4C16-B274-DC374FA96E65}"/>
              </a:ext>
            </a:extLst>
          </p:cNvPr>
          <p:cNvGrpSpPr/>
          <p:nvPr/>
        </p:nvGrpSpPr>
        <p:grpSpPr>
          <a:xfrm>
            <a:off x="6911548" y="1805877"/>
            <a:ext cx="4112053" cy="1282920"/>
            <a:chOff x="6747990" y="2676691"/>
            <a:chExt cx="4021610" cy="1161146"/>
          </a:xfrm>
        </p:grpSpPr>
        <p:sp>
          <p:nvSpPr>
            <p:cNvPr id="414" name="任意多边形 63">
              <a:extLst>
                <a:ext uri="{FF2B5EF4-FFF2-40B4-BE49-F238E27FC236}">
                  <a16:creationId xmlns:a16="http://schemas.microsoft.com/office/drawing/2014/main" id="{6CAEF2E5-2BFE-415E-BD61-348EC98C4843}"/>
                </a:ext>
              </a:extLst>
            </p:cNvPr>
            <p:cNvSpPr/>
            <p:nvPr/>
          </p:nvSpPr>
          <p:spPr>
            <a:xfrm>
              <a:off x="6747990" y="2676691"/>
              <a:ext cx="4021610" cy="1161146"/>
            </a:xfrm>
            <a:custGeom>
              <a:avLst/>
              <a:gdLst>
                <a:gd name="connsiteX0" fmla="*/ 3381829 w 3468915"/>
                <a:gd name="connsiteY0" fmla="*/ 0 h 1161146"/>
                <a:gd name="connsiteX1" fmla="*/ 3468915 w 3468915"/>
                <a:gd name="connsiteY1" fmla="*/ 580572 h 1161146"/>
                <a:gd name="connsiteX2" fmla="*/ 3381829 w 3468915"/>
                <a:gd name="connsiteY2" fmla="*/ 1161144 h 1161146"/>
                <a:gd name="connsiteX3" fmla="*/ 3381828 w 3468915"/>
                <a:gd name="connsiteY3" fmla="*/ 1161143 h 1161146"/>
                <a:gd name="connsiteX4" fmla="*/ 3381828 w 3468915"/>
                <a:gd name="connsiteY4" fmla="*/ 1161144 h 1161146"/>
                <a:gd name="connsiteX5" fmla="*/ 87089 w 3468915"/>
                <a:gd name="connsiteY5" fmla="*/ 1161144 h 1161146"/>
                <a:gd name="connsiteX6" fmla="*/ 87086 w 3468915"/>
                <a:gd name="connsiteY6" fmla="*/ 1161146 h 1161146"/>
                <a:gd name="connsiteX7" fmla="*/ 0 w 3468915"/>
                <a:gd name="connsiteY7" fmla="*/ 580574 h 1161146"/>
                <a:gd name="connsiteX8" fmla="*/ 87086 w 3468915"/>
                <a:gd name="connsiteY8" fmla="*/ 2 h 1161146"/>
                <a:gd name="connsiteX9" fmla="*/ 87086 w 3468915"/>
                <a:gd name="connsiteY9" fmla="*/ 1 h 1161146"/>
                <a:gd name="connsiteX10" fmla="*/ 3381828 w 3468915"/>
                <a:gd name="connsiteY10" fmla="*/ 1 h 116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68915" h="1161146">
                  <a:moveTo>
                    <a:pt x="3381829" y="0"/>
                  </a:moveTo>
                  <a:cubicBezTo>
                    <a:pt x="3429925" y="0"/>
                    <a:pt x="3468915" y="259931"/>
                    <a:pt x="3468915" y="580572"/>
                  </a:cubicBezTo>
                  <a:cubicBezTo>
                    <a:pt x="3468915" y="901213"/>
                    <a:pt x="3429925" y="1161144"/>
                    <a:pt x="3381829" y="1161144"/>
                  </a:cubicBezTo>
                  <a:lnTo>
                    <a:pt x="3381828" y="1161143"/>
                  </a:lnTo>
                  <a:lnTo>
                    <a:pt x="3381828" y="1161144"/>
                  </a:lnTo>
                  <a:lnTo>
                    <a:pt x="87089" y="1161144"/>
                  </a:lnTo>
                  <a:lnTo>
                    <a:pt x="87086" y="1161146"/>
                  </a:lnTo>
                  <a:cubicBezTo>
                    <a:pt x="38990" y="1161146"/>
                    <a:pt x="0" y="901215"/>
                    <a:pt x="0" y="580574"/>
                  </a:cubicBezTo>
                  <a:cubicBezTo>
                    <a:pt x="0" y="259933"/>
                    <a:pt x="38990" y="2"/>
                    <a:pt x="87086" y="2"/>
                  </a:cubicBezTo>
                  <a:lnTo>
                    <a:pt x="87086" y="1"/>
                  </a:lnTo>
                  <a:lnTo>
                    <a:pt x="3381828" y="1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5" name="椭圆 414">
              <a:extLst>
                <a:ext uri="{FF2B5EF4-FFF2-40B4-BE49-F238E27FC236}">
                  <a16:creationId xmlns:a16="http://schemas.microsoft.com/office/drawing/2014/main" id="{4B5868DA-FD3D-4BFE-89EF-5BA142313DB0}"/>
                </a:ext>
              </a:extLst>
            </p:cNvPr>
            <p:cNvSpPr/>
            <p:nvPr/>
          </p:nvSpPr>
          <p:spPr>
            <a:xfrm>
              <a:off x="6750432" y="2676691"/>
              <a:ext cx="201921" cy="116114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79" name="直接箭头连接符 378">
            <a:extLst>
              <a:ext uri="{FF2B5EF4-FFF2-40B4-BE49-F238E27FC236}">
                <a16:creationId xmlns:a16="http://schemas.microsoft.com/office/drawing/2014/main" id="{35AF961D-34B7-4BDF-851D-6EDD9A482676}"/>
              </a:ext>
            </a:extLst>
          </p:cNvPr>
          <p:cNvCxnSpPr/>
          <p:nvPr/>
        </p:nvCxnSpPr>
        <p:spPr>
          <a:xfrm>
            <a:off x="6526109" y="2482750"/>
            <a:ext cx="4934533" cy="0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上箭头 92">
            <a:extLst>
              <a:ext uri="{FF2B5EF4-FFF2-40B4-BE49-F238E27FC236}">
                <a16:creationId xmlns:a16="http://schemas.microsoft.com/office/drawing/2014/main" id="{B0F801F5-A70C-4E9B-A2B9-6759338F9525}"/>
              </a:ext>
            </a:extLst>
          </p:cNvPr>
          <p:cNvSpPr/>
          <p:nvPr/>
        </p:nvSpPr>
        <p:spPr>
          <a:xfrm flipH="1">
            <a:off x="7310755" y="3804971"/>
            <a:ext cx="148006" cy="463784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1" name="上箭头 93">
            <a:extLst>
              <a:ext uri="{FF2B5EF4-FFF2-40B4-BE49-F238E27FC236}">
                <a16:creationId xmlns:a16="http://schemas.microsoft.com/office/drawing/2014/main" id="{710BBF84-559E-4BF4-8C5A-8BE908BBF8F6}"/>
              </a:ext>
            </a:extLst>
          </p:cNvPr>
          <p:cNvSpPr/>
          <p:nvPr/>
        </p:nvSpPr>
        <p:spPr>
          <a:xfrm rot="10800000" flipH="1">
            <a:off x="10401833" y="3824223"/>
            <a:ext cx="125188" cy="425280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7" name="椭圆 406">
            <a:extLst>
              <a:ext uri="{FF2B5EF4-FFF2-40B4-BE49-F238E27FC236}">
                <a16:creationId xmlns:a16="http://schemas.microsoft.com/office/drawing/2014/main" id="{FB6D391B-059C-4C4A-B9D2-8324F2553DFE}"/>
              </a:ext>
            </a:extLst>
          </p:cNvPr>
          <p:cNvSpPr/>
          <p:nvPr/>
        </p:nvSpPr>
        <p:spPr>
          <a:xfrm>
            <a:off x="7463759" y="2811071"/>
            <a:ext cx="3097919" cy="793618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1" name="椭圆 400">
            <a:extLst>
              <a:ext uri="{FF2B5EF4-FFF2-40B4-BE49-F238E27FC236}">
                <a16:creationId xmlns:a16="http://schemas.microsoft.com/office/drawing/2014/main" id="{20961A0D-763B-48C3-A665-BD00D3F76CF7}"/>
              </a:ext>
            </a:extLst>
          </p:cNvPr>
          <p:cNvSpPr/>
          <p:nvPr/>
        </p:nvSpPr>
        <p:spPr>
          <a:xfrm rot="10800000">
            <a:off x="7361912" y="1176454"/>
            <a:ext cx="3258745" cy="952457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4" name="直接箭头连接符 403">
            <a:extLst>
              <a:ext uri="{FF2B5EF4-FFF2-40B4-BE49-F238E27FC236}">
                <a16:creationId xmlns:a16="http://schemas.microsoft.com/office/drawing/2014/main" id="{F6E6C8E7-2791-4AEC-9CB5-5D692A654A98}"/>
              </a:ext>
            </a:extLst>
          </p:cNvPr>
          <p:cNvCxnSpPr/>
          <p:nvPr/>
        </p:nvCxnSpPr>
        <p:spPr>
          <a:xfrm rot="10800000" flipV="1">
            <a:off x="8930607" y="1164832"/>
            <a:ext cx="136149" cy="1637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2" name="任意多边形 86">
            <a:extLst>
              <a:ext uri="{FF2B5EF4-FFF2-40B4-BE49-F238E27FC236}">
                <a16:creationId xmlns:a16="http://schemas.microsoft.com/office/drawing/2014/main" id="{E80169F7-2791-4F92-BA8C-A3329F8E89DA}"/>
              </a:ext>
            </a:extLst>
          </p:cNvPr>
          <p:cNvSpPr/>
          <p:nvPr/>
        </p:nvSpPr>
        <p:spPr>
          <a:xfrm>
            <a:off x="8128998" y="1623620"/>
            <a:ext cx="596120" cy="1649135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3" name="任意多边形 85">
            <a:extLst>
              <a:ext uri="{FF2B5EF4-FFF2-40B4-BE49-F238E27FC236}">
                <a16:creationId xmlns:a16="http://schemas.microsoft.com/office/drawing/2014/main" id="{6C1F62D5-F5CC-4D1D-9B03-612A487DD5A4}"/>
              </a:ext>
            </a:extLst>
          </p:cNvPr>
          <p:cNvSpPr/>
          <p:nvPr/>
        </p:nvSpPr>
        <p:spPr>
          <a:xfrm>
            <a:off x="7664404" y="1623620"/>
            <a:ext cx="596120" cy="1649135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4" name="任意多边形 87">
            <a:extLst>
              <a:ext uri="{FF2B5EF4-FFF2-40B4-BE49-F238E27FC236}">
                <a16:creationId xmlns:a16="http://schemas.microsoft.com/office/drawing/2014/main" id="{74F89535-B0BB-4FE1-A503-E4E1B84B7A8E}"/>
              </a:ext>
            </a:extLst>
          </p:cNvPr>
          <p:cNvSpPr/>
          <p:nvPr/>
        </p:nvSpPr>
        <p:spPr>
          <a:xfrm>
            <a:off x="8593591" y="1623620"/>
            <a:ext cx="596120" cy="1649135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5" name="任意多边形 88">
            <a:extLst>
              <a:ext uri="{FF2B5EF4-FFF2-40B4-BE49-F238E27FC236}">
                <a16:creationId xmlns:a16="http://schemas.microsoft.com/office/drawing/2014/main" id="{7213F030-5554-4473-A84C-0F263A14CDFA}"/>
              </a:ext>
            </a:extLst>
          </p:cNvPr>
          <p:cNvSpPr/>
          <p:nvPr/>
        </p:nvSpPr>
        <p:spPr>
          <a:xfrm>
            <a:off x="9521207" y="1623620"/>
            <a:ext cx="596120" cy="1649135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6" name="任意多边形 89">
            <a:extLst>
              <a:ext uri="{FF2B5EF4-FFF2-40B4-BE49-F238E27FC236}">
                <a16:creationId xmlns:a16="http://schemas.microsoft.com/office/drawing/2014/main" id="{7A875E99-EA23-46D4-B215-A8954DFD89D1}"/>
              </a:ext>
            </a:extLst>
          </p:cNvPr>
          <p:cNvSpPr/>
          <p:nvPr/>
        </p:nvSpPr>
        <p:spPr>
          <a:xfrm>
            <a:off x="9884929" y="1638286"/>
            <a:ext cx="689488" cy="3380795"/>
          </a:xfrm>
          <a:custGeom>
            <a:avLst/>
            <a:gdLst>
              <a:gd name="connsiteX0" fmla="*/ 202078 w 674323"/>
              <a:gd name="connsiteY0" fmla="*/ 667 h 3306436"/>
              <a:gd name="connsiteX1" fmla="*/ 277035 w 674323"/>
              <a:gd name="connsiteY1" fmla="*/ 3921 h 3306436"/>
              <a:gd name="connsiteX2" fmla="*/ 400504 w 674323"/>
              <a:gd name="connsiteY2" fmla="*/ 56049 h 3306436"/>
              <a:gd name="connsiteX3" fmla="*/ 643645 w 674323"/>
              <a:gd name="connsiteY3" fmla="*/ 698886 h 3306436"/>
              <a:gd name="connsiteX4" fmla="*/ 663526 w 674323"/>
              <a:gd name="connsiteY4" fmla="*/ 2402071 h 3306436"/>
              <a:gd name="connsiteX5" fmla="*/ 577373 w 674323"/>
              <a:gd name="connsiteY5" fmla="*/ 3296741 h 3306436"/>
              <a:gd name="connsiteX6" fmla="*/ 124291 w 674323"/>
              <a:gd name="connsiteY6" fmla="*/ 3305693 h 3306436"/>
              <a:gd name="connsiteX7" fmla="*/ 0 w 674323"/>
              <a:gd name="connsiteY7" fmla="*/ 3306436 h 3306436"/>
              <a:gd name="connsiteX8" fmla="*/ 0 w 674323"/>
              <a:gd name="connsiteY8" fmla="*/ 3135966 h 3306436"/>
              <a:gd name="connsiteX9" fmla="*/ 7022 w 674323"/>
              <a:gd name="connsiteY9" fmla="*/ 3135981 h 3306436"/>
              <a:gd name="connsiteX10" fmla="*/ 444829 w 674323"/>
              <a:gd name="connsiteY10" fmla="*/ 3137688 h 3306436"/>
              <a:gd name="connsiteX11" fmla="*/ 471338 w 674323"/>
              <a:gd name="connsiteY11" fmla="*/ 2594259 h 3306436"/>
              <a:gd name="connsiteX12" fmla="*/ 451456 w 674323"/>
              <a:gd name="connsiteY12" fmla="*/ 1308587 h 3306436"/>
              <a:gd name="connsiteX13" fmla="*/ 365303 w 674323"/>
              <a:gd name="connsiteY13" fmla="*/ 354273 h 3306436"/>
              <a:gd name="connsiteX14" fmla="*/ 120615 w 674323"/>
              <a:gd name="connsiteY14" fmla="*/ 22083 h 3306436"/>
              <a:gd name="connsiteX15" fmla="*/ 202078 w 674323"/>
              <a:gd name="connsiteY15" fmla="*/ 667 h 3306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74323" h="3306436">
                <a:moveTo>
                  <a:pt x="202078" y="667"/>
                </a:moveTo>
                <a:cubicBezTo>
                  <a:pt x="228437" y="-1178"/>
                  <a:pt x="253712" y="1091"/>
                  <a:pt x="277035" y="3921"/>
                </a:cubicBezTo>
                <a:cubicBezTo>
                  <a:pt x="323684" y="9582"/>
                  <a:pt x="350327" y="28036"/>
                  <a:pt x="400504" y="56049"/>
                </a:cubicBezTo>
                <a:cubicBezTo>
                  <a:pt x="444224" y="80458"/>
                  <a:pt x="599807" y="307882"/>
                  <a:pt x="643645" y="698886"/>
                </a:cubicBezTo>
                <a:cubicBezTo>
                  <a:pt x="687482" y="1089890"/>
                  <a:pt x="674572" y="1969096"/>
                  <a:pt x="663526" y="2402071"/>
                </a:cubicBezTo>
                <a:cubicBezTo>
                  <a:pt x="652480" y="2835046"/>
                  <a:pt x="732006" y="3284591"/>
                  <a:pt x="577373" y="3296741"/>
                </a:cubicBezTo>
                <a:cubicBezTo>
                  <a:pt x="519386" y="3301297"/>
                  <a:pt x="345526" y="3303990"/>
                  <a:pt x="124291" y="3305693"/>
                </a:cubicBezTo>
                <a:lnTo>
                  <a:pt x="0" y="3306436"/>
                </a:lnTo>
                <a:lnTo>
                  <a:pt x="0" y="3135966"/>
                </a:lnTo>
                <a:lnTo>
                  <a:pt x="7022" y="3135981"/>
                </a:lnTo>
                <a:lnTo>
                  <a:pt x="444829" y="3137688"/>
                </a:lnTo>
                <a:cubicBezTo>
                  <a:pt x="490116" y="3073625"/>
                  <a:pt x="470234" y="2899110"/>
                  <a:pt x="471338" y="2594259"/>
                </a:cubicBezTo>
                <a:cubicBezTo>
                  <a:pt x="472442" y="2289409"/>
                  <a:pt x="469130" y="1681917"/>
                  <a:pt x="451456" y="1308587"/>
                </a:cubicBezTo>
                <a:cubicBezTo>
                  <a:pt x="433783" y="935256"/>
                  <a:pt x="421635" y="571865"/>
                  <a:pt x="365303" y="354273"/>
                </a:cubicBezTo>
                <a:cubicBezTo>
                  <a:pt x="308971" y="136680"/>
                  <a:pt x="233812" y="83694"/>
                  <a:pt x="120615" y="22083"/>
                </a:cubicBezTo>
                <a:cubicBezTo>
                  <a:pt x="148276" y="8466"/>
                  <a:pt x="175719" y="2511"/>
                  <a:pt x="202078" y="667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7" name="任意多边形 81">
            <a:extLst>
              <a:ext uri="{FF2B5EF4-FFF2-40B4-BE49-F238E27FC236}">
                <a16:creationId xmlns:a16="http://schemas.microsoft.com/office/drawing/2014/main" id="{0C869E05-2CF0-4980-BC6C-A0911D1B6FC9}"/>
              </a:ext>
            </a:extLst>
          </p:cNvPr>
          <p:cNvSpPr/>
          <p:nvPr/>
        </p:nvSpPr>
        <p:spPr>
          <a:xfrm>
            <a:off x="9056613" y="1623620"/>
            <a:ext cx="596120" cy="1649135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0" name="上箭头 176">
            <a:extLst>
              <a:ext uri="{FF2B5EF4-FFF2-40B4-BE49-F238E27FC236}">
                <a16:creationId xmlns:a16="http://schemas.microsoft.com/office/drawing/2014/main" id="{2C850609-2796-48C8-A491-0B1EF91522D3}"/>
              </a:ext>
            </a:extLst>
          </p:cNvPr>
          <p:cNvSpPr/>
          <p:nvPr/>
        </p:nvSpPr>
        <p:spPr>
          <a:xfrm rot="10800000" flipH="1">
            <a:off x="10406679" y="3691158"/>
            <a:ext cx="125188" cy="425280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D8D3EA4F-EE65-44E7-BB82-D92E8BE4CCF3}"/>
              </a:ext>
            </a:extLst>
          </p:cNvPr>
          <p:cNvSpPr txBox="1"/>
          <p:nvPr/>
        </p:nvSpPr>
        <p:spPr>
          <a:xfrm>
            <a:off x="2564381" y="166005"/>
            <a:ext cx="6110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H</a:t>
            </a:r>
            <a:endParaRPr lang="zh-CN" altLang="en-US" sz="4800" dirty="0">
              <a:solidFill>
                <a:srgbClr val="FFFF00"/>
              </a:solidFill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D2AF5606-A2F0-45B1-A1AF-748EBDEB4DC9}"/>
              </a:ext>
            </a:extLst>
          </p:cNvPr>
          <p:cNvSpPr/>
          <p:nvPr/>
        </p:nvSpPr>
        <p:spPr>
          <a:xfrm>
            <a:off x="5389375" y="2138925"/>
            <a:ext cx="656767" cy="634676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317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4B0AAA-3BB7-448C-B21D-D676F8879856}"/>
              </a:ext>
            </a:extLst>
          </p:cNvPr>
          <p:cNvSpPr txBox="1"/>
          <p:nvPr/>
        </p:nvSpPr>
        <p:spPr>
          <a:xfrm>
            <a:off x="5196813" y="154977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加磁芯</a:t>
            </a: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7FF1829A-08C7-4A00-A1D7-BF1B8A904E2F}"/>
              </a:ext>
            </a:extLst>
          </p:cNvPr>
          <p:cNvCxnSpPr>
            <a:cxnSpLocks/>
          </p:cNvCxnSpPr>
          <p:nvPr/>
        </p:nvCxnSpPr>
        <p:spPr>
          <a:xfrm flipH="1" flipV="1">
            <a:off x="2772384" y="3844947"/>
            <a:ext cx="120183" cy="1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8CAF8DB0-C4C3-43F3-9023-C757589DF141}"/>
              </a:ext>
            </a:extLst>
          </p:cNvPr>
          <p:cNvCxnSpPr/>
          <p:nvPr/>
        </p:nvCxnSpPr>
        <p:spPr>
          <a:xfrm rot="10800000" flipV="1">
            <a:off x="9054432" y="3593707"/>
            <a:ext cx="136149" cy="1637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180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任意多边形 30">
            <a:extLst>
              <a:ext uri="{FF2B5EF4-FFF2-40B4-BE49-F238E27FC236}">
                <a16:creationId xmlns:a16="http://schemas.microsoft.com/office/drawing/2014/main" id="{479CC22A-40C0-45D1-92EE-A29096459F9A}"/>
              </a:ext>
            </a:extLst>
          </p:cNvPr>
          <p:cNvSpPr/>
          <p:nvPr/>
        </p:nvSpPr>
        <p:spPr>
          <a:xfrm>
            <a:off x="3479041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任意多边形 28">
            <a:extLst>
              <a:ext uri="{FF2B5EF4-FFF2-40B4-BE49-F238E27FC236}">
                <a16:creationId xmlns:a16="http://schemas.microsoft.com/office/drawing/2014/main" id="{80D876BB-A9D1-42E5-A062-122EDD48FBBB}"/>
              </a:ext>
            </a:extLst>
          </p:cNvPr>
          <p:cNvSpPr/>
          <p:nvPr/>
        </p:nvSpPr>
        <p:spPr>
          <a:xfrm>
            <a:off x="3024666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1" name="任意多边形 26">
            <a:extLst>
              <a:ext uri="{FF2B5EF4-FFF2-40B4-BE49-F238E27FC236}">
                <a16:creationId xmlns:a16="http://schemas.microsoft.com/office/drawing/2014/main" id="{467645BB-5A7F-46A7-8155-1CB1A09FFFED}"/>
              </a:ext>
            </a:extLst>
          </p:cNvPr>
          <p:cNvSpPr/>
          <p:nvPr/>
        </p:nvSpPr>
        <p:spPr>
          <a:xfrm>
            <a:off x="2571828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任意多边形 24">
            <a:extLst>
              <a:ext uri="{FF2B5EF4-FFF2-40B4-BE49-F238E27FC236}">
                <a16:creationId xmlns:a16="http://schemas.microsoft.com/office/drawing/2014/main" id="{BB8FF333-C6E6-4BEE-8D68-748A8AB7F815}"/>
              </a:ext>
            </a:extLst>
          </p:cNvPr>
          <p:cNvSpPr/>
          <p:nvPr/>
        </p:nvSpPr>
        <p:spPr>
          <a:xfrm>
            <a:off x="2117453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3" name="组合 342">
            <a:extLst>
              <a:ext uri="{FF2B5EF4-FFF2-40B4-BE49-F238E27FC236}">
                <a16:creationId xmlns:a16="http://schemas.microsoft.com/office/drawing/2014/main" id="{281453D4-AE1F-49C1-845C-4A74B91A408D}"/>
              </a:ext>
            </a:extLst>
          </p:cNvPr>
          <p:cNvGrpSpPr/>
          <p:nvPr/>
        </p:nvGrpSpPr>
        <p:grpSpPr>
          <a:xfrm>
            <a:off x="1997382" y="4497949"/>
            <a:ext cx="1753037" cy="923389"/>
            <a:chOff x="2362927" y="4768729"/>
            <a:chExt cx="1753037" cy="923389"/>
          </a:xfrm>
        </p:grpSpPr>
        <p:sp>
          <p:nvSpPr>
            <p:cNvPr id="359" name="椭圆 358">
              <a:extLst>
                <a:ext uri="{FF2B5EF4-FFF2-40B4-BE49-F238E27FC236}">
                  <a16:creationId xmlns:a16="http://schemas.microsoft.com/office/drawing/2014/main" id="{6C368635-ABF5-4AC8-9125-5889578DE8EC}"/>
                </a:ext>
              </a:extLst>
            </p:cNvPr>
            <p:cNvSpPr/>
            <p:nvPr/>
          </p:nvSpPr>
          <p:spPr>
            <a:xfrm>
              <a:off x="2362927" y="4768729"/>
              <a:ext cx="325160" cy="92338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0" name="椭圆 359">
              <a:extLst>
                <a:ext uri="{FF2B5EF4-FFF2-40B4-BE49-F238E27FC236}">
                  <a16:creationId xmlns:a16="http://schemas.microsoft.com/office/drawing/2014/main" id="{7F3C5629-131E-4C33-B210-40C5FC63258B}"/>
                </a:ext>
              </a:extLst>
            </p:cNvPr>
            <p:cNvSpPr/>
            <p:nvPr/>
          </p:nvSpPr>
          <p:spPr>
            <a:xfrm>
              <a:off x="2414021" y="4969935"/>
              <a:ext cx="159682" cy="5277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1" name="椭圆 360">
              <a:extLst>
                <a:ext uri="{FF2B5EF4-FFF2-40B4-BE49-F238E27FC236}">
                  <a16:creationId xmlns:a16="http://schemas.microsoft.com/office/drawing/2014/main" id="{C4FF0223-5747-434C-9298-78FE4F0747A7}"/>
                </a:ext>
              </a:extLst>
            </p:cNvPr>
            <p:cNvSpPr/>
            <p:nvPr/>
          </p:nvSpPr>
          <p:spPr>
            <a:xfrm>
              <a:off x="2414719" y="5126488"/>
              <a:ext cx="99973" cy="1991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2" name="任意多边形 35">
              <a:extLst>
                <a:ext uri="{FF2B5EF4-FFF2-40B4-BE49-F238E27FC236}">
                  <a16:creationId xmlns:a16="http://schemas.microsoft.com/office/drawing/2014/main" id="{242B9962-B5F7-414A-BFC2-361BEA60221D}"/>
                </a:ext>
              </a:extLst>
            </p:cNvPr>
            <p:cNvSpPr/>
            <p:nvPr/>
          </p:nvSpPr>
          <p:spPr>
            <a:xfrm>
              <a:off x="2544640" y="4768729"/>
              <a:ext cx="1571324" cy="923389"/>
            </a:xfrm>
            <a:custGeom>
              <a:avLst/>
              <a:gdLst>
                <a:gd name="connsiteX0" fmla="*/ 0 w 751645"/>
                <a:gd name="connsiteY0" fmla="*/ 0 h 422278"/>
                <a:gd name="connsiteX1" fmla="*/ 686044 w 751645"/>
                <a:gd name="connsiteY1" fmla="*/ 0 h 422278"/>
                <a:gd name="connsiteX2" fmla="*/ 751645 w 751645"/>
                <a:gd name="connsiteY2" fmla="*/ 211139 h 422278"/>
                <a:gd name="connsiteX3" fmla="*/ 686044 w 751645"/>
                <a:gd name="connsiteY3" fmla="*/ 422278 h 422278"/>
                <a:gd name="connsiteX4" fmla="*/ 686041 w 751645"/>
                <a:gd name="connsiteY4" fmla="*/ 422277 h 422278"/>
                <a:gd name="connsiteX5" fmla="*/ 0 w 751645"/>
                <a:gd name="connsiteY5" fmla="*/ 422277 h 422278"/>
                <a:gd name="connsiteX6" fmla="*/ 0 w 751645"/>
                <a:gd name="connsiteY6" fmla="*/ 419773 h 422278"/>
                <a:gd name="connsiteX7" fmla="*/ 6235 w 751645"/>
                <a:gd name="connsiteY7" fmla="*/ 417989 h 422278"/>
                <a:gd name="connsiteX8" fmla="*/ 65601 w 751645"/>
                <a:gd name="connsiteY8" fmla="*/ 211139 h 422278"/>
                <a:gd name="connsiteX9" fmla="*/ 6235 w 751645"/>
                <a:gd name="connsiteY9" fmla="*/ 4290 h 422278"/>
                <a:gd name="connsiteX10" fmla="*/ 0 w 751645"/>
                <a:gd name="connsiteY10" fmla="*/ 2505 h 42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45" h="422278">
                  <a:moveTo>
                    <a:pt x="0" y="0"/>
                  </a:moveTo>
                  <a:lnTo>
                    <a:pt x="686044" y="0"/>
                  </a:lnTo>
                  <a:cubicBezTo>
                    <a:pt x="722274" y="0"/>
                    <a:pt x="751645" y="94530"/>
                    <a:pt x="751645" y="211139"/>
                  </a:cubicBezTo>
                  <a:cubicBezTo>
                    <a:pt x="751645" y="327748"/>
                    <a:pt x="722274" y="422278"/>
                    <a:pt x="686044" y="422278"/>
                  </a:cubicBezTo>
                  <a:lnTo>
                    <a:pt x="686041" y="422277"/>
                  </a:lnTo>
                  <a:lnTo>
                    <a:pt x="0" y="422277"/>
                  </a:lnTo>
                  <a:lnTo>
                    <a:pt x="0" y="419773"/>
                  </a:lnTo>
                  <a:lnTo>
                    <a:pt x="6235" y="417989"/>
                  </a:lnTo>
                  <a:cubicBezTo>
                    <a:pt x="40115" y="398301"/>
                    <a:pt x="65601" y="313172"/>
                    <a:pt x="65601" y="211139"/>
                  </a:cubicBezTo>
                  <a:cubicBezTo>
                    <a:pt x="65601" y="109106"/>
                    <a:pt x="40115" y="23978"/>
                    <a:pt x="6235" y="4290"/>
                  </a:cubicBezTo>
                  <a:lnTo>
                    <a:pt x="0" y="2505"/>
                  </a:lnTo>
                  <a:close/>
                </a:path>
              </a:pathLst>
            </a:custGeom>
            <a:gradFill>
              <a:gsLst>
                <a:gs pos="26000">
                  <a:schemeClr val="accent1">
                    <a:lumMod val="5000"/>
                    <a:lumOff val="95000"/>
                  </a:schemeClr>
                </a:gs>
                <a:gs pos="93000">
                  <a:schemeClr val="accent6"/>
                </a:gs>
              </a:gsLst>
              <a:lin ang="540000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3" name="椭圆 362">
              <a:extLst>
                <a:ext uri="{FF2B5EF4-FFF2-40B4-BE49-F238E27FC236}">
                  <a16:creationId xmlns:a16="http://schemas.microsoft.com/office/drawing/2014/main" id="{04D2A5BF-738F-435D-AC03-DE5B4FFDB488}"/>
                </a:ext>
              </a:extLst>
            </p:cNvPr>
            <p:cNvSpPr/>
            <p:nvPr/>
          </p:nvSpPr>
          <p:spPr>
            <a:xfrm>
              <a:off x="3655422" y="5022820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4" name="椭圆 363">
              <a:extLst>
                <a:ext uri="{FF2B5EF4-FFF2-40B4-BE49-F238E27FC236}">
                  <a16:creationId xmlns:a16="http://schemas.microsoft.com/office/drawing/2014/main" id="{11BCA049-A125-4877-AE11-8AC87933640E}"/>
                </a:ext>
              </a:extLst>
            </p:cNvPr>
            <p:cNvSpPr/>
            <p:nvPr/>
          </p:nvSpPr>
          <p:spPr>
            <a:xfrm>
              <a:off x="2777942" y="5022822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365" name="直接连接符 364">
              <a:extLst>
                <a:ext uri="{FF2B5EF4-FFF2-40B4-BE49-F238E27FC236}">
                  <a16:creationId xmlns:a16="http://schemas.microsoft.com/office/drawing/2014/main" id="{484D4527-A1FB-4284-AB93-D48CA372A80D}"/>
                </a:ext>
              </a:extLst>
            </p:cNvPr>
            <p:cNvCxnSpPr/>
            <p:nvPr/>
          </p:nvCxnSpPr>
          <p:spPr>
            <a:xfrm>
              <a:off x="2845445" y="5207577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接连接符 365">
              <a:extLst>
                <a:ext uri="{FF2B5EF4-FFF2-40B4-BE49-F238E27FC236}">
                  <a16:creationId xmlns:a16="http://schemas.microsoft.com/office/drawing/2014/main" id="{435D9441-CE42-431A-A73D-3351074B4C60}"/>
                </a:ext>
              </a:extLst>
            </p:cNvPr>
            <p:cNvCxnSpPr/>
            <p:nvPr/>
          </p:nvCxnSpPr>
          <p:spPr>
            <a:xfrm>
              <a:off x="3725622" y="5199858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接连接符 366">
              <a:extLst>
                <a:ext uri="{FF2B5EF4-FFF2-40B4-BE49-F238E27FC236}">
                  <a16:creationId xmlns:a16="http://schemas.microsoft.com/office/drawing/2014/main" id="{A007F4DF-6C14-4FC6-B477-2EDB0ACB87E1}"/>
                </a:ext>
              </a:extLst>
            </p:cNvPr>
            <p:cNvCxnSpPr/>
            <p:nvPr/>
          </p:nvCxnSpPr>
          <p:spPr>
            <a:xfrm>
              <a:off x="2959998" y="5080876"/>
              <a:ext cx="0" cy="2447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4" name="任意多边形 44">
            <a:extLst>
              <a:ext uri="{FF2B5EF4-FFF2-40B4-BE49-F238E27FC236}">
                <a16:creationId xmlns:a16="http://schemas.microsoft.com/office/drawing/2014/main" id="{AB67EC7F-DE79-481D-BD7F-9B72A8B88808}"/>
              </a:ext>
            </a:extLst>
          </p:cNvPr>
          <p:cNvSpPr/>
          <p:nvPr/>
        </p:nvSpPr>
        <p:spPr>
          <a:xfrm>
            <a:off x="1191645" y="1756736"/>
            <a:ext cx="900352" cy="3300830"/>
          </a:xfrm>
          <a:custGeom>
            <a:avLst/>
            <a:gdLst>
              <a:gd name="connsiteX0" fmla="*/ 416392 w 900352"/>
              <a:gd name="connsiteY0" fmla="*/ 235 h 3300830"/>
              <a:gd name="connsiteX1" fmla="*/ 529862 w 900352"/>
              <a:gd name="connsiteY1" fmla="*/ 60692 h 3300830"/>
              <a:gd name="connsiteX2" fmla="*/ 276793 w 900352"/>
              <a:gd name="connsiteY2" fmla="*/ 438719 h 3300830"/>
              <a:gd name="connsiteX3" fmla="*/ 226120 w 900352"/>
              <a:gd name="connsiteY3" fmla="*/ 815637 h 3300830"/>
              <a:gd name="connsiteX4" fmla="*/ 212865 w 900352"/>
              <a:gd name="connsiteY4" fmla="*/ 2094683 h 3300830"/>
              <a:gd name="connsiteX5" fmla="*/ 219492 w 900352"/>
              <a:gd name="connsiteY5" fmla="*/ 3082133 h 3300830"/>
              <a:gd name="connsiteX6" fmla="*/ 378545 w 900352"/>
              <a:gd name="connsiteY6" fmla="*/ 3128523 h 3300830"/>
              <a:gd name="connsiteX7" fmla="*/ 795229 w 900352"/>
              <a:gd name="connsiteY7" fmla="*/ 3125883 h 3300830"/>
              <a:gd name="connsiteX8" fmla="*/ 900352 w 900352"/>
              <a:gd name="connsiteY8" fmla="*/ 3125745 h 3300830"/>
              <a:gd name="connsiteX9" fmla="*/ 900352 w 900352"/>
              <a:gd name="connsiteY9" fmla="*/ 3300830 h 3300830"/>
              <a:gd name="connsiteX10" fmla="*/ 80322 w 900352"/>
              <a:gd name="connsiteY10" fmla="*/ 3300830 h 3300830"/>
              <a:gd name="connsiteX11" fmla="*/ 14050 w 900352"/>
              <a:gd name="connsiteY11" fmla="*/ 1736816 h 3300830"/>
              <a:gd name="connsiteX12" fmla="*/ 73694 w 900352"/>
              <a:gd name="connsiteY12" fmla="*/ 570432 h 3300830"/>
              <a:gd name="connsiteX13" fmla="*/ 385170 w 900352"/>
              <a:gd name="connsiteY13" fmla="*/ 7121 h 3300830"/>
              <a:gd name="connsiteX14" fmla="*/ 416392 w 900352"/>
              <a:gd name="connsiteY14" fmla="*/ 235 h 3300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00352" h="3300830">
                <a:moveTo>
                  <a:pt x="416392" y="235"/>
                </a:moveTo>
                <a:cubicBezTo>
                  <a:pt x="441709" y="3187"/>
                  <a:pt x="480159" y="20929"/>
                  <a:pt x="529862" y="60692"/>
                </a:cubicBezTo>
                <a:cubicBezTo>
                  <a:pt x="408784" y="124897"/>
                  <a:pt x="327416" y="312894"/>
                  <a:pt x="276793" y="438719"/>
                </a:cubicBezTo>
                <a:cubicBezTo>
                  <a:pt x="226170" y="564543"/>
                  <a:pt x="236773" y="539644"/>
                  <a:pt x="226120" y="815637"/>
                </a:cubicBezTo>
                <a:cubicBezTo>
                  <a:pt x="215466" y="1091631"/>
                  <a:pt x="213969" y="1716934"/>
                  <a:pt x="212865" y="2094683"/>
                </a:cubicBezTo>
                <a:cubicBezTo>
                  <a:pt x="211761" y="2472433"/>
                  <a:pt x="198507" y="2969471"/>
                  <a:pt x="219492" y="3082133"/>
                </a:cubicBezTo>
                <a:cubicBezTo>
                  <a:pt x="227224" y="3135151"/>
                  <a:pt x="317796" y="3134046"/>
                  <a:pt x="378545" y="3128523"/>
                </a:cubicBezTo>
                <a:cubicBezTo>
                  <a:pt x="393732" y="3127143"/>
                  <a:pt x="557134" y="3126315"/>
                  <a:pt x="795229" y="3125883"/>
                </a:cubicBezTo>
                <a:lnTo>
                  <a:pt x="900352" y="3125745"/>
                </a:lnTo>
                <a:lnTo>
                  <a:pt x="900352" y="3300830"/>
                </a:lnTo>
                <a:lnTo>
                  <a:pt x="80322" y="3300830"/>
                </a:lnTo>
                <a:cubicBezTo>
                  <a:pt x="-24609" y="3230139"/>
                  <a:pt x="-2517" y="2301230"/>
                  <a:pt x="14050" y="1736816"/>
                </a:cubicBezTo>
                <a:cubicBezTo>
                  <a:pt x="30617" y="1119384"/>
                  <a:pt x="11841" y="858713"/>
                  <a:pt x="73694" y="570432"/>
                </a:cubicBezTo>
                <a:cubicBezTo>
                  <a:pt x="135547" y="282150"/>
                  <a:pt x="280239" y="83333"/>
                  <a:pt x="385170" y="7121"/>
                </a:cubicBezTo>
                <a:cubicBezTo>
                  <a:pt x="398149" y="1323"/>
                  <a:pt x="407951" y="-748"/>
                  <a:pt x="416392" y="23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5" name="任意多边形 10">
            <a:extLst>
              <a:ext uri="{FF2B5EF4-FFF2-40B4-BE49-F238E27FC236}">
                <a16:creationId xmlns:a16="http://schemas.microsoft.com/office/drawing/2014/main" id="{442FC7E9-6682-4B31-A50B-A19A593A02A3}"/>
              </a:ext>
            </a:extLst>
          </p:cNvPr>
          <p:cNvSpPr/>
          <p:nvPr/>
        </p:nvSpPr>
        <p:spPr>
          <a:xfrm>
            <a:off x="1663078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6" name="椭圆 345">
            <a:extLst>
              <a:ext uri="{FF2B5EF4-FFF2-40B4-BE49-F238E27FC236}">
                <a16:creationId xmlns:a16="http://schemas.microsoft.com/office/drawing/2014/main" id="{26C3E790-9152-4C8D-9B75-646872BE7AA1}"/>
              </a:ext>
            </a:extLst>
          </p:cNvPr>
          <p:cNvSpPr/>
          <p:nvPr/>
        </p:nvSpPr>
        <p:spPr>
          <a:xfrm>
            <a:off x="1078631" y="1183854"/>
            <a:ext cx="3636682" cy="1226921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椭圆 346">
            <a:extLst>
              <a:ext uri="{FF2B5EF4-FFF2-40B4-BE49-F238E27FC236}">
                <a16:creationId xmlns:a16="http://schemas.microsoft.com/office/drawing/2014/main" id="{ACDECCA0-9E31-4D93-98ED-566D93D77B0A}"/>
              </a:ext>
            </a:extLst>
          </p:cNvPr>
          <p:cNvSpPr/>
          <p:nvPr/>
        </p:nvSpPr>
        <p:spPr>
          <a:xfrm>
            <a:off x="1078631" y="2690626"/>
            <a:ext cx="3636682" cy="1159440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8" name="直接箭头连接符 347">
            <a:extLst>
              <a:ext uri="{FF2B5EF4-FFF2-40B4-BE49-F238E27FC236}">
                <a16:creationId xmlns:a16="http://schemas.microsoft.com/office/drawing/2014/main" id="{420705B0-7645-4EDD-A23F-10071690A75E}"/>
              </a:ext>
            </a:extLst>
          </p:cNvPr>
          <p:cNvCxnSpPr/>
          <p:nvPr/>
        </p:nvCxnSpPr>
        <p:spPr>
          <a:xfrm>
            <a:off x="909405" y="2552520"/>
            <a:ext cx="4047031" cy="0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9" name="任意多边形 7">
            <a:extLst>
              <a:ext uri="{FF2B5EF4-FFF2-40B4-BE49-F238E27FC236}">
                <a16:creationId xmlns:a16="http://schemas.microsoft.com/office/drawing/2014/main" id="{BC0ECBB8-B9DD-4577-A563-7D03091DFA6C}"/>
              </a:ext>
            </a:extLst>
          </p:cNvPr>
          <p:cNvSpPr/>
          <p:nvPr/>
        </p:nvSpPr>
        <p:spPr>
          <a:xfrm>
            <a:off x="1578339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0" name="任意多边形 25">
            <a:extLst>
              <a:ext uri="{FF2B5EF4-FFF2-40B4-BE49-F238E27FC236}">
                <a16:creationId xmlns:a16="http://schemas.microsoft.com/office/drawing/2014/main" id="{0549B095-3F82-455E-8F9A-22DE9C2E30D3}"/>
              </a:ext>
            </a:extLst>
          </p:cNvPr>
          <p:cNvSpPr/>
          <p:nvPr/>
        </p:nvSpPr>
        <p:spPr>
          <a:xfrm>
            <a:off x="2032714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1" name="任意多边形 27">
            <a:extLst>
              <a:ext uri="{FF2B5EF4-FFF2-40B4-BE49-F238E27FC236}">
                <a16:creationId xmlns:a16="http://schemas.microsoft.com/office/drawing/2014/main" id="{77F4D611-5875-4C81-897F-B04BBCBF241E}"/>
              </a:ext>
            </a:extLst>
          </p:cNvPr>
          <p:cNvSpPr/>
          <p:nvPr/>
        </p:nvSpPr>
        <p:spPr>
          <a:xfrm>
            <a:off x="2487089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2" name="任意多边形 31">
            <a:extLst>
              <a:ext uri="{FF2B5EF4-FFF2-40B4-BE49-F238E27FC236}">
                <a16:creationId xmlns:a16="http://schemas.microsoft.com/office/drawing/2014/main" id="{A3D51A33-03C5-4647-A05C-D1C558A810ED}"/>
              </a:ext>
            </a:extLst>
          </p:cNvPr>
          <p:cNvSpPr/>
          <p:nvPr/>
        </p:nvSpPr>
        <p:spPr>
          <a:xfrm>
            <a:off x="3394302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3" name="任意多边形 45">
            <a:extLst>
              <a:ext uri="{FF2B5EF4-FFF2-40B4-BE49-F238E27FC236}">
                <a16:creationId xmlns:a16="http://schemas.microsoft.com/office/drawing/2014/main" id="{BF717DEB-2FA2-4AAE-8081-A133F9E2428C}"/>
              </a:ext>
            </a:extLst>
          </p:cNvPr>
          <p:cNvSpPr/>
          <p:nvPr/>
        </p:nvSpPr>
        <p:spPr>
          <a:xfrm>
            <a:off x="3750024" y="1726630"/>
            <a:ext cx="674323" cy="3306436"/>
          </a:xfrm>
          <a:custGeom>
            <a:avLst/>
            <a:gdLst>
              <a:gd name="connsiteX0" fmla="*/ 202078 w 674323"/>
              <a:gd name="connsiteY0" fmla="*/ 667 h 3306436"/>
              <a:gd name="connsiteX1" fmla="*/ 277035 w 674323"/>
              <a:gd name="connsiteY1" fmla="*/ 3921 h 3306436"/>
              <a:gd name="connsiteX2" fmla="*/ 400504 w 674323"/>
              <a:gd name="connsiteY2" fmla="*/ 56049 h 3306436"/>
              <a:gd name="connsiteX3" fmla="*/ 643645 w 674323"/>
              <a:gd name="connsiteY3" fmla="*/ 698886 h 3306436"/>
              <a:gd name="connsiteX4" fmla="*/ 663526 w 674323"/>
              <a:gd name="connsiteY4" fmla="*/ 2402071 h 3306436"/>
              <a:gd name="connsiteX5" fmla="*/ 577373 w 674323"/>
              <a:gd name="connsiteY5" fmla="*/ 3296741 h 3306436"/>
              <a:gd name="connsiteX6" fmla="*/ 124291 w 674323"/>
              <a:gd name="connsiteY6" fmla="*/ 3305693 h 3306436"/>
              <a:gd name="connsiteX7" fmla="*/ 0 w 674323"/>
              <a:gd name="connsiteY7" fmla="*/ 3306436 h 3306436"/>
              <a:gd name="connsiteX8" fmla="*/ 0 w 674323"/>
              <a:gd name="connsiteY8" fmla="*/ 3135966 h 3306436"/>
              <a:gd name="connsiteX9" fmla="*/ 7022 w 674323"/>
              <a:gd name="connsiteY9" fmla="*/ 3135981 h 3306436"/>
              <a:gd name="connsiteX10" fmla="*/ 444829 w 674323"/>
              <a:gd name="connsiteY10" fmla="*/ 3137688 h 3306436"/>
              <a:gd name="connsiteX11" fmla="*/ 471338 w 674323"/>
              <a:gd name="connsiteY11" fmla="*/ 2594259 h 3306436"/>
              <a:gd name="connsiteX12" fmla="*/ 451456 w 674323"/>
              <a:gd name="connsiteY12" fmla="*/ 1308587 h 3306436"/>
              <a:gd name="connsiteX13" fmla="*/ 365303 w 674323"/>
              <a:gd name="connsiteY13" fmla="*/ 354273 h 3306436"/>
              <a:gd name="connsiteX14" fmla="*/ 120615 w 674323"/>
              <a:gd name="connsiteY14" fmla="*/ 22083 h 3306436"/>
              <a:gd name="connsiteX15" fmla="*/ 202078 w 674323"/>
              <a:gd name="connsiteY15" fmla="*/ 667 h 3306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74323" h="3306436">
                <a:moveTo>
                  <a:pt x="202078" y="667"/>
                </a:moveTo>
                <a:cubicBezTo>
                  <a:pt x="228437" y="-1178"/>
                  <a:pt x="253712" y="1091"/>
                  <a:pt x="277035" y="3921"/>
                </a:cubicBezTo>
                <a:cubicBezTo>
                  <a:pt x="323684" y="9582"/>
                  <a:pt x="350327" y="28036"/>
                  <a:pt x="400504" y="56049"/>
                </a:cubicBezTo>
                <a:cubicBezTo>
                  <a:pt x="444224" y="80458"/>
                  <a:pt x="599807" y="307882"/>
                  <a:pt x="643645" y="698886"/>
                </a:cubicBezTo>
                <a:cubicBezTo>
                  <a:pt x="687482" y="1089890"/>
                  <a:pt x="674572" y="1969096"/>
                  <a:pt x="663526" y="2402071"/>
                </a:cubicBezTo>
                <a:cubicBezTo>
                  <a:pt x="652480" y="2835046"/>
                  <a:pt x="732006" y="3284591"/>
                  <a:pt x="577373" y="3296741"/>
                </a:cubicBezTo>
                <a:cubicBezTo>
                  <a:pt x="519386" y="3301297"/>
                  <a:pt x="345526" y="3303990"/>
                  <a:pt x="124291" y="3305693"/>
                </a:cubicBezTo>
                <a:lnTo>
                  <a:pt x="0" y="3306436"/>
                </a:lnTo>
                <a:lnTo>
                  <a:pt x="0" y="3135966"/>
                </a:lnTo>
                <a:lnTo>
                  <a:pt x="7022" y="3135981"/>
                </a:lnTo>
                <a:lnTo>
                  <a:pt x="444829" y="3137688"/>
                </a:lnTo>
                <a:cubicBezTo>
                  <a:pt x="490116" y="3073625"/>
                  <a:pt x="470234" y="2899110"/>
                  <a:pt x="471338" y="2594259"/>
                </a:cubicBezTo>
                <a:cubicBezTo>
                  <a:pt x="472442" y="2289409"/>
                  <a:pt x="469130" y="1681917"/>
                  <a:pt x="451456" y="1308587"/>
                </a:cubicBezTo>
                <a:cubicBezTo>
                  <a:pt x="433783" y="935256"/>
                  <a:pt x="421635" y="571865"/>
                  <a:pt x="365303" y="354273"/>
                </a:cubicBezTo>
                <a:cubicBezTo>
                  <a:pt x="308971" y="136680"/>
                  <a:pt x="233812" y="83694"/>
                  <a:pt x="120615" y="22083"/>
                </a:cubicBezTo>
                <a:cubicBezTo>
                  <a:pt x="148276" y="8466"/>
                  <a:pt x="175719" y="2511"/>
                  <a:pt x="202078" y="667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354" name="直接箭头连接符 353">
            <a:extLst>
              <a:ext uri="{FF2B5EF4-FFF2-40B4-BE49-F238E27FC236}">
                <a16:creationId xmlns:a16="http://schemas.microsoft.com/office/drawing/2014/main" id="{CA3BF6D4-12B9-4222-947A-86878DACAC34}"/>
              </a:ext>
            </a:extLst>
          </p:cNvPr>
          <p:cNvCxnSpPr/>
          <p:nvPr/>
        </p:nvCxnSpPr>
        <p:spPr>
          <a:xfrm flipH="1" flipV="1">
            <a:off x="2898921" y="1183854"/>
            <a:ext cx="141877" cy="1978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上箭头 56">
            <a:extLst>
              <a:ext uri="{FF2B5EF4-FFF2-40B4-BE49-F238E27FC236}">
                <a16:creationId xmlns:a16="http://schemas.microsoft.com/office/drawing/2014/main" id="{9D6EF54B-B45B-46AE-9DF7-7DDB33A392BA}"/>
              </a:ext>
            </a:extLst>
          </p:cNvPr>
          <p:cNvSpPr/>
          <p:nvPr/>
        </p:nvSpPr>
        <p:spPr>
          <a:xfrm flipH="1">
            <a:off x="1232468" y="3845660"/>
            <a:ext cx="144751" cy="453583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7" name="上箭头 57">
            <a:extLst>
              <a:ext uri="{FF2B5EF4-FFF2-40B4-BE49-F238E27FC236}">
                <a16:creationId xmlns:a16="http://schemas.microsoft.com/office/drawing/2014/main" id="{457C7E1A-2FFC-49AD-8B8F-FCB1E72D61A6}"/>
              </a:ext>
            </a:extLst>
          </p:cNvPr>
          <p:cNvSpPr/>
          <p:nvPr/>
        </p:nvSpPr>
        <p:spPr>
          <a:xfrm rot="10800000" flipH="1">
            <a:off x="4255559" y="3864488"/>
            <a:ext cx="122435" cy="415926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" name="任意多边形 29">
            <a:extLst>
              <a:ext uri="{FF2B5EF4-FFF2-40B4-BE49-F238E27FC236}">
                <a16:creationId xmlns:a16="http://schemas.microsoft.com/office/drawing/2014/main" id="{58AFFF73-1753-42FD-9FA7-30C6E0DFD4A5}"/>
              </a:ext>
            </a:extLst>
          </p:cNvPr>
          <p:cNvSpPr/>
          <p:nvPr/>
        </p:nvSpPr>
        <p:spPr>
          <a:xfrm>
            <a:off x="2939927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1" name="任意多边形 65">
            <a:extLst>
              <a:ext uri="{FF2B5EF4-FFF2-40B4-BE49-F238E27FC236}">
                <a16:creationId xmlns:a16="http://schemas.microsoft.com/office/drawing/2014/main" id="{AC0B5FFC-F16D-42F8-A9B2-C58DE7D22338}"/>
              </a:ext>
            </a:extLst>
          </p:cNvPr>
          <p:cNvSpPr/>
          <p:nvPr/>
        </p:nvSpPr>
        <p:spPr>
          <a:xfrm>
            <a:off x="9607852" y="1664257"/>
            <a:ext cx="543161" cy="159023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2" name="任意多边形 66">
            <a:extLst>
              <a:ext uri="{FF2B5EF4-FFF2-40B4-BE49-F238E27FC236}">
                <a16:creationId xmlns:a16="http://schemas.microsoft.com/office/drawing/2014/main" id="{E0232542-E382-49B3-B16B-C76449E5BDFD}"/>
              </a:ext>
            </a:extLst>
          </p:cNvPr>
          <p:cNvSpPr/>
          <p:nvPr/>
        </p:nvSpPr>
        <p:spPr>
          <a:xfrm>
            <a:off x="9143258" y="1664257"/>
            <a:ext cx="543161" cy="159023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3" name="任意多边形 67">
            <a:extLst>
              <a:ext uri="{FF2B5EF4-FFF2-40B4-BE49-F238E27FC236}">
                <a16:creationId xmlns:a16="http://schemas.microsoft.com/office/drawing/2014/main" id="{1791C25E-D028-4F52-9999-E12F7C034E0A}"/>
              </a:ext>
            </a:extLst>
          </p:cNvPr>
          <p:cNvSpPr/>
          <p:nvPr/>
        </p:nvSpPr>
        <p:spPr>
          <a:xfrm>
            <a:off x="8680236" y="1664257"/>
            <a:ext cx="543161" cy="159023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4" name="任意多边形 68">
            <a:extLst>
              <a:ext uri="{FF2B5EF4-FFF2-40B4-BE49-F238E27FC236}">
                <a16:creationId xmlns:a16="http://schemas.microsoft.com/office/drawing/2014/main" id="{7B1E7A26-EDF7-45B5-B6F3-84EFFEB24E51}"/>
              </a:ext>
            </a:extLst>
          </p:cNvPr>
          <p:cNvSpPr/>
          <p:nvPr/>
        </p:nvSpPr>
        <p:spPr>
          <a:xfrm>
            <a:off x="8215643" y="1664257"/>
            <a:ext cx="543161" cy="159023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5" name="组合 374">
            <a:extLst>
              <a:ext uri="{FF2B5EF4-FFF2-40B4-BE49-F238E27FC236}">
                <a16:creationId xmlns:a16="http://schemas.microsoft.com/office/drawing/2014/main" id="{13CD0399-0192-48B2-BA6A-0B6496C32780}"/>
              </a:ext>
            </a:extLst>
          </p:cNvPr>
          <p:cNvGrpSpPr/>
          <p:nvPr/>
        </p:nvGrpSpPr>
        <p:grpSpPr>
          <a:xfrm>
            <a:off x="8092871" y="4471930"/>
            <a:ext cx="1792461" cy="944155"/>
            <a:chOff x="2362927" y="4768729"/>
            <a:chExt cx="1753037" cy="923389"/>
          </a:xfrm>
        </p:grpSpPr>
        <p:sp>
          <p:nvSpPr>
            <p:cNvPr id="416" name="椭圆 415">
              <a:extLst>
                <a:ext uri="{FF2B5EF4-FFF2-40B4-BE49-F238E27FC236}">
                  <a16:creationId xmlns:a16="http://schemas.microsoft.com/office/drawing/2014/main" id="{CDC1A571-EC25-4D25-A0A7-2B846B4F8CE5}"/>
                </a:ext>
              </a:extLst>
            </p:cNvPr>
            <p:cNvSpPr/>
            <p:nvPr/>
          </p:nvSpPr>
          <p:spPr>
            <a:xfrm>
              <a:off x="2362927" y="4768729"/>
              <a:ext cx="325160" cy="92338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7" name="椭圆 416">
              <a:extLst>
                <a:ext uri="{FF2B5EF4-FFF2-40B4-BE49-F238E27FC236}">
                  <a16:creationId xmlns:a16="http://schemas.microsoft.com/office/drawing/2014/main" id="{3D54FDE4-6FF1-40B6-AEB9-4422CC11564D}"/>
                </a:ext>
              </a:extLst>
            </p:cNvPr>
            <p:cNvSpPr/>
            <p:nvPr/>
          </p:nvSpPr>
          <p:spPr>
            <a:xfrm>
              <a:off x="2414021" y="4969935"/>
              <a:ext cx="159682" cy="5277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8" name="椭圆 417">
              <a:extLst>
                <a:ext uri="{FF2B5EF4-FFF2-40B4-BE49-F238E27FC236}">
                  <a16:creationId xmlns:a16="http://schemas.microsoft.com/office/drawing/2014/main" id="{4538F8A9-7490-45B7-981B-BCD90FDBB8A6}"/>
                </a:ext>
              </a:extLst>
            </p:cNvPr>
            <p:cNvSpPr/>
            <p:nvPr/>
          </p:nvSpPr>
          <p:spPr>
            <a:xfrm>
              <a:off x="2414719" y="5126488"/>
              <a:ext cx="99973" cy="1991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9" name="任意多边形 73">
              <a:extLst>
                <a:ext uri="{FF2B5EF4-FFF2-40B4-BE49-F238E27FC236}">
                  <a16:creationId xmlns:a16="http://schemas.microsoft.com/office/drawing/2014/main" id="{E9F0D761-7159-4032-8A19-F97CB3AB452F}"/>
                </a:ext>
              </a:extLst>
            </p:cNvPr>
            <p:cNvSpPr/>
            <p:nvPr/>
          </p:nvSpPr>
          <p:spPr>
            <a:xfrm>
              <a:off x="2544640" y="4768729"/>
              <a:ext cx="1571324" cy="923389"/>
            </a:xfrm>
            <a:custGeom>
              <a:avLst/>
              <a:gdLst>
                <a:gd name="connsiteX0" fmla="*/ 0 w 751645"/>
                <a:gd name="connsiteY0" fmla="*/ 0 h 422278"/>
                <a:gd name="connsiteX1" fmla="*/ 686044 w 751645"/>
                <a:gd name="connsiteY1" fmla="*/ 0 h 422278"/>
                <a:gd name="connsiteX2" fmla="*/ 751645 w 751645"/>
                <a:gd name="connsiteY2" fmla="*/ 211139 h 422278"/>
                <a:gd name="connsiteX3" fmla="*/ 686044 w 751645"/>
                <a:gd name="connsiteY3" fmla="*/ 422278 h 422278"/>
                <a:gd name="connsiteX4" fmla="*/ 686041 w 751645"/>
                <a:gd name="connsiteY4" fmla="*/ 422277 h 422278"/>
                <a:gd name="connsiteX5" fmla="*/ 0 w 751645"/>
                <a:gd name="connsiteY5" fmla="*/ 422277 h 422278"/>
                <a:gd name="connsiteX6" fmla="*/ 0 w 751645"/>
                <a:gd name="connsiteY6" fmla="*/ 419773 h 422278"/>
                <a:gd name="connsiteX7" fmla="*/ 6235 w 751645"/>
                <a:gd name="connsiteY7" fmla="*/ 417989 h 422278"/>
                <a:gd name="connsiteX8" fmla="*/ 65601 w 751645"/>
                <a:gd name="connsiteY8" fmla="*/ 211139 h 422278"/>
                <a:gd name="connsiteX9" fmla="*/ 6235 w 751645"/>
                <a:gd name="connsiteY9" fmla="*/ 4290 h 422278"/>
                <a:gd name="connsiteX10" fmla="*/ 0 w 751645"/>
                <a:gd name="connsiteY10" fmla="*/ 2505 h 42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45" h="422278">
                  <a:moveTo>
                    <a:pt x="0" y="0"/>
                  </a:moveTo>
                  <a:lnTo>
                    <a:pt x="686044" y="0"/>
                  </a:lnTo>
                  <a:cubicBezTo>
                    <a:pt x="722274" y="0"/>
                    <a:pt x="751645" y="94530"/>
                    <a:pt x="751645" y="211139"/>
                  </a:cubicBezTo>
                  <a:cubicBezTo>
                    <a:pt x="751645" y="327748"/>
                    <a:pt x="722274" y="422278"/>
                    <a:pt x="686044" y="422278"/>
                  </a:cubicBezTo>
                  <a:lnTo>
                    <a:pt x="686041" y="422277"/>
                  </a:lnTo>
                  <a:lnTo>
                    <a:pt x="0" y="422277"/>
                  </a:lnTo>
                  <a:lnTo>
                    <a:pt x="0" y="419773"/>
                  </a:lnTo>
                  <a:lnTo>
                    <a:pt x="6235" y="417989"/>
                  </a:lnTo>
                  <a:cubicBezTo>
                    <a:pt x="40115" y="398301"/>
                    <a:pt x="65601" y="313172"/>
                    <a:pt x="65601" y="211139"/>
                  </a:cubicBezTo>
                  <a:cubicBezTo>
                    <a:pt x="65601" y="109106"/>
                    <a:pt x="40115" y="23978"/>
                    <a:pt x="6235" y="4290"/>
                  </a:cubicBezTo>
                  <a:lnTo>
                    <a:pt x="0" y="2505"/>
                  </a:lnTo>
                  <a:close/>
                </a:path>
              </a:pathLst>
            </a:custGeom>
            <a:gradFill>
              <a:gsLst>
                <a:gs pos="26000">
                  <a:schemeClr val="accent1">
                    <a:lumMod val="5000"/>
                    <a:lumOff val="95000"/>
                  </a:schemeClr>
                </a:gs>
                <a:gs pos="93000">
                  <a:schemeClr val="accent6"/>
                </a:gs>
              </a:gsLst>
              <a:lin ang="540000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20" name="椭圆 419">
              <a:extLst>
                <a:ext uri="{FF2B5EF4-FFF2-40B4-BE49-F238E27FC236}">
                  <a16:creationId xmlns:a16="http://schemas.microsoft.com/office/drawing/2014/main" id="{F68249BB-BCC8-42C0-B676-0F9BF6443AB0}"/>
                </a:ext>
              </a:extLst>
            </p:cNvPr>
            <p:cNvSpPr/>
            <p:nvPr/>
          </p:nvSpPr>
          <p:spPr>
            <a:xfrm>
              <a:off x="3655422" y="5022820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21" name="椭圆 420">
              <a:extLst>
                <a:ext uri="{FF2B5EF4-FFF2-40B4-BE49-F238E27FC236}">
                  <a16:creationId xmlns:a16="http://schemas.microsoft.com/office/drawing/2014/main" id="{19ADFF10-01F8-4D7C-BEF9-30913FEE1ED1}"/>
                </a:ext>
              </a:extLst>
            </p:cNvPr>
            <p:cNvSpPr/>
            <p:nvPr/>
          </p:nvSpPr>
          <p:spPr>
            <a:xfrm>
              <a:off x="2777942" y="5022822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422" name="直接连接符 421">
              <a:extLst>
                <a:ext uri="{FF2B5EF4-FFF2-40B4-BE49-F238E27FC236}">
                  <a16:creationId xmlns:a16="http://schemas.microsoft.com/office/drawing/2014/main" id="{A3633ADF-ACFA-44C3-BC12-088435B0313D}"/>
                </a:ext>
              </a:extLst>
            </p:cNvPr>
            <p:cNvCxnSpPr/>
            <p:nvPr/>
          </p:nvCxnSpPr>
          <p:spPr>
            <a:xfrm>
              <a:off x="2845445" y="5207577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直接连接符 422">
              <a:extLst>
                <a:ext uri="{FF2B5EF4-FFF2-40B4-BE49-F238E27FC236}">
                  <a16:creationId xmlns:a16="http://schemas.microsoft.com/office/drawing/2014/main" id="{412F8A0A-596A-4D80-AD48-0F7CB0994D2E}"/>
                </a:ext>
              </a:extLst>
            </p:cNvPr>
            <p:cNvCxnSpPr/>
            <p:nvPr/>
          </p:nvCxnSpPr>
          <p:spPr>
            <a:xfrm>
              <a:off x="3725622" y="5199858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直接连接符 423">
              <a:extLst>
                <a:ext uri="{FF2B5EF4-FFF2-40B4-BE49-F238E27FC236}">
                  <a16:creationId xmlns:a16="http://schemas.microsoft.com/office/drawing/2014/main" id="{A198B4A7-6515-43F6-9C96-3EA14483775D}"/>
                </a:ext>
              </a:extLst>
            </p:cNvPr>
            <p:cNvCxnSpPr/>
            <p:nvPr/>
          </p:nvCxnSpPr>
          <p:spPr>
            <a:xfrm>
              <a:off x="2959998" y="5080876"/>
              <a:ext cx="0" cy="2447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6" name="任意多边形 79">
            <a:extLst>
              <a:ext uri="{FF2B5EF4-FFF2-40B4-BE49-F238E27FC236}">
                <a16:creationId xmlns:a16="http://schemas.microsoft.com/office/drawing/2014/main" id="{347B4CC1-3DCE-4E82-804C-AB95C86CC26E}"/>
              </a:ext>
            </a:extLst>
          </p:cNvPr>
          <p:cNvSpPr/>
          <p:nvPr/>
        </p:nvSpPr>
        <p:spPr>
          <a:xfrm>
            <a:off x="7269014" y="1669069"/>
            <a:ext cx="920600" cy="3375063"/>
          </a:xfrm>
          <a:custGeom>
            <a:avLst/>
            <a:gdLst>
              <a:gd name="connsiteX0" fmla="*/ 416392 w 900352"/>
              <a:gd name="connsiteY0" fmla="*/ 235 h 3300830"/>
              <a:gd name="connsiteX1" fmla="*/ 529862 w 900352"/>
              <a:gd name="connsiteY1" fmla="*/ 60692 h 3300830"/>
              <a:gd name="connsiteX2" fmla="*/ 276793 w 900352"/>
              <a:gd name="connsiteY2" fmla="*/ 438719 h 3300830"/>
              <a:gd name="connsiteX3" fmla="*/ 226120 w 900352"/>
              <a:gd name="connsiteY3" fmla="*/ 815637 h 3300830"/>
              <a:gd name="connsiteX4" fmla="*/ 212865 w 900352"/>
              <a:gd name="connsiteY4" fmla="*/ 2094683 h 3300830"/>
              <a:gd name="connsiteX5" fmla="*/ 219492 w 900352"/>
              <a:gd name="connsiteY5" fmla="*/ 3082133 h 3300830"/>
              <a:gd name="connsiteX6" fmla="*/ 378545 w 900352"/>
              <a:gd name="connsiteY6" fmla="*/ 3128523 h 3300830"/>
              <a:gd name="connsiteX7" fmla="*/ 795229 w 900352"/>
              <a:gd name="connsiteY7" fmla="*/ 3125883 h 3300830"/>
              <a:gd name="connsiteX8" fmla="*/ 900352 w 900352"/>
              <a:gd name="connsiteY8" fmla="*/ 3125745 h 3300830"/>
              <a:gd name="connsiteX9" fmla="*/ 900352 w 900352"/>
              <a:gd name="connsiteY9" fmla="*/ 3300830 h 3300830"/>
              <a:gd name="connsiteX10" fmla="*/ 80322 w 900352"/>
              <a:gd name="connsiteY10" fmla="*/ 3300830 h 3300830"/>
              <a:gd name="connsiteX11" fmla="*/ 14050 w 900352"/>
              <a:gd name="connsiteY11" fmla="*/ 1736816 h 3300830"/>
              <a:gd name="connsiteX12" fmla="*/ 73694 w 900352"/>
              <a:gd name="connsiteY12" fmla="*/ 570432 h 3300830"/>
              <a:gd name="connsiteX13" fmla="*/ 385170 w 900352"/>
              <a:gd name="connsiteY13" fmla="*/ 7121 h 3300830"/>
              <a:gd name="connsiteX14" fmla="*/ 416392 w 900352"/>
              <a:gd name="connsiteY14" fmla="*/ 235 h 3300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00352" h="3300830">
                <a:moveTo>
                  <a:pt x="416392" y="235"/>
                </a:moveTo>
                <a:cubicBezTo>
                  <a:pt x="441709" y="3187"/>
                  <a:pt x="480159" y="20929"/>
                  <a:pt x="529862" y="60692"/>
                </a:cubicBezTo>
                <a:cubicBezTo>
                  <a:pt x="408784" y="124897"/>
                  <a:pt x="327416" y="312894"/>
                  <a:pt x="276793" y="438719"/>
                </a:cubicBezTo>
                <a:cubicBezTo>
                  <a:pt x="226170" y="564543"/>
                  <a:pt x="236773" y="539644"/>
                  <a:pt x="226120" y="815637"/>
                </a:cubicBezTo>
                <a:cubicBezTo>
                  <a:pt x="215466" y="1091631"/>
                  <a:pt x="213969" y="1716934"/>
                  <a:pt x="212865" y="2094683"/>
                </a:cubicBezTo>
                <a:cubicBezTo>
                  <a:pt x="211761" y="2472433"/>
                  <a:pt x="198507" y="2969471"/>
                  <a:pt x="219492" y="3082133"/>
                </a:cubicBezTo>
                <a:cubicBezTo>
                  <a:pt x="227224" y="3135151"/>
                  <a:pt x="317796" y="3134046"/>
                  <a:pt x="378545" y="3128523"/>
                </a:cubicBezTo>
                <a:cubicBezTo>
                  <a:pt x="393732" y="3127143"/>
                  <a:pt x="557134" y="3126315"/>
                  <a:pt x="795229" y="3125883"/>
                </a:cubicBezTo>
                <a:lnTo>
                  <a:pt x="900352" y="3125745"/>
                </a:lnTo>
                <a:lnTo>
                  <a:pt x="900352" y="3300830"/>
                </a:lnTo>
                <a:lnTo>
                  <a:pt x="80322" y="3300830"/>
                </a:lnTo>
                <a:cubicBezTo>
                  <a:pt x="-24609" y="3230139"/>
                  <a:pt x="-2517" y="2301230"/>
                  <a:pt x="14050" y="1736816"/>
                </a:cubicBezTo>
                <a:cubicBezTo>
                  <a:pt x="30617" y="1119384"/>
                  <a:pt x="11841" y="858713"/>
                  <a:pt x="73694" y="570432"/>
                </a:cubicBezTo>
                <a:cubicBezTo>
                  <a:pt x="135547" y="282150"/>
                  <a:pt x="280239" y="83333"/>
                  <a:pt x="385170" y="7121"/>
                </a:cubicBezTo>
                <a:cubicBezTo>
                  <a:pt x="398149" y="1323"/>
                  <a:pt x="407951" y="-748"/>
                  <a:pt x="416392" y="23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7" name="任意多边形 80">
            <a:extLst>
              <a:ext uri="{FF2B5EF4-FFF2-40B4-BE49-F238E27FC236}">
                <a16:creationId xmlns:a16="http://schemas.microsoft.com/office/drawing/2014/main" id="{C1513562-8997-4B81-8697-EDF4C9328CAD}"/>
              </a:ext>
            </a:extLst>
          </p:cNvPr>
          <p:cNvSpPr/>
          <p:nvPr/>
        </p:nvSpPr>
        <p:spPr>
          <a:xfrm>
            <a:off x="7751049" y="1664257"/>
            <a:ext cx="543161" cy="159023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8" name="组合 377">
            <a:extLst>
              <a:ext uri="{FF2B5EF4-FFF2-40B4-BE49-F238E27FC236}">
                <a16:creationId xmlns:a16="http://schemas.microsoft.com/office/drawing/2014/main" id="{E4C80AFD-60E4-4C16-B274-DC374FA96E65}"/>
              </a:ext>
            </a:extLst>
          </p:cNvPr>
          <p:cNvGrpSpPr/>
          <p:nvPr/>
        </p:nvGrpSpPr>
        <p:grpSpPr>
          <a:xfrm>
            <a:off x="6911548" y="1805877"/>
            <a:ext cx="4112053" cy="1282920"/>
            <a:chOff x="6747990" y="2676691"/>
            <a:chExt cx="4021610" cy="1161146"/>
          </a:xfrm>
        </p:grpSpPr>
        <p:sp>
          <p:nvSpPr>
            <p:cNvPr id="414" name="任意多边形 63">
              <a:extLst>
                <a:ext uri="{FF2B5EF4-FFF2-40B4-BE49-F238E27FC236}">
                  <a16:creationId xmlns:a16="http://schemas.microsoft.com/office/drawing/2014/main" id="{6CAEF2E5-2BFE-415E-BD61-348EC98C4843}"/>
                </a:ext>
              </a:extLst>
            </p:cNvPr>
            <p:cNvSpPr/>
            <p:nvPr/>
          </p:nvSpPr>
          <p:spPr>
            <a:xfrm>
              <a:off x="6747990" y="2676691"/>
              <a:ext cx="4021610" cy="1161146"/>
            </a:xfrm>
            <a:custGeom>
              <a:avLst/>
              <a:gdLst>
                <a:gd name="connsiteX0" fmla="*/ 3381829 w 3468915"/>
                <a:gd name="connsiteY0" fmla="*/ 0 h 1161146"/>
                <a:gd name="connsiteX1" fmla="*/ 3468915 w 3468915"/>
                <a:gd name="connsiteY1" fmla="*/ 580572 h 1161146"/>
                <a:gd name="connsiteX2" fmla="*/ 3381829 w 3468915"/>
                <a:gd name="connsiteY2" fmla="*/ 1161144 h 1161146"/>
                <a:gd name="connsiteX3" fmla="*/ 3381828 w 3468915"/>
                <a:gd name="connsiteY3" fmla="*/ 1161143 h 1161146"/>
                <a:gd name="connsiteX4" fmla="*/ 3381828 w 3468915"/>
                <a:gd name="connsiteY4" fmla="*/ 1161144 h 1161146"/>
                <a:gd name="connsiteX5" fmla="*/ 87089 w 3468915"/>
                <a:gd name="connsiteY5" fmla="*/ 1161144 h 1161146"/>
                <a:gd name="connsiteX6" fmla="*/ 87086 w 3468915"/>
                <a:gd name="connsiteY6" fmla="*/ 1161146 h 1161146"/>
                <a:gd name="connsiteX7" fmla="*/ 0 w 3468915"/>
                <a:gd name="connsiteY7" fmla="*/ 580574 h 1161146"/>
                <a:gd name="connsiteX8" fmla="*/ 87086 w 3468915"/>
                <a:gd name="connsiteY8" fmla="*/ 2 h 1161146"/>
                <a:gd name="connsiteX9" fmla="*/ 87086 w 3468915"/>
                <a:gd name="connsiteY9" fmla="*/ 1 h 1161146"/>
                <a:gd name="connsiteX10" fmla="*/ 3381828 w 3468915"/>
                <a:gd name="connsiteY10" fmla="*/ 1 h 116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68915" h="1161146">
                  <a:moveTo>
                    <a:pt x="3381829" y="0"/>
                  </a:moveTo>
                  <a:cubicBezTo>
                    <a:pt x="3429925" y="0"/>
                    <a:pt x="3468915" y="259931"/>
                    <a:pt x="3468915" y="580572"/>
                  </a:cubicBezTo>
                  <a:cubicBezTo>
                    <a:pt x="3468915" y="901213"/>
                    <a:pt x="3429925" y="1161144"/>
                    <a:pt x="3381829" y="1161144"/>
                  </a:cubicBezTo>
                  <a:lnTo>
                    <a:pt x="3381828" y="1161143"/>
                  </a:lnTo>
                  <a:lnTo>
                    <a:pt x="3381828" y="1161144"/>
                  </a:lnTo>
                  <a:lnTo>
                    <a:pt x="87089" y="1161144"/>
                  </a:lnTo>
                  <a:lnTo>
                    <a:pt x="87086" y="1161146"/>
                  </a:lnTo>
                  <a:cubicBezTo>
                    <a:pt x="38990" y="1161146"/>
                    <a:pt x="0" y="901215"/>
                    <a:pt x="0" y="580574"/>
                  </a:cubicBezTo>
                  <a:cubicBezTo>
                    <a:pt x="0" y="259933"/>
                    <a:pt x="38990" y="2"/>
                    <a:pt x="87086" y="2"/>
                  </a:cubicBezTo>
                  <a:lnTo>
                    <a:pt x="87086" y="1"/>
                  </a:lnTo>
                  <a:lnTo>
                    <a:pt x="3381828" y="1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5" name="椭圆 414">
              <a:extLst>
                <a:ext uri="{FF2B5EF4-FFF2-40B4-BE49-F238E27FC236}">
                  <a16:creationId xmlns:a16="http://schemas.microsoft.com/office/drawing/2014/main" id="{4B5868DA-FD3D-4BFE-89EF-5BA142313DB0}"/>
                </a:ext>
              </a:extLst>
            </p:cNvPr>
            <p:cNvSpPr/>
            <p:nvPr/>
          </p:nvSpPr>
          <p:spPr>
            <a:xfrm>
              <a:off x="6750432" y="2676691"/>
              <a:ext cx="201921" cy="116114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79" name="直接箭头连接符 378">
            <a:extLst>
              <a:ext uri="{FF2B5EF4-FFF2-40B4-BE49-F238E27FC236}">
                <a16:creationId xmlns:a16="http://schemas.microsoft.com/office/drawing/2014/main" id="{35AF961D-34B7-4BDF-851D-6EDD9A482676}"/>
              </a:ext>
            </a:extLst>
          </p:cNvPr>
          <p:cNvCxnSpPr/>
          <p:nvPr/>
        </p:nvCxnSpPr>
        <p:spPr>
          <a:xfrm>
            <a:off x="6526109" y="2482750"/>
            <a:ext cx="4934533" cy="0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上箭头 92">
            <a:extLst>
              <a:ext uri="{FF2B5EF4-FFF2-40B4-BE49-F238E27FC236}">
                <a16:creationId xmlns:a16="http://schemas.microsoft.com/office/drawing/2014/main" id="{B0F801F5-A70C-4E9B-A2B9-6759338F9525}"/>
              </a:ext>
            </a:extLst>
          </p:cNvPr>
          <p:cNvSpPr/>
          <p:nvPr/>
        </p:nvSpPr>
        <p:spPr>
          <a:xfrm flipH="1">
            <a:off x="7310755" y="3804971"/>
            <a:ext cx="148006" cy="463784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1" name="上箭头 93">
            <a:extLst>
              <a:ext uri="{FF2B5EF4-FFF2-40B4-BE49-F238E27FC236}">
                <a16:creationId xmlns:a16="http://schemas.microsoft.com/office/drawing/2014/main" id="{710BBF84-559E-4BF4-8C5A-8BE908BBF8F6}"/>
              </a:ext>
            </a:extLst>
          </p:cNvPr>
          <p:cNvSpPr/>
          <p:nvPr/>
        </p:nvSpPr>
        <p:spPr>
          <a:xfrm rot="10800000" flipH="1">
            <a:off x="10401833" y="3824223"/>
            <a:ext cx="125188" cy="425280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椭圆 405">
            <a:extLst>
              <a:ext uri="{FF2B5EF4-FFF2-40B4-BE49-F238E27FC236}">
                <a16:creationId xmlns:a16="http://schemas.microsoft.com/office/drawing/2014/main" id="{D7D548C7-94CB-42F0-91D6-BD6D8678DB7E}"/>
              </a:ext>
            </a:extLst>
          </p:cNvPr>
          <p:cNvSpPr/>
          <p:nvPr/>
        </p:nvSpPr>
        <p:spPr>
          <a:xfrm>
            <a:off x="7138579" y="2740267"/>
            <a:ext cx="3718468" cy="1185515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7" name="椭圆 406">
            <a:extLst>
              <a:ext uri="{FF2B5EF4-FFF2-40B4-BE49-F238E27FC236}">
                <a16:creationId xmlns:a16="http://schemas.microsoft.com/office/drawing/2014/main" id="{FB6D391B-059C-4C4A-B9D2-8324F2553DFE}"/>
              </a:ext>
            </a:extLst>
          </p:cNvPr>
          <p:cNvSpPr/>
          <p:nvPr/>
        </p:nvSpPr>
        <p:spPr>
          <a:xfrm>
            <a:off x="7463759" y="2811071"/>
            <a:ext cx="3097919" cy="793618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椭圆 407">
            <a:extLst>
              <a:ext uri="{FF2B5EF4-FFF2-40B4-BE49-F238E27FC236}">
                <a16:creationId xmlns:a16="http://schemas.microsoft.com/office/drawing/2014/main" id="{6FA6179D-CC67-4BE8-9889-7D968BFC7792}"/>
              </a:ext>
            </a:extLst>
          </p:cNvPr>
          <p:cNvSpPr/>
          <p:nvPr/>
        </p:nvSpPr>
        <p:spPr>
          <a:xfrm>
            <a:off x="7639420" y="2905225"/>
            <a:ext cx="2767607" cy="498869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椭圆 408">
            <a:extLst>
              <a:ext uri="{FF2B5EF4-FFF2-40B4-BE49-F238E27FC236}">
                <a16:creationId xmlns:a16="http://schemas.microsoft.com/office/drawing/2014/main" id="{8F8413B9-6731-4CF3-A21E-65FC7422277F}"/>
              </a:ext>
            </a:extLst>
          </p:cNvPr>
          <p:cNvSpPr/>
          <p:nvPr/>
        </p:nvSpPr>
        <p:spPr>
          <a:xfrm>
            <a:off x="7374969" y="2787747"/>
            <a:ext cx="3258745" cy="952457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83" name="组合 382">
            <a:extLst>
              <a:ext uri="{FF2B5EF4-FFF2-40B4-BE49-F238E27FC236}">
                <a16:creationId xmlns:a16="http://schemas.microsoft.com/office/drawing/2014/main" id="{E96C0F45-07C5-408F-87CA-AA1642E15D40}"/>
              </a:ext>
            </a:extLst>
          </p:cNvPr>
          <p:cNvGrpSpPr/>
          <p:nvPr/>
        </p:nvGrpSpPr>
        <p:grpSpPr>
          <a:xfrm rot="10800000">
            <a:off x="7138579" y="989526"/>
            <a:ext cx="3718468" cy="1186866"/>
            <a:chOff x="6902589" y="-539314"/>
            <a:chExt cx="3636682" cy="1160761"/>
          </a:xfrm>
        </p:grpSpPr>
        <p:sp>
          <p:nvSpPr>
            <p:cNvPr id="398" name="椭圆 397">
              <a:extLst>
                <a:ext uri="{FF2B5EF4-FFF2-40B4-BE49-F238E27FC236}">
                  <a16:creationId xmlns:a16="http://schemas.microsoft.com/office/drawing/2014/main" id="{C49374DE-E569-4872-9B12-6F3380613C17}"/>
                </a:ext>
              </a:extLst>
            </p:cNvPr>
            <p:cNvSpPr/>
            <p:nvPr/>
          </p:nvSpPr>
          <p:spPr>
            <a:xfrm>
              <a:off x="6902589" y="-539314"/>
              <a:ext cx="3636682" cy="1159440"/>
            </a:xfrm>
            <a:prstGeom prst="ellipse">
              <a:avLst/>
            </a:prstGeom>
            <a:noFill/>
            <a:ln w="31750">
              <a:solidFill>
                <a:srgbClr val="5B9BD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9" name="椭圆 398">
              <a:extLst>
                <a:ext uri="{FF2B5EF4-FFF2-40B4-BE49-F238E27FC236}">
                  <a16:creationId xmlns:a16="http://schemas.microsoft.com/office/drawing/2014/main" id="{D0E975D9-FED3-4D60-8001-8424FC266FC3}"/>
                </a:ext>
              </a:extLst>
            </p:cNvPr>
            <p:cNvSpPr/>
            <p:nvPr/>
          </p:nvSpPr>
          <p:spPr>
            <a:xfrm>
              <a:off x="7220617" y="-470067"/>
              <a:ext cx="3029782" cy="776162"/>
            </a:xfrm>
            <a:prstGeom prst="ellipse">
              <a:avLst/>
            </a:prstGeom>
            <a:noFill/>
            <a:ln w="31750">
              <a:solidFill>
                <a:srgbClr val="5B9BD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0" name="椭圆 399">
              <a:extLst>
                <a:ext uri="{FF2B5EF4-FFF2-40B4-BE49-F238E27FC236}">
                  <a16:creationId xmlns:a16="http://schemas.microsoft.com/office/drawing/2014/main" id="{FB0D5E50-25A4-4CF0-9F0E-D0EA03427D94}"/>
                </a:ext>
              </a:extLst>
            </p:cNvPr>
            <p:cNvSpPr/>
            <p:nvPr/>
          </p:nvSpPr>
          <p:spPr>
            <a:xfrm>
              <a:off x="7392414" y="-377984"/>
              <a:ext cx="2706735" cy="487896"/>
            </a:xfrm>
            <a:prstGeom prst="ellipse">
              <a:avLst/>
            </a:prstGeom>
            <a:noFill/>
            <a:ln w="31750">
              <a:solidFill>
                <a:srgbClr val="5B9BD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1" name="椭圆 400">
              <a:extLst>
                <a:ext uri="{FF2B5EF4-FFF2-40B4-BE49-F238E27FC236}">
                  <a16:creationId xmlns:a16="http://schemas.microsoft.com/office/drawing/2014/main" id="{20961A0D-763B-48C3-A665-BD00D3F76CF7}"/>
                </a:ext>
              </a:extLst>
            </p:cNvPr>
            <p:cNvSpPr/>
            <p:nvPr/>
          </p:nvSpPr>
          <p:spPr>
            <a:xfrm>
              <a:off x="7133780" y="-492878"/>
              <a:ext cx="3187070" cy="931508"/>
            </a:xfrm>
            <a:prstGeom prst="ellipse">
              <a:avLst/>
            </a:prstGeom>
            <a:noFill/>
            <a:ln w="31750">
              <a:solidFill>
                <a:srgbClr val="5B9BD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02" name="直接箭头连接符 401">
              <a:extLst>
                <a:ext uri="{FF2B5EF4-FFF2-40B4-BE49-F238E27FC236}">
                  <a16:creationId xmlns:a16="http://schemas.microsoft.com/office/drawing/2014/main" id="{D1E96248-118E-4AB3-A7BE-4F2153B6442D}"/>
                </a:ext>
              </a:extLst>
            </p:cNvPr>
            <p:cNvCxnSpPr/>
            <p:nvPr/>
          </p:nvCxnSpPr>
          <p:spPr>
            <a:xfrm flipV="1">
              <a:off x="8653504" y="111846"/>
              <a:ext cx="133154" cy="1601"/>
            </a:xfrm>
            <a:prstGeom prst="straightConnector1">
              <a:avLst/>
            </a:prstGeom>
            <a:ln w="31750">
              <a:prstDash val="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直接箭头连接符 402">
              <a:extLst>
                <a:ext uri="{FF2B5EF4-FFF2-40B4-BE49-F238E27FC236}">
                  <a16:creationId xmlns:a16="http://schemas.microsoft.com/office/drawing/2014/main" id="{20353E15-C526-4E02-B379-BB176414765F}"/>
                </a:ext>
              </a:extLst>
            </p:cNvPr>
            <p:cNvCxnSpPr/>
            <p:nvPr/>
          </p:nvCxnSpPr>
          <p:spPr>
            <a:xfrm flipV="1">
              <a:off x="8653504" y="295996"/>
              <a:ext cx="133154" cy="1601"/>
            </a:xfrm>
            <a:prstGeom prst="straightConnector1">
              <a:avLst/>
            </a:prstGeom>
            <a:ln w="31750">
              <a:prstDash val="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直接箭头连接符 403">
              <a:extLst>
                <a:ext uri="{FF2B5EF4-FFF2-40B4-BE49-F238E27FC236}">
                  <a16:creationId xmlns:a16="http://schemas.microsoft.com/office/drawing/2014/main" id="{F6E6C8E7-2791-4AEC-9CB5-5D692A654A98}"/>
                </a:ext>
              </a:extLst>
            </p:cNvPr>
            <p:cNvCxnSpPr/>
            <p:nvPr/>
          </p:nvCxnSpPr>
          <p:spPr>
            <a:xfrm flipV="1">
              <a:off x="8653504" y="448396"/>
              <a:ext cx="133154" cy="1601"/>
            </a:xfrm>
            <a:prstGeom prst="straightConnector1">
              <a:avLst/>
            </a:prstGeom>
            <a:ln w="31750">
              <a:prstDash val="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直接箭头连接符 404">
              <a:extLst>
                <a:ext uri="{FF2B5EF4-FFF2-40B4-BE49-F238E27FC236}">
                  <a16:creationId xmlns:a16="http://schemas.microsoft.com/office/drawing/2014/main" id="{F1439C1C-B615-44FE-8F3D-C6DBB5A2089A}"/>
                </a:ext>
              </a:extLst>
            </p:cNvPr>
            <p:cNvCxnSpPr/>
            <p:nvPr/>
          </p:nvCxnSpPr>
          <p:spPr>
            <a:xfrm flipV="1">
              <a:off x="8653504" y="619846"/>
              <a:ext cx="133154" cy="1601"/>
            </a:xfrm>
            <a:prstGeom prst="straightConnector1">
              <a:avLst/>
            </a:prstGeom>
            <a:ln w="31750">
              <a:prstDash val="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4" name="任意多边形 160">
            <a:extLst>
              <a:ext uri="{FF2B5EF4-FFF2-40B4-BE49-F238E27FC236}">
                <a16:creationId xmlns:a16="http://schemas.microsoft.com/office/drawing/2014/main" id="{86AE61ED-8248-4C54-B2AB-EEEE91BD6913}"/>
              </a:ext>
            </a:extLst>
          </p:cNvPr>
          <p:cNvSpPr/>
          <p:nvPr/>
        </p:nvSpPr>
        <p:spPr>
          <a:xfrm>
            <a:off x="6539095" y="2176263"/>
            <a:ext cx="4843634" cy="208398"/>
          </a:xfrm>
          <a:custGeom>
            <a:avLst/>
            <a:gdLst>
              <a:gd name="connsiteX0" fmla="*/ 0 w 4737100"/>
              <a:gd name="connsiteY0" fmla="*/ 0 h 203814"/>
              <a:gd name="connsiteX1" fmla="*/ 2463800 w 4737100"/>
              <a:gd name="connsiteY1" fmla="*/ 203200 h 203814"/>
              <a:gd name="connsiteX2" fmla="*/ 4737100 w 4737100"/>
              <a:gd name="connsiteY2" fmla="*/ 50800 h 20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37100" h="203814">
                <a:moveTo>
                  <a:pt x="0" y="0"/>
                </a:moveTo>
                <a:cubicBezTo>
                  <a:pt x="837141" y="97366"/>
                  <a:pt x="1674283" y="194733"/>
                  <a:pt x="2463800" y="203200"/>
                </a:cubicBezTo>
                <a:cubicBezTo>
                  <a:pt x="3253317" y="211667"/>
                  <a:pt x="3995208" y="131233"/>
                  <a:pt x="4737100" y="50800"/>
                </a:cubicBezTo>
              </a:path>
            </a:pathLst>
          </a:cu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5" name="任意多边形 161">
            <a:extLst>
              <a:ext uri="{FF2B5EF4-FFF2-40B4-BE49-F238E27FC236}">
                <a16:creationId xmlns:a16="http://schemas.microsoft.com/office/drawing/2014/main" id="{BA8A8F6E-EA57-41F0-8708-891AB6B17927}"/>
              </a:ext>
            </a:extLst>
          </p:cNvPr>
          <p:cNvSpPr/>
          <p:nvPr/>
        </p:nvSpPr>
        <p:spPr>
          <a:xfrm>
            <a:off x="6565066" y="1903565"/>
            <a:ext cx="4817662" cy="389586"/>
          </a:xfrm>
          <a:custGeom>
            <a:avLst/>
            <a:gdLst>
              <a:gd name="connsiteX0" fmla="*/ 0 w 4711700"/>
              <a:gd name="connsiteY0" fmla="*/ 0 h 381017"/>
              <a:gd name="connsiteX1" fmla="*/ 2362200 w 4711700"/>
              <a:gd name="connsiteY1" fmla="*/ 381000 h 381017"/>
              <a:gd name="connsiteX2" fmla="*/ 4711700 w 4711700"/>
              <a:gd name="connsiteY2" fmla="*/ 12700 h 381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11700" h="381017">
                <a:moveTo>
                  <a:pt x="0" y="0"/>
                </a:moveTo>
                <a:cubicBezTo>
                  <a:pt x="788458" y="189441"/>
                  <a:pt x="1576917" y="378883"/>
                  <a:pt x="2362200" y="381000"/>
                </a:cubicBezTo>
                <a:cubicBezTo>
                  <a:pt x="3147483" y="383117"/>
                  <a:pt x="3929591" y="197908"/>
                  <a:pt x="4711700" y="12700"/>
                </a:cubicBezTo>
              </a:path>
            </a:pathLst>
          </a:cu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6" name="任意多边形 162">
            <a:extLst>
              <a:ext uri="{FF2B5EF4-FFF2-40B4-BE49-F238E27FC236}">
                <a16:creationId xmlns:a16="http://schemas.microsoft.com/office/drawing/2014/main" id="{A5183494-49D3-4201-B633-4E6846A5AFF0}"/>
              </a:ext>
            </a:extLst>
          </p:cNvPr>
          <p:cNvSpPr/>
          <p:nvPr/>
        </p:nvSpPr>
        <p:spPr>
          <a:xfrm>
            <a:off x="6552080" y="2578723"/>
            <a:ext cx="4817662" cy="194878"/>
          </a:xfrm>
          <a:custGeom>
            <a:avLst/>
            <a:gdLst>
              <a:gd name="connsiteX0" fmla="*/ 0 w 4711700"/>
              <a:gd name="connsiteY0" fmla="*/ 190592 h 190592"/>
              <a:gd name="connsiteX1" fmla="*/ 2463800 w 4711700"/>
              <a:gd name="connsiteY1" fmla="*/ 92 h 190592"/>
              <a:gd name="connsiteX2" fmla="*/ 4711700 w 4711700"/>
              <a:gd name="connsiteY2" fmla="*/ 165192 h 190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11700" h="190592">
                <a:moveTo>
                  <a:pt x="0" y="190592"/>
                </a:moveTo>
                <a:cubicBezTo>
                  <a:pt x="839258" y="97458"/>
                  <a:pt x="1678517" y="4325"/>
                  <a:pt x="2463800" y="92"/>
                </a:cubicBezTo>
                <a:cubicBezTo>
                  <a:pt x="3249083" y="-4141"/>
                  <a:pt x="4351867" y="137675"/>
                  <a:pt x="4711700" y="165192"/>
                </a:cubicBezTo>
              </a:path>
            </a:pathLst>
          </a:cu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7" name="任意多边形 163">
            <a:extLst>
              <a:ext uri="{FF2B5EF4-FFF2-40B4-BE49-F238E27FC236}">
                <a16:creationId xmlns:a16="http://schemas.microsoft.com/office/drawing/2014/main" id="{1CF05D65-6A5B-4AA9-ABDB-FAC462357A33}"/>
              </a:ext>
            </a:extLst>
          </p:cNvPr>
          <p:cNvSpPr/>
          <p:nvPr/>
        </p:nvSpPr>
        <p:spPr>
          <a:xfrm>
            <a:off x="6565066" y="2643394"/>
            <a:ext cx="4830648" cy="467833"/>
          </a:xfrm>
          <a:custGeom>
            <a:avLst/>
            <a:gdLst>
              <a:gd name="connsiteX0" fmla="*/ 0 w 4724400"/>
              <a:gd name="connsiteY0" fmla="*/ 457543 h 457543"/>
              <a:gd name="connsiteX1" fmla="*/ 2463800 w 4724400"/>
              <a:gd name="connsiteY1" fmla="*/ 343 h 457543"/>
              <a:gd name="connsiteX2" fmla="*/ 4724400 w 4724400"/>
              <a:gd name="connsiteY2" fmla="*/ 381343 h 45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24400" h="457543">
                <a:moveTo>
                  <a:pt x="0" y="457543"/>
                </a:moveTo>
                <a:cubicBezTo>
                  <a:pt x="838200" y="235293"/>
                  <a:pt x="1676400" y="13043"/>
                  <a:pt x="2463800" y="343"/>
                </a:cubicBezTo>
                <a:cubicBezTo>
                  <a:pt x="3251200" y="-12357"/>
                  <a:pt x="4353983" y="330543"/>
                  <a:pt x="4724400" y="381343"/>
                </a:cubicBezTo>
              </a:path>
            </a:pathLst>
          </a:cu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8" name="直接箭头连接符 387">
            <a:extLst>
              <a:ext uri="{FF2B5EF4-FFF2-40B4-BE49-F238E27FC236}">
                <a16:creationId xmlns:a16="http://schemas.microsoft.com/office/drawing/2014/main" id="{4D5705C0-E510-4007-AE07-C145A643685C}"/>
              </a:ext>
            </a:extLst>
          </p:cNvPr>
          <p:cNvCxnSpPr/>
          <p:nvPr/>
        </p:nvCxnSpPr>
        <p:spPr>
          <a:xfrm>
            <a:off x="11232630" y="3013875"/>
            <a:ext cx="158325" cy="58395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直接箭头连接符 388">
            <a:extLst>
              <a:ext uri="{FF2B5EF4-FFF2-40B4-BE49-F238E27FC236}">
                <a16:creationId xmlns:a16="http://schemas.microsoft.com/office/drawing/2014/main" id="{E711C950-F38B-4DCF-936C-D4C11945C22C}"/>
              </a:ext>
            </a:extLst>
          </p:cNvPr>
          <p:cNvCxnSpPr/>
          <p:nvPr/>
        </p:nvCxnSpPr>
        <p:spPr>
          <a:xfrm>
            <a:off x="11297558" y="2728191"/>
            <a:ext cx="163084" cy="23285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直接箭头连接符 389">
            <a:extLst>
              <a:ext uri="{FF2B5EF4-FFF2-40B4-BE49-F238E27FC236}">
                <a16:creationId xmlns:a16="http://schemas.microsoft.com/office/drawing/2014/main" id="{195D0029-E2E2-426C-8F97-427C0AAE5B20}"/>
              </a:ext>
            </a:extLst>
          </p:cNvPr>
          <p:cNvCxnSpPr/>
          <p:nvPr/>
        </p:nvCxnSpPr>
        <p:spPr>
          <a:xfrm flipV="1">
            <a:off x="11271693" y="2224324"/>
            <a:ext cx="186840" cy="9760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直接箭头连接符 390">
            <a:extLst>
              <a:ext uri="{FF2B5EF4-FFF2-40B4-BE49-F238E27FC236}">
                <a16:creationId xmlns:a16="http://schemas.microsoft.com/office/drawing/2014/main" id="{7E05725F-11A6-493D-9976-D2760321C9F0}"/>
              </a:ext>
            </a:extLst>
          </p:cNvPr>
          <p:cNvCxnSpPr/>
          <p:nvPr/>
        </p:nvCxnSpPr>
        <p:spPr>
          <a:xfrm flipV="1">
            <a:off x="11180727" y="1893767"/>
            <a:ext cx="220652" cy="94786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2" name="任意多边形 86">
            <a:extLst>
              <a:ext uri="{FF2B5EF4-FFF2-40B4-BE49-F238E27FC236}">
                <a16:creationId xmlns:a16="http://schemas.microsoft.com/office/drawing/2014/main" id="{E80169F7-2791-4F92-BA8C-A3329F8E89DA}"/>
              </a:ext>
            </a:extLst>
          </p:cNvPr>
          <p:cNvSpPr/>
          <p:nvPr/>
        </p:nvSpPr>
        <p:spPr>
          <a:xfrm>
            <a:off x="8128998" y="1623620"/>
            <a:ext cx="596120" cy="1649135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3" name="任意多边形 85">
            <a:extLst>
              <a:ext uri="{FF2B5EF4-FFF2-40B4-BE49-F238E27FC236}">
                <a16:creationId xmlns:a16="http://schemas.microsoft.com/office/drawing/2014/main" id="{6C1F62D5-F5CC-4D1D-9B03-612A487DD5A4}"/>
              </a:ext>
            </a:extLst>
          </p:cNvPr>
          <p:cNvSpPr/>
          <p:nvPr/>
        </p:nvSpPr>
        <p:spPr>
          <a:xfrm>
            <a:off x="7664404" y="1623620"/>
            <a:ext cx="596120" cy="1649135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4" name="任意多边形 87">
            <a:extLst>
              <a:ext uri="{FF2B5EF4-FFF2-40B4-BE49-F238E27FC236}">
                <a16:creationId xmlns:a16="http://schemas.microsoft.com/office/drawing/2014/main" id="{74F89535-B0BB-4FE1-A503-E4E1B84B7A8E}"/>
              </a:ext>
            </a:extLst>
          </p:cNvPr>
          <p:cNvSpPr/>
          <p:nvPr/>
        </p:nvSpPr>
        <p:spPr>
          <a:xfrm>
            <a:off x="8593591" y="1623620"/>
            <a:ext cx="596120" cy="1649135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5" name="任意多边形 88">
            <a:extLst>
              <a:ext uri="{FF2B5EF4-FFF2-40B4-BE49-F238E27FC236}">
                <a16:creationId xmlns:a16="http://schemas.microsoft.com/office/drawing/2014/main" id="{7213F030-5554-4473-A84C-0F263A14CDFA}"/>
              </a:ext>
            </a:extLst>
          </p:cNvPr>
          <p:cNvSpPr/>
          <p:nvPr/>
        </p:nvSpPr>
        <p:spPr>
          <a:xfrm>
            <a:off x="9521207" y="1623620"/>
            <a:ext cx="596120" cy="1649135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6" name="任意多边形 89">
            <a:extLst>
              <a:ext uri="{FF2B5EF4-FFF2-40B4-BE49-F238E27FC236}">
                <a16:creationId xmlns:a16="http://schemas.microsoft.com/office/drawing/2014/main" id="{7A875E99-EA23-46D4-B215-A8954DFD89D1}"/>
              </a:ext>
            </a:extLst>
          </p:cNvPr>
          <p:cNvSpPr/>
          <p:nvPr/>
        </p:nvSpPr>
        <p:spPr>
          <a:xfrm>
            <a:off x="9884929" y="1638286"/>
            <a:ext cx="689488" cy="3380795"/>
          </a:xfrm>
          <a:custGeom>
            <a:avLst/>
            <a:gdLst>
              <a:gd name="connsiteX0" fmla="*/ 202078 w 674323"/>
              <a:gd name="connsiteY0" fmla="*/ 667 h 3306436"/>
              <a:gd name="connsiteX1" fmla="*/ 277035 w 674323"/>
              <a:gd name="connsiteY1" fmla="*/ 3921 h 3306436"/>
              <a:gd name="connsiteX2" fmla="*/ 400504 w 674323"/>
              <a:gd name="connsiteY2" fmla="*/ 56049 h 3306436"/>
              <a:gd name="connsiteX3" fmla="*/ 643645 w 674323"/>
              <a:gd name="connsiteY3" fmla="*/ 698886 h 3306436"/>
              <a:gd name="connsiteX4" fmla="*/ 663526 w 674323"/>
              <a:gd name="connsiteY4" fmla="*/ 2402071 h 3306436"/>
              <a:gd name="connsiteX5" fmla="*/ 577373 w 674323"/>
              <a:gd name="connsiteY5" fmla="*/ 3296741 h 3306436"/>
              <a:gd name="connsiteX6" fmla="*/ 124291 w 674323"/>
              <a:gd name="connsiteY6" fmla="*/ 3305693 h 3306436"/>
              <a:gd name="connsiteX7" fmla="*/ 0 w 674323"/>
              <a:gd name="connsiteY7" fmla="*/ 3306436 h 3306436"/>
              <a:gd name="connsiteX8" fmla="*/ 0 w 674323"/>
              <a:gd name="connsiteY8" fmla="*/ 3135966 h 3306436"/>
              <a:gd name="connsiteX9" fmla="*/ 7022 w 674323"/>
              <a:gd name="connsiteY9" fmla="*/ 3135981 h 3306436"/>
              <a:gd name="connsiteX10" fmla="*/ 444829 w 674323"/>
              <a:gd name="connsiteY10" fmla="*/ 3137688 h 3306436"/>
              <a:gd name="connsiteX11" fmla="*/ 471338 w 674323"/>
              <a:gd name="connsiteY11" fmla="*/ 2594259 h 3306436"/>
              <a:gd name="connsiteX12" fmla="*/ 451456 w 674323"/>
              <a:gd name="connsiteY12" fmla="*/ 1308587 h 3306436"/>
              <a:gd name="connsiteX13" fmla="*/ 365303 w 674323"/>
              <a:gd name="connsiteY13" fmla="*/ 354273 h 3306436"/>
              <a:gd name="connsiteX14" fmla="*/ 120615 w 674323"/>
              <a:gd name="connsiteY14" fmla="*/ 22083 h 3306436"/>
              <a:gd name="connsiteX15" fmla="*/ 202078 w 674323"/>
              <a:gd name="connsiteY15" fmla="*/ 667 h 3306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74323" h="3306436">
                <a:moveTo>
                  <a:pt x="202078" y="667"/>
                </a:moveTo>
                <a:cubicBezTo>
                  <a:pt x="228437" y="-1178"/>
                  <a:pt x="253712" y="1091"/>
                  <a:pt x="277035" y="3921"/>
                </a:cubicBezTo>
                <a:cubicBezTo>
                  <a:pt x="323684" y="9582"/>
                  <a:pt x="350327" y="28036"/>
                  <a:pt x="400504" y="56049"/>
                </a:cubicBezTo>
                <a:cubicBezTo>
                  <a:pt x="444224" y="80458"/>
                  <a:pt x="599807" y="307882"/>
                  <a:pt x="643645" y="698886"/>
                </a:cubicBezTo>
                <a:cubicBezTo>
                  <a:pt x="687482" y="1089890"/>
                  <a:pt x="674572" y="1969096"/>
                  <a:pt x="663526" y="2402071"/>
                </a:cubicBezTo>
                <a:cubicBezTo>
                  <a:pt x="652480" y="2835046"/>
                  <a:pt x="732006" y="3284591"/>
                  <a:pt x="577373" y="3296741"/>
                </a:cubicBezTo>
                <a:cubicBezTo>
                  <a:pt x="519386" y="3301297"/>
                  <a:pt x="345526" y="3303990"/>
                  <a:pt x="124291" y="3305693"/>
                </a:cubicBezTo>
                <a:lnTo>
                  <a:pt x="0" y="3306436"/>
                </a:lnTo>
                <a:lnTo>
                  <a:pt x="0" y="3135966"/>
                </a:lnTo>
                <a:lnTo>
                  <a:pt x="7022" y="3135981"/>
                </a:lnTo>
                <a:lnTo>
                  <a:pt x="444829" y="3137688"/>
                </a:lnTo>
                <a:cubicBezTo>
                  <a:pt x="490116" y="3073625"/>
                  <a:pt x="470234" y="2899110"/>
                  <a:pt x="471338" y="2594259"/>
                </a:cubicBezTo>
                <a:cubicBezTo>
                  <a:pt x="472442" y="2289409"/>
                  <a:pt x="469130" y="1681917"/>
                  <a:pt x="451456" y="1308587"/>
                </a:cubicBezTo>
                <a:cubicBezTo>
                  <a:pt x="433783" y="935256"/>
                  <a:pt x="421635" y="571865"/>
                  <a:pt x="365303" y="354273"/>
                </a:cubicBezTo>
                <a:cubicBezTo>
                  <a:pt x="308971" y="136680"/>
                  <a:pt x="233812" y="83694"/>
                  <a:pt x="120615" y="22083"/>
                </a:cubicBezTo>
                <a:cubicBezTo>
                  <a:pt x="148276" y="8466"/>
                  <a:pt x="175719" y="2511"/>
                  <a:pt x="202078" y="667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7" name="任意多边形 81">
            <a:extLst>
              <a:ext uri="{FF2B5EF4-FFF2-40B4-BE49-F238E27FC236}">
                <a16:creationId xmlns:a16="http://schemas.microsoft.com/office/drawing/2014/main" id="{0C869E05-2CF0-4980-BC6C-A0911D1B6FC9}"/>
              </a:ext>
            </a:extLst>
          </p:cNvPr>
          <p:cNvSpPr/>
          <p:nvPr/>
        </p:nvSpPr>
        <p:spPr>
          <a:xfrm>
            <a:off x="9056613" y="1623620"/>
            <a:ext cx="596120" cy="1649135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0" name="上箭头 176">
            <a:extLst>
              <a:ext uri="{FF2B5EF4-FFF2-40B4-BE49-F238E27FC236}">
                <a16:creationId xmlns:a16="http://schemas.microsoft.com/office/drawing/2014/main" id="{2C850609-2796-48C8-A491-0B1EF91522D3}"/>
              </a:ext>
            </a:extLst>
          </p:cNvPr>
          <p:cNvSpPr/>
          <p:nvPr/>
        </p:nvSpPr>
        <p:spPr>
          <a:xfrm rot="10800000" flipH="1">
            <a:off x="10406679" y="3691158"/>
            <a:ext cx="125188" cy="425280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D8D3EA4F-EE65-44E7-BB82-D92E8BE4CCF3}"/>
              </a:ext>
            </a:extLst>
          </p:cNvPr>
          <p:cNvSpPr txBox="1"/>
          <p:nvPr/>
        </p:nvSpPr>
        <p:spPr>
          <a:xfrm>
            <a:off x="2564381" y="166005"/>
            <a:ext cx="6110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H</a:t>
            </a:r>
            <a:endParaRPr lang="zh-CN" altLang="en-US" sz="4800" dirty="0">
              <a:solidFill>
                <a:srgbClr val="FFFF00"/>
              </a:solidFill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D2AF5606-A2F0-45B1-A1AF-748EBDEB4DC9}"/>
              </a:ext>
            </a:extLst>
          </p:cNvPr>
          <p:cNvSpPr/>
          <p:nvPr/>
        </p:nvSpPr>
        <p:spPr>
          <a:xfrm>
            <a:off x="5389375" y="2138925"/>
            <a:ext cx="656767" cy="634676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317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4B0AAA-3BB7-448C-B21D-D676F8879856}"/>
              </a:ext>
            </a:extLst>
          </p:cNvPr>
          <p:cNvSpPr txBox="1"/>
          <p:nvPr/>
        </p:nvSpPr>
        <p:spPr>
          <a:xfrm>
            <a:off x="5196813" y="154977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加磁芯</a:t>
            </a:r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F70DC79B-BB82-4A87-BD74-94E9B749B750}"/>
              </a:ext>
            </a:extLst>
          </p:cNvPr>
          <p:cNvCxnSpPr>
            <a:cxnSpLocks/>
          </p:cNvCxnSpPr>
          <p:nvPr/>
        </p:nvCxnSpPr>
        <p:spPr>
          <a:xfrm flipH="1" flipV="1">
            <a:off x="2772384" y="3844947"/>
            <a:ext cx="120183" cy="1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C166D8EA-C694-4099-8F1F-F0A85F81ACDE}"/>
              </a:ext>
            </a:extLst>
          </p:cNvPr>
          <p:cNvCxnSpPr/>
          <p:nvPr/>
        </p:nvCxnSpPr>
        <p:spPr>
          <a:xfrm rot="10800000" flipV="1">
            <a:off x="9054432" y="3593707"/>
            <a:ext cx="136149" cy="1637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6CB435DC-007D-42C9-B500-4661E5E003D2}"/>
              </a:ext>
            </a:extLst>
          </p:cNvPr>
          <p:cNvCxnSpPr/>
          <p:nvPr/>
        </p:nvCxnSpPr>
        <p:spPr>
          <a:xfrm rot="10800000" flipV="1">
            <a:off x="9054432" y="3403207"/>
            <a:ext cx="136149" cy="1637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E0B2B276-B84F-46C5-BE62-9AB4213BA3F4}"/>
              </a:ext>
            </a:extLst>
          </p:cNvPr>
          <p:cNvCxnSpPr/>
          <p:nvPr/>
        </p:nvCxnSpPr>
        <p:spPr>
          <a:xfrm rot="10800000" flipV="1">
            <a:off x="9067132" y="3917557"/>
            <a:ext cx="136149" cy="1637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AE09EFAF-12A6-4F42-A214-79690525F9EB}"/>
              </a:ext>
            </a:extLst>
          </p:cNvPr>
          <p:cNvCxnSpPr/>
          <p:nvPr/>
        </p:nvCxnSpPr>
        <p:spPr>
          <a:xfrm rot="10800000" flipV="1">
            <a:off x="9060782" y="3733407"/>
            <a:ext cx="136149" cy="1637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880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任意多边形 30">
            <a:extLst>
              <a:ext uri="{FF2B5EF4-FFF2-40B4-BE49-F238E27FC236}">
                <a16:creationId xmlns:a16="http://schemas.microsoft.com/office/drawing/2014/main" id="{479CC22A-40C0-45D1-92EE-A29096459F9A}"/>
              </a:ext>
            </a:extLst>
          </p:cNvPr>
          <p:cNvSpPr/>
          <p:nvPr/>
        </p:nvSpPr>
        <p:spPr>
          <a:xfrm>
            <a:off x="3479041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任意多边形 28">
            <a:extLst>
              <a:ext uri="{FF2B5EF4-FFF2-40B4-BE49-F238E27FC236}">
                <a16:creationId xmlns:a16="http://schemas.microsoft.com/office/drawing/2014/main" id="{80D876BB-A9D1-42E5-A062-122EDD48FBBB}"/>
              </a:ext>
            </a:extLst>
          </p:cNvPr>
          <p:cNvSpPr/>
          <p:nvPr/>
        </p:nvSpPr>
        <p:spPr>
          <a:xfrm>
            <a:off x="3024666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1" name="任意多边形 26">
            <a:extLst>
              <a:ext uri="{FF2B5EF4-FFF2-40B4-BE49-F238E27FC236}">
                <a16:creationId xmlns:a16="http://schemas.microsoft.com/office/drawing/2014/main" id="{467645BB-5A7F-46A7-8155-1CB1A09FFFED}"/>
              </a:ext>
            </a:extLst>
          </p:cNvPr>
          <p:cNvSpPr/>
          <p:nvPr/>
        </p:nvSpPr>
        <p:spPr>
          <a:xfrm>
            <a:off x="2571828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任意多边形 24">
            <a:extLst>
              <a:ext uri="{FF2B5EF4-FFF2-40B4-BE49-F238E27FC236}">
                <a16:creationId xmlns:a16="http://schemas.microsoft.com/office/drawing/2014/main" id="{BB8FF333-C6E6-4BEE-8D68-748A8AB7F815}"/>
              </a:ext>
            </a:extLst>
          </p:cNvPr>
          <p:cNvSpPr/>
          <p:nvPr/>
        </p:nvSpPr>
        <p:spPr>
          <a:xfrm>
            <a:off x="2117453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3" name="组合 342">
            <a:extLst>
              <a:ext uri="{FF2B5EF4-FFF2-40B4-BE49-F238E27FC236}">
                <a16:creationId xmlns:a16="http://schemas.microsoft.com/office/drawing/2014/main" id="{281453D4-AE1F-49C1-845C-4A74B91A408D}"/>
              </a:ext>
            </a:extLst>
          </p:cNvPr>
          <p:cNvGrpSpPr/>
          <p:nvPr/>
        </p:nvGrpSpPr>
        <p:grpSpPr>
          <a:xfrm>
            <a:off x="1997382" y="4497949"/>
            <a:ext cx="1753037" cy="923389"/>
            <a:chOff x="2362927" y="4768729"/>
            <a:chExt cx="1753037" cy="923389"/>
          </a:xfrm>
        </p:grpSpPr>
        <p:sp>
          <p:nvSpPr>
            <p:cNvPr id="359" name="椭圆 358">
              <a:extLst>
                <a:ext uri="{FF2B5EF4-FFF2-40B4-BE49-F238E27FC236}">
                  <a16:creationId xmlns:a16="http://schemas.microsoft.com/office/drawing/2014/main" id="{6C368635-ABF5-4AC8-9125-5889578DE8EC}"/>
                </a:ext>
              </a:extLst>
            </p:cNvPr>
            <p:cNvSpPr/>
            <p:nvPr/>
          </p:nvSpPr>
          <p:spPr>
            <a:xfrm>
              <a:off x="2362927" y="4768729"/>
              <a:ext cx="325160" cy="92338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0" name="椭圆 359">
              <a:extLst>
                <a:ext uri="{FF2B5EF4-FFF2-40B4-BE49-F238E27FC236}">
                  <a16:creationId xmlns:a16="http://schemas.microsoft.com/office/drawing/2014/main" id="{7F3C5629-131E-4C33-B210-40C5FC63258B}"/>
                </a:ext>
              </a:extLst>
            </p:cNvPr>
            <p:cNvSpPr/>
            <p:nvPr/>
          </p:nvSpPr>
          <p:spPr>
            <a:xfrm>
              <a:off x="2414021" y="4969935"/>
              <a:ext cx="159682" cy="5277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1" name="椭圆 360">
              <a:extLst>
                <a:ext uri="{FF2B5EF4-FFF2-40B4-BE49-F238E27FC236}">
                  <a16:creationId xmlns:a16="http://schemas.microsoft.com/office/drawing/2014/main" id="{C4FF0223-5747-434C-9298-78FE4F0747A7}"/>
                </a:ext>
              </a:extLst>
            </p:cNvPr>
            <p:cNvSpPr/>
            <p:nvPr/>
          </p:nvSpPr>
          <p:spPr>
            <a:xfrm>
              <a:off x="2414719" y="5126488"/>
              <a:ext cx="99973" cy="1991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2" name="任意多边形 35">
              <a:extLst>
                <a:ext uri="{FF2B5EF4-FFF2-40B4-BE49-F238E27FC236}">
                  <a16:creationId xmlns:a16="http://schemas.microsoft.com/office/drawing/2014/main" id="{242B9962-B5F7-414A-BFC2-361BEA60221D}"/>
                </a:ext>
              </a:extLst>
            </p:cNvPr>
            <p:cNvSpPr/>
            <p:nvPr/>
          </p:nvSpPr>
          <p:spPr>
            <a:xfrm>
              <a:off x="2544640" y="4768729"/>
              <a:ext cx="1571324" cy="923389"/>
            </a:xfrm>
            <a:custGeom>
              <a:avLst/>
              <a:gdLst>
                <a:gd name="connsiteX0" fmla="*/ 0 w 751645"/>
                <a:gd name="connsiteY0" fmla="*/ 0 h 422278"/>
                <a:gd name="connsiteX1" fmla="*/ 686044 w 751645"/>
                <a:gd name="connsiteY1" fmla="*/ 0 h 422278"/>
                <a:gd name="connsiteX2" fmla="*/ 751645 w 751645"/>
                <a:gd name="connsiteY2" fmla="*/ 211139 h 422278"/>
                <a:gd name="connsiteX3" fmla="*/ 686044 w 751645"/>
                <a:gd name="connsiteY3" fmla="*/ 422278 h 422278"/>
                <a:gd name="connsiteX4" fmla="*/ 686041 w 751645"/>
                <a:gd name="connsiteY4" fmla="*/ 422277 h 422278"/>
                <a:gd name="connsiteX5" fmla="*/ 0 w 751645"/>
                <a:gd name="connsiteY5" fmla="*/ 422277 h 422278"/>
                <a:gd name="connsiteX6" fmla="*/ 0 w 751645"/>
                <a:gd name="connsiteY6" fmla="*/ 419773 h 422278"/>
                <a:gd name="connsiteX7" fmla="*/ 6235 w 751645"/>
                <a:gd name="connsiteY7" fmla="*/ 417989 h 422278"/>
                <a:gd name="connsiteX8" fmla="*/ 65601 w 751645"/>
                <a:gd name="connsiteY8" fmla="*/ 211139 h 422278"/>
                <a:gd name="connsiteX9" fmla="*/ 6235 w 751645"/>
                <a:gd name="connsiteY9" fmla="*/ 4290 h 422278"/>
                <a:gd name="connsiteX10" fmla="*/ 0 w 751645"/>
                <a:gd name="connsiteY10" fmla="*/ 2505 h 42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45" h="422278">
                  <a:moveTo>
                    <a:pt x="0" y="0"/>
                  </a:moveTo>
                  <a:lnTo>
                    <a:pt x="686044" y="0"/>
                  </a:lnTo>
                  <a:cubicBezTo>
                    <a:pt x="722274" y="0"/>
                    <a:pt x="751645" y="94530"/>
                    <a:pt x="751645" y="211139"/>
                  </a:cubicBezTo>
                  <a:cubicBezTo>
                    <a:pt x="751645" y="327748"/>
                    <a:pt x="722274" y="422278"/>
                    <a:pt x="686044" y="422278"/>
                  </a:cubicBezTo>
                  <a:lnTo>
                    <a:pt x="686041" y="422277"/>
                  </a:lnTo>
                  <a:lnTo>
                    <a:pt x="0" y="422277"/>
                  </a:lnTo>
                  <a:lnTo>
                    <a:pt x="0" y="419773"/>
                  </a:lnTo>
                  <a:lnTo>
                    <a:pt x="6235" y="417989"/>
                  </a:lnTo>
                  <a:cubicBezTo>
                    <a:pt x="40115" y="398301"/>
                    <a:pt x="65601" y="313172"/>
                    <a:pt x="65601" y="211139"/>
                  </a:cubicBezTo>
                  <a:cubicBezTo>
                    <a:pt x="65601" y="109106"/>
                    <a:pt x="40115" y="23978"/>
                    <a:pt x="6235" y="4290"/>
                  </a:cubicBezTo>
                  <a:lnTo>
                    <a:pt x="0" y="2505"/>
                  </a:lnTo>
                  <a:close/>
                </a:path>
              </a:pathLst>
            </a:custGeom>
            <a:gradFill>
              <a:gsLst>
                <a:gs pos="26000">
                  <a:schemeClr val="accent1">
                    <a:lumMod val="5000"/>
                    <a:lumOff val="95000"/>
                  </a:schemeClr>
                </a:gs>
                <a:gs pos="93000">
                  <a:schemeClr val="accent6"/>
                </a:gs>
              </a:gsLst>
              <a:lin ang="540000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3" name="椭圆 362">
              <a:extLst>
                <a:ext uri="{FF2B5EF4-FFF2-40B4-BE49-F238E27FC236}">
                  <a16:creationId xmlns:a16="http://schemas.microsoft.com/office/drawing/2014/main" id="{04D2A5BF-738F-435D-AC03-DE5B4FFDB488}"/>
                </a:ext>
              </a:extLst>
            </p:cNvPr>
            <p:cNvSpPr/>
            <p:nvPr/>
          </p:nvSpPr>
          <p:spPr>
            <a:xfrm>
              <a:off x="3655422" y="5022820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4" name="椭圆 363">
              <a:extLst>
                <a:ext uri="{FF2B5EF4-FFF2-40B4-BE49-F238E27FC236}">
                  <a16:creationId xmlns:a16="http://schemas.microsoft.com/office/drawing/2014/main" id="{11BCA049-A125-4877-AE11-8AC87933640E}"/>
                </a:ext>
              </a:extLst>
            </p:cNvPr>
            <p:cNvSpPr/>
            <p:nvPr/>
          </p:nvSpPr>
          <p:spPr>
            <a:xfrm>
              <a:off x="2777942" y="5022822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365" name="直接连接符 364">
              <a:extLst>
                <a:ext uri="{FF2B5EF4-FFF2-40B4-BE49-F238E27FC236}">
                  <a16:creationId xmlns:a16="http://schemas.microsoft.com/office/drawing/2014/main" id="{484D4527-A1FB-4284-AB93-D48CA372A80D}"/>
                </a:ext>
              </a:extLst>
            </p:cNvPr>
            <p:cNvCxnSpPr/>
            <p:nvPr/>
          </p:nvCxnSpPr>
          <p:spPr>
            <a:xfrm>
              <a:off x="2845445" y="5207577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接连接符 365">
              <a:extLst>
                <a:ext uri="{FF2B5EF4-FFF2-40B4-BE49-F238E27FC236}">
                  <a16:creationId xmlns:a16="http://schemas.microsoft.com/office/drawing/2014/main" id="{435D9441-CE42-431A-A73D-3351074B4C60}"/>
                </a:ext>
              </a:extLst>
            </p:cNvPr>
            <p:cNvCxnSpPr/>
            <p:nvPr/>
          </p:nvCxnSpPr>
          <p:spPr>
            <a:xfrm>
              <a:off x="3725622" y="5199858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接连接符 366">
              <a:extLst>
                <a:ext uri="{FF2B5EF4-FFF2-40B4-BE49-F238E27FC236}">
                  <a16:creationId xmlns:a16="http://schemas.microsoft.com/office/drawing/2014/main" id="{A007F4DF-6C14-4FC6-B477-2EDB0ACB87E1}"/>
                </a:ext>
              </a:extLst>
            </p:cNvPr>
            <p:cNvCxnSpPr/>
            <p:nvPr/>
          </p:nvCxnSpPr>
          <p:spPr>
            <a:xfrm>
              <a:off x="2959998" y="5080876"/>
              <a:ext cx="0" cy="2447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4" name="任意多边形 44">
            <a:extLst>
              <a:ext uri="{FF2B5EF4-FFF2-40B4-BE49-F238E27FC236}">
                <a16:creationId xmlns:a16="http://schemas.microsoft.com/office/drawing/2014/main" id="{AB67EC7F-DE79-481D-BD7F-9B72A8B88808}"/>
              </a:ext>
            </a:extLst>
          </p:cNvPr>
          <p:cNvSpPr/>
          <p:nvPr/>
        </p:nvSpPr>
        <p:spPr>
          <a:xfrm>
            <a:off x="1191645" y="1756736"/>
            <a:ext cx="900352" cy="3300830"/>
          </a:xfrm>
          <a:custGeom>
            <a:avLst/>
            <a:gdLst>
              <a:gd name="connsiteX0" fmla="*/ 416392 w 900352"/>
              <a:gd name="connsiteY0" fmla="*/ 235 h 3300830"/>
              <a:gd name="connsiteX1" fmla="*/ 529862 w 900352"/>
              <a:gd name="connsiteY1" fmla="*/ 60692 h 3300830"/>
              <a:gd name="connsiteX2" fmla="*/ 276793 w 900352"/>
              <a:gd name="connsiteY2" fmla="*/ 438719 h 3300830"/>
              <a:gd name="connsiteX3" fmla="*/ 226120 w 900352"/>
              <a:gd name="connsiteY3" fmla="*/ 815637 h 3300830"/>
              <a:gd name="connsiteX4" fmla="*/ 212865 w 900352"/>
              <a:gd name="connsiteY4" fmla="*/ 2094683 h 3300830"/>
              <a:gd name="connsiteX5" fmla="*/ 219492 w 900352"/>
              <a:gd name="connsiteY5" fmla="*/ 3082133 h 3300830"/>
              <a:gd name="connsiteX6" fmla="*/ 378545 w 900352"/>
              <a:gd name="connsiteY6" fmla="*/ 3128523 h 3300830"/>
              <a:gd name="connsiteX7" fmla="*/ 795229 w 900352"/>
              <a:gd name="connsiteY7" fmla="*/ 3125883 h 3300830"/>
              <a:gd name="connsiteX8" fmla="*/ 900352 w 900352"/>
              <a:gd name="connsiteY8" fmla="*/ 3125745 h 3300830"/>
              <a:gd name="connsiteX9" fmla="*/ 900352 w 900352"/>
              <a:gd name="connsiteY9" fmla="*/ 3300830 h 3300830"/>
              <a:gd name="connsiteX10" fmla="*/ 80322 w 900352"/>
              <a:gd name="connsiteY10" fmla="*/ 3300830 h 3300830"/>
              <a:gd name="connsiteX11" fmla="*/ 14050 w 900352"/>
              <a:gd name="connsiteY11" fmla="*/ 1736816 h 3300830"/>
              <a:gd name="connsiteX12" fmla="*/ 73694 w 900352"/>
              <a:gd name="connsiteY12" fmla="*/ 570432 h 3300830"/>
              <a:gd name="connsiteX13" fmla="*/ 385170 w 900352"/>
              <a:gd name="connsiteY13" fmla="*/ 7121 h 3300830"/>
              <a:gd name="connsiteX14" fmla="*/ 416392 w 900352"/>
              <a:gd name="connsiteY14" fmla="*/ 235 h 3300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00352" h="3300830">
                <a:moveTo>
                  <a:pt x="416392" y="235"/>
                </a:moveTo>
                <a:cubicBezTo>
                  <a:pt x="441709" y="3187"/>
                  <a:pt x="480159" y="20929"/>
                  <a:pt x="529862" y="60692"/>
                </a:cubicBezTo>
                <a:cubicBezTo>
                  <a:pt x="408784" y="124897"/>
                  <a:pt x="327416" y="312894"/>
                  <a:pt x="276793" y="438719"/>
                </a:cubicBezTo>
                <a:cubicBezTo>
                  <a:pt x="226170" y="564543"/>
                  <a:pt x="236773" y="539644"/>
                  <a:pt x="226120" y="815637"/>
                </a:cubicBezTo>
                <a:cubicBezTo>
                  <a:pt x="215466" y="1091631"/>
                  <a:pt x="213969" y="1716934"/>
                  <a:pt x="212865" y="2094683"/>
                </a:cubicBezTo>
                <a:cubicBezTo>
                  <a:pt x="211761" y="2472433"/>
                  <a:pt x="198507" y="2969471"/>
                  <a:pt x="219492" y="3082133"/>
                </a:cubicBezTo>
                <a:cubicBezTo>
                  <a:pt x="227224" y="3135151"/>
                  <a:pt x="317796" y="3134046"/>
                  <a:pt x="378545" y="3128523"/>
                </a:cubicBezTo>
                <a:cubicBezTo>
                  <a:pt x="393732" y="3127143"/>
                  <a:pt x="557134" y="3126315"/>
                  <a:pt x="795229" y="3125883"/>
                </a:cubicBezTo>
                <a:lnTo>
                  <a:pt x="900352" y="3125745"/>
                </a:lnTo>
                <a:lnTo>
                  <a:pt x="900352" y="3300830"/>
                </a:lnTo>
                <a:lnTo>
                  <a:pt x="80322" y="3300830"/>
                </a:lnTo>
                <a:cubicBezTo>
                  <a:pt x="-24609" y="3230139"/>
                  <a:pt x="-2517" y="2301230"/>
                  <a:pt x="14050" y="1736816"/>
                </a:cubicBezTo>
                <a:cubicBezTo>
                  <a:pt x="30617" y="1119384"/>
                  <a:pt x="11841" y="858713"/>
                  <a:pt x="73694" y="570432"/>
                </a:cubicBezTo>
                <a:cubicBezTo>
                  <a:pt x="135547" y="282150"/>
                  <a:pt x="280239" y="83333"/>
                  <a:pt x="385170" y="7121"/>
                </a:cubicBezTo>
                <a:cubicBezTo>
                  <a:pt x="398149" y="1323"/>
                  <a:pt x="407951" y="-748"/>
                  <a:pt x="416392" y="23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5" name="任意多边形 10">
            <a:extLst>
              <a:ext uri="{FF2B5EF4-FFF2-40B4-BE49-F238E27FC236}">
                <a16:creationId xmlns:a16="http://schemas.microsoft.com/office/drawing/2014/main" id="{442FC7E9-6682-4B31-A50B-A19A593A02A3}"/>
              </a:ext>
            </a:extLst>
          </p:cNvPr>
          <p:cNvSpPr/>
          <p:nvPr/>
        </p:nvSpPr>
        <p:spPr>
          <a:xfrm>
            <a:off x="1663078" y="1752030"/>
            <a:ext cx="531214" cy="1555260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6" name="椭圆 345">
            <a:extLst>
              <a:ext uri="{FF2B5EF4-FFF2-40B4-BE49-F238E27FC236}">
                <a16:creationId xmlns:a16="http://schemas.microsoft.com/office/drawing/2014/main" id="{26C3E790-9152-4C8D-9B75-646872BE7AA1}"/>
              </a:ext>
            </a:extLst>
          </p:cNvPr>
          <p:cNvSpPr/>
          <p:nvPr/>
        </p:nvSpPr>
        <p:spPr>
          <a:xfrm>
            <a:off x="1078631" y="1183854"/>
            <a:ext cx="3636682" cy="1226921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椭圆 346">
            <a:extLst>
              <a:ext uri="{FF2B5EF4-FFF2-40B4-BE49-F238E27FC236}">
                <a16:creationId xmlns:a16="http://schemas.microsoft.com/office/drawing/2014/main" id="{ACDECCA0-9E31-4D93-98ED-566D93D77B0A}"/>
              </a:ext>
            </a:extLst>
          </p:cNvPr>
          <p:cNvSpPr/>
          <p:nvPr/>
        </p:nvSpPr>
        <p:spPr>
          <a:xfrm>
            <a:off x="1078631" y="2690626"/>
            <a:ext cx="3636682" cy="1159440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8" name="直接箭头连接符 347">
            <a:extLst>
              <a:ext uri="{FF2B5EF4-FFF2-40B4-BE49-F238E27FC236}">
                <a16:creationId xmlns:a16="http://schemas.microsoft.com/office/drawing/2014/main" id="{420705B0-7645-4EDD-A23F-10071690A75E}"/>
              </a:ext>
            </a:extLst>
          </p:cNvPr>
          <p:cNvCxnSpPr/>
          <p:nvPr/>
        </p:nvCxnSpPr>
        <p:spPr>
          <a:xfrm>
            <a:off x="909405" y="2552520"/>
            <a:ext cx="4047031" cy="0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9" name="任意多边形 7">
            <a:extLst>
              <a:ext uri="{FF2B5EF4-FFF2-40B4-BE49-F238E27FC236}">
                <a16:creationId xmlns:a16="http://schemas.microsoft.com/office/drawing/2014/main" id="{BC0ECBB8-B9DD-4577-A563-7D03091DFA6C}"/>
              </a:ext>
            </a:extLst>
          </p:cNvPr>
          <p:cNvSpPr/>
          <p:nvPr/>
        </p:nvSpPr>
        <p:spPr>
          <a:xfrm>
            <a:off x="1578339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0" name="任意多边形 25">
            <a:extLst>
              <a:ext uri="{FF2B5EF4-FFF2-40B4-BE49-F238E27FC236}">
                <a16:creationId xmlns:a16="http://schemas.microsoft.com/office/drawing/2014/main" id="{0549B095-3F82-455E-8F9A-22DE9C2E30D3}"/>
              </a:ext>
            </a:extLst>
          </p:cNvPr>
          <p:cNvSpPr/>
          <p:nvPr/>
        </p:nvSpPr>
        <p:spPr>
          <a:xfrm>
            <a:off x="2032714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1" name="任意多边形 27">
            <a:extLst>
              <a:ext uri="{FF2B5EF4-FFF2-40B4-BE49-F238E27FC236}">
                <a16:creationId xmlns:a16="http://schemas.microsoft.com/office/drawing/2014/main" id="{77F4D611-5875-4C81-897F-B04BBCBF241E}"/>
              </a:ext>
            </a:extLst>
          </p:cNvPr>
          <p:cNvSpPr/>
          <p:nvPr/>
        </p:nvSpPr>
        <p:spPr>
          <a:xfrm>
            <a:off x="2487089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2" name="任意多边形 31">
            <a:extLst>
              <a:ext uri="{FF2B5EF4-FFF2-40B4-BE49-F238E27FC236}">
                <a16:creationId xmlns:a16="http://schemas.microsoft.com/office/drawing/2014/main" id="{A3D51A33-03C5-4647-A05C-D1C558A810ED}"/>
              </a:ext>
            </a:extLst>
          </p:cNvPr>
          <p:cNvSpPr/>
          <p:nvPr/>
        </p:nvSpPr>
        <p:spPr>
          <a:xfrm>
            <a:off x="3394302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3" name="任意多边形 45">
            <a:extLst>
              <a:ext uri="{FF2B5EF4-FFF2-40B4-BE49-F238E27FC236}">
                <a16:creationId xmlns:a16="http://schemas.microsoft.com/office/drawing/2014/main" id="{BF717DEB-2FA2-4AAE-8081-A133F9E2428C}"/>
              </a:ext>
            </a:extLst>
          </p:cNvPr>
          <p:cNvSpPr/>
          <p:nvPr/>
        </p:nvSpPr>
        <p:spPr>
          <a:xfrm>
            <a:off x="3750024" y="1726630"/>
            <a:ext cx="674323" cy="3306436"/>
          </a:xfrm>
          <a:custGeom>
            <a:avLst/>
            <a:gdLst>
              <a:gd name="connsiteX0" fmla="*/ 202078 w 674323"/>
              <a:gd name="connsiteY0" fmla="*/ 667 h 3306436"/>
              <a:gd name="connsiteX1" fmla="*/ 277035 w 674323"/>
              <a:gd name="connsiteY1" fmla="*/ 3921 h 3306436"/>
              <a:gd name="connsiteX2" fmla="*/ 400504 w 674323"/>
              <a:gd name="connsiteY2" fmla="*/ 56049 h 3306436"/>
              <a:gd name="connsiteX3" fmla="*/ 643645 w 674323"/>
              <a:gd name="connsiteY3" fmla="*/ 698886 h 3306436"/>
              <a:gd name="connsiteX4" fmla="*/ 663526 w 674323"/>
              <a:gd name="connsiteY4" fmla="*/ 2402071 h 3306436"/>
              <a:gd name="connsiteX5" fmla="*/ 577373 w 674323"/>
              <a:gd name="connsiteY5" fmla="*/ 3296741 h 3306436"/>
              <a:gd name="connsiteX6" fmla="*/ 124291 w 674323"/>
              <a:gd name="connsiteY6" fmla="*/ 3305693 h 3306436"/>
              <a:gd name="connsiteX7" fmla="*/ 0 w 674323"/>
              <a:gd name="connsiteY7" fmla="*/ 3306436 h 3306436"/>
              <a:gd name="connsiteX8" fmla="*/ 0 w 674323"/>
              <a:gd name="connsiteY8" fmla="*/ 3135966 h 3306436"/>
              <a:gd name="connsiteX9" fmla="*/ 7022 w 674323"/>
              <a:gd name="connsiteY9" fmla="*/ 3135981 h 3306436"/>
              <a:gd name="connsiteX10" fmla="*/ 444829 w 674323"/>
              <a:gd name="connsiteY10" fmla="*/ 3137688 h 3306436"/>
              <a:gd name="connsiteX11" fmla="*/ 471338 w 674323"/>
              <a:gd name="connsiteY11" fmla="*/ 2594259 h 3306436"/>
              <a:gd name="connsiteX12" fmla="*/ 451456 w 674323"/>
              <a:gd name="connsiteY12" fmla="*/ 1308587 h 3306436"/>
              <a:gd name="connsiteX13" fmla="*/ 365303 w 674323"/>
              <a:gd name="connsiteY13" fmla="*/ 354273 h 3306436"/>
              <a:gd name="connsiteX14" fmla="*/ 120615 w 674323"/>
              <a:gd name="connsiteY14" fmla="*/ 22083 h 3306436"/>
              <a:gd name="connsiteX15" fmla="*/ 202078 w 674323"/>
              <a:gd name="connsiteY15" fmla="*/ 667 h 3306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74323" h="3306436">
                <a:moveTo>
                  <a:pt x="202078" y="667"/>
                </a:moveTo>
                <a:cubicBezTo>
                  <a:pt x="228437" y="-1178"/>
                  <a:pt x="253712" y="1091"/>
                  <a:pt x="277035" y="3921"/>
                </a:cubicBezTo>
                <a:cubicBezTo>
                  <a:pt x="323684" y="9582"/>
                  <a:pt x="350327" y="28036"/>
                  <a:pt x="400504" y="56049"/>
                </a:cubicBezTo>
                <a:cubicBezTo>
                  <a:pt x="444224" y="80458"/>
                  <a:pt x="599807" y="307882"/>
                  <a:pt x="643645" y="698886"/>
                </a:cubicBezTo>
                <a:cubicBezTo>
                  <a:pt x="687482" y="1089890"/>
                  <a:pt x="674572" y="1969096"/>
                  <a:pt x="663526" y="2402071"/>
                </a:cubicBezTo>
                <a:cubicBezTo>
                  <a:pt x="652480" y="2835046"/>
                  <a:pt x="732006" y="3284591"/>
                  <a:pt x="577373" y="3296741"/>
                </a:cubicBezTo>
                <a:cubicBezTo>
                  <a:pt x="519386" y="3301297"/>
                  <a:pt x="345526" y="3303990"/>
                  <a:pt x="124291" y="3305693"/>
                </a:cubicBezTo>
                <a:lnTo>
                  <a:pt x="0" y="3306436"/>
                </a:lnTo>
                <a:lnTo>
                  <a:pt x="0" y="3135966"/>
                </a:lnTo>
                <a:lnTo>
                  <a:pt x="7022" y="3135981"/>
                </a:lnTo>
                <a:lnTo>
                  <a:pt x="444829" y="3137688"/>
                </a:lnTo>
                <a:cubicBezTo>
                  <a:pt x="490116" y="3073625"/>
                  <a:pt x="470234" y="2899110"/>
                  <a:pt x="471338" y="2594259"/>
                </a:cubicBezTo>
                <a:cubicBezTo>
                  <a:pt x="472442" y="2289409"/>
                  <a:pt x="469130" y="1681917"/>
                  <a:pt x="451456" y="1308587"/>
                </a:cubicBezTo>
                <a:cubicBezTo>
                  <a:pt x="433783" y="935256"/>
                  <a:pt x="421635" y="571865"/>
                  <a:pt x="365303" y="354273"/>
                </a:cubicBezTo>
                <a:cubicBezTo>
                  <a:pt x="308971" y="136680"/>
                  <a:pt x="233812" y="83694"/>
                  <a:pt x="120615" y="22083"/>
                </a:cubicBezTo>
                <a:cubicBezTo>
                  <a:pt x="148276" y="8466"/>
                  <a:pt x="175719" y="2511"/>
                  <a:pt x="202078" y="667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354" name="直接箭头连接符 353">
            <a:extLst>
              <a:ext uri="{FF2B5EF4-FFF2-40B4-BE49-F238E27FC236}">
                <a16:creationId xmlns:a16="http://schemas.microsoft.com/office/drawing/2014/main" id="{CA3BF6D4-12B9-4222-947A-86878DACAC34}"/>
              </a:ext>
            </a:extLst>
          </p:cNvPr>
          <p:cNvCxnSpPr/>
          <p:nvPr/>
        </p:nvCxnSpPr>
        <p:spPr>
          <a:xfrm flipH="1" flipV="1">
            <a:off x="2898921" y="1183854"/>
            <a:ext cx="141877" cy="1978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上箭头 56">
            <a:extLst>
              <a:ext uri="{FF2B5EF4-FFF2-40B4-BE49-F238E27FC236}">
                <a16:creationId xmlns:a16="http://schemas.microsoft.com/office/drawing/2014/main" id="{9D6EF54B-B45B-46AE-9DF7-7DDB33A392BA}"/>
              </a:ext>
            </a:extLst>
          </p:cNvPr>
          <p:cNvSpPr/>
          <p:nvPr/>
        </p:nvSpPr>
        <p:spPr>
          <a:xfrm flipH="1">
            <a:off x="1232468" y="3845660"/>
            <a:ext cx="144751" cy="453583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7" name="上箭头 57">
            <a:extLst>
              <a:ext uri="{FF2B5EF4-FFF2-40B4-BE49-F238E27FC236}">
                <a16:creationId xmlns:a16="http://schemas.microsoft.com/office/drawing/2014/main" id="{457C7E1A-2FFC-49AD-8B8F-FCB1E72D61A6}"/>
              </a:ext>
            </a:extLst>
          </p:cNvPr>
          <p:cNvSpPr/>
          <p:nvPr/>
        </p:nvSpPr>
        <p:spPr>
          <a:xfrm rot="10800000" flipH="1">
            <a:off x="4255559" y="3864488"/>
            <a:ext cx="122435" cy="415926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" name="任意多边形 29">
            <a:extLst>
              <a:ext uri="{FF2B5EF4-FFF2-40B4-BE49-F238E27FC236}">
                <a16:creationId xmlns:a16="http://schemas.microsoft.com/office/drawing/2014/main" id="{58AFFF73-1753-42FD-9FA7-30C6E0DFD4A5}"/>
              </a:ext>
            </a:extLst>
          </p:cNvPr>
          <p:cNvSpPr/>
          <p:nvPr/>
        </p:nvSpPr>
        <p:spPr>
          <a:xfrm>
            <a:off x="2939927" y="1712286"/>
            <a:ext cx="583009" cy="1612863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1" name="任意多边形 65">
            <a:extLst>
              <a:ext uri="{FF2B5EF4-FFF2-40B4-BE49-F238E27FC236}">
                <a16:creationId xmlns:a16="http://schemas.microsoft.com/office/drawing/2014/main" id="{AC0B5FFC-F16D-42F8-A9B2-C58DE7D22338}"/>
              </a:ext>
            </a:extLst>
          </p:cNvPr>
          <p:cNvSpPr/>
          <p:nvPr/>
        </p:nvSpPr>
        <p:spPr>
          <a:xfrm>
            <a:off x="9607852" y="1664257"/>
            <a:ext cx="543161" cy="159023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2" name="任意多边形 66">
            <a:extLst>
              <a:ext uri="{FF2B5EF4-FFF2-40B4-BE49-F238E27FC236}">
                <a16:creationId xmlns:a16="http://schemas.microsoft.com/office/drawing/2014/main" id="{E0232542-E382-49B3-B16B-C76449E5BDFD}"/>
              </a:ext>
            </a:extLst>
          </p:cNvPr>
          <p:cNvSpPr/>
          <p:nvPr/>
        </p:nvSpPr>
        <p:spPr>
          <a:xfrm>
            <a:off x="9143258" y="1664257"/>
            <a:ext cx="543161" cy="159023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3" name="任意多边形 67">
            <a:extLst>
              <a:ext uri="{FF2B5EF4-FFF2-40B4-BE49-F238E27FC236}">
                <a16:creationId xmlns:a16="http://schemas.microsoft.com/office/drawing/2014/main" id="{1791C25E-D028-4F52-9999-E12F7C034E0A}"/>
              </a:ext>
            </a:extLst>
          </p:cNvPr>
          <p:cNvSpPr/>
          <p:nvPr/>
        </p:nvSpPr>
        <p:spPr>
          <a:xfrm>
            <a:off x="8680236" y="1664257"/>
            <a:ext cx="543161" cy="159023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4" name="任意多边形 68">
            <a:extLst>
              <a:ext uri="{FF2B5EF4-FFF2-40B4-BE49-F238E27FC236}">
                <a16:creationId xmlns:a16="http://schemas.microsoft.com/office/drawing/2014/main" id="{7B1E7A26-EDF7-45B5-B6F3-84EFFEB24E51}"/>
              </a:ext>
            </a:extLst>
          </p:cNvPr>
          <p:cNvSpPr/>
          <p:nvPr/>
        </p:nvSpPr>
        <p:spPr>
          <a:xfrm>
            <a:off x="8215643" y="1664257"/>
            <a:ext cx="543161" cy="159023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5" name="组合 374">
            <a:extLst>
              <a:ext uri="{FF2B5EF4-FFF2-40B4-BE49-F238E27FC236}">
                <a16:creationId xmlns:a16="http://schemas.microsoft.com/office/drawing/2014/main" id="{13CD0399-0192-48B2-BA6A-0B6496C32780}"/>
              </a:ext>
            </a:extLst>
          </p:cNvPr>
          <p:cNvGrpSpPr/>
          <p:nvPr/>
        </p:nvGrpSpPr>
        <p:grpSpPr>
          <a:xfrm>
            <a:off x="8092871" y="4471930"/>
            <a:ext cx="1792461" cy="944155"/>
            <a:chOff x="2362927" y="4768729"/>
            <a:chExt cx="1753037" cy="923389"/>
          </a:xfrm>
        </p:grpSpPr>
        <p:sp>
          <p:nvSpPr>
            <p:cNvPr id="416" name="椭圆 415">
              <a:extLst>
                <a:ext uri="{FF2B5EF4-FFF2-40B4-BE49-F238E27FC236}">
                  <a16:creationId xmlns:a16="http://schemas.microsoft.com/office/drawing/2014/main" id="{CDC1A571-EC25-4D25-A0A7-2B846B4F8CE5}"/>
                </a:ext>
              </a:extLst>
            </p:cNvPr>
            <p:cNvSpPr/>
            <p:nvPr/>
          </p:nvSpPr>
          <p:spPr>
            <a:xfrm>
              <a:off x="2362927" y="4768729"/>
              <a:ext cx="325160" cy="92338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7" name="椭圆 416">
              <a:extLst>
                <a:ext uri="{FF2B5EF4-FFF2-40B4-BE49-F238E27FC236}">
                  <a16:creationId xmlns:a16="http://schemas.microsoft.com/office/drawing/2014/main" id="{3D54FDE4-6FF1-40B6-AEB9-4422CC11564D}"/>
                </a:ext>
              </a:extLst>
            </p:cNvPr>
            <p:cNvSpPr/>
            <p:nvPr/>
          </p:nvSpPr>
          <p:spPr>
            <a:xfrm>
              <a:off x="2414021" y="4969935"/>
              <a:ext cx="159682" cy="5277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8" name="椭圆 417">
              <a:extLst>
                <a:ext uri="{FF2B5EF4-FFF2-40B4-BE49-F238E27FC236}">
                  <a16:creationId xmlns:a16="http://schemas.microsoft.com/office/drawing/2014/main" id="{4538F8A9-7490-45B7-981B-BCD90FDBB8A6}"/>
                </a:ext>
              </a:extLst>
            </p:cNvPr>
            <p:cNvSpPr/>
            <p:nvPr/>
          </p:nvSpPr>
          <p:spPr>
            <a:xfrm>
              <a:off x="2414719" y="5126488"/>
              <a:ext cx="99973" cy="1991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9" name="任意多边形 73">
              <a:extLst>
                <a:ext uri="{FF2B5EF4-FFF2-40B4-BE49-F238E27FC236}">
                  <a16:creationId xmlns:a16="http://schemas.microsoft.com/office/drawing/2014/main" id="{E9F0D761-7159-4032-8A19-F97CB3AB452F}"/>
                </a:ext>
              </a:extLst>
            </p:cNvPr>
            <p:cNvSpPr/>
            <p:nvPr/>
          </p:nvSpPr>
          <p:spPr>
            <a:xfrm>
              <a:off x="2544640" y="4768729"/>
              <a:ext cx="1571324" cy="923389"/>
            </a:xfrm>
            <a:custGeom>
              <a:avLst/>
              <a:gdLst>
                <a:gd name="connsiteX0" fmla="*/ 0 w 751645"/>
                <a:gd name="connsiteY0" fmla="*/ 0 h 422278"/>
                <a:gd name="connsiteX1" fmla="*/ 686044 w 751645"/>
                <a:gd name="connsiteY1" fmla="*/ 0 h 422278"/>
                <a:gd name="connsiteX2" fmla="*/ 751645 w 751645"/>
                <a:gd name="connsiteY2" fmla="*/ 211139 h 422278"/>
                <a:gd name="connsiteX3" fmla="*/ 686044 w 751645"/>
                <a:gd name="connsiteY3" fmla="*/ 422278 h 422278"/>
                <a:gd name="connsiteX4" fmla="*/ 686041 w 751645"/>
                <a:gd name="connsiteY4" fmla="*/ 422277 h 422278"/>
                <a:gd name="connsiteX5" fmla="*/ 0 w 751645"/>
                <a:gd name="connsiteY5" fmla="*/ 422277 h 422278"/>
                <a:gd name="connsiteX6" fmla="*/ 0 w 751645"/>
                <a:gd name="connsiteY6" fmla="*/ 419773 h 422278"/>
                <a:gd name="connsiteX7" fmla="*/ 6235 w 751645"/>
                <a:gd name="connsiteY7" fmla="*/ 417989 h 422278"/>
                <a:gd name="connsiteX8" fmla="*/ 65601 w 751645"/>
                <a:gd name="connsiteY8" fmla="*/ 211139 h 422278"/>
                <a:gd name="connsiteX9" fmla="*/ 6235 w 751645"/>
                <a:gd name="connsiteY9" fmla="*/ 4290 h 422278"/>
                <a:gd name="connsiteX10" fmla="*/ 0 w 751645"/>
                <a:gd name="connsiteY10" fmla="*/ 2505 h 42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45" h="422278">
                  <a:moveTo>
                    <a:pt x="0" y="0"/>
                  </a:moveTo>
                  <a:lnTo>
                    <a:pt x="686044" y="0"/>
                  </a:lnTo>
                  <a:cubicBezTo>
                    <a:pt x="722274" y="0"/>
                    <a:pt x="751645" y="94530"/>
                    <a:pt x="751645" y="211139"/>
                  </a:cubicBezTo>
                  <a:cubicBezTo>
                    <a:pt x="751645" y="327748"/>
                    <a:pt x="722274" y="422278"/>
                    <a:pt x="686044" y="422278"/>
                  </a:cubicBezTo>
                  <a:lnTo>
                    <a:pt x="686041" y="422277"/>
                  </a:lnTo>
                  <a:lnTo>
                    <a:pt x="0" y="422277"/>
                  </a:lnTo>
                  <a:lnTo>
                    <a:pt x="0" y="419773"/>
                  </a:lnTo>
                  <a:lnTo>
                    <a:pt x="6235" y="417989"/>
                  </a:lnTo>
                  <a:cubicBezTo>
                    <a:pt x="40115" y="398301"/>
                    <a:pt x="65601" y="313172"/>
                    <a:pt x="65601" y="211139"/>
                  </a:cubicBezTo>
                  <a:cubicBezTo>
                    <a:pt x="65601" y="109106"/>
                    <a:pt x="40115" y="23978"/>
                    <a:pt x="6235" y="4290"/>
                  </a:cubicBezTo>
                  <a:lnTo>
                    <a:pt x="0" y="2505"/>
                  </a:lnTo>
                  <a:close/>
                </a:path>
              </a:pathLst>
            </a:custGeom>
            <a:gradFill>
              <a:gsLst>
                <a:gs pos="26000">
                  <a:schemeClr val="accent1">
                    <a:lumMod val="5000"/>
                    <a:lumOff val="95000"/>
                  </a:schemeClr>
                </a:gs>
                <a:gs pos="93000">
                  <a:schemeClr val="accent6"/>
                </a:gs>
              </a:gsLst>
              <a:lin ang="540000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20" name="椭圆 419">
              <a:extLst>
                <a:ext uri="{FF2B5EF4-FFF2-40B4-BE49-F238E27FC236}">
                  <a16:creationId xmlns:a16="http://schemas.microsoft.com/office/drawing/2014/main" id="{F68249BB-BCC8-42C0-B676-0F9BF6443AB0}"/>
                </a:ext>
              </a:extLst>
            </p:cNvPr>
            <p:cNvSpPr/>
            <p:nvPr/>
          </p:nvSpPr>
          <p:spPr>
            <a:xfrm>
              <a:off x="3655422" y="5022820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21" name="椭圆 420">
              <a:extLst>
                <a:ext uri="{FF2B5EF4-FFF2-40B4-BE49-F238E27FC236}">
                  <a16:creationId xmlns:a16="http://schemas.microsoft.com/office/drawing/2014/main" id="{19ADFF10-01F8-4D7C-BEF9-30913FEE1ED1}"/>
                </a:ext>
              </a:extLst>
            </p:cNvPr>
            <p:cNvSpPr/>
            <p:nvPr/>
          </p:nvSpPr>
          <p:spPr>
            <a:xfrm>
              <a:off x="2777942" y="5022822"/>
              <a:ext cx="369512" cy="3695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422" name="直接连接符 421">
              <a:extLst>
                <a:ext uri="{FF2B5EF4-FFF2-40B4-BE49-F238E27FC236}">
                  <a16:creationId xmlns:a16="http://schemas.microsoft.com/office/drawing/2014/main" id="{A3633ADF-ACFA-44C3-BC12-088435B0313D}"/>
                </a:ext>
              </a:extLst>
            </p:cNvPr>
            <p:cNvCxnSpPr/>
            <p:nvPr/>
          </p:nvCxnSpPr>
          <p:spPr>
            <a:xfrm>
              <a:off x="2845445" y="5207577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直接连接符 422">
              <a:extLst>
                <a:ext uri="{FF2B5EF4-FFF2-40B4-BE49-F238E27FC236}">
                  <a16:creationId xmlns:a16="http://schemas.microsoft.com/office/drawing/2014/main" id="{412F8A0A-596A-4D80-AD48-0F7CB0994D2E}"/>
                </a:ext>
              </a:extLst>
            </p:cNvPr>
            <p:cNvCxnSpPr/>
            <p:nvPr/>
          </p:nvCxnSpPr>
          <p:spPr>
            <a:xfrm>
              <a:off x="3725622" y="5199858"/>
              <a:ext cx="2291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直接连接符 423">
              <a:extLst>
                <a:ext uri="{FF2B5EF4-FFF2-40B4-BE49-F238E27FC236}">
                  <a16:creationId xmlns:a16="http://schemas.microsoft.com/office/drawing/2014/main" id="{A198B4A7-6515-43F6-9C96-3EA14483775D}"/>
                </a:ext>
              </a:extLst>
            </p:cNvPr>
            <p:cNvCxnSpPr/>
            <p:nvPr/>
          </p:nvCxnSpPr>
          <p:spPr>
            <a:xfrm>
              <a:off x="2959998" y="5080876"/>
              <a:ext cx="0" cy="2447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6" name="任意多边形 79">
            <a:extLst>
              <a:ext uri="{FF2B5EF4-FFF2-40B4-BE49-F238E27FC236}">
                <a16:creationId xmlns:a16="http://schemas.microsoft.com/office/drawing/2014/main" id="{347B4CC1-3DCE-4E82-804C-AB95C86CC26E}"/>
              </a:ext>
            </a:extLst>
          </p:cNvPr>
          <p:cNvSpPr/>
          <p:nvPr/>
        </p:nvSpPr>
        <p:spPr>
          <a:xfrm>
            <a:off x="7269014" y="1669069"/>
            <a:ext cx="920600" cy="3375063"/>
          </a:xfrm>
          <a:custGeom>
            <a:avLst/>
            <a:gdLst>
              <a:gd name="connsiteX0" fmla="*/ 416392 w 900352"/>
              <a:gd name="connsiteY0" fmla="*/ 235 h 3300830"/>
              <a:gd name="connsiteX1" fmla="*/ 529862 w 900352"/>
              <a:gd name="connsiteY1" fmla="*/ 60692 h 3300830"/>
              <a:gd name="connsiteX2" fmla="*/ 276793 w 900352"/>
              <a:gd name="connsiteY2" fmla="*/ 438719 h 3300830"/>
              <a:gd name="connsiteX3" fmla="*/ 226120 w 900352"/>
              <a:gd name="connsiteY3" fmla="*/ 815637 h 3300830"/>
              <a:gd name="connsiteX4" fmla="*/ 212865 w 900352"/>
              <a:gd name="connsiteY4" fmla="*/ 2094683 h 3300830"/>
              <a:gd name="connsiteX5" fmla="*/ 219492 w 900352"/>
              <a:gd name="connsiteY5" fmla="*/ 3082133 h 3300830"/>
              <a:gd name="connsiteX6" fmla="*/ 378545 w 900352"/>
              <a:gd name="connsiteY6" fmla="*/ 3128523 h 3300830"/>
              <a:gd name="connsiteX7" fmla="*/ 795229 w 900352"/>
              <a:gd name="connsiteY7" fmla="*/ 3125883 h 3300830"/>
              <a:gd name="connsiteX8" fmla="*/ 900352 w 900352"/>
              <a:gd name="connsiteY8" fmla="*/ 3125745 h 3300830"/>
              <a:gd name="connsiteX9" fmla="*/ 900352 w 900352"/>
              <a:gd name="connsiteY9" fmla="*/ 3300830 h 3300830"/>
              <a:gd name="connsiteX10" fmla="*/ 80322 w 900352"/>
              <a:gd name="connsiteY10" fmla="*/ 3300830 h 3300830"/>
              <a:gd name="connsiteX11" fmla="*/ 14050 w 900352"/>
              <a:gd name="connsiteY11" fmla="*/ 1736816 h 3300830"/>
              <a:gd name="connsiteX12" fmla="*/ 73694 w 900352"/>
              <a:gd name="connsiteY12" fmla="*/ 570432 h 3300830"/>
              <a:gd name="connsiteX13" fmla="*/ 385170 w 900352"/>
              <a:gd name="connsiteY13" fmla="*/ 7121 h 3300830"/>
              <a:gd name="connsiteX14" fmla="*/ 416392 w 900352"/>
              <a:gd name="connsiteY14" fmla="*/ 235 h 3300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00352" h="3300830">
                <a:moveTo>
                  <a:pt x="416392" y="235"/>
                </a:moveTo>
                <a:cubicBezTo>
                  <a:pt x="441709" y="3187"/>
                  <a:pt x="480159" y="20929"/>
                  <a:pt x="529862" y="60692"/>
                </a:cubicBezTo>
                <a:cubicBezTo>
                  <a:pt x="408784" y="124897"/>
                  <a:pt x="327416" y="312894"/>
                  <a:pt x="276793" y="438719"/>
                </a:cubicBezTo>
                <a:cubicBezTo>
                  <a:pt x="226170" y="564543"/>
                  <a:pt x="236773" y="539644"/>
                  <a:pt x="226120" y="815637"/>
                </a:cubicBezTo>
                <a:cubicBezTo>
                  <a:pt x="215466" y="1091631"/>
                  <a:pt x="213969" y="1716934"/>
                  <a:pt x="212865" y="2094683"/>
                </a:cubicBezTo>
                <a:cubicBezTo>
                  <a:pt x="211761" y="2472433"/>
                  <a:pt x="198507" y="2969471"/>
                  <a:pt x="219492" y="3082133"/>
                </a:cubicBezTo>
                <a:cubicBezTo>
                  <a:pt x="227224" y="3135151"/>
                  <a:pt x="317796" y="3134046"/>
                  <a:pt x="378545" y="3128523"/>
                </a:cubicBezTo>
                <a:cubicBezTo>
                  <a:pt x="393732" y="3127143"/>
                  <a:pt x="557134" y="3126315"/>
                  <a:pt x="795229" y="3125883"/>
                </a:cubicBezTo>
                <a:lnTo>
                  <a:pt x="900352" y="3125745"/>
                </a:lnTo>
                <a:lnTo>
                  <a:pt x="900352" y="3300830"/>
                </a:lnTo>
                <a:lnTo>
                  <a:pt x="80322" y="3300830"/>
                </a:lnTo>
                <a:cubicBezTo>
                  <a:pt x="-24609" y="3230139"/>
                  <a:pt x="-2517" y="2301230"/>
                  <a:pt x="14050" y="1736816"/>
                </a:cubicBezTo>
                <a:cubicBezTo>
                  <a:pt x="30617" y="1119384"/>
                  <a:pt x="11841" y="858713"/>
                  <a:pt x="73694" y="570432"/>
                </a:cubicBezTo>
                <a:cubicBezTo>
                  <a:pt x="135547" y="282150"/>
                  <a:pt x="280239" y="83333"/>
                  <a:pt x="385170" y="7121"/>
                </a:cubicBezTo>
                <a:cubicBezTo>
                  <a:pt x="398149" y="1323"/>
                  <a:pt x="407951" y="-748"/>
                  <a:pt x="416392" y="23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7" name="任意多边形 80">
            <a:extLst>
              <a:ext uri="{FF2B5EF4-FFF2-40B4-BE49-F238E27FC236}">
                <a16:creationId xmlns:a16="http://schemas.microsoft.com/office/drawing/2014/main" id="{C1513562-8997-4B81-8697-EDF4C9328CAD}"/>
              </a:ext>
            </a:extLst>
          </p:cNvPr>
          <p:cNvSpPr/>
          <p:nvPr/>
        </p:nvSpPr>
        <p:spPr>
          <a:xfrm>
            <a:off x="7751049" y="1664257"/>
            <a:ext cx="543161" cy="1590236"/>
          </a:xfrm>
          <a:custGeom>
            <a:avLst/>
            <a:gdLst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64716 w 538561"/>
              <a:gd name="connsiteY10" fmla="*/ 652618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212329 w 538561"/>
              <a:gd name="connsiteY9" fmla="*/ 102647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402829 w 538561"/>
              <a:gd name="connsiteY0" fmla="*/ 156 h 1555603"/>
              <a:gd name="connsiteX1" fmla="*/ 302816 w 538561"/>
              <a:gd name="connsiteY1" fmla="*/ 93024 h 1555603"/>
              <a:gd name="connsiteX2" fmla="*/ 136129 w 538561"/>
              <a:gd name="connsiteY2" fmla="*/ 328768 h 1555603"/>
              <a:gd name="connsiteX3" fmla="*/ 38497 w 538561"/>
              <a:gd name="connsiteY3" fmla="*/ 662143 h 1555603"/>
              <a:gd name="connsiteX4" fmla="*/ 397 w 538561"/>
              <a:gd name="connsiteY4" fmla="*/ 974087 h 1555603"/>
              <a:gd name="connsiteX5" fmla="*/ 28972 w 538561"/>
              <a:gd name="connsiteY5" fmla="*/ 1276506 h 1555603"/>
              <a:gd name="connsiteX6" fmla="*/ 169466 w 538561"/>
              <a:gd name="connsiteY6" fmla="*/ 1550349 h 1555603"/>
              <a:gd name="connsiteX7" fmla="*/ 276622 w 538561"/>
              <a:gd name="connsiteY7" fmla="*/ 1447956 h 1555603"/>
              <a:gd name="connsiteX8" fmla="*/ 250429 w 538561"/>
              <a:gd name="connsiteY8" fmla="*/ 1338418 h 1555603"/>
              <a:gd name="connsiteX9" fmla="*/ 196454 w 538561"/>
              <a:gd name="connsiteY9" fmla="*/ 1020124 h 1555603"/>
              <a:gd name="connsiteX10" fmla="*/ 236141 w 538561"/>
              <a:gd name="connsiteY10" fmla="*/ 630393 h 1555603"/>
              <a:gd name="connsiteX11" fmla="*/ 409972 w 538561"/>
              <a:gd name="connsiteY11" fmla="*/ 219231 h 1555603"/>
              <a:gd name="connsiteX12" fmla="*/ 524272 w 538561"/>
              <a:gd name="connsiteY12" fmla="*/ 85881 h 1555603"/>
              <a:gd name="connsiteX13" fmla="*/ 526654 w 538561"/>
              <a:gd name="connsiteY13" fmla="*/ 71593 h 1555603"/>
              <a:gd name="connsiteX14" fmla="*/ 402829 w 538561"/>
              <a:gd name="connsiteY14" fmla="*/ 156 h 1555603"/>
              <a:gd name="connsiteX0" fmla="*/ 396460 w 532192"/>
              <a:gd name="connsiteY0" fmla="*/ 156 h 1555603"/>
              <a:gd name="connsiteX1" fmla="*/ 296447 w 532192"/>
              <a:gd name="connsiteY1" fmla="*/ 93024 h 1555603"/>
              <a:gd name="connsiteX2" fmla="*/ 129760 w 532192"/>
              <a:gd name="connsiteY2" fmla="*/ 328768 h 1555603"/>
              <a:gd name="connsiteX3" fmla="*/ 32128 w 532192"/>
              <a:gd name="connsiteY3" fmla="*/ 662143 h 1555603"/>
              <a:gd name="connsiteX4" fmla="*/ 1172 w 532192"/>
              <a:gd name="connsiteY4" fmla="*/ 976468 h 1555603"/>
              <a:gd name="connsiteX5" fmla="*/ 22603 w 532192"/>
              <a:gd name="connsiteY5" fmla="*/ 1276506 h 1555603"/>
              <a:gd name="connsiteX6" fmla="*/ 163097 w 532192"/>
              <a:gd name="connsiteY6" fmla="*/ 1550349 h 1555603"/>
              <a:gd name="connsiteX7" fmla="*/ 270253 w 532192"/>
              <a:gd name="connsiteY7" fmla="*/ 1447956 h 1555603"/>
              <a:gd name="connsiteX8" fmla="*/ 244060 w 532192"/>
              <a:gd name="connsiteY8" fmla="*/ 1338418 h 1555603"/>
              <a:gd name="connsiteX9" fmla="*/ 190085 w 532192"/>
              <a:gd name="connsiteY9" fmla="*/ 1020124 h 1555603"/>
              <a:gd name="connsiteX10" fmla="*/ 229772 w 532192"/>
              <a:gd name="connsiteY10" fmla="*/ 630393 h 1555603"/>
              <a:gd name="connsiteX11" fmla="*/ 403603 w 532192"/>
              <a:gd name="connsiteY11" fmla="*/ 219231 h 1555603"/>
              <a:gd name="connsiteX12" fmla="*/ 517903 w 532192"/>
              <a:gd name="connsiteY12" fmla="*/ 85881 h 1555603"/>
              <a:gd name="connsiteX13" fmla="*/ 520285 w 532192"/>
              <a:gd name="connsiteY13" fmla="*/ 71593 h 1555603"/>
              <a:gd name="connsiteX14" fmla="*/ 396460 w 532192"/>
              <a:gd name="connsiteY14" fmla="*/ 156 h 1555603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89107 w 531214"/>
              <a:gd name="connsiteY9" fmla="*/ 1020124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28794 w 531214"/>
              <a:gd name="connsiteY10" fmla="*/ 630393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28782 w 531214"/>
              <a:gd name="connsiteY2" fmla="*/ 328768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  <a:gd name="connsiteX0" fmla="*/ 395482 w 531214"/>
              <a:gd name="connsiteY0" fmla="*/ 156 h 1555260"/>
              <a:gd name="connsiteX1" fmla="*/ 295469 w 531214"/>
              <a:gd name="connsiteY1" fmla="*/ 93024 h 1555260"/>
              <a:gd name="connsiteX2" fmla="*/ 145451 w 531214"/>
              <a:gd name="connsiteY2" fmla="*/ 338293 h 1555260"/>
              <a:gd name="connsiteX3" fmla="*/ 31150 w 531214"/>
              <a:gd name="connsiteY3" fmla="*/ 662143 h 1555260"/>
              <a:gd name="connsiteX4" fmla="*/ 194 w 531214"/>
              <a:gd name="connsiteY4" fmla="*/ 976468 h 1555260"/>
              <a:gd name="connsiteX5" fmla="*/ 33531 w 531214"/>
              <a:gd name="connsiteY5" fmla="*/ 1283650 h 1555260"/>
              <a:gd name="connsiteX6" fmla="*/ 162119 w 531214"/>
              <a:gd name="connsiteY6" fmla="*/ 1550349 h 1555260"/>
              <a:gd name="connsiteX7" fmla="*/ 269275 w 531214"/>
              <a:gd name="connsiteY7" fmla="*/ 1447956 h 1555260"/>
              <a:gd name="connsiteX8" fmla="*/ 243082 w 531214"/>
              <a:gd name="connsiteY8" fmla="*/ 1338418 h 1555260"/>
              <a:gd name="connsiteX9" fmla="*/ 177201 w 531214"/>
              <a:gd name="connsiteY9" fmla="*/ 1015361 h 1555260"/>
              <a:gd name="connsiteX10" fmla="*/ 216888 w 531214"/>
              <a:gd name="connsiteY10" fmla="*/ 618487 h 1555260"/>
              <a:gd name="connsiteX11" fmla="*/ 402625 w 531214"/>
              <a:gd name="connsiteY11" fmla="*/ 219231 h 1555260"/>
              <a:gd name="connsiteX12" fmla="*/ 516925 w 531214"/>
              <a:gd name="connsiteY12" fmla="*/ 85881 h 1555260"/>
              <a:gd name="connsiteX13" fmla="*/ 519307 w 531214"/>
              <a:gd name="connsiteY13" fmla="*/ 71593 h 1555260"/>
              <a:gd name="connsiteX14" fmla="*/ 395482 w 531214"/>
              <a:gd name="connsiteY14" fmla="*/ 156 h 15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1214" h="1555260">
                <a:moveTo>
                  <a:pt x="395482" y="156"/>
                </a:moveTo>
                <a:cubicBezTo>
                  <a:pt x="358176" y="3728"/>
                  <a:pt x="337141" y="36668"/>
                  <a:pt x="295469" y="93024"/>
                </a:cubicBezTo>
                <a:cubicBezTo>
                  <a:pt x="253797" y="149380"/>
                  <a:pt x="189504" y="243440"/>
                  <a:pt x="145451" y="338293"/>
                </a:cubicBezTo>
                <a:cubicBezTo>
                  <a:pt x="101398" y="433146"/>
                  <a:pt x="55360" y="555781"/>
                  <a:pt x="31150" y="662143"/>
                </a:cubicBezTo>
                <a:cubicBezTo>
                  <a:pt x="6941" y="768506"/>
                  <a:pt x="1781" y="874074"/>
                  <a:pt x="194" y="976468"/>
                </a:cubicBezTo>
                <a:cubicBezTo>
                  <a:pt x="-1394" y="1078862"/>
                  <a:pt x="6544" y="1188003"/>
                  <a:pt x="33531" y="1283650"/>
                </a:cubicBezTo>
                <a:cubicBezTo>
                  <a:pt x="60518" y="1379297"/>
                  <a:pt x="122828" y="1522965"/>
                  <a:pt x="162119" y="1550349"/>
                </a:cubicBezTo>
                <a:cubicBezTo>
                  <a:pt x="201410" y="1577733"/>
                  <a:pt x="255781" y="1483278"/>
                  <a:pt x="269275" y="1447956"/>
                </a:cubicBezTo>
                <a:cubicBezTo>
                  <a:pt x="282769" y="1412634"/>
                  <a:pt x="258428" y="1410517"/>
                  <a:pt x="243082" y="1338418"/>
                </a:cubicBezTo>
                <a:cubicBezTo>
                  <a:pt x="227736" y="1266319"/>
                  <a:pt x="181567" y="1135349"/>
                  <a:pt x="177201" y="1015361"/>
                </a:cubicBezTo>
                <a:cubicBezTo>
                  <a:pt x="172835" y="895373"/>
                  <a:pt x="179317" y="751175"/>
                  <a:pt x="216888" y="618487"/>
                </a:cubicBezTo>
                <a:cubicBezTo>
                  <a:pt x="254459" y="485799"/>
                  <a:pt x="352619" y="307999"/>
                  <a:pt x="402625" y="219231"/>
                </a:cubicBezTo>
                <a:cubicBezTo>
                  <a:pt x="452631" y="130463"/>
                  <a:pt x="497478" y="110487"/>
                  <a:pt x="516925" y="85881"/>
                </a:cubicBezTo>
                <a:cubicBezTo>
                  <a:pt x="536372" y="61275"/>
                  <a:pt x="534785" y="87865"/>
                  <a:pt x="519307" y="71593"/>
                </a:cubicBezTo>
                <a:cubicBezTo>
                  <a:pt x="503829" y="55321"/>
                  <a:pt x="432788" y="-3416"/>
                  <a:pt x="395482" y="156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8" name="组合 377">
            <a:extLst>
              <a:ext uri="{FF2B5EF4-FFF2-40B4-BE49-F238E27FC236}">
                <a16:creationId xmlns:a16="http://schemas.microsoft.com/office/drawing/2014/main" id="{E4C80AFD-60E4-4C16-B274-DC374FA96E65}"/>
              </a:ext>
            </a:extLst>
          </p:cNvPr>
          <p:cNvGrpSpPr/>
          <p:nvPr/>
        </p:nvGrpSpPr>
        <p:grpSpPr>
          <a:xfrm>
            <a:off x="6911548" y="1805877"/>
            <a:ext cx="4112053" cy="1282920"/>
            <a:chOff x="6747990" y="2676691"/>
            <a:chExt cx="4021610" cy="1161146"/>
          </a:xfrm>
        </p:grpSpPr>
        <p:sp>
          <p:nvSpPr>
            <p:cNvPr id="414" name="任意多边形 63">
              <a:extLst>
                <a:ext uri="{FF2B5EF4-FFF2-40B4-BE49-F238E27FC236}">
                  <a16:creationId xmlns:a16="http://schemas.microsoft.com/office/drawing/2014/main" id="{6CAEF2E5-2BFE-415E-BD61-348EC98C4843}"/>
                </a:ext>
              </a:extLst>
            </p:cNvPr>
            <p:cNvSpPr/>
            <p:nvPr/>
          </p:nvSpPr>
          <p:spPr>
            <a:xfrm>
              <a:off x="6747990" y="2676691"/>
              <a:ext cx="4021610" cy="1161146"/>
            </a:xfrm>
            <a:custGeom>
              <a:avLst/>
              <a:gdLst>
                <a:gd name="connsiteX0" fmla="*/ 3381829 w 3468915"/>
                <a:gd name="connsiteY0" fmla="*/ 0 h 1161146"/>
                <a:gd name="connsiteX1" fmla="*/ 3468915 w 3468915"/>
                <a:gd name="connsiteY1" fmla="*/ 580572 h 1161146"/>
                <a:gd name="connsiteX2" fmla="*/ 3381829 w 3468915"/>
                <a:gd name="connsiteY2" fmla="*/ 1161144 h 1161146"/>
                <a:gd name="connsiteX3" fmla="*/ 3381828 w 3468915"/>
                <a:gd name="connsiteY3" fmla="*/ 1161143 h 1161146"/>
                <a:gd name="connsiteX4" fmla="*/ 3381828 w 3468915"/>
                <a:gd name="connsiteY4" fmla="*/ 1161144 h 1161146"/>
                <a:gd name="connsiteX5" fmla="*/ 87089 w 3468915"/>
                <a:gd name="connsiteY5" fmla="*/ 1161144 h 1161146"/>
                <a:gd name="connsiteX6" fmla="*/ 87086 w 3468915"/>
                <a:gd name="connsiteY6" fmla="*/ 1161146 h 1161146"/>
                <a:gd name="connsiteX7" fmla="*/ 0 w 3468915"/>
                <a:gd name="connsiteY7" fmla="*/ 580574 h 1161146"/>
                <a:gd name="connsiteX8" fmla="*/ 87086 w 3468915"/>
                <a:gd name="connsiteY8" fmla="*/ 2 h 1161146"/>
                <a:gd name="connsiteX9" fmla="*/ 87086 w 3468915"/>
                <a:gd name="connsiteY9" fmla="*/ 1 h 1161146"/>
                <a:gd name="connsiteX10" fmla="*/ 3381828 w 3468915"/>
                <a:gd name="connsiteY10" fmla="*/ 1 h 116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68915" h="1161146">
                  <a:moveTo>
                    <a:pt x="3381829" y="0"/>
                  </a:moveTo>
                  <a:cubicBezTo>
                    <a:pt x="3429925" y="0"/>
                    <a:pt x="3468915" y="259931"/>
                    <a:pt x="3468915" y="580572"/>
                  </a:cubicBezTo>
                  <a:cubicBezTo>
                    <a:pt x="3468915" y="901213"/>
                    <a:pt x="3429925" y="1161144"/>
                    <a:pt x="3381829" y="1161144"/>
                  </a:cubicBezTo>
                  <a:lnTo>
                    <a:pt x="3381828" y="1161143"/>
                  </a:lnTo>
                  <a:lnTo>
                    <a:pt x="3381828" y="1161144"/>
                  </a:lnTo>
                  <a:lnTo>
                    <a:pt x="87089" y="1161144"/>
                  </a:lnTo>
                  <a:lnTo>
                    <a:pt x="87086" y="1161146"/>
                  </a:lnTo>
                  <a:cubicBezTo>
                    <a:pt x="38990" y="1161146"/>
                    <a:pt x="0" y="901215"/>
                    <a:pt x="0" y="580574"/>
                  </a:cubicBezTo>
                  <a:cubicBezTo>
                    <a:pt x="0" y="259933"/>
                    <a:pt x="38990" y="2"/>
                    <a:pt x="87086" y="2"/>
                  </a:cubicBezTo>
                  <a:lnTo>
                    <a:pt x="87086" y="1"/>
                  </a:lnTo>
                  <a:lnTo>
                    <a:pt x="3381828" y="1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5" name="椭圆 414">
              <a:extLst>
                <a:ext uri="{FF2B5EF4-FFF2-40B4-BE49-F238E27FC236}">
                  <a16:creationId xmlns:a16="http://schemas.microsoft.com/office/drawing/2014/main" id="{4B5868DA-FD3D-4BFE-89EF-5BA142313DB0}"/>
                </a:ext>
              </a:extLst>
            </p:cNvPr>
            <p:cNvSpPr/>
            <p:nvPr/>
          </p:nvSpPr>
          <p:spPr>
            <a:xfrm>
              <a:off x="6750432" y="2676691"/>
              <a:ext cx="201921" cy="116114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79" name="直接箭头连接符 378">
            <a:extLst>
              <a:ext uri="{FF2B5EF4-FFF2-40B4-BE49-F238E27FC236}">
                <a16:creationId xmlns:a16="http://schemas.microsoft.com/office/drawing/2014/main" id="{35AF961D-34B7-4BDF-851D-6EDD9A482676}"/>
              </a:ext>
            </a:extLst>
          </p:cNvPr>
          <p:cNvCxnSpPr/>
          <p:nvPr/>
        </p:nvCxnSpPr>
        <p:spPr>
          <a:xfrm>
            <a:off x="6526109" y="2482750"/>
            <a:ext cx="4934533" cy="0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上箭头 92">
            <a:extLst>
              <a:ext uri="{FF2B5EF4-FFF2-40B4-BE49-F238E27FC236}">
                <a16:creationId xmlns:a16="http://schemas.microsoft.com/office/drawing/2014/main" id="{B0F801F5-A70C-4E9B-A2B9-6759338F9525}"/>
              </a:ext>
            </a:extLst>
          </p:cNvPr>
          <p:cNvSpPr/>
          <p:nvPr/>
        </p:nvSpPr>
        <p:spPr>
          <a:xfrm flipH="1">
            <a:off x="7310755" y="3804971"/>
            <a:ext cx="148006" cy="463784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1" name="上箭头 93">
            <a:extLst>
              <a:ext uri="{FF2B5EF4-FFF2-40B4-BE49-F238E27FC236}">
                <a16:creationId xmlns:a16="http://schemas.microsoft.com/office/drawing/2014/main" id="{710BBF84-559E-4BF4-8C5A-8BE908BBF8F6}"/>
              </a:ext>
            </a:extLst>
          </p:cNvPr>
          <p:cNvSpPr/>
          <p:nvPr/>
        </p:nvSpPr>
        <p:spPr>
          <a:xfrm rot="10800000" flipH="1">
            <a:off x="10401833" y="3824223"/>
            <a:ext cx="125188" cy="425280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椭圆 405">
            <a:extLst>
              <a:ext uri="{FF2B5EF4-FFF2-40B4-BE49-F238E27FC236}">
                <a16:creationId xmlns:a16="http://schemas.microsoft.com/office/drawing/2014/main" id="{D7D548C7-94CB-42F0-91D6-BD6D8678DB7E}"/>
              </a:ext>
            </a:extLst>
          </p:cNvPr>
          <p:cNvSpPr/>
          <p:nvPr/>
        </p:nvSpPr>
        <p:spPr>
          <a:xfrm>
            <a:off x="7138579" y="2740267"/>
            <a:ext cx="3718468" cy="1185515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7" name="椭圆 406">
            <a:extLst>
              <a:ext uri="{FF2B5EF4-FFF2-40B4-BE49-F238E27FC236}">
                <a16:creationId xmlns:a16="http://schemas.microsoft.com/office/drawing/2014/main" id="{FB6D391B-059C-4C4A-B9D2-8324F2553DFE}"/>
              </a:ext>
            </a:extLst>
          </p:cNvPr>
          <p:cNvSpPr/>
          <p:nvPr/>
        </p:nvSpPr>
        <p:spPr>
          <a:xfrm>
            <a:off x="7463759" y="2811071"/>
            <a:ext cx="3097919" cy="793618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椭圆 407">
            <a:extLst>
              <a:ext uri="{FF2B5EF4-FFF2-40B4-BE49-F238E27FC236}">
                <a16:creationId xmlns:a16="http://schemas.microsoft.com/office/drawing/2014/main" id="{6FA6179D-CC67-4BE8-9889-7D968BFC7792}"/>
              </a:ext>
            </a:extLst>
          </p:cNvPr>
          <p:cNvSpPr/>
          <p:nvPr/>
        </p:nvSpPr>
        <p:spPr>
          <a:xfrm>
            <a:off x="7639420" y="2905225"/>
            <a:ext cx="2767607" cy="498869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椭圆 408">
            <a:extLst>
              <a:ext uri="{FF2B5EF4-FFF2-40B4-BE49-F238E27FC236}">
                <a16:creationId xmlns:a16="http://schemas.microsoft.com/office/drawing/2014/main" id="{8F8413B9-6731-4CF3-A21E-65FC7422277F}"/>
              </a:ext>
            </a:extLst>
          </p:cNvPr>
          <p:cNvSpPr/>
          <p:nvPr/>
        </p:nvSpPr>
        <p:spPr>
          <a:xfrm>
            <a:off x="7374969" y="2787747"/>
            <a:ext cx="3258745" cy="952457"/>
          </a:xfrm>
          <a:prstGeom prst="ellipse">
            <a:avLst/>
          </a:pr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83" name="组合 382">
            <a:extLst>
              <a:ext uri="{FF2B5EF4-FFF2-40B4-BE49-F238E27FC236}">
                <a16:creationId xmlns:a16="http://schemas.microsoft.com/office/drawing/2014/main" id="{E96C0F45-07C5-408F-87CA-AA1642E15D40}"/>
              </a:ext>
            </a:extLst>
          </p:cNvPr>
          <p:cNvGrpSpPr/>
          <p:nvPr/>
        </p:nvGrpSpPr>
        <p:grpSpPr>
          <a:xfrm rot="10800000">
            <a:off x="7138579" y="989526"/>
            <a:ext cx="3718468" cy="1186866"/>
            <a:chOff x="6902589" y="-539314"/>
            <a:chExt cx="3636682" cy="1160761"/>
          </a:xfrm>
        </p:grpSpPr>
        <p:sp>
          <p:nvSpPr>
            <p:cNvPr id="398" name="椭圆 397">
              <a:extLst>
                <a:ext uri="{FF2B5EF4-FFF2-40B4-BE49-F238E27FC236}">
                  <a16:creationId xmlns:a16="http://schemas.microsoft.com/office/drawing/2014/main" id="{C49374DE-E569-4872-9B12-6F3380613C17}"/>
                </a:ext>
              </a:extLst>
            </p:cNvPr>
            <p:cNvSpPr/>
            <p:nvPr/>
          </p:nvSpPr>
          <p:spPr>
            <a:xfrm>
              <a:off x="6902589" y="-539314"/>
              <a:ext cx="3636682" cy="1159440"/>
            </a:xfrm>
            <a:prstGeom prst="ellipse">
              <a:avLst/>
            </a:prstGeom>
            <a:noFill/>
            <a:ln w="31750">
              <a:solidFill>
                <a:srgbClr val="5B9BD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9" name="椭圆 398">
              <a:extLst>
                <a:ext uri="{FF2B5EF4-FFF2-40B4-BE49-F238E27FC236}">
                  <a16:creationId xmlns:a16="http://schemas.microsoft.com/office/drawing/2014/main" id="{D0E975D9-FED3-4D60-8001-8424FC266FC3}"/>
                </a:ext>
              </a:extLst>
            </p:cNvPr>
            <p:cNvSpPr/>
            <p:nvPr/>
          </p:nvSpPr>
          <p:spPr>
            <a:xfrm>
              <a:off x="7220617" y="-470067"/>
              <a:ext cx="3029782" cy="776162"/>
            </a:xfrm>
            <a:prstGeom prst="ellipse">
              <a:avLst/>
            </a:prstGeom>
            <a:noFill/>
            <a:ln w="31750">
              <a:solidFill>
                <a:srgbClr val="5B9BD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0" name="椭圆 399">
              <a:extLst>
                <a:ext uri="{FF2B5EF4-FFF2-40B4-BE49-F238E27FC236}">
                  <a16:creationId xmlns:a16="http://schemas.microsoft.com/office/drawing/2014/main" id="{FB0D5E50-25A4-4CF0-9F0E-D0EA03427D94}"/>
                </a:ext>
              </a:extLst>
            </p:cNvPr>
            <p:cNvSpPr/>
            <p:nvPr/>
          </p:nvSpPr>
          <p:spPr>
            <a:xfrm>
              <a:off x="7392414" y="-377984"/>
              <a:ext cx="2706735" cy="487896"/>
            </a:xfrm>
            <a:prstGeom prst="ellipse">
              <a:avLst/>
            </a:prstGeom>
            <a:noFill/>
            <a:ln w="31750">
              <a:solidFill>
                <a:srgbClr val="5B9BD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1" name="椭圆 400">
              <a:extLst>
                <a:ext uri="{FF2B5EF4-FFF2-40B4-BE49-F238E27FC236}">
                  <a16:creationId xmlns:a16="http://schemas.microsoft.com/office/drawing/2014/main" id="{20961A0D-763B-48C3-A665-BD00D3F76CF7}"/>
                </a:ext>
              </a:extLst>
            </p:cNvPr>
            <p:cNvSpPr/>
            <p:nvPr/>
          </p:nvSpPr>
          <p:spPr>
            <a:xfrm>
              <a:off x="7133780" y="-492878"/>
              <a:ext cx="3187070" cy="931508"/>
            </a:xfrm>
            <a:prstGeom prst="ellipse">
              <a:avLst/>
            </a:prstGeom>
            <a:noFill/>
            <a:ln w="31750">
              <a:solidFill>
                <a:srgbClr val="5B9BD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02" name="直接箭头连接符 401">
              <a:extLst>
                <a:ext uri="{FF2B5EF4-FFF2-40B4-BE49-F238E27FC236}">
                  <a16:creationId xmlns:a16="http://schemas.microsoft.com/office/drawing/2014/main" id="{D1E96248-118E-4AB3-A7BE-4F2153B6442D}"/>
                </a:ext>
              </a:extLst>
            </p:cNvPr>
            <p:cNvCxnSpPr/>
            <p:nvPr/>
          </p:nvCxnSpPr>
          <p:spPr>
            <a:xfrm flipV="1">
              <a:off x="8653504" y="111846"/>
              <a:ext cx="133154" cy="1601"/>
            </a:xfrm>
            <a:prstGeom prst="straightConnector1">
              <a:avLst/>
            </a:prstGeom>
            <a:ln w="31750">
              <a:prstDash val="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直接箭头连接符 402">
              <a:extLst>
                <a:ext uri="{FF2B5EF4-FFF2-40B4-BE49-F238E27FC236}">
                  <a16:creationId xmlns:a16="http://schemas.microsoft.com/office/drawing/2014/main" id="{20353E15-C526-4E02-B379-BB176414765F}"/>
                </a:ext>
              </a:extLst>
            </p:cNvPr>
            <p:cNvCxnSpPr/>
            <p:nvPr/>
          </p:nvCxnSpPr>
          <p:spPr>
            <a:xfrm flipV="1">
              <a:off x="8653504" y="295996"/>
              <a:ext cx="133154" cy="1601"/>
            </a:xfrm>
            <a:prstGeom prst="straightConnector1">
              <a:avLst/>
            </a:prstGeom>
            <a:ln w="31750">
              <a:prstDash val="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直接箭头连接符 403">
              <a:extLst>
                <a:ext uri="{FF2B5EF4-FFF2-40B4-BE49-F238E27FC236}">
                  <a16:creationId xmlns:a16="http://schemas.microsoft.com/office/drawing/2014/main" id="{F6E6C8E7-2791-4AEC-9CB5-5D692A654A98}"/>
                </a:ext>
              </a:extLst>
            </p:cNvPr>
            <p:cNvCxnSpPr/>
            <p:nvPr/>
          </p:nvCxnSpPr>
          <p:spPr>
            <a:xfrm flipV="1">
              <a:off x="8653504" y="448396"/>
              <a:ext cx="133154" cy="1601"/>
            </a:xfrm>
            <a:prstGeom prst="straightConnector1">
              <a:avLst/>
            </a:prstGeom>
            <a:ln w="31750">
              <a:prstDash val="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直接箭头连接符 404">
              <a:extLst>
                <a:ext uri="{FF2B5EF4-FFF2-40B4-BE49-F238E27FC236}">
                  <a16:creationId xmlns:a16="http://schemas.microsoft.com/office/drawing/2014/main" id="{F1439C1C-B615-44FE-8F3D-C6DBB5A2089A}"/>
                </a:ext>
              </a:extLst>
            </p:cNvPr>
            <p:cNvCxnSpPr/>
            <p:nvPr/>
          </p:nvCxnSpPr>
          <p:spPr>
            <a:xfrm flipV="1">
              <a:off x="8653504" y="619846"/>
              <a:ext cx="133154" cy="1601"/>
            </a:xfrm>
            <a:prstGeom prst="straightConnector1">
              <a:avLst/>
            </a:prstGeom>
            <a:ln w="31750">
              <a:prstDash val="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4" name="任意多边形 160">
            <a:extLst>
              <a:ext uri="{FF2B5EF4-FFF2-40B4-BE49-F238E27FC236}">
                <a16:creationId xmlns:a16="http://schemas.microsoft.com/office/drawing/2014/main" id="{86AE61ED-8248-4C54-B2AB-EEEE91BD6913}"/>
              </a:ext>
            </a:extLst>
          </p:cNvPr>
          <p:cNvSpPr/>
          <p:nvPr/>
        </p:nvSpPr>
        <p:spPr>
          <a:xfrm>
            <a:off x="6539095" y="2176263"/>
            <a:ext cx="4843634" cy="208398"/>
          </a:xfrm>
          <a:custGeom>
            <a:avLst/>
            <a:gdLst>
              <a:gd name="connsiteX0" fmla="*/ 0 w 4737100"/>
              <a:gd name="connsiteY0" fmla="*/ 0 h 203814"/>
              <a:gd name="connsiteX1" fmla="*/ 2463800 w 4737100"/>
              <a:gd name="connsiteY1" fmla="*/ 203200 h 203814"/>
              <a:gd name="connsiteX2" fmla="*/ 4737100 w 4737100"/>
              <a:gd name="connsiteY2" fmla="*/ 50800 h 20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37100" h="203814">
                <a:moveTo>
                  <a:pt x="0" y="0"/>
                </a:moveTo>
                <a:cubicBezTo>
                  <a:pt x="837141" y="97366"/>
                  <a:pt x="1674283" y="194733"/>
                  <a:pt x="2463800" y="203200"/>
                </a:cubicBezTo>
                <a:cubicBezTo>
                  <a:pt x="3253317" y="211667"/>
                  <a:pt x="3995208" y="131233"/>
                  <a:pt x="4737100" y="50800"/>
                </a:cubicBezTo>
              </a:path>
            </a:pathLst>
          </a:cu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5" name="任意多边形 161">
            <a:extLst>
              <a:ext uri="{FF2B5EF4-FFF2-40B4-BE49-F238E27FC236}">
                <a16:creationId xmlns:a16="http://schemas.microsoft.com/office/drawing/2014/main" id="{BA8A8F6E-EA57-41F0-8708-891AB6B17927}"/>
              </a:ext>
            </a:extLst>
          </p:cNvPr>
          <p:cNvSpPr/>
          <p:nvPr/>
        </p:nvSpPr>
        <p:spPr>
          <a:xfrm>
            <a:off x="6565066" y="1903565"/>
            <a:ext cx="4817662" cy="389586"/>
          </a:xfrm>
          <a:custGeom>
            <a:avLst/>
            <a:gdLst>
              <a:gd name="connsiteX0" fmla="*/ 0 w 4711700"/>
              <a:gd name="connsiteY0" fmla="*/ 0 h 381017"/>
              <a:gd name="connsiteX1" fmla="*/ 2362200 w 4711700"/>
              <a:gd name="connsiteY1" fmla="*/ 381000 h 381017"/>
              <a:gd name="connsiteX2" fmla="*/ 4711700 w 4711700"/>
              <a:gd name="connsiteY2" fmla="*/ 12700 h 381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11700" h="381017">
                <a:moveTo>
                  <a:pt x="0" y="0"/>
                </a:moveTo>
                <a:cubicBezTo>
                  <a:pt x="788458" y="189441"/>
                  <a:pt x="1576917" y="378883"/>
                  <a:pt x="2362200" y="381000"/>
                </a:cubicBezTo>
                <a:cubicBezTo>
                  <a:pt x="3147483" y="383117"/>
                  <a:pt x="3929591" y="197908"/>
                  <a:pt x="4711700" y="12700"/>
                </a:cubicBezTo>
              </a:path>
            </a:pathLst>
          </a:cu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6" name="任意多边形 162">
            <a:extLst>
              <a:ext uri="{FF2B5EF4-FFF2-40B4-BE49-F238E27FC236}">
                <a16:creationId xmlns:a16="http://schemas.microsoft.com/office/drawing/2014/main" id="{A5183494-49D3-4201-B633-4E6846A5AFF0}"/>
              </a:ext>
            </a:extLst>
          </p:cNvPr>
          <p:cNvSpPr/>
          <p:nvPr/>
        </p:nvSpPr>
        <p:spPr>
          <a:xfrm>
            <a:off x="6552080" y="2578723"/>
            <a:ext cx="4817662" cy="194878"/>
          </a:xfrm>
          <a:custGeom>
            <a:avLst/>
            <a:gdLst>
              <a:gd name="connsiteX0" fmla="*/ 0 w 4711700"/>
              <a:gd name="connsiteY0" fmla="*/ 190592 h 190592"/>
              <a:gd name="connsiteX1" fmla="*/ 2463800 w 4711700"/>
              <a:gd name="connsiteY1" fmla="*/ 92 h 190592"/>
              <a:gd name="connsiteX2" fmla="*/ 4711700 w 4711700"/>
              <a:gd name="connsiteY2" fmla="*/ 165192 h 190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11700" h="190592">
                <a:moveTo>
                  <a:pt x="0" y="190592"/>
                </a:moveTo>
                <a:cubicBezTo>
                  <a:pt x="839258" y="97458"/>
                  <a:pt x="1678517" y="4325"/>
                  <a:pt x="2463800" y="92"/>
                </a:cubicBezTo>
                <a:cubicBezTo>
                  <a:pt x="3249083" y="-4141"/>
                  <a:pt x="4351867" y="137675"/>
                  <a:pt x="4711700" y="165192"/>
                </a:cubicBezTo>
              </a:path>
            </a:pathLst>
          </a:cu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7" name="任意多边形 163">
            <a:extLst>
              <a:ext uri="{FF2B5EF4-FFF2-40B4-BE49-F238E27FC236}">
                <a16:creationId xmlns:a16="http://schemas.microsoft.com/office/drawing/2014/main" id="{1CF05D65-6A5B-4AA9-ABDB-FAC462357A33}"/>
              </a:ext>
            </a:extLst>
          </p:cNvPr>
          <p:cNvSpPr/>
          <p:nvPr/>
        </p:nvSpPr>
        <p:spPr>
          <a:xfrm>
            <a:off x="6565066" y="2643394"/>
            <a:ext cx="4830648" cy="467833"/>
          </a:xfrm>
          <a:custGeom>
            <a:avLst/>
            <a:gdLst>
              <a:gd name="connsiteX0" fmla="*/ 0 w 4724400"/>
              <a:gd name="connsiteY0" fmla="*/ 457543 h 457543"/>
              <a:gd name="connsiteX1" fmla="*/ 2463800 w 4724400"/>
              <a:gd name="connsiteY1" fmla="*/ 343 h 457543"/>
              <a:gd name="connsiteX2" fmla="*/ 4724400 w 4724400"/>
              <a:gd name="connsiteY2" fmla="*/ 381343 h 45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24400" h="457543">
                <a:moveTo>
                  <a:pt x="0" y="457543"/>
                </a:moveTo>
                <a:cubicBezTo>
                  <a:pt x="838200" y="235293"/>
                  <a:pt x="1676400" y="13043"/>
                  <a:pt x="2463800" y="343"/>
                </a:cubicBezTo>
                <a:cubicBezTo>
                  <a:pt x="3251200" y="-12357"/>
                  <a:pt x="4353983" y="330543"/>
                  <a:pt x="4724400" y="381343"/>
                </a:cubicBezTo>
              </a:path>
            </a:pathLst>
          </a:custGeom>
          <a:noFill/>
          <a:ln w="3175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8" name="直接箭头连接符 387">
            <a:extLst>
              <a:ext uri="{FF2B5EF4-FFF2-40B4-BE49-F238E27FC236}">
                <a16:creationId xmlns:a16="http://schemas.microsoft.com/office/drawing/2014/main" id="{4D5705C0-E510-4007-AE07-C145A643685C}"/>
              </a:ext>
            </a:extLst>
          </p:cNvPr>
          <p:cNvCxnSpPr/>
          <p:nvPr/>
        </p:nvCxnSpPr>
        <p:spPr>
          <a:xfrm>
            <a:off x="11232630" y="3013875"/>
            <a:ext cx="158325" cy="58395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直接箭头连接符 388">
            <a:extLst>
              <a:ext uri="{FF2B5EF4-FFF2-40B4-BE49-F238E27FC236}">
                <a16:creationId xmlns:a16="http://schemas.microsoft.com/office/drawing/2014/main" id="{E711C950-F38B-4DCF-936C-D4C11945C22C}"/>
              </a:ext>
            </a:extLst>
          </p:cNvPr>
          <p:cNvCxnSpPr/>
          <p:nvPr/>
        </p:nvCxnSpPr>
        <p:spPr>
          <a:xfrm>
            <a:off x="11297558" y="2728191"/>
            <a:ext cx="163084" cy="23285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直接箭头连接符 389">
            <a:extLst>
              <a:ext uri="{FF2B5EF4-FFF2-40B4-BE49-F238E27FC236}">
                <a16:creationId xmlns:a16="http://schemas.microsoft.com/office/drawing/2014/main" id="{195D0029-E2E2-426C-8F97-427C0AAE5B20}"/>
              </a:ext>
            </a:extLst>
          </p:cNvPr>
          <p:cNvCxnSpPr/>
          <p:nvPr/>
        </p:nvCxnSpPr>
        <p:spPr>
          <a:xfrm flipV="1">
            <a:off x="11271693" y="2224324"/>
            <a:ext cx="186840" cy="9760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直接箭头连接符 390">
            <a:extLst>
              <a:ext uri="{FF2B5EF4-FFF2-40B4-BE49-F238E27FC236}">
                <a16:creationId xmlns:a16="http://schemas.microsoft.com/office/drawing/2014/main" id="{7E05725F-11A6-493D-9976-D2760321C9F0}"/>
              </a:ext>
            </a:extLst>
          </p:cNvPr>
          <p:cNvCxnSpPr/>
          <p:nvPr/>
        </p:nvCxnSpPr>
        <p:spPr>
          <a:xfrm flipV="1">
            <a:off x="11180727" y="1893767"/>
            <a:ext cx="220652" cy="94786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2" name="任意多边形 86">
            <a:extLst>
              <a:ext uri="{FF2B5EF4-FFF2-40B4-BE49-F238E27FC236}">
                <a16:creationId xmlns:a16="http://schemas.microsoft.com/office/drawing/2014/main" id="{E80169F7-2791-4F92-BA8C-A3329F8E89DA}"/>
              </a:ext>
            </a:extLst>
          </p:cNvPr>
          <p:cNvSpPr/>
          <p:nvPr/>
        </p:nvSpPr>
        <p:spPr>
          <a:xfrm>
            <a:off x="8128998" y="1623620"/>
            <a:ext cx="596120" cy="1649135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3" name="任意多边形 85">
            <a:extLst>
              <a:ext uri="{FF2B5EF4-FFF2-40B4-BE49-F238E27FC236}">
                <a16:creationId xmlns:a16="http://schemas.microsoft.com/office/drawing/2014/main" id="{6C1F62D5-F5CC-4D1D-9B03-612A487DD5A4}"/>
              </a:ext>
            </a:extLst>
          </p:cNvPr>
          <p:cNvSpPr/>
          <p:nvPr/>
        </p:nvSpPr>
        <p:spPr>
          <a:xfrm>
            <a:off x="7664404" y="1623620"/>
            <a:ext cx="596120" cy="1649135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4" name="任意多边形 87">
            <a:extLst>
              <a:ext uri="{FF2B5EF4-FFF2-40B4-BE49-F238E27FC236}">
                <a16:creationId xmlns:a16="http://schemas.microsoft.com/office/drawing/2014/main" id="{74F89535-B0BB-4FE1-A503-E4E1B84B7A8E}"/>
              </a:ext>
            </a:extLst>
          </p:cNvPr>
          <p:cNvSpPr/>
          <p:nvPr/>
        </p:nvSpPr>
        <p:spPr>
          <a:xfrm>
            <a:off x="8593591" y="1623620"/>
            <a:ext cx="596120" cy="1649135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5" name="任意多边形 88">
            <a:extLst>
              <a:ext uri="{FF2B5EF4-FFF2-40B4-BE49-F238E27FC236}">
                <a16:creationId xmlns:a16="http://schemas.microsoft.com/office/drawing/2014/main" id="{7213F030-5554-4473-A84C-0F263A14CDFA}"/>
              </a:ext>
            </a:extLst>
          </p:cNvPr>
          <p:cNvSpPr/>
          <p:nvPr/>
        </p:nvSpPr>
        <p:spPr>
          <a:xfrm>
            <a:off x="9521207" y="1623620"/>
            <a:ext cx="596120" cy="1649135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6" name="任意多边形 89">
            <a:extLst>
              <a:ext uri="{FF2B5EF4-FFF2-40B4-BE49-F238E27FC236}">
                <a16:creationId xmlns:a16="http://schemas.microsoft.com/office/drawing/2014/main" id="{7A875E99-EA23-46D4-B215-A8954DFD89D1}"/>
              </a:ext>
            </a:extLst>
          </p:cNvPr>
          <p:cNvSpPr/>
          <p:nvPr/>
        </p:nvSpPr>
        <p:spPr>
          <a:xfrm>
            <a:off x="9884929" y="1638286"/>
            <a:ext cx="689488" cy="3380795"/>
          </a:xfrm>
          <a:custGeom>
            <a:avLst/>
            <a:gdLst>
              <a:gd name="connsiteX0" fmla="*/ 202078 w 674323"/>
              <a:gd name="connsiteY0" fmla="*/ 667 h 3306436"/>
              <a:gd name="connsiteX1" fmla="*/ 277035 w 674323"/>
              <a:gd name="connsiteY1" fmla="*/ 3921 h 3306436"/>
              <a:gd name="connsiteX2" fmla="*/ 400504 w 674323"/>
              <a:gd name="connsiteY2" fmla="*/ 56049 h 3306436"/>
              <a:gd name="connsiteX3" fmla="*/ 643645 w 674323"/>
              <a:gd name="connsiteY3" fmla="*/ 698886 h 3306436"/>
              <a:gd name="connsiteX4" fmla="*/ 663526 w 674323"/>
              <a:gd name="connsiteY4" fmla="*/ 2402071 h 3306436"/>
              <a:gd name="connsiteX5" fmla="*/ 577373 w 674323"/>
              <a:gd name="connsiteY5" fmla="*/ 3296741 h 3306436"/>
              <a:gd name="connsiteX6" fmla="*/ 124291 w 674323"/>
              <a:gd name="connsiteY6" fmla="*/ 3305693 h 3306436"/>
              <a:gd name="connsiteX7" fmla="*/ 0 w 674323"/>
              <a:gd name="connsiteY7" fmla="*/ 3306436 h 3306436"/>
              <a:gd name="connsiteX8" fmla="*/ 0 w 674323"/>
              <a:gd name="connsiteY8" fmla="*/ 3135966 h 3306436"/>
              <a:gd name="connsiteX9" fmla="*/ 7022 w 674323"/>
              <a:gd name="connsiteY9" fmla="*/ 3135981 h 3306436"/>
              <a:gd name="connsiteX10" fmla="*/ 444829 w 674323"/>
              <a:gd name="connsiteY10" fmla="*/ 3137688 h 3306436"/>
              <a:gd name="connsiteX11" fmla="*/ 471338 w 674323"/>
              <a:gd name="connsiteY11" fmla="*/ 2594259 h 3306436"/>
              <a:gd name="connsiteX12" fmla="*/ 451456 w 674323"/>
              <a:gd name="connsiteY12" fmla="*/ 1308587 h 3306436"/>
              <a:gd name="connsiteX13" fmla="*/ 365303 w 674323"/>
              <a:gd name="connsiteY13" fmla="*/ 354273 h 3306436"/>
              <a:gd name="connsiteX14" fmla="*/ 120615 w 674323"/>
              <a:gd name="connsiteY14" fmla="*/ 22083 h 3306436"/>
              <a:gd name="connsiteX15" fmla="*/ 202078 w 674323"/>
              <a:gd name="connsiteY15" fmla="*/ 667 h 3306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74323" h="3306436">
                <a:moveTo>
                  <a:pt x="202078" y="667"/>
                </a:moveTo>
                <a:cubicBezTo>
                  <a:pt x="228437" y="-1178"/>
                  <a:pt x="253712" y="1091"/>
                  <a:pt x="277035" y="3921"/>
                </a:cubicBezTo>
                <a:cubicBezTo>
                  <a:pt x="323684" y="9582"/>
                  <a:pt x="350327" y="28036"/>
                  <a:pt x="400504" y="56049"/>
                </a:cubicBezTo>
                <a:cubicBezTo>
                  <a:pt x="444224" y="80458"/>
                  <a:pt x="599807" y="307882"/>
                  <a:pt x="643645" y="698886"/>
                </a:cubicBezTo>
                <a:cubicBezTo>
                  <a:pt x="687482" y="1089890"/>
                  <a:pt x="674572" y="1969096"/>
                  <a:pt x="663526" y="2402071"/>
                </a:cubicBezTo>
                <a:cubicBezTo>
                  <a:pt x="652480" y="2835046"/>
                  <a:pt x="732006" y="3284591"/>
                  <a:pt x="577373" y="3296741"/>
                </a:cubicBezTo>
                <a:cubicBezTo>
                  <a:pt x="519386" y="3301297"/>
                  <a:pt x="345526" y="3303990"/>
                  <a:pt x="124291" y="3305693"/>
                </a:cubicBezTo>
                <a:lnTo>
                  <a:pt x="0" y="3306436"/>
                </a:lnTo>
                <a:lnTo>
                  <a:pt x="0" y="3135966"/>
                </a:lnTo>
                <a:lnTo>
                  <a:pt x="7022" y="3135981"/>
                </a:lnTo>
                <a:lnTo>
                  <a:pt x="444829" y="3137688"/>
                </a:lnTo>
                <a:cubicBezTo>
                  <a:pt x="490116" y="3073625"/>
                  <a:pt x="470234" y="2899110"/>
                  <a:pt x="471338" y="2594259"/>
                </a:cubicBezTo>
                <a:cubicBezTo>
                  <a:pt x="472442" y="2289409"/>
                  <a:pt x="469130" y="1681917"/>
                  <a:pt x="451456" y="1308587"/>
                </a:cubicBezTo>
                <a:cubicBezTo>
                  <a:pt x="433783" y="935256"/>
                  <a:pt x="421635" y="571865"/>
                  <a:pt x="365303" y="354273"/>
                </a:cubicBezTo>
                <a:cubicBezTo>
                  <a:pt x="308971" y="136680"/>
                  <a:pt x="233812" y="83694"/>
                  <a:pt x="120615" y="22083"/>
                </a:cubicBezTo>
                <a:cubicBezTo>
                  <a:pt x="148276" y="8466"/>
                  <a:pt x="175719" y="2511"/>
                  <a:pt x="202078" y="667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7" name="任意多边形 81">
            <a:extLst>
              <a:ext uri="{FF2B5EF4-FFF2-40B4-BE49-F238E27FC236}">
                <a16:creationId xmlns:a16="http://schemas.microsoft.com/office/drawing/2014/main" id="{0C869E05-2CF0-4980-BC6C-A0911D1B6FC9}"/>
              </a:ext>
            </a:extLst>
          </p:cNvPr>
          <p:cNvSpPr/>
          <p:nvPr/>
        </p:nvSpPr>
        <p:spPr>
          <a:xfrm>
            <a:off x="9056613" y="1623620"/>
            <a:ext cx="596120" cy="1649135"/>
          </a:xfrm>
          <a:custGeom>
            <a:avLst/>
            <a:gdLst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2192 w 582624"/>
              <a:gd name="connsiteY0" fmla="*/ 36522 h 1656991"/>
              <a:gd name="connsiteX1" fmla="*/ 159354 w 582624"/>
              <a:gd name="connsiteY1" fmla="*/ 31759 h 1656991"/>
              <a:gd name="connsiteX2" fmla="*/ 402242 w 582624"/>
              <a:gd name="connsiteY2" fmla="*/ 236547 h 1656991"/>
              <a:gd name="connsiteX3" fmla="*/ 578454 w 582624"/>
              <a:gd name="connsiteY3" fmla="*/ 784234 h 1656991"/>
              <a:gd name="connsiteX4" fmla="*/ 511779 w 582624"/>
              <a:gd name="connsiteY4" fmla="*/ 1484322 h 1656991"/>
              <a:gd name="connsiteX5" fmla="*/ 340329 w 582624"/>
              <a:gd name="connsiteY5" fmla="*/ 1651009 h 1656991"/>
              <a:gd name="connsiteX6" fmla="*/ 221267 w 582624"/>
              <a:gd name="connsiteY6" fmla="*/ 1608147 h 1656991"/>
              <a:gd name="connsiteX7" fmla="*/ 283179 w 582624"/>
              <a:gd name="connsiteY7" fmla="*/ 1493847 h 1656991"/>
              <a:gd name="connsiteX8" fmla="*/ 354617 w 582624"/>
              <a:gd name="connsiteY8" fmla="*/ 1236672 h 1656991"/>
              <a:gd name="connsiteX9" fmla="*/ 378429 w 582624"/>
              <a:gd name="connsiteY9" fmla="*/ 846147 h 1656991"/>
              <a:gd name="connsiteX10" fmla="*/ 273654 w 582624"/>
              <a:gd name="connsiteY10" fmla="*/ 374659 h 1656991"/>
              <a:gd name="connsiteX11" fmla="*/ 2192 w 582624"/>
              <a:gd name="connsiteY11" fmla="*/ 36522 h 1656991"/>
              <a:gd name="connsiteX0" fmla="*/ 0 w 580432"/>
              <a:gd name="connsiteY0" fmla="*/ 20487 h 1640956"/>
              <a:gd name="connsiteX1" fmla="*/ 157162 w 580432"/>
              <a:gd name="connsiteY1" fmla="*/ 15724 h 1640956"/>
              <a:gd name="connsiteX2" fmla="*/ 400050 w 580432"/>
              <a:gd name="connsiteY2" fmla="*/ 220512 h 1640956"/>
              <a:gd name="connsiteX3" fmla="*/ 576262 w 580432"/>
              <a:gd name="connsiteY3" fmla="*/ 768199 h 1640956"/>
              <a:gd name="connsiteX4" fmla="*/ 509587 w 580432"/>
              <a:gd name="connsiteY4" fmla="*/ 1468287 h 1640956"/>
              <a:gd name="connsiteX5" fmla="*/ 338137 w 580432"/>
              <a:gd name="connsiteY5" fmla="*/ 1634974 h 1640956"/>
              <a:gd name="connsiteX6" fmla="*/ 219075 w 580432"/>
              <a:gd name="connsiteY6" fmla="*/ 1592112 h 1640956"/>
              <a:gd name="connsiteX7" fmla="*/ 280987 w 580432"/>
              <a:gd name="connsiteY7" fmla="*/ 1477812 h 1640956"/>
              <a:gd name="connsiteX8" fmla="*/ 352425 w 580432"/>
              <a:gd name="connsiteY8" fmla="*/ 1220637 h 1640956"/>
              <a:gd name="connsiteX9" fmla="*/ 376237 w 580432"/>
              <a:gd name="connsiteY9" fmla="*/ 830112 h 1640956"/>
              <a:gd name="connsiteX10" fmla="*/ 271462 w 580432"/>
              <a:gd name="connsiteY10" fmla="*/ 358624 h 1640956"/>
              <a:gd name="connsiteX11" fmla="*/ 0 w 580432"/>
              <a:gd name="connsiteY11" fmla="*/ 20487 h 1640956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432"/>
              <a:gd name="connsiteY0" fmla="*/ 5954 h 1626423"/>
              <a:gd name="connsiteX1" fmla="*/ 157162 w 580432"/>
              <a:gd name="connsiteY1" fmla="*/ 1191 h 1626423"/>
              <a:gd name="connsiteX2" fmla="*/ 400050 w 580432"/>
              <a:gd name="connsiteY2" fmla="*/ 205979 h 1626423"/>
              <a:gd name="connsiteX3" fmla="*/ 576262 w 580432"/>
              <a:gd name="connsiteY3" fmla="*/ 753666 h 1626423"/>
              <a:gd name="connsiteX4" fmla="*/ 509587 w 580432"/>
              <a:gd name="connsiteY4" fmla="*/ 1453754 h 1626423"/>
              <a:gd name="connsiteX5" fmla="*/ 338137 w 580432"/>
              <a:gd name="connsiteY5" fmla="*/ 1620441 h 1626423"/>
              <a:gd name="connsiteX6" fmla="*/ 219075 w 580432"/>
              <a:gd name="connsiteY6" fmla="*/ 1577579 h 1626423"/>
              <a:gd name="connsiteX7" fmla="*/ 280987 w 580432"/>
              <a:gd name="connsiteY7" fmla="*/ 1463279 h 1626423"/>
              <a:gd name="connsiteX8" fmla="*/ 352425 w 580432"/>
              <a:gd name="connsiteY8" fmla="*/ 1206104 h 1626423"/>
              <a:gd name="connsiteX9" fmla="*/ 376237 w 580432"/>
              <a:gd name="connsiteY9" fmla="*/ 815579 h 1626423"/>
              <a:gd name="connsiteX10" fmla="*/ 271462 w 580432"/>
              <a:gd name="connsiteY10" fmla="*/ 344091 h 1626423"/>
              <a:gd name="connsiteX11" fmla="*/ 0 w 580432"/>
              <a:gd name="connsiteY11" fmla="*/ 5954 h 1626423"/>
              <a:gd name="connsiteX0" fmla="*/ 0 w 580923"/>
              <a:gd name="connsiteY0" fmla="*/ 5954 h 1626423"/>
              <a:gd name="connsiteX1" fmla="*/ 157162 w 580923"/>
              <a:gd name="connsiteY1" fmla="*/ 1191 h 1626423"/>
              <a:gd name="connsiteX2" fmla="*/ 400050 w 580923"/>
              <a:gd name="connsiteY2" fmla="*/ 205979 h 1626423"/>
              <a:gd name="connsiteX3" fmla="*/ 576262 w 580923"/>
              <a:gd name="connsiteY3" fmla="*/ 753666 h 1626423"/>
              <a:gd name="connsiteX4" fmla="*/ 509587 w 580923"/>
              <a:gd name="connsiteY4" fmla="*/ 1453754 h 1626423"/>
              <a:gd name="connsiteX5" fmla="*/ 338137 w 580923"/>
              <a:gd name="connsiteY5" fmla="*/ 1620441 h 1626423"/>
              <a:gd name="connsiteX6" fmla="*/ 219075 w 580923"/>
              <a:gd name="connsiteY6" fmla="*/ 1577579 h 1626423"/>
              <a:gd name="connsiteX7" fmla="*/ 280987 w 580923"/>
              <a:gd name="connsiteY7" fmla="*/ 1463279 h 1626423"/>
              <a:gd name="connsiteX8" fmla="*/ 352425 w 580923"/>
              <a:gd name="connsiteY8" fmla="*/ 1206104 h 1626423"/>
              <a:gd name="connsiteX9" fmla="*/ 376237 w 580923"/>
              <a:gd name="connsiteY9" fmla="*/ 815579 h 1626423"/>
              <a:gd name="connsiteX10" fmla="*/ 271462 w 580923"/>
              <a:gd name="connsiteY10" fmla="*/ 344091 h 1626423"/>
              <a:gd name="connsiteX11" fmla="*/ 0 w 580923"/>
              <a:gd name="connsiteY11" fmla="*/ 5954 h 1626423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36"/>
              <a:gd name="connsiteX1" fmla="*/ 157162 w 580923"/>
              <a:gd name="connsiteY1" fmla="*/ 1191 h 1620536"/>
              <a:gd name="connsiteX2" fmla="*/ 400050 w 580923"/>
              <a:gd name="connsiteY2" fmla="*/ 205979 h 1620536"/>
              <a:gd name="connsiteX3" fmla="*/ 576262 w 580923"/>
              <a:gd name="connsiteY3" fmla="*/ 753666 h 1620536"/>
              <a:gd name="connsiteX4" fmla="*/ 509587 w 580923"/>
              <a:gd name="connsiteY4" fmla="*/ 1453754 h 1620536"/>
              <a:gd name="connsiteX5" fmla="*/ 338137 w 580923"/>
              <a:gd name="connsiteY5" fmla="*/ 1620441 h 1620536"/>
              <a:gd name="connsiteX6" fmla="*/ 219075 w 580923"/>
              <a:gd name="connsiteY6" fmla="*/ 1577579 h 1620536"/>
              <a:gd name="connsiteX7" fmla="*/ 280987 w 580923"/>
              <a:gd name="connsiteY7" fmla="*/ 1463279 h 1620536"/>
              <a:gd name="connsiteX8" fmla="*/ 352425 w 580923"/>
              <a:gd name="connsiteY8" fmla="*/ 1206104 h 1620536"/>
              <a:gd name="connsiteX9" fmla="*/ 376237 w 580923"/>
              <a:gd name="connsiteY9" fmla="*/ 815579 h 1620536"/>
              <a:gd name="connsiteX10" fmla="*/ 271462 w 580923"/>
              <a:gd name="connsiteY10" fmla="*/ 344091 h 1620536"/>
              <a:gd name="connsiteX11" fmla="*/ 0 w 580923"/>
              <a:gd name="connsiteY11" fmla="*/ 5954 h 1620536"/>
              <a:gd name="connsiteX0" fmla="*/ 0 w 580923"/>
              <a:gd name="connsiteY0" fmla="*/ 5954 h 1620518"/>
              <a:gd name="connsiteX1" fmla="*/ 157162 w 580923"/>
              <a:gd name="connsiteY1" fmla="*/ 1191 h 1620518"/>
              <a:gd name="connsiteX2" fmla="*/ 400050 w 580923"/>
              <a:gd name="connsiteY2" fmla="*/ 205979 h 1620518"/>
              <a:gd name="connsiteX3" fmla="*/ 576262 w 580923"/>
              <a:gd name="connsiteY3" fmla="*/ 753666 h 1620518"/>
              <a:gd name="connsiteX4" fmla="*/ 509587 w 580923"/>
              <a:gd name="connsiteY4" fmla="*/ 1453754 h 1620518"/>
              <a:gd name="connsiteX5" fmla="*/ 338137 w 580923"/>
              <a:gd name="connsiteY5" fmla="*/ 1620441 h 1620518"/>
              <a:gd name="connsiteX6" fmla="*/ 219075 w 580923"/>
              <a:gd name="connsiteY6" fmla="*/ 1577579 h 1620518"/>
              <a:gd name="connsiteX7" fmla="*/ 280987 w 580923"/>
              <a:gd name="connsiteY7" fmla="*/ 1463279 h 1620518"/>
              <a:gd name="connsiteX8" fmla="*/ 352425 w 580923"/>
              <a:gd name="connsiteY8" fmla="*/ 1206104 h 1620518"/>
              <a:gd name="connsiteX9" fmla="*/ 376237 w 580923"/>
              <a:gd name="connsiteY9" fmla="*/ 815579 h 1620518"/>
              <a:gd name="connsiteX10" fmla="*/ 271462 w 580923"/>
              <a:gd name="connsiteY10" fmla="*/ 344091 h 1620518"/>
              <a:gd name="connsiteX11" fmla="*/ 0 w 580923"/>
              <a:gd name="connsiteY11" fmla="*/ 5954 h 1620518"/>
              <a:gd name="connsiteX0" fmla="*/ 0 w 580407"/>
              <a:gd name="connsiteY0" fmla="*/ 5954 h 1611042"/>
              <a:gd name="connsiteX1" fmla="*/ 157162 w 580407"/>
              <a:gd name="connsiteY1" fmla="*/ 1191 h 1611042"/>
              <a:gd name="connsiteX2" fmla="*/ 400050 w 580407"/>
              <a:gd name="connsiteY2" fmla="*/ 205979 h 1611042"/>
              <a:gd name="connsiteX3" fmla="*/ 576262 w 580407"/>
              <a:gd name="connsiteY3" fmla="*/ 753666 h 1611042"/>
              <a:gd name="connsiteX4" fmla="*/ 509587 w 580407"/>
              <a:gd name="connsiteY4" fmla="*/ 1453754 h 1611042"/>
              <a:gd name="connsiteX5" fmla="*/ 340518 w 580407"/>
              <a:gd name="connsiteY5" fmla="*/ 1610916 h 1611042"/>
              <a:gd name="connsiteX6" fmla="*/ 219075 w 580407"/>
              <a:gd name="connsiteY6" fmla="*/ 1577579 h 1611042"/>
              <a:gd name="connsiteX7" fmla="*/ 280987 w 580407"/>
              <a:gd name="connsiteY7" fmla="*/ 1463279 h 1611042"/>
              <a:gd name="connsiteX8" fmla="*/ 352425 w 580407"/>
              <a:gd name="connsiteY8" fmla="*/ 1206104 h 1611042"/>
              <a:gd name="connsiteX9" fmla="*/ 376237 w 580407"/>
              <a:gd name="connsiteY9" fmla="*/ 815579 h 1611042"/>
              <a:gd name="connsiteX10" fmla="*/ 271462 w 580407"/>
              <a:gd name="connsiteY10" fmla="*/ 344091 h 1611042"/>
              <a:gd name="connsiteX11" fmla="*/ 0 w 580407"/>
              <a:gd name="connsiteY11" fmla="*/ 5954 h 1611042"/>
              <a:gd name="connsiteX0" fmla="*/ 0 w 580130"/>
              <a:gd name="connsiteY0" fmla="*/ 5954 h 1611042"/>
              <a:gd name="connsiteX1" fmla="*/ 157162 w 580130"/>
              <a:gd name="connsiteY1" fmla="*/ 1191 h 1611042"/>
              <a:gd name="connsiteX2" fmla="*/ 400050 w 580130"/>
              <a:gd name="connsiteY2" fmla="*/ 205979 h 1611042"/>
              <a:gd name="connsiteX3" fmla="*/ 576262 w 580130"/>
              <a:gd name="connsiteY3" fmla="*/ 753666 h 1611042"/>
              <a:gd name="connsiteX4" fmla="*/ 509587 w 580130"/>
              <a:gd name="connsiteY4" fmla="*/ 1453754 h 1611042"/>
              <a:gd name="connsiteX5" fmla="*/ 340518 w 580130"/>
              <a:gd name="connsiteY5" fmla="*/ 1610916 h 1611042"/>
              <a:gd name="connsiteX6" fmla="*/ 219075 w 580130"/>
              <a:gd name="connsiteY6" fmla="*/ 1577579 h 1611042"/>
              <a:gd name="connsiteX7" fmla="*/ 280987 w 580130"/>
              <a:gd name="connsiteY7" fmla="*/ 1463279 h 1611042"/>
              <a:gd name="connsiteX8" fmla="*/ 352425 w 580130"/>
              <a:gd name="connsiteY8" fmla="*/ 1206104 h 1611042"/>
              <a:gd name="connsiteX9" fmla="*/ 376237 w 580130"/>
              <a:gd name="connsiteY9" fmla="*/ 815579 h 1611042"/>
              <a:gd name="connsiteX10" fmla="*/ 271462 w 580130"/>
              <a:gd name="connsiteY10" fmla="*/ 344091 h 1611042"/>
              <a:gd name="connsiteX11" fmla="*/ 0 w 580130"/>
              <a:gd name="connsiteY11" fmla="*/ 5954 h 1611042"/>
              <a:gd name="connsiteX0" fmla="*/ 0 w 579406"/>
              <a:gd name="connsiteY0" fmla="*/ 5954 h 1617985"/>
              <a:gd name="connsiteX1" fmla="*/ 157162 w 579406"/>
              <a:gd name="connsiteY1" fmla="*/ 1191 h 1617985"/>
              <a:gd name="connsiteX2" fmla="*/ 400050 w 579406"/>
              <a:gd name="connsiteY2" fmla="*/ 205979 h 1617985"/>
              <a:gd name="connsiteX3" fmla="*/ 576262 w 579406"/>
              <a:gd name="connsiteY3" fmla="*/ 753666 h 1617985"/>
              <a:gd name="connsiteX4" fmla="*/ 502444 w 579406"/>
              <a:gd name="connsiteY4" fmla="*/ 1446611 h 1617985"/>
              <a:gd name="connsiteX5" fmla="*/ 340518 w 579406"/>
              <a:gd name="connsiteY5" fmla="*/ 1610916 h 1617985"/>
              <a:gd name="connsiteX6" fmla="*/ 219075 w 579406"/>
              <a:gd name="connsiteY6" fmla="*/ 1577579 h 1617985"/>
              <a:gd name="connsiteX7" fmla="*/ 280987 w 579406"/>
              <a:gd name="connsiteY7" fmla="*/ 1463279 h 1617985"/>
              <a:gd name="connsiteX8" fmla="*/ 352425 w 579406"/>
              <a:gd name="connsiteY8" fmla="*/ 1206104 h 1617985"/>
              <a:gd name="connsiteX9" fmla="*/ 376237 w 579406"/>
              <a:gd name="connsiteY9" fmla="*/ 815579 h 1617985"/>
              <a:gd name="connsiteX10" fmla="*/ 271462 w 579406"/>
              <a:gd name="connsiteY10" fmla="*/ 344091 h 1617985"/>
              <a:gd name="connsiteX11" fmla="*/ 0 w 579406"/>
              <a:gd name="connsiteY11" fmla="*/ 5954 h 1617985"/>
              <a:gd name="connsiteX0" fmla="*/ 0 w 579406"/>
              <a:gd name="connsiteY0" fmla="*/ 5954 h 1610925"/>
              <a:gd name="connsiteX1" fmla="*/ 157162 w 579406"/>
              <a:gd name="connsiteY1" fmla="*/ 1191 h 1610925"/>
              <a:gd name="connsiteX2" fmla="*/ 400050 w 579406"/>
              <a:gd name="connsiteY2" fmla="*/ 205979 h 1610925"/>
              <a:gd name="connsiteX3" fmla="*/ 576262 w 579406"/>
              <a:gd name="connsiteY3" fmla="*/ 753666 h 1610925"/>
              <a:gd name="connsiteX4" fmla="*/ 502444 w 579406"/>
              <a:gd name="connsiteY4" fmla="*/ 1446611 h 1610925"/>
              <a:gd name="connsiteX5" fmla="*/ 340518 w 579406"/>
              <a:gd name="connsiteY5" fmla="*/ 1610916 h 1610925"/>
              <a:gd name="connsiteX6" fmla="*/ 219075 w 579406"/>
              <a:gd name="connsiteY6" fmla="*/ 1577579 h 1610925"/>
              <a:gd name="connsiteX7" fmla="*/ 280987 w 579406"/>
              <a:gd name="connsiteY7" fmla="*/ 1463279 h 1610925"/>
              <a:gd name="connsiteX8" fmla="*/ 352425 w 579406"/>
              <a:gd name="connsiteY8" fmla="*/ 1206104 h 1610925"/>
              <a:gd name="connsiteX9" fmla="*/ 376237 w 579406"/>
              <a:gd name="connsiteY9" fmla="*/ 815579 h 1610925"/>
              <a:gd name="connsiteX10" fmla="*/ 271462 w 579406"/>
              <a:gd name="connsiteY10" fmla="*/ 344091 h 1610925"/>
              <a:gd name="connsiteX11" fmla="*/ 0 w 579406"/>
              <a:gd name="connsiteY11" fmla="*/ 5954 h 1610925"/>
              <a:gd name="connsiteX0" fmla="*/ 0 w 579600"/>
              <a:gd name="connsiteY0" fmla="*/ 5954 h 1603792"/>
              <a:gd name="connsiteX1" fmla="*/ 157162 w 579600"/>
              <a:gd name="connsiteY1" fmla="*/ 1191 h 1603792"/>
              <a:gd name="connsiteX2" fmla="*/ 400050 w 579600"/>
              <a:gd name="connsiteY2" fmla="*/ 205979 h 1603792"/>
              <a:gd name="connsiteX3" fmla="*/ 576262 w 579600"/>
              <a:gd name="connsiteY3" fmla="*/ 753666 h 1603792"/>
              <a:gd name="connsiteX4" fmla="*/ 502444 w 579600"/>
              <a:gd name="connsiteY4" fmla="*/ 1446611 h 1603792"/>
              <a:gd name="connsiteX5" fmla="*/ 342900 w 579600"/>
              <a:gd name="connsiteY5" fmla="*/ 1603772 h 1603792"/>
              <a:gd name="connsiteX6" fmla="*/ 219075 w 579600"/>
              <a:gd name="connsiteY6" fmla="*/ 1577579 h 1603792"/>
              <a:gd name="connsiteX7" fmla="*/ 280987 w 579600"/>
              <a:gd name="connsiteY7" fmla="*/ 1463279 h 1603792"/>
              <a:gd name="connsiteX8" fmla="*/ 352425 w 579600"/>
              <a:gd name="connsiteY8" fmla="*/ 1206104 h 1603792"/>
              <a:gd name="connsiteX9" fmla="*/ 376237 w 579600"/>
              <a:gd name="connsiteY9" fmla="*/ 815579 h 1603792"/>
              <a:gd name="connsiteX10" fmla="*/ 271462 w 579600"/>
              <a:gd name="connsiteY10" fmla="*/ 344091 h 1603792"/>
              <a:gd name="connsiteX11" fmla="*/ 0 w 579600"/>
              <a:gd name="connsiteY11" fmla="*/ 5954 h 1603792"/>
              <a:gd name="connsiteX0" fmla="*/ 0 w 579492"/>
              <a:gd name="connsiteY0" fmla="*/ 5954 h 1603792"/>
              <a:gd name="connsiteX1" fmla="*/ 157162 w 579492"/>
              <a:gd name="connsiteY1" fmla="*/ 1191 h 1603792"/>
              <a:gd name="connsiteX2" fmla="*/ 400050 w 579492"/>
              <a:gd name="connsiteY2" fmla="*/ 205979 h 1603792"/>
              <a:gd name="connsiteX3" fmla="*/ 576262 w 579492"/>
              <a:gd name="connsiteY3" fmla="*/ 753666 h 1603792"/>
              <a:gd name="connsiteX4" fmla="*/ 502444 w 579492"/>
              <a:gd name="connsiteY4" fmla="*/ 1446611 h 1603792"/>
              <a:gd name="connsiteX5" fmla="*/ 342900 w 579492"/>
              <a:gd name="connsiteY5" fmla="*/ 1603772 h 1603792"/>
              <a:gd name="connsiteX6" fmla="*/ 219075 w 579492"/>
              <a:gd name="connsiteY6" fmla="*/ 1577579 h 1603792"/>
              <a:gd name="connsiteX7" fmla="*/ 280987 w 579492"/>
              <a:gd name="connsiteY7" fmla="*/ 1463279 h 1603792"/>
              <a:gd name="connsiteX8" fmla="*/ 352425 w 579492"/>
              <a:gd name="connsiteY8" fmla="*/ 1206104 h 1603792"/>
              <a:gd name="connsiteX9" fmla="*/ 376237 w 579492"/>
              <a:gd name="connsiteY9" fmla="*/ 815579 h 1603792"/>
              <a:gd name="connsiteX10" fmla="*/ 271462 w 579492"/>
              <a:gd name="connsiteY10" fmla="*/ 344091 h 1603792"/>
              <a:gd name="connsiteX11" fmla="*/ 0 w 579492"/>
              <a:gd name="connsiteY11" fmla="*/ 5954 h 1603792"/>
              <a:gd name="connsiteX0" fmla="*/ 0 w 598542"/>
              <a:gd name="connsiteY0" fmla="*/ 29332 h 1614470"/>
              <a:gd name="connsiteX1" fmla="*/ 176212 w 598542"/>
              <a:gd name="connsiteY1" fmla="*/ 11869 h 1614470"/>
              <a:gd name="connsiteX2" fmla="*/ 419100 w 598542"/>
              <a:gd name="connsiteY2" fmla="*/ 216657 h 1614470"/>
              <a:gd name="connsiteX3" fmla="*/ 595312 w 598542"/>
              <a:gd name="connsiteY3" fmla="*/ 764344 h 1614470"/>
              <a:gd name="connsiteX4" fmla="*/ 521494 w 598542"/>
              <a:gd name="connsiteY4" fmla="*/ 1457289 h 1614470"/>
              <a:gd name="connsiteX5" fmla="*/ 361950 w 598542"/>
              <a:gd name="connsiteY5" fmla="*/ 1614450 h 1614470"/>
              <a:gd name="connsiteX6" fmla="*/ 238125 w 598542"/>
              <a:gd name="connsiteY6" fmla="*/ 1588257 h 1614470"/>
              <a:gd name="connsiteX7" fmla="*/ 300037 w 598542"/>
              <a:gd name="connsiteY7" fmla="*/ 1473957 h 1614470"/>
              <a:gd name="connsiteX8" fmla="*/ 371475 w 598542"/>
              <a:gd name="connsiteY8" fmla="*/ 1216782 h 1614470"/>
              <a:gd name="connsiteX9" fmla="*/ 395287 w 598542"/>
              <a:gd name="connsiteY9" fmla="*/ 826257 h 1614470"/>
              <a:gd name="connsiteX10" fmla="*/ 290512 w 598542"/>
              <a:gd name="connsiteY10" fmla="*/ 354769 h 1614470"/>
              <a:gd name="connsiteX11" fmla="*/ 0 w 598542"/>
              <a:gd name="connsiteY11" fmla="*/ 29332 h 1614470"/>
              <a:gd name="connsiteX0" fmla="*/ 0 w 598542"/>
              <a:gd name="connsiteY0" fmla="*/ 37693 h 1622831"/>
              <a:gd name="connsiteX1" fmla="*/ 176212 w 598542"/>
              <a:gd name="connsiteY1" fmla="*/ 20230 h 1622831"/>
              <a:gd name="connsiteX2" fmla="*/ 419100 w 598542"/>
              <a:gd name="connsiteY2" fmla="*/ 225018 h 1622831"/>
              <a:gd name="connsiteX3" fmla="*/ 595312 w 598542"/>
              <a:gd name="connsiteY3" fmla="*/ 772705 h 1622831"/>
              <a:gd name="connsiteX4" fmla="*/ 521494 w 598542"/>
              <a:gd name="connsiteY4" fmla="*/ 1465650 h 1622831"/>
              <a:gd name="connsiteX5" fmla="*/ 361950 w 598542"/>
              <a:gd name="connsiteY5" fmla="*/ 1622811 h 1622831"/>
              <a:gd name="connsiteX6" fmla="*/ 238125 w 598542"/>
              <a:gd name="connsiteY6" fmla="*/ 1596618 h 1622831"/>
              <a:gd name="connsiteX7" fmla="*/ 300037 w 598542"/>
              <a:gd name="connsiteY7" fmla="*/ 1482318 h 1622831"/>
              <a:gd name="connsiteX8" fmla="*/ 371475 w 598542"/>
              <a:gd name="connsiteY8" fmla="*/ 1225143 h 1622831"/>
              <a:gd name="connsiteX9" fmla="*/ 395287 w 598542"/>
              <a:gd name="connsiteY9" fmla="*/ 834618 h 1622831"/>
              <a:gd name="connsiteX10" fmla="*/ 290512 w 598542"/>
              <a:gd name="connsiteY10" fmla="*/ 363130 h 1622831"/>
              <a:gd name="connsiteX11" fmla="*/ 0 w 598542"/>
              <a:gd name="connsiteY11" fmla="*/ 37693 h 1622831"/>
              <a:gd name="connsiteX0" fmla="*/ 0 w 598542"/>
              <a:gd name="connsiteY0" fmla="*/ 31753 h 1616891"/>
              <a:gd name="connsiteX1" fmla="*/ 176212 w 598542"/>
              <a:gd name="connsiteY1" fmla="*/ 14290 h 1616891"/>
              <a:gd name="connsiteX2" fmla="*/ 419100 w 598542"/>
              <a:gd name="connsiteY2" fmla="*/ 219078 h 1616891"/>
              <a:gd name="connsiteX3" fmla="*/ 595312 w 598542"/>
              <a:gd name="connsiteY3" fmla="*/ 766765 h 1616891"/>
              <a:gd name="connsiteX4" fmla="*/ 521494 w 598542"/>
              <a:gd name="connsiteY4" fmla="*/ 1459710 h 1616891"/>
              <a:gd name="connsiteX5" fmla="*/ 361950 w 598542"/>
              <a:gd name="connsiteY5" fmla="*/ 1616871 h 1616891"/>
              <a:gd name="connsiteX6" fmla="*/ 238125 w 598542"/>
              <a:gd name="connsiteY6" fmla="*/ 1590678 h 1616891"/>
              <a:gd name="connsiteX7" fmla="*/ 300037 w 598542"/>
              <a:gd name="connsiteY7" fmla="*/ 1476378 h 1616891"/>
              <a:gd name="connsiteX8" fmla="*/ 371475 w 598542"/>
              <a:gd name="connsiteY8" fmla="*/ 1219203 h 1616891"/>
              <a:gd name="connsiteX9" fmla="*/ 395287 w 598542"/>
              <a:gd name="connsiteY9" fmla="*/ 828678 h 1616891"/>
              <a:gd name="connsiteX10" fmla="*/ 290512 w 598542"/>
              <a:gd name="connsiteY10" fmla="*/ 357190 h 1616891"/>
              <a:gd name="connsiteX11" fmla="*/ 0 w 598542"/>
              <a:gd name="connsiteY11" fmla="*/ 31753 h 1616891"/>
              <a:gd name="connsiteX0" fmla="*/ 0 w 598542"/>
              <a:gd name="connsiteY0" fmla="*/ 16158 h 1601296"/>
              <a:gd name="connsiteX1" fmla="*/ 230187 w 598542"/>
              <a:gd name="connsiteY1" fmla="*/ 24095 h 1601296"/>
              <a:gd name="connsiteX2" fmla="*/ 419100 w 598542"/>
              <a:gd name="connsiteY2" fmla="*/ 203483 h 1601296"/>
              <a:gd name="connsiteX3" fmla="*/ 595312 w 598542"/>
              <a:gd name="connsiteY3" fmla="*/ 751170 h 1601296"/>
              <a:gd name="connsiteX4" fmla="*/ 521494 w 598542"/>
              <a:gd name="connsiteY4" fmla="*/ 1444115 h 1601296"/>
              <a:gd name="connsiteX5" fmla="*/ 361950 w 598542"/>
              <a:gd name="connsiteY5" fmla="*/ 1601276 h 1601296"/>
              <a:gd name="connsiteX6" fmla="*/ 238125 w 598542"/>
              <a:gd name="connsiteY6" fmla="*/ 1575083 h 1601296"/>
              <a:gd name="connsiteX7" fmla="*/ 300037 w 598542"/>
              <a:gd name="connsiteY7" fmla="*/ 1460783 h 1601296"/>
              <a:gd name="connsiteX8" fmla="*/ 371475 w 598542"/>
              <a:gd name="connsiteY8" fmla="*/ 1203608 h 1601296"/>
              <a:gd name="connsiteX9" fmla="*/ 395287 w 598542"/>
              <a:gd name="connsiteY9" fmla="*/ 813083 h 1601296"/>
              <a:gd name="connsiteX10" fmla="*/ 290512 w 598542"/>
              <a:gd name="connsiteY10" fmla="*/ 341595 h 1601296"/>
              <a:gd name="connsiteX11" fmla="*/ 0 w 598542"/>
              <a:gd name="connsiteY11" fmla="*/ 16158 h 1601296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598542"/>
              <a:gd name="connsiteY0" fmla="*/ 18455 h 1603593"/>
              <a:gd name="connsiteX1" fmla="*/ 230187 w 598542"/>
              <a:gd name="connsiteY1" fmla="*/ 26392 h 1603593"/>
              <a:gd name="connsiteX2" fmla="*/ 419100 w 598542"/>
              <a:gd name="connsiteY2" fmla="*/ 205780 h 1603593"/>
              <a:gd name="connsiteX3" fmla="*/ 595312 w 598542"/>
              <a:gd name="connsiteY3" fmla="*/ 753467 h 1603593"/>
              <a:gd name="connsiteX4" fmla="*/ 521494 w 598542"/>
              <a:gd name="connsiteY4" fmla="*/ 1446412 h 1603593"/>
              <a:gd name="connsiteX5" fmla="*/ 361950 w 598542"/>
              <a:gd name="connsiteY5" fmla="*/ 1603573 h 1603593"/>
              <a:gd name="connsiteX6" fmla="*/ 238125 w 598542"/>
              <a:gd name="connsiteY6" fmla="*/ 1577380 h 1603593"/>
              <a:gd name="connsiteX7" fmla="*/ 300037 w 598542"/>
              <a:gd name="connsiteY7" fmla="*/ 1463080 h 1603593"/>
              <a:gd name="connsiteX8" fmla="*/ 371475 w 598542"/>
              <a:gd name="connsiteY8" fmla="*/ 1205905 h 1603593"/>
              <a:gd name="connsiteX9" fmla="*/ 395287 w 598542"/>
              <a:gd name="connsiteY9" fmla="*/ 815380 h 1603593"/>
              <a:gd name="connsiteX10" fmla="*/ 290512 w 598542"/>
              <a:gd name="connsiteY10" fmla="*/ 343892 h 1603593"/>
              <a:gd name="connsiteX11" fmla="*/ 0 w 598542"/>
              <a:gd name="connsiteY11" fmla="*/ 18455 h 1603593"/>
              <a:gd name="connsiteX0" fmla="*/ 0 w 623942"/>
              <a:gd name="connsiteY0" fmla="*/ 23890 h 1593153"/>
              <a:gd name="connsiteX1" fmla="*/ 255587 w 623942"/>
              <a:gd name="connsiteY1" fmla="*/ 15952 h 1593153"/>
              <a:gd name="connsiteX2" fmla="*/ 444500 w 623942"/>
              <a:gd name="connsiteY2" fmla="*/ 195340 h 1593153"/>
              <a:gd name="connsiteX3" fmla="*/ 620712 w 623942"/>
              <a:gd name="connsiteY3" fmla="*/ 743027 h 1593153"/>
              <a:gd name="connsiteX4" fmla="*/ 546894 w 623942"/>
              <a:gd name="connsiteY4" fmla="*/ 1435972 h 1593153"/>
              <a:gd name="connsiteX5" fmla="*/ 387350 w 623942"/>
              <a:gd name="connsiteY5" fmla="*/ 1593133 h 1593153"/>
              <a:gd name="connsiteX6" fmla="*/ 263525 w 623942"/>
              <a:gd name="connsiteY6" fmla="*/ 1566940 h 1593153"/>
              <a:gd name="connsiteX7" fmla="*/ 325437 w 623942"/>
              <a:gd name="connsiteY7" fmla="*/ 1452640 h 1593153"/>
              <a:gd name="connsiteX8" fmla="*/ 396875 w 623942"/>
              <a:gd name="connsiteY8" fmla="*/ 1195465 h 1593153"/>
              <a:gd name="connsiteX9" fmla="*/ 420687 w 623942"/>
              <a:gd name="connsiteY9" fmla="*/ 804940 h 1593153"/>
              <a:gd name="connsiteX10" fmla="*/ 315912 w 623942"/>
              <a:gd name="connsiteY10" fmla="*/ 333452 h 1593153"/>
              <a:gd name="connsiteX11" fmla="*/ 0 w 623942"/>
              <a:gd name="connsiteY11" fmla="*/ 23890 h 1593153"/>
              <a:gd name="connsiteX0" fmla="*/ 0 w 623942"/>
              <a:gd name="connsiteY0" fmla="*/ 40155 h 1609418"/>
              <a:gd name="connsiteX1" fmla="*/ 255587 w 623942"/>
              <a:gd name="connsiteY1" fmla="*/ 32217 h 1609418"/>
              <a:gd name="connsiteX2" fmla="*/ 444500 w 623942"/>
              <a:gd name="connsiteY2" fmla="*/ 211605 h 1609418"/>
              <a:gd name="connsiteX3" fmla="*/ 620712 w 623942"/>
              <a:gd name="connsiteY3" fmla="*/ 759292 h 1609418"/>
              <a:gd name="connsiteX4" fmla="*/ 546894 w 623942"/>
              <a:gd name="connsiteY4" fmla="*/ 1452237 h 1609418"/>
              <a:gd name="connsiteX5" fmla="*/ 387350 w 623942"/>
              <a:gd name="connsiteY5" fmla="*/ 1609398 h 1609418"/>
              <a:gd name="connsiteX6" fmla="*/ 263525 w 623942"/>
              <a:gd name="connsiteY6" fmla="*/ 1583205 h 1609418"/>
              <a:gd name="connsiteX7" fmla="*/ 325437 w 623942"/>
              <a:gd name="connsiteY7" fmla="*/ 1468905 h 1609418"/>
              <a:gd name="connsiteX8" fmla="*/ 396875 w 623942"/>
              <a:gd name="connsiteY8" fmla="*/ 1211730 h 1609418"/>
              <a:gd name="connsiteX9" fmla="*/ 420687 w 623942"/>
              <a:gd name="connsiteY9" fmla="*/ 821205 h 1609418"/>
              <a:gd name="connsiteX10" fmla="*/ 315912 w 623942"/>
              <a:gd name="connsiteY10" fmla="*/ 349717 h 1609418"/>
              <a:gd name="connsiteX11" fmla="*/ 0 w 623942"/>
              <a:gd name="connsiteY11" fmla="*/ 40155 h 1609418"/>
              <a:gd name="connsiteX0" fmla="*/ 0 w 640611"/>
              <a:gd name="connsiteY0" fmla="*/ 48190 h 1598403"/>
              <a:gd name="connsiteX1" fmla="*/ 272256 w 640611"/>
              <a:gd name="connsiteY1" fmla="*/ 21202 h 1598403"/>
              <a:gd name="connsiteX2" fmla="*/ 461169 w 640611"/>
              <a:gd name="connsiteY2" fmla="*/ 200590 h 1598403"/>
              <a:gd name="connsiteX3" fmla="*/ 637381 w 640611"/>
              <a:gd name="connsiteY3" fmla="*/ 748277 h 1598403"/>
              <a:gd name="connsiteX4" fmla="*/ 563563 w 640611"/>
              <a:gd name="connsiteY4" fmla="*/ 1441222 h 1598403"/>
              <a:gd name="connsiteX5" fmla="*/ 404019 w 640611"/>
              <a:gd name="connsiteY5" fmla="*/ 1598383 h 1598403"/>
              <a:gd name="connsiteX6" fmla="*/ 280194 w 640611"/>
              <a:gd name="connsiteY6" fmla="*/ 1572190 h 1598403"/>
              <a:gd name="connsiteX7" fmla="*/ 342106 w 640611"/>
              <a:gd name="connsiteY7" fmla="*/ 1457890 h 1598403"/>
              <a:gd name="connsiteX8" fmla="*/ 413544 w 640611"/>
              <a:gd name="connsiteY8" fmla="*/ 1200715 h 1598403"/>
              <a:gd name="connsiteX9" fmla="*/ 437356 w 640611"/>
              <a:gd name="connsiteY9" fmla="*/ 810190 h 1598403"/>
              <a:gd name="connsiteX10" fmla="*/ 332581 w 640611"/>
              <a:gd name="connsiteY10" fmla="*/ 338702 h 1598403"/>
              <a:gd name="connsiteX11" fmla="*/ 0 w 640611"/>
              <a:gd name="connsiteY11" fmla="*/ 48190 h 1598403"/>
              <a:gd name="connsiteX0" fmla="*/ 0 w 640611"/>
              <a:gd name="connsiteY0" fmla="*/ 63723 h 1613936"/>
              <a:gd name="connsiteX1" fmla="*/ 272256 w 640611"/>
              <a:gd name="connsiteY1" fmla="*/ 36735 h 1613936"/>
              <a:gd name="connsiteX2" fmla="*/ 461169 w 640611"/>
              <a:gd name="connsiteY2" fmla="*/ 216123 h 1613936"/>
              <a:gd name="connsiteX3" fmla="*/ 637381 w 640611"/>
              <a:gd name="connsiteY3" fmla="*/ 763810 h 1613936"/>
              <a:gd name="connsiteX4" fmla="*/ 563563 w 640611"/>
              <a:gd name="connsiteY4" fmla="*/ 1456755 h 1613936"/>
              <a:gd name="connsiteX5" fmla="*/ 404019 w 640611"/>
              <a:gd name="connsiteY5" fmla="*/ 1613916 h 1613936"/>
              <a:gd name="connsiteX6" fmla="*/ 280194 w 640611"/>
              <a:gd name="connsiteY6" fmla="*/ 1587723 h 1613936"/>
              <a:gd name="connsiteX7" fmla="*/ 342106 w 640611"/>
              <a:gd name="connsiteY7" fmla="*/ 1473423 h 1613936"/>
              <a:gd name="connsiteX8" fmla="*/ 413544 w 640611"/>
              <a:gd name="connsiteY8" fmla="*/ 1216248 h 1613936"/>
              <a:gd name="connsiteX9" fmla="*/ 437356 w 640611"/>
              <a:gd name="connsiteY9" fmla="*/ 825723 h 1613936"/>
              <a:gd name="connsiteX10" fmla="*/ 332581 w 640611"/>
              <a:gd name="connsiteY10" fmla="*/ 354235 h 1613936"/>
              <a:gd name="connsiteX11" fmla="*/ 0 w 640611"/>
              <a:gd name="connsiteY11" fmla="*/ 63723 h 1613936"/>
              <a:gd name="connsiteX0" fmla="*/ 0 w 640611"/>
              <a:gd name="connsiteY0" fmla="*/ 54287 h 1604500"/>
              <a:gd name="connsiteX1" fmla="*/ 272256 w 640611"/>
              <a:gd name="connsiteY1" fmla="*/ 27299 h 1604500"/>
              <a:gd name="connsiteX2" fmla="*/ 461169 w 640611"/>
              <a:gd name="connsiteY2" fmla="*/ 206687 h 1604500"/>
              <a:gd name="connsiteX3" fmla="*/ 637381 w 640611"/>
              <a:gd name="connsiteY3" fmla="*/ 754374 h 1604500"/>
              <a:gd name="connsiteX4" fmla="*/ 563563 w 640611"/>
              <a:gd name="connsiteY4" fmla="*/ 1447319 h 1604500"/>
              <a:gd name="connsiteX5" fmla="*/ 404019 w 640611"/>
              <a:gd name="connsiteY5" fmla="*/ 1604480 h 1604500"/>
              <a:gd name="connsiteX6" fmla="*/ 280194 w 640611"/>
              <a:gd name="connsiteY6" fmla="*/ 1578287 h 1604500"/>
              <a:gd name="connsiteX7" fmla="*/ 342106 w 640611"/>
              <a:gd name="connsiteY7" fmla="*/ 1463987 h 1604500"/>
              <a:gd name="connsiteX8" fmla="*/ 413544 w 640611"/>
              <a:gd name="connsiteY8" fmla="*/ 1206812 h 1604500"/>
              <a:gd name="connsiteX9" fmla="*/ 437356 w 640611"/>
              <a:gd name="connsiteY9" fmla="*/ 816287 h 1604500"/>
              <a:gd name="connsiteX10" fmla="*/ 332581 w 640611"/>
              <a:gd name="connsiteY10" fmla="*/ 344799 h 1604500"/>
              <a:gd name="connsiteX11" fmla="*/ 0 w 640611"/>
              <a:gd name="connsiteY11" fmla="*/ 54287 h 1604500"/>
              <a:gd name="connsiteX0" fmla="*/ 0 w 619180"/>
              <a:gd name="connsiteY0" fmla="*/ 46344 h 1617988"/>
              <a:gd name="connsiteX1" fmla="*/ 250825 w 619180"/>
              <a:gd name="connsiteY1" fmla="*/ 40787 h 1617988"/>
              <a:gd name="connsiteX2" fmla="*/ 439738 w 619180"/>
              <a:gd name="connsiteY2" fmla="*/ 220175 h 1617988"/>
              <a:gd name="connsiteX3" fmla="*/ 615950 w 619180"/>
              <a:gd name="connsiteY3" fmla="*/ 767862 h 1617988"/>
              <a:gd name="connsiteX4" fmla="*/ 542132 w 619180"/>
              <a:gd name="connsiteY4" fmla="*/ 1460807 h 1617988"/>
              <a:gd name="connsiteX5" fmla="*/ 382588 w 619180"/>
              <a:gd name="connsiteY5" fmla="*/ 1617968 h 1617988"/>
              <a:gd name="connsiteX6" fmla="*/ 258763 w 619180"/>
              <a:gd name="connsiteY6" fmla="*/ 1591775 h 1617988"/>
              <a:gd name="connsiteX7" fmla="*/ 320675 w 619180"/>
              <a:gd name="connsiteY7" fmla="*/ 1477475 h 1617988"/>
              <a:gd name="connsiteX8" fmla="*/ 392113 w 619180"/>
              <a:gd name="connsiteY8" fmla="*/ 1220300 h 1617988"/>
              <a:gd name="connsiteX9" fmla="*/ 415925 w 619180"/>
              <a:gd name="connsiteY9" fmla="*/ 829775 h 1617988"/>
              <a:gd name="connsiteX10" fmla="*/ 311150 w 619180"/>
              <a:gd name="connsiteY10" fmla="*/ 358287 h 1617988"/>
              <a:gd name="connsiteX11" fmla="*/ 0 w 619180"/>
              <a:gd name="connsiteY11" fmla="*/ 46344 h 1617988"/>
              <a:gd name="connsiteX0" fmla="*/ 0 w 619180"/>
              <a:gd name="connsiteY0" fmla="*/ 32511 h 1604155"/>
              <a:gd name="connsiteX1" fmla="*/ 250825 w 619180"/>
              <a:gd name="connsiteY1" fmla="*/ 26954 h 1604155"/>
              <a:gd name="connsiteX2" fmla="*/ 439738 w 619180"/>
              <a:gd name="connsiteY2" fmla="*/ 206342 h 1604155"/>
              <a:gd name="connsiteX3" fmla="*/ 615950 w 619180"/>
              <a:gd name="connsiteY3" fmla="*/ 754029 h 1604155"/>
              <a:gd name="connsiteX4" fmla="*/ 542132 w 619180"/>
              <a:gd name="connsiteY4" fmla="*/ 1446974 h 1604155"/>
              <a:gd name="connsiteX5" fmla="*/ 382588 w 619180"/>
              <a:gd name="connsiteY5" fmla="*/ 1604135 h 1604155"/>
              <a:gd name="connsiteX6" fmla="*/ 258763 w 619180"/>
              <a:gd name="connsiteY6" fmla="*/ 1577942 h 1604155"/>
              <a:gd name="connsiteX7" fmla="*/ 320675 w 619180"/>
              <a:gd name="connsiteY7" fmla="*/ 1463642 h 1604155"/>
              <a:gd name="connsiteX8" fmla="*/ 392113 w 619180"/>
              <a:gd name="connsiteY8" fmla="*/ 1206467 h 1604155"/>
              <a:gd name="connsiteX9" fmla="*/ 415925 w 619180"/>
              <a:gd name="connsiteY9" fmla="*/ 815942 h 1604155"/>
              <a:gd name="connsiteX10" fmla="*/ 311150 w 619180"/>
              <a:gd name="connsiteY10" fmla="*/ 344454 h 1604155"/>
              <a:gd name="connsiteX11" fmla="*/ 0 w 619180"/>
              <a:gd name="connsiteY11" fmla="*/ 32511 h 1604155"/>
              <a:gd name="connsiteX0" fmla="*/ 0 w 619180"/>
              <a:gd name="connsiteY0" fmla="*/ 34776 h 1606420"/>
              <a:gd name="connsiteX1" fmla="*/ 257969 w 619180"/>
              <a:gd name="connsiteY1" fmla="*/ 24456 h 1606420"/>
              <a:gd name="connsiteX2" fmla="*/ 439738 w 619180"/>
              <a:gd name="connsiteY2" fmla="*/ 208607 h 1606420"/>
              <a:gd name="connsiteX3" fmla="*/ 615950 w 619180"/>
              <a:gd name="connsiteY3" fmla="*/ 756294 h 1606420"/>
              <a:gd name="connsiteX4" fmla="*/ 542132 w 619180"/>
              <a:gd name="connsiteY4" fmla="*/ 1449239 h 1606420"/>
              <a:gd name="connsiteX5" fmla="*/ 382588 w 619180"/>
              <a:gd name="connsiteY5" fmla="*/ 1606400 h 1606420"/>
              <a:gd name="connsiteX6" fmla="*/ 258763 w 619180"/>
              <a:gd name="connsiteY6" fmla="*/ 1580207 h 1606420"/>
              <a:gd name="connsiteX7" fmla="*/ 320675 w 619180"/>
              <a:gd name="connsiteY7" fmla="*/ 1465907 h 1606420"/>
              <a:gd name="connsiteX8" fmla="*/ 392113 w 619180"/>
              <a:gd name="connsiteY8" fmla="*/ 1208732 h 1606420"/>
              <a:gd name="connsiteX9" fmla="*/ 415925 w 619180"/>
              <a:gd name="connsiteY9" fmla="*/ 818207 h 1606420"/>
              <a:gd name="connsiteX10" fmla="*/ 311150 w 619180"/>
              <a:gd name="connsiteY10" fmla="*/ 346719 h 1606420"/>
              <a:gd name="connsiteX11" fmla="*/ 0 w 619180"/>
              <a:gd name="connsiteY11" fmla="*/ 34776 h 1606420"/>
              <a:gd name="connsiteX0" fmla="*/ 0 w 619180"/>
              <a:gd name="connsiteY0" fmla="*/ 38437 h 1610081"/>
              <a:gd name="connsiteX1" fmla="*/ 257969 w 619180"/>
              <a:gd name="connsiteY1" fmla="*/ 28117 h 1610081"/>
              <a:gd name="connsiteX2" fmla="*/ 439738 w 619180"/>
              <a:gd name="connsiteY2" fmla="*/ 212268 h 1610081"/>
              <a:gd name="connsiteX3" fmla="*/ 615950 w 619180"/>
              <a:gd name="connsiteY3" fmla="*/ 759955 h 1610081"/>
              <a:gd name="connsiteX4" fmla="*/ 542132 w 619180"/>
              <a:gd name="connsiteY4" fmla="*/ 1452900 h 1610081"/>
              <a:gd name="connsiteX5" fmla="*/ 382588 w 619180"/>
              <a:gd name="connsiteY5" fmla="*/ 1610061 h 1610081"/>
              <a:gd name="connsiteX6" fmla="*/ 258763 w 619180"/>
              <a:gd name="connsiteY6" fmla="*/ 1583868 h 1610081"/>
              <a:gd name="connsiteX7" fmla="*/ 320675 w 619180"/>
              <a:gd name="connsiteY7" fmla="*/ 1469568 h 1610081"/>
              <a:gd name="connsiteX8" fmla="*/ 392113 w 619180"/>
              <a:gd name="connsiteY8" fmla="*/ 1212393 h 1610081"/>
              <a:gd name="connsiteX9" fmla="*/ 415925 w 619180"/>
              <a:gd name="connsiteY9" fmla="*/ 821868 h 1610081"/>
              <a:gd name="connsiteX10" fmla="*/ 311150 w 619180"/>
              <a:gd name="connsiteY10" fmla="*/ 350380 h 1610081"/>
              <a:gd name="connsiteX11" fmla="*/ 0 w 619180"/>
              <a:gd name="connsiteY11" fmla="*/ 38437 h 1610081"/>
              <a:gd name="connsiteX0" fmla="*/ 0 w 619657"/>
              <a:gd name="connsiteY0" fmla="*/ 35075 h 1606719"/>
              <a:gd name="connsiteX1" fmla="*/ 257969 w 619657"/>
              <a:gd name="connsiteY1" fmla="*/ 24755 h 1606719"/>
              <a:gd name="connsiteX2" fmla="*/ 430213 w 619657"/>
              <a:gd name="connsiteY2" fmla="*/ 213669 h 1606719"/>
              <a:gd name="connsiteX3" fmla="*/ 615950 w 619657"/>
              <a:gd name="connsiteY3" fmla="*/ 756593 h 1606719"/>
              <a:gd name="connsiteX4" fmla="*/ 542132 w 619657"/>
              <a:gd name="connsiteY4" fmla="*/ 1449538 h 1606719"/>
              <a:gd name="connsiteX5" fmla="*/ 382588 w 619657"/>
              <a:gd name="connsiteY5" fmla="*/ 1606699 h 1606719"/>
              <a:gd name="connsiteX6" fmla="*/ 258763 w 619657"/>
              <a:gd name="connsiteY6" fmla="*/ 1580506 h 1606719"/>
              <a:gd name="connsiteX7" fmla="*/ 320675 w 619657"/>
              <a:gd name="connsiteY7" fmla="*/ 1466206 h 1606719"/>
              <a:gd name="connsiteX8" fmla="*/ 392113 w 619657"/>
              <a:gd name="connsiteY8" fmla="*/ 1209031 h 1606719"/>
              <a:gd name="connsiteX9" fmla="*/ 415925 w 619657"/>
              <a:gd name="connsiteY9" fmla="*/ 818506 h 1606719"/>
              <a:gd name="connsiteX10" fmla="*/ 311150 w 619657"/>
              <a:gd name="connsiteY10" fmla="*/ 347018 h 1606719"/>
              <a:gd name="connsiteX11" fmla="*/ 0 w 619657"/>
              <a:gd name="connsiteY11" fmla="*/ 35075 h 1606719"/>
              <a:gd name="connsiteX0" fmla="*/ 0 w 597454"/>
              <a:gd name="connsiteY0" fmla="*/ 35075 h 1606719"/>
              <a:gd name="connsiteX1" fmla="*/ 257969 w 597454"/>
              <a:gd name="connsiteY1" fmla="*/ 24755 h 1606719"/>
              <a:gd name="connsiteX2" fmla="*/ 430213 w 597454"/>
              <a:gd name="connsiteY2" fmla="*/ 213669 h 1606719"/>
              <a:gd name="connsiteX3" fmla="*/ 592138 w 597454"/>
              <a:gd name="connsiteY3" fmla="*/ 754212 h 1606719"/>
              <a:gd name="connsiteX4" fmla="*/ 542132 w 597454"/>
              <a:gd name="connsiteY4" fmla="*/ 1449538 h 1606719"/>
              <a:gd name="connsiteX5" fmla="*/ 382588 w 597454"/>
              <a:gd name="connsiteY5" fmla="*/ 1606699 h 1606719"/>
              <a:gd name="connsiteX6" fmla="*/ 258763 w 597454"/>
              <a:gd name="connsiteY6" fmla="*/ 1580506 h 1606719"/>
              <a:gd name="connsiteX7" fmla="*/ 320675 w 597454"/>
              <a:gd name="connsiteY7" fmla="*/ 1466206 h 1606719"/>
              <a:gd name="connsiteX8" fmla="*/ 392113 w 597454"/>
              <a:gd name="connsiteY8" fmla="*/ 1209031 h 1606719"/>
              <a:gd name="connsiteX9" fmla="*/ 415925 w 597454"/>
              <a:gd name="connsiteY9" fmla="*/ 818506 h 1606719"/>
              <a:gd name="connsiteX10" fmla="*/ 311150 w 597454"/>
              <a:gd name="connsiteY10" fmla="*/ 347018 h 1606719"/>
              <a:gd name="connsiteX11" fmla="*/ 0 w 597454"/>
              <a:gd name="connsiteY11" fmla="*/ 35075 h 1606719"/>
              <a:gd name="connsiteX0" fmla="*/ 0 w 596732"/>
              <a:gd name="connsiteY0" fmla="*/ 35075 h 1596107"/>
              <a:gd name="connsiteX1" fmla="*/ 257969 w 596732"/>
              <a:gd name="connsiteY1" fmla="*/ 24755 h 1596107"/>
              <a:gd name="connsiteX2" fmla="*/ 430213 w 596732"/>
              <a:gd name="connsiteY2" fmla="*/ 213669 h 1596107"/>
              <a:gd name="connsiteX3" fmla="*/ 592138 w 596732"/>
              <a:gd name="connsiteY3" fmla="*/ 754212 h 1596107"/>
              <a:gd name="connsiteX4" fmla="*/ 542132 w 596732"/>
              <a:gd name="connsiteY4" fmla="*/ 1449538 h 1596107"/>
              <a:gd name="connsiteX5" fmla="*/ 434975 w 596732"/>
              <a:gd name="connsiteY5" fmla="*/ 1594793 h 1596107"/>
              <a:gd name="connsiteX6" fmla="*/ 258763 w 596732"/>
              <a:gd name="connsiteY6" fmla="*/ 1580506 h 1596107"/>
              <a:gd name="connsiteX7" fmla="*/ 320675 w 596732"/>
              <a:gd name="connsiteY7" fmla="*/ 1466206 h 1596107"/>
              <a:gd name="connsiteX8" fmla="*/ 392113 w 596732"/>
              <a:gd name="connsiteY8" fmla="*/ 1209031 h 1596107"/>
              <a:gd name="connsiteX9" fmla="*/ 415925 w 596732"/>
              <a:gd name="connsiteY9" fmla="*/ 818506 h 1596107"/>
              <a:gd name="connsiteX10" fmla="*/ 311150 w 596732"/>
              <a:gd name="connsiteY10" fmla="*/ 347018 h 1596107"/>
              <a:gd name="connsiteX11" fmla="*/ 0 w 596732"/>
              <a:gd name="connsiteY11" fmla="*/ 35075 h 1596107"/>
              <a:gd name="connsiteX0" fmla="*/ 0 w 596732"/>
              <a:gd name="connsiteY0" fmla="*/ 35075 h 1603457"/>
              <a:gd name="connsiteX1" fmla="*/ 257969 w 596732"/>
              <a:gd name="connsiteY1" fmla="*/ 24755 h 1603457"/>
              <a:gd name="connsiteX2" fmla="*/ 430213 w 596732"/>
              <a:gd name="connsiteY2" fmla="*/ 213669 h 1603457"/>
              <a:gd name="connsiteX3" fmla="*/ 592138 w 596732"/>
              <a:gd name="connsiteY3" fmla="*/ 754212 h 1603457"/>
              <a:gd name="connsiteX4" fmla="*/ 542132 w 596732"/>
              <a:gd name="connsiteY4" fmla="*/ 1449538 h 1603457"/>
              <a:gd name="connsiteX5" fmla="*/ 434975 w 596732"/>
              <a:gd name="connsiteY5" fmla="*/ 1594793 h 1603457"/>
              <a:gd name="connsiteX6" fmla="*/ 258763 w 596732"/>
              <a:gd name="connsiteY6" fmla="*/ 1580506 h 1603457"/>
              <a:gd name="connsiteX7" fmla="*/ 320675 w 596732"/>
              <a:gd name="connsiteY7" fmla="*/ 1466206 h 1603457"/>
              <a:gd name="connsiteX8" fmla="*/ 392113 w 596732"/>
              <a:gd name="connsiteY8" fmla="*/ 1209031 h 1603457"/>
              <a:gd name="connsiteX9" fmla="*/ 415925 w 596732"/>
              <a:gd name="connsiteY9" fmla="*/ 818506 h 1603457"/>
              <a:gd name="connsiteX10" fmla="*/ 311150 w 596732"/>
              <a:gd name="connsiteY10" fmla="*/ 347018 h 1603457"/>
              <a:gd name="connsiteX11" fmla="*/ 0 w 596732"/>
              <a:gd name="connsiteY11" fmla="*/ 35075 h 1603457"/>
              <a:gd name="connsiteX0" fmla="*/ 0 w 605337"/>
              <a:gd name="connsiteY0" fmla="*/ 35075 h 1621964"/>
              <a:gd name="connsiteX1" fmla="*/ 257969 w 605337"/>
              <a:gd name="connsiteY1" fmla="*/ 24755 h 1621964"/>
              <a:gd name="connsiteX2" fmla="*/ 430213 w 605337"/>
              <a:gd name="connsiteY2" fmla="*/ 213669 h 1621964"/>
              <a:gd name="connsiteX3" fmla="*/ 592138 w 605337"/>
              <a:gd name="connsiteY3" fmla="*/ 754212 h 1621964"/>
              <a:gd name="connsiteX4" fmla="*/ 577850 w 605337"/>
              <a:gd name="connsiteY4" fmla="*/ 1228082 h 1621964"/>
              <a:gd name="connsiteX5" fmla="*/ 434975 w 605337"/>
              <a:gd name="connsiteY5" fmla="*/ 1594793 h 1621964"/>
              <a:gd name="connsiteX6" fmla="*/ 258763 w 605337"/>
              <a:gd name="connsiteY6" fmla="*/ 1580506 h 1621964"/>
              <a:gd name="connsiteX7" fmla="*/ 320675 w 605337"/>
              <a:gd name="connsiteY7" fmla="*/ 1466206 h 1621964"/>
              <a:gd name="connsiteX8" fmla="*/ 392113 w 605337"/>
              <a:gd name="connsiteY8" fmla="*/ 1209031 h 1621964"/>
              <a:gd name="connsiteX9" fmla="*/ 415925 w 605337"/>
              <a:gd name="connsiteY9" fmla="*/ 818506 h 1621964"/>
              <a:gd name="connsiteX10" fmla="*/ 311150 w 605337"/>
              <a:gd name="connsiteY10" fmla="*/ 347018 h 1621964"/>
              <a:gd name="connsiteX11" fmla="*/ 0 w 605337"/>
              <a:gd name="connsiteY11" fmla="*/ 35075 h 1621964"/>
              <a:gd name="connsiteX0" fmla="*/ 0 w 605337"/>
              <a:gd name="connsiteY0" fmla="*/ 35075 h 1603985"/>
              <a:gd name="connsiteX1" fmla="*/ 257969 w 605337"/>
              <a:gd name="connsiteY1" fmla="*/ 24755 h 1603985"/>
              <a:gd name="connsiteX2" fmla="*/ 430213 w 605337"/>
              <a:gd name="connsiteY2" fmla="*/ 213669 h 1603985"/>
              <a:gd name="connsiteX3" fmla="*/ 592138 w 605337"/>
              <a:gd name="connsiteY3" fmla="*/ 754212 h 1603985"/>
              <a:gd name="connsiteX4" fmla="*/ 577850 w 605337"/>
              <a:gd name="connsiteY4" fmla="*/ 1228082 h 1603985"/>
              <a:gd name="connsiteX5" fmla="*/ 434975 w 605337"/>
              <a:gd name="connsiteY5" fmla="*/ 1594793 h 1603985"/>
              <a:gd name="connsiteX6" fmla="*/ 258763 w 605337"/>
              <a:gd name="connsiteY6" fmla="*/ 1580506 h 1603985"/>
              <a:gd name="connsiteX7" fmla="*/ 320675 w 605337"/>
              <a:gd name="connsiteY7" fmla="*/ 1466206 h 1603985"/>
              <a:gd name="connsiteX8" fmla="*/ 392113 w 605337"/>
              <a:gd name="connsiteY8" fmla="*/ 1209031 h 1603985"/>
              <a:gd name="connsiteX9" fmla="*/ 415925 w 605337"/>
              <a:gd name="connsiteY9" fmla="*/ 818506 h 1603985"/>
              <a:gd name="connsiteX10" fmla="*/ 311150 w 605337"/>
              <a:gd name="connsiteY10" fmla="*/ 347018 h 1603985"/>
              <a:gd name="connsiteX11" fmla="*/ 0 w 605337"/>
              <a:gd name="connsiteY11" fmla="*/ 35075 h 1603985"/>
              <a:gd name="connsiteX0" fmla="*/ 0 w 605129"/>
              <a:gd name="connsiteY0" fmla="*/ 35075 h 1588407"/>
              <a:gd name="connsiteX1" fmla="*/ 257969 w 605129"/>
              <a:gd name="connsiteY1" fmla="*/ 24755 h 1588407"/>
              <a:gd name="connsiteX2" fmla="*/ 430213 w 605129"/>
              <a:gd name="connsiteY2" fmla="*/ 213669 h 1588407"/>
              <a:gd name="connsiteX3" fmla="*/ 592138 w 605129"/>
              <a:gd name="connsiteY3" fmla="*/ 754212 h 1588407"/>
              <a:gd name="connsiteX4" fmla="*/ 577850 w 605129"/>
              <a:gd name="connsiteY4" fmla="*/ 1228082 h 1588407"/>
              <a:gd name="connsiteX5" fmla="*/ 439738 w 605129"/>
              <a:gd name="connsiteY5" fmla="*/ 1556693 h 1588407"/>
              <a:gd name="connsiteX6" fmla="*/ 258763 w 605129"/>
              <a:gd name="connsiteY6" fmla="*/ 1580506 h 1588407"/>
              <a:gd name="connsiteX7" fmla="*/ 320675 w 605129"/>
              <a:gd name="connsiteY7" fmla="*/ 1466206 h 1588407"/>
              <a:gd name="connsiteX8" fmla="*/ 392113 w 605129"/>
              <a:gd name="connsiteY8" fmla="*/ 1209031 h 1588407"/>
              <a:gd name="connsiteX9" fmla="*/ 415925 w 605129"/>
              <a:gd name="connsiteY9" fmla="*/ 818506 h 1588407"/>
              <a:gd name="connsiteX10" fmla="*/ 311150 w 605129"/>
              <a:gd name="connsiteY10" fmla="*/ 347018 h 1588407"/>
              <a:gd name="connsiteX11" fmla="*/ 0 w 605129"/>
              <a:gd name="connsiteY11" fmla="*/ 35075 h 1588407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20675 w 605129"/>
              <a:gd name="connsiteY7" fmla="*/ 1466206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5129"/>
              <a:gd name="connsiteY0" fmla="*/ 35075 h 1591646"/>
              <a:gd name="connsiteX1" fmla="*/ 257969 w 605129"/>
              <a:gd name="connsiteY1" fmla="*/ 24755 h 1591646"/>
              <a:gd name="connsiteX2" fmla="*/ 430213 w 605129"/>
              <a:gd name="connsiteY2" fmla="*/ 213669 h 1591646"/>
              <a:gd name="connsiteX3" fmla="*/ 592138 w 605129"/>
              <a:gd name="connsiteY3" fmla="*/ 754212 h 1591646"/>
              <a:gd name="connsiteX4" fmla="*/ 577850 w 605129"/>
              <a:gd name="connsiteY4" fmla="*/ 1228082 h 1591646"/>
              <a:gd name="connsiteX5" fmla="*/ 439738 w 605129"/>
              <a:gd name="connsiteY5" fmla="*/ 1556693 h 1591646"/>
              <a:gd name="connsiteX6" fmla="*/ 258763 w 605129"/>
              <a:gd name="connsiteY6" fmla="*/ 1580506 h 1591646"/>
              <a:gd name="connsiteX7" fmla="*/ 344487 w 605129"/>
              <a:gd name="connsiteY7" fmla="*/ 1440012 h 1591646"/>
              <a:gd name="connsiteX8" fmla="*/ 392113 w 605129"/>
              <a:gd name="connsiteY8" fmla="*/ 1209031 h 1591646"/>
              <a:gd name="connsiteX9" fmla="*/ 415925 w 605129"/>
              <a:gd name="connsiteY9" fmla="*/ 818506 h 1591646"/>
              <a:gd name="connsiteX10" fmla="*/ 311150 w 605129"/>
              <a:gd name="connsiteY10" fmla="*/ 347018 h 1591646"/>
              <a:gd name="connsiteX11" fmla="*/ 0 w 605129"/>
              <a:gd name="connsiteY11" fmla="*/ 35075 h 1591646"/>
              <a:gd name="connsiteX0" fmla="*/ 0 w 603428"/>
              <a:gd name="connsiteY0" fmla="*/ 35075 h 1591646"/>
              <a:gd name="connsiteX1" fmla="*/ 257969 w 603428"/>
              <a:gd name="connsiteY1" fmla="*/ 24755 h 1591646"/>
              <a:gd name="connsiteX2" fmla="*/ 430213 w 603428"/>
              <a:gd name="connsiteY2" fmla="*/ 213669 h 1591646"/>
              <a:gd name="connsiteX3" fmla="*/ 592138 w 603428"/>
              <a:gd name="connsiteY3" fmla="*/ 754212 h 1591646"/>
              <a:gd name="connsiteX4" fmla="*/ 577850 w 603428"/>
              <a:gd name="connsiteY4" fmla="*/ 1228082 h 1591646"/>
              <a:gd name="connsiteX5" fmla="*/ 439738 w 603428"/>
              <a:gd name="connsiteY5" fmla="*/ 1556693 h 1591646"/>
              <a:gd name="connsiteX6" fmla="*/ 258763 w 603428"/>
              <a:gd name="connsiteY6" fmla="*/ 1580506 h 1591646"/>
              <a:gd name="connsiteX7" fmla="*/ 344487 w 603428"/>
              <a:gd name="connsiteY7" fmla="*/ 1440012 h 1591646"/>
              <a:gd name="connsiteX8" fmla="*/ 392113 w 603428"/>
              <a:gd name="connsiteY8" fmla="*/ 1209031 h 1591646"/>
              <a:gd name="connsiteX9" fmla="*/ 415925 w 603428"/>
              <a:gd name="connsiteY9" fmla="*/ 818506 h 1591646"/>
              <a:gd name="connsiteX10" fmla="*/ 311150 w 603428"/>
              <a:gd name="connsiteY10" fmla="*/ 347018 h 1591646"/>
              <a:gd name="connsiteX11" fmla="*/ 0 w 603428"/>
              <a:gd name="connsiteY11" fmla="*/ 35075 h 1591646"/>
              <a:gd name="connsiteX0" fmla="*/ 0 w 597118"/>
              <a:gd name="connsiteY0" fmla="*/ 35075 h 1591646"/>
              <a:gd name="connsiteX1" fmla="*/ 257969 w 597118"/>
              <a:gd name="connsiteY1" fmla="*/ 24755 h 1591646"/>
              <a:gd name="connsiteX2" fmla="*/ 430213 w 597118"/>
              <a:gd name="connsiteY2" fmla="*/ 213669 h 1591646"/>
              <a:gd name="connsiteX3" fmla="*/ 580232 w 597118"/>
              <a:gd name="connsiteY3" fmla="*/ 758975 h 1591646"/>
              <a:gd name="connsiteX4" fmla="*/ 577850 w 597118"/>
              <a:gd name="connsiteY4" fmla="*/ 1228082 h 1591646"/>
              <a:gd name="connsiteX5" fmla="*/ 439738 w 597118"/>
              <a:gd name="connsiteY5" fmla="*/ 1556693 h 1591646"/>
              <a:gd name="connsiteX6" fmla="*/ 258763 w 597118"/>
              <a:gd name="connsiteY6" fmla="*/ 1580506 h 1591646"/>
              <a:gd name="connsiteX7" fmla="*/ 344487 w 597118"/>
              <a:gd name="connsiteY7" fmla="*/ 1440012 h 1591646"/>
              <a:gd name="connsiteX8" fmla="*/ 392113 w 597118"/>
              <a:gd name="connsiteY8" fmla="*/ 1209031 h 1591646"/>
              <a:gd name="connsiteX9" fmla="*/ 415925 w 597118"/>
              <a:gd name="connsiteY9" fmla="*/ 818506 h 1591646"/>
              <a:gd name="connsiteX10" fmla="*/ 311150 w 597118"/>
              <a:gd name="connsiteY10" fmla="*/ 347018 h 1591646"/>
              <a:gd name="connsiteX11" fmla="*/ 0 w 597118"/>
              <a:gd name="connsiteY11" fmla="*/ 35075 h 1591646"/>
              <a:gd name="connsiteX0" fmla="*/ 0 w 598393"/>
              <a:gd name="connsiteY0" fmla="*/ 35075 h 1604645"/>
              <a:gd name="connsiteX1" fmla="*/ 257969 w 598393"/>
              <a:gd name="connsiteY1" fmla="*/ 24755 h 1604645"/>
              <a:gd name="connsiteX2" fmla="*/ 430213 w 598393"/>
              <a:gd name="connsiteY2" fmla="*/ 213669 h 1604645"/>
              <a:gd name="connsiteX3" fmla="*/ 580232 w 598393"/>
              <a:gd name="connsiteY3" fmla="*/ 758975 h 1604645"/>
              <a:gd name="connsiteX4" fmla="*/ 580231 w 598393"/>
              <a:gd name="connsiteY4" fmla="*/ 1132832 h 1604645"/>
              <a:gd name="connsiteX5" fmla="*/ 439738 w 598393"/>
              <a:gd name="connsiteY5" fmla="*/ 1556693 h 1604645"/>
              <a:gd name="connsiteX6" fmla="*/ 258763 w 598393"/>
              <a:gd name="connsiteY6" fmla="*/ 1580506 h 1604645"/>
              <a:gd name="connsiteX7" fmla="*/ 344487 w 598393"/>
              <a:gd name="connsiteY7" fmla="*/ 1440012 h 1604645"/>
              <a:gd name="connsiteX8" fmla="*/ 392113 w 598393"/>
              <a:gd name="connsiteY8" fmla="*/ 1209031 h 1604645"/>
              <a:gd name="connsiteX9" fmla="*/ 415925 w 598393"/>
              <a:gd name="connsiteY9" fmla="*/ 818506 h 1604645"/>
              <a:gd name="connsiteX10" fmla="*/ 311150 w 598393"/>
              <a:gd name="connsiteY10" fmla="*/ 347018 h 1604645"/>
              <a:gd name="connsiteX11" fmla="*/ 0 w 598393"/>
              <a:gd name="connsiteY11" fmla="*/ 35075 h 1604645"/>
              <a:gd name="connsiteX0" fmla="*/ 0 w 593000"/>
              <a:gd name="connsiteY0" fmla="*/ 35075 h 1604645"/>
              <a:gd name="connsiteX1" fmla="*/ 257969 w 593000"/>
              <a:gd name="connsiteY1" fmla="*/ 24755 h 1604645"/>
              <a:gd name="connsiteX2" fmla="*/ 430213 w 593000"/>
              <a:gd name="connsiteY2" fmla="*/ 213669 h 1604645"/>
              <a:gd name="connsiteX3" fmla="*/ 580232 w 593000"/>
              <a:gd name="connsiteY3" fmla="*/ 758975 h 1604645"/>
              <a:gd name="connsiteX4" fmla="*/ 580231 w 593000"/>
              <a:gd name="connsiteY4" fmla="*/ 1132832 h 1604645"/>
              <a:gd name="connsiteX5" fmla="*/ 439738 w 593000"/>
              <a:gd name="connsiteY5" fmla="*/ 1556693 h 1604645"/>
              <a:gd name="connsiteX6" fmla="*/ 258763 w 593000"/>
              <a:gd name="connsiteY6" fmla="*/ 1580506 h 1604645"/>
              <a:gd name="connsiteX7" fmla="*/ 344487 w 593000"/>
              <a:gd name="connsiteY7" fmla="*/ 1440012 h 1604645"/>
              <a:gd name="connsiteX8" fmla="*/ 392113 w 593000"/>
              <a:gd name="connsiteY8" fmla="*/ 1209031 h 1604645"/>
              <a:gd name="connsiteX9" fmla="*/ 415925 w 593000"/>
              <a:gd name="connsiteY9" fmla="*/ 818506 h 1604645"/>
              <a:gd name="connsiteX10" fmla="*/ 311150 w 593000"/>
              <a:gd name="connsiteY10" fmla="*/ 347018 h 1604645"/>
              <a:gd name="connsiteX11" fmla="*/ 0 w 593000"/>
              <a:gd name="connsiteY11" fmla="*/ 35075 h 1604645"/>
              <a:gd name="connsiteX0" fmla="*/ 0 w 585327"/>
              <a:gd name="connsiteY0" fmla="*/ 35075 h 1598513"/>
              <a:gd name="connsiteX1" fmla="*/ 257969 w 585327"/>
              <a:gd name="connsiteY1" fmla="*/ 24755 h 1598513"/>
              <a:gd name="connsiteX2" fmla="*/ 430213 w 585327"/>
              <a:gd name="connsiteY2" fmla="*/ 213669 h 1598513"/>
              <a:gd name="connsiteX3" fmla="*/ 580232 w 585327"/>
              <a:gd name="connsiteY3" fmla="*/ 758975 h 1598513"/>
              <a:gd name="connsiteX4" fmla="*/ 549275 w 585327"/>
              <a:gd name="connsiteY4" fmla="*/ 1232845 h 1598513"/>
              <a:gd name="connsiteX5" fmla="*/ 439738 w 585327"/>
              <a:gd name="connsiteY5" fmla="*/ 1556693 h 1598513"/>
              <a:gd name="connsiteX6" fmla="*/ 258763 w 585327"/>
              <a:gd name="connsiteY6" fmla="*/ 1580506 h 1598513"/>
              <a:gd name="connsiteX7" fmla="*/ 344487 w 585327"/>
              <a:gd name="connsiteY7" fmla="*/ 1440012 h 1598513"/>
              <a:gd name="connsiteX8" fmla="*/ 392113 w 585327"/>
              <a:gd name="connsiteY8" fmla="*/ 1209031 h 1598513"/>
              <a:gd name="connsiteX9" fmla="*/ 415925 w 585327"/>
              <a:gd name="connsiteY9" fmla="*/ 818506 h 1598513"/>
              <a:gd name="connsiteX10" fmla="*/ 311150 w 585327"/>
              <a:gd name="connsiteY10" fmla="*/ 347018 h 1598513"/>
              <a:gd name="connsiteX11" fmla="*/ 0 w 585327"/>
              <a:gd name="connsiteY11" fmla="*/ 35075 h 1598513"/>
              <a:gd name="connsiteX0" fmla="*/ 0 w 585739"/>
              <a:gd name="connsiteY0" fmla="*/ 35075 h 1598513"/>
              <a:gd name="connsiteX1" fmla="*/ 257969 w 585739"/>
              <a:gd name="connsiteY1" fmla="*/ 24755 h 1598513"/>
              <a:gd name="connsiteX2" fmla="*/ 430213 w 585739"/>
              <a:gd name="connsiteY2" fmla="*/ 213669 h 1598513"/>
              <a:gd name="connsiteX3" fmla="*/ 580232 w 585739"/>
              <a:gd name="connsiteY3" fmla="*/ 758975 h 1598513"/>
              <a:gd name="connsiteX4" fmla="*/ 549275 w 585739"/>
              <a:gd name="connsiteY4" fmla="*/ 1232845 h 1598513"/>
              <a:gd name="connsiteX5" fmla="*/ 439738 w 585739"/>
              <a:gd name="connsiteY5" fmla="*/ 1556693 h 1598513"/>
              <a:gd name="connsiteX6" fmla="*/ 258763 w 585739"/>
              <a:gd name="connsiteY6" fmla="*/ 1580506 h 1598513"/>
              <a:gd name="connsiteX7" fmla="*/ 344487 w 585739"/>
              <a:gd name="connsiteY7" fmla="*/ 1440012 h 1598513"/>
              <a:gd name="connsiteX8" fmla="*/ 392113 w 585739"/>
              <a:gd name="connsiteY8" fmla="*/ 1209031 h 1598513"/>
              <a:gd name="connsiteX9" fmla="*/ 415925 w 585739"/>
              <a:gd name="connsiteY9" fmla="*/ 818506 h 1598513"/>
              <a:gd name="connsiteX10" fmla="*/ 311150 w 585739"/>
              <a:gd name="connsiteY10" fmla="*/ 347018 h 1598513"/>
              <a:gd name="connsiteX11" fmla="*/ 0 w 585739"/>
              <a:gd name="connsiteY11" fmla="*/ 35075 h 1598513"/>
              <a:gd name="connsiteX0" fmla="*/ 0 w 586761"/>
              <a:gd name="connsiteY0" fmla="*/ 35075 h 1598513"/>
              <a:gd name="connsiteX1" fmla="*/ 257969 w 586761"/>
              <a:gd name="connsiteY1" fmla="*/ 24755 h 1598513"/>
              <a:gd name="connsiteX2" fmla="*/ 430213 w 586761"/>
              <a:gd name="connsiteY2" fmla="*/ 213669 h 1598513"/>
              <a:gd name="connsiteX3" fmla="*/ 580232 w 586761"/>
              <a:gd name="connsiteY3" fmla="*/ 758975 h 1598513"/>
              <a:gd name="connsiteX4" fmla="*/ 549275 w 586761"/>
              <a:gd name="connsiteY4" fmla="*/ 1232845 h 1598513"/>
              <a:gd name="connsiteX5" fmla="*/ 439738 w 586761"/>
              <a:gd name="connsiteY5" fmla="*/ 1556693 h 1598513"/>
              <a:gd name="connsiteX6" fmla="*/ 258763 w 586761"/>
              <a:gd name="connsiteY6" fmla="*/ 1580506 h 1598513"/>
              <a:gd name="connsiteX7" fmla="*/ 344487 w 586761"/>
              <a:gd name="connsiteY7" fmla="*/ 1440012 h 1598513"/>
              <a:gd name="connsiteX8" fmla="*/ 392113 w 586761"/>
              <a:gd name="connsiteY8" fmla="*/ 1209031 h 1598513"/>
              <a:gd name="connsiteX9" fmla="*/ 415925 w 586761"/>
              <a:gd name="connsiteY9" fmla="*/ 818506 h 1598513"/>
              <a:gd name="connsiteX10" fmla="*/ 311150 w 586761"/>
              <a:gd name="connsiteY10" fmla="*/ 347018 h 1598513"/>
              <a:gd name="connsiteX11" fmla="*/ 0 w 586761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35075 h 1598513"/>
              <a:gd name="connsiteX1" fmla="*/ 257969 w 583009"/>
              <a:gd name="connsiteY1" fmla="*/ 24755 h 1598513"/>
              <a:gd name="connsiteX2" fmla="*/ 430213 w 583009"/>
              <a:gd name="connsiteY2" fmla="*/ 213669 h 1598513"/>
              <a:gd name="connsiteX3" fmla="*/ 580232 w 583009"/>
              <a:gd name="connsiteY3" fmla="*/ 758975 h 1598513"/>
              <a:gd name="connsiteX4" fmla="*/ 549275 w 583009"/>
              <a:gd name="connsiteY4" fmla="*/ 1232845 h 1598513"/>
              <a:gd name="connsiteX5" fmla="*/ 439738 w 583009"/>
              <a:gd name="connsiteY5" fmla="*/ 1556693 h 1598513"/>
              <a:gd name="connsiteX6" fmla="*/ 258763 w 583009"/>
              <a:gd name="connsiteY6" fmla="*/ 1580506 h 1598513"/>
              <a:gd name="connsiteX7" fmla="*/ 344487 w 583009"/>
              <a:gd name="connsiteY7" fmla="*/ 1440012 h 1598513"/>
              <a:gd name="connsiteX8" fmla="*/ 392113 w 583009"/>
              <a:gd name="connsiteY8" fmla="*/ 1209031 h 1598513"/>
              <a:gd name="connsiteX9" fmla="*/ 415925 w 583009"/>
              <a:gd name="connsiteY9" fmla="*/ 818506 h 1598513"/>
              <a:gd name="connsiteX10" fmla="*/ 311150 w 583009"/>
              <a:gd name="connsiteY10" fmla="*/ 347018 h 1598513"/>
              <a:gd name="connsiteX11" fmla="*/ 0 w 583009"/>
              <a:gd name="connsiteY11" fmla="*/ 35075 h 1598513"/>
              <a:gd name="connsiteX0" fmla="*/ 0 w 583009"/>
              <a:gd name="connsiteY0" fmla="*/ 55465 h 1618903"/>
              <a:gd name="connsiteX1" fmla="*/ 257969 w 583009"/>
              <a:gd name="connsiteY1" fmla="*/ 45145 h 1618903"/>
              <a:gd name="connsiteX2" fmla="*/ 430213 w 583009"/>
              <a:gd name="connsiteY2" fmla="*/ 234059 h 1618903"/>
              <a:gd name="connsiteX3" fmla="*/ 580232 w 583009"/>
              <a:gd name="connsiteY3" fmla="*/ 779365 h 1618903"/>
              <a:gd name="connsiteX4" fmla="*/ 549275 w 583009"/>
              <a:gd name="connsiteY4" fmla="*/ 1253235 h 1618903"/>
              <a:gd name="connsiteX5" fmla="*/ 439738 w 583009"/>
              <a:gd name="connsiteY5" fmla="*/ 1577083 h 1618903"/>
              <a:gd name="connsiteX6" fmla="*/ 258763 w 583009"/>
              <a:gd name="connsiteY6" fmla="*/ 1600896 h 1618903"/>
              <a:gd name="connsiteX7" fmla="*/ 344487 w 583009"/>
              <a:gd name="connsiteY7" fmla="*/ 1460402 h 1618903"/>
              <a:gd name="connsiteX8" fmla="*/ 392113 w 583009"/>
              <a:gd name="connsiteY8" fmla="*/ 1229421 h 1618903"/>
              <a:gd name="connsiteX9" fmla="*/ 415925 w 583009"/>
              <a:gd name="connsiteY9" fmla="*/ 838896 h 1618903"/>
              <a:gd name="connsiteX10" fmla="*/ 311150 w 583009"/>
              <a:gd name="connsiteY10" fmla="*/ 367408 h 1618903"/>
              <a:gd name="connsiteX11" fmla="*/ 0 w 583009"/>
              <a:gd name="connsiteY11" fmla="*/ 55465 h 1618903"/>
              <a:gd name="connsiteX0" fmla="*/ 0 w 583009"/>
              <a:gd name="connsiteY0" fmla="*/ 49425 h 1612863"/>
              <a:gd name="connsiteX1" fmla="*/ 257969 w 583009"/>
              <a:gd name="connsiteY1" fmla="*/ 39105 h 1612863"/>
              <a:gd name="connsiteX2" fmla="*/ 430213 w 583009"/>
              <a:gd name="connsiteY2" fmla="*/ 228019 h 1612863"/>
              <a:gd name="connsiteX3" fmla="*/ 580232 w 583009"/>
              <a:gd name="connsiteY3" fmla="*/ 773325 h 1612863"/>
              <a:gd name="connsiteX4" fmla="*/ 549275 w 583009"/>
              <a:gd name="connsiteY4" fmla="*/ 1247195 h 1612863"/>
              <a:gd name="connsiteX5" fmla="*/ 439738 w 583009"/>
              <a:gd name="connsiteY5" fmla="*/ 1571043 h 1612863"/>
              <a:gd name="connsiteX6" fmla="*/ 258763 w 583009"/>
              <a:gd name="connsiteY6" fmla="*/ 1594856 h 1612863"/>
              <a:gd name="connsiteX7" fmla="*/ 344487 w 583009"/>
              <a:gd name="connsiteY7" fmla="*/ 1454362 h 1612863"/>
              <a:gd name="connsiteX8" fmla="*/ 392113 w 583009"/>
              <a:gd name="connsiteY8" fmla="*/ 1223381 h 1612863"/>
              <a:gd name="connsiteX9" fmla="*/ 415925 w 583009"/>
              <a:gd name="connsiteY9" fmla="*/ 832856 h 1612863"/>
              <a:gd name="connsiteX10" fmla="*/ 311150 w 583009"/>
              <a:gd name="connsiteY10" fmla="*/ 361368 h 1612863"/>
              <a:gd name="connsiteX11" fmla="*/ 0 w 583009"/>
              <a:gd name="connsiteY11" fmla="*/ 49425 h 161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3009" h="1612863">
                <a:moveTo>
                  <a:pt x="0" y="49425"/>
                </a:moveTo>
                <a:cubicBezTo>
                  <a:pt x="130174" y="-36300"/>
                  <a:pt x="186267" y="9339"/>
                  <a:pt x="257969" y="39105"/>
                </a:cubicBezTo>
                <a:cubicBezTo>
                  <a:pt x="329671" y="68871"/>
                  <a:pt x="376503" y="105649"/>
                  <a:pt x="430213" y="228019"/>
                </a:cubicBezTo>
                <a:cubicBezTo>
                  <a:pt x="483924" y="350389"/>
                  <a:pt x="569913" y="596318"/>
                  <a:pt x="580232" y="773325"/>
                </a:cubicBezTo>
                <a:cubicBezTo>
                  <a:pt x="590551" y="950332"/>
                  <a:pt x="570309" y="1126148"/>
                  <a:pt x="549275" y="1247195"/>
                </a:cubicBezTo>
                <a:cubicBezTo>
                  <a:pt x="528241" y="1368242"/>
                  <a:pt x="488157" y="1513100"/>
                  <a:pt x="439738" y="1571043"/>
                </a:cubicBezTo>
                <a:cubicBezTo>
                  <a:pt x="391319" y="1628987"/>
                  <a:pt x="304006" y="1616287"/>
                  <a:pt x="258763" y="1594856"/>
                </a:cubicBezTo>
                <a:cubicBezTo>
                  <a:pt x="296863" y="1549613"/>
                  <a:pt x="322262" y="1516275"/>
                  <a:pt x="344487" y="1454362"/>
                </a:cubicBezTo>
                <a:cubicBezTo>
                  <a:pt x="366712" y="1392449"/>
                  <a:pt x="380207" y="1326965"/>
                  <a:pt x="392113" y="1223381"/>
                </a:cubicBezTo>
                <a:cubicBezTo>
                  <a:pt x="404019" y="1119797"/>
                  <a:pt x="429419" y="976525"/>
                  <a:pt x="415925" y="832856"/>
                </a:cubicBezTo>
                <a:cubicBezTo>
                  <a:pt x="402431" y="689187"/>
                  <a:pt x="349515" y="482415"/>
                  <a:pt x="311150" y="361368"/>
                </a:cubicBezTo>
                <a:cubicBezTo>
                  <a:pt x="272785" y="240321"/>
                  <a:pt x="236537" y="109751"/>
                  <a:pt x="0" y="49425"/>
                </a:cubicBezTo>
                <a:close/>
              </a:path>
            </a:pathLst>
          </a:custGeom>
          <a:solidFill>
            <a:srgbClr val="E6B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0" name="上箭头 176">
            <a:extLst>
              <a:ext uri="{FF2B5EF4-FFF2-40B4-BE49-F238E27FC236}">
                <a16:creationId xmlns:a16="http://schemas.microsoft.com/office/drawing/2014/main" id="{2C850609-2796-48C8-A491-0B1EF91522D3}"/>
              </a:ext>
            </a:extLst>
          </p:cNvPr>
          <p:cNvSpPr/>
          <p:nvPr/>
        </p:nvSpPr>
        <p:spPr>
          <a:xfrm rot="10800000" flipH="1">
            <a:off x="10406679" y="3691158"/>
            <a:ext cx="125188" cy="425280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D8D3EA4F-EE65-44E7-BB82-D92E8BE4CCF3}"/>
              </a:ext>
            </a:extLst>
          </p:cNvPr>
          <p:cNvSpPr txBox="1"/>
          <p:nvPr/>
        </p:nvSpPr>
        <p:spPr>
          <a:xfrm>
            <a:off x="2564381" y="166005"/>
            <a:ext cx="6110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H</a:t>
            </a:r>
            <a:endParaRPr lang="zh-CN" altLang="en-US" sz="4800" dirty="0">
              <a:solidFill>
                <a:srgbClr val="FFFF00"/>
              </a:solidFill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E87ED75E-9856-4965-8B2B-BE7CCB7E3695}"/>
              </a:ext>
            </a:extLst>
          </p:cNvPr>
          <p:cNvSpPr txBox="1"/>
          <p:nvPr/>
        </p:nvSpPr>
        <p:spPr>
          <a:xfrm>
            <a:off x="8698808" y="166005"/>
            <a:ext cx="529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B</a:t>
            </a:r>
            <a:endParaRPr lang="zh-CN" altLang="en-US" sz="4800" dirty="0">
              <a:solidFill>
                <a:srgbClr val="FFFF00"/>
              </a:solidFill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D2AF5606-A2F0-45B1-A1AF-748EBDEB4DC9}"/>
              </a:ext>
            </a:extLst>
          </p:cNvPr>
          <p:cNvSpPr/>
          <p:nvPr/>
        </p:nvSpPr>
        <p:spPr>
          <a:xfrm>
            <a:off x="5389375" y="2138925"/>
            <a:ext cx="656767" cy="634676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317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4B0AAA-3BB7-448C-B21D-D676F8879856}"/>
              </a:ext>
            </a:extLst>
          </p:cNvPr>
          <p:cNvSpPr txBox="1"/>
          <p:nvPr/>
        </p:nvSpPr>
        <p:spPr>
          <a:xfrm>
            <a:off x="5196813" y="154977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加磁芯</a:t>
            </a:r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67A98EB5-35B3-42BE-A14C-E209574607C2}"/>
              </a:ext>
            </a:extLst>
          </p:cNvPr>
          <p:cNvCxnSpPr>
            <a:cxnSpLocks/>
          </p:cNvCxnSpPr>
          <p:nvPr/>
        </p:nvCxnSpPr>
        <p:spPr>
          <a:xfrm flipH="1" flipV="1">
            <a:off x="2772384" y="3844947"/>
            <a:ext cx="120183" cy="1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B3589236-DDE7-4E6B-9DF1-09D9EE4B0671}"/>
              </a:ext>
            </a:extLst>
          </p:cNvPr>
          <p:cNvCxnSpPr/>
          <p:nvPr/>
        </p:nvCxnSpPr>
        <p:spPr>
          <a:xfrm rot="10800000" flipV="1">
            <a:off x="9054432" y="3593707"/>
            <a:ext cx="136149" cy="1637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524BAD93-7EFB-4C7E-A29C-CFCA78CD97E3}"/>
              </a:ext>
            </a:extLst>
          </p:cNvPr>
          <p:cNvCxnSpPr/>
          <p:nvPr/>
        </p:nvCxnSpPr>
        <p:spPr>
          <a:xfrm rot="10800000" flipV="1">
            <a:off x="9054432" y="3403207"/>
            <a:ext cx="136149" cy="1637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B2F566BE-B8E3-41E0-B977-2544B19EF7D0}"/>
              </a:ext>
            </a:extLst>
          </p:cNvPr>
          <p:cNvCxnSpPr/>
          <p:nvPr/>
        </p:nvCxnSpPr>
        <p:spPr>
          <a:xfrm rot="10800000" flipV="1">
            <a:off x="9067132" y="3917557"/>
            <a:ext cx="136149" cy="1637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69F3FA34-88DD-46CB-AC24-239BA8AF3168}"/>
              </a:ext>
            </a:extLst>
          </p:cNvPr>
          <p:cNvCxnSpPr/>
          <p:nvPr/>
        </p:nvCxnSpPr>
        <p:spPr>
          <a:xfrm rot="10800000" flipV="1">
            <a:off x="9060782" y="3733407"/>
            <a:ext cx="136149" cy="1637"/>
          </a:xfrm>
          <a:prstGeom prst="straightConnector1">
            <a:avLst/>
          </a:prstGeom>
          <a:ln w="31750"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656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3748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B1BC890-4F81-45E4-B0A3-53291EFF16F9}"/>
                  </a:ext>
                </a:extLst>
              </p:cNvPr>
              <p:cNvSpPr txBox="1"/>
              <p:nvPr/>
            </p:nvSpPr>
            <p:spPr>
              <a:xfrm>
                <a:off x="4990794" y="862277"/>
                <a:ext cx="2106922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480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zh-CN" altLang="en-US" sz="4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4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μ</m:t>
                      </m:r>
                      <m:r>
                        <m:rPr>
                          <m:sty m:val="p"/>
                        </m:rPr>
                        <a:rPr lang="zh-CN" altLang="en-US" sz="4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zh-CN" altLang="en-US" sz="4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B1BC890-4F81-45E4-B0A3-53291EFF1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794" y="862277"/>
                <a:ext cx="2106922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85010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B1BC890-4F81-45E4-B0A3-53291EFF16F9}"/>
                  </a:ext>
                </a:extLst>
              </p:cNvPr>
              <p:cNvSpPr txBox="1"/>
              <p:nvPr/>
            </p:nvSpPr>
            <p:spPr>
              <a:xfrm>
                <a:off x="4990794" y="862277"/>
                <a:ext cx="2106922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480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zh-CN" altLang="en-US" sz="4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4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μ</m:t>
                      </m:r>
                      <m:r>
                        <m:rPr>
                          <m:sty m:val="p"/>
                        </m:rPr>
                        <a:rPr lang="zh-CN" altLang="en-US" sz="4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zh-CN" altLang="en-US" sz="4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B1BC890-4F81-45E4-B0A3-53291EFF1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794" y="862277"/>
                <a:ext cx="2106922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文本框 93">
            <a:extLst>
              <a:ext uri="{FF2B5EF4-FFF2-40B4-BE49-F238E27FC236}">
                <a16:creationId xmlns:a16="http://schemas.microsoft.com/office/drawing/2014/main" id="{2079890C-BF12-4667-B710-7A364F47F6F1}"/>
              </a:ext>
            </a:extLst>
          </p:cNvPr>
          <p:cNvSpPr txBox="1"/>
          <p:nvPr/>
        </p:nvSpPr>
        <p:spPr>
          <a:xfrm>
            <a:off x="1602377" y="2362425"/>
            <a:ext cx="8987246" cy="880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磁导率</a:t>
            </a:r>
            <a:r>
              <a:rPr lang="en-US" altLang="zh-CN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μ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1067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B1BC890-4F81-45E4-B0A3-53291EFF16F9}"/>
                  </a:ext>
                </a:extLst>
              </p:cNvPr>
              <p:cNvSpPr txBox="1"/>
              <p:nvPr/>
            </p:nvSpPr>
            <p:spPr>
              <a:xfrm>
                <a:off x="4990794" y="862277"/>
                <a:ext cx="2106922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480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zh-CN" altLang="en-US" sz="4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4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μ</m:t>
                      </m:r>
                      <m:r>
                        <m:rPr>
                          <m:sty m:val="p"/>
                        </m:rPr>
                        <a:rPr lang="zh-CN" altLang="en-US" sz="4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zh-CN" altLang="en-US" sz="4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B1BC890-4F81-45E4-B0A3-53291EFF1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794" y="862277"/>
                <a:ext cx="2106922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文本框 93">
            <a:extLst>
              <a:ext uri="{FF2B5EF4-FFF2-40B4-BE49-F238E27FC236}">
                <a16:creationId xmlns:a16="http://schemas.microsoft.com/office/drawing/2014/main" id="{2079890C-BF12-4667-B710-7A364F47F6F1}"/>
              </a:ext>
            </a:extLst>
          </p:cNvPr>
          <p:cNvSpPr txBox="1"/>
          <p:nvPr/>
        </p:nvSpPr>
        <p:spPr>
          <a:xfrm>
            <a:off x="1602377" y="2362425"/>
            <a:ext cx="8987246" cy="1707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磁导率</a:t>
            </a:r>
            <a:r>
              <a:rPr lang="en-US" altLang="zh-CN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μ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在相同条件下，铁磁介质中所产生的磁感应强度比空气介质中大得多。为了表征这种特性，将不同的磁介质用一个系数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µ</a:t>
            </a:r>
            <a:r>
              <a:rPr lang="zh-CN" altLang="zh-CN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来考虑，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µ</a:t>
            </a:r>
            <a:r>
              <a:rPr lang="zh-CN" altLang="zh-CN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称为介质磁导率，表征物质的导磁能力。在介质中，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µ</a:t>
            </a:r>
            <a:r>
              <a:rPr lang="zh-CN" altLang="zh-CN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越大，介质中磁感应强度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就越大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1266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95967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B1BC890-4F81-45E4-B0A3-53291EFF16F9}"/>
                  </a:ext>
                </a:extLst>
              </p:cNvPr>
              <p:cNvSpPr txBox="1"/>
              <p:nvPr/>
            </p:nvSpPr>
            <p:spPr>
              <a:xfrm>
                <a:off x="4990794" y="862277"/>
                <a:ext cx="2630527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4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饱和电流</m:t>
                      </m:r>
                    </m:oMath>
                  </m:oMathPara>
                </a14:m>
                <a:endParaRPr lang="zh-CN" altLang="en-US" sz="4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B1BC890-4F81-45E4-B0A3-53291EFF1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794" y="862277"/>
                <a:ext cx="2630527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57988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B1BC890-4F81-45E4-B0A3-53291EFF16F9}"/>
                  </a:ext>
                </a:extLst>
              </p:cNvPr>
              <p:cNvSpPr txBox="1"/>
              <p:nvPr/>
            </p:nvSpPr>
            <p:spPr>
              <a:xfrm>
                <a:off x="4990794" y="862277"/>
                <a:ext cx="2630527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4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饱和电流</m:t>
                      </m:r>
                    </m:oMath>
                  </m:oMathPara>
                </a14:m>
                <a:endParaRPr lang="zh-CN" altLang="en-US" sz="4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B1BC890-4F81-45E4-B0A3-53291EFF1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794" y="862277"/>
                <a:ext cx="2630527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文本框 93">
            <a:extLst>
              <a:ext uri="{FF2B5EF4-FFF2-40B4-BE49-F238E27FC236}">
                <a16:creationId xmlns:a16="http://schemas.microsoft.com/office/drawing/2014/main" id="{2079890C-BF12-4667-B710-7A364F47F6F1}"/>
              </a:ext>
            </a:extLst>
          </p:cNvPr>
          <p:cNvSpPr txBox="1"/>
          <p:nvPr/>
        </p:nvSpPr>
        <p:spPr>
          <a:xfrm>
            <a:off x="1180012" y="2362425"/>
            <a:ext cx="9831977" cy="460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、电流越大，磁畴有序排列越多，磁感应强度越大</a:t>
            </a:r>
            <a:endParaRPr lang="en-US" altLang="zh-CN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8491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B1BC890-4F81-45E4-B0A3-53291EFF16F9}"/>
                  </a:ext>
                </a:extLst>
              </p:cNvPr>
              <p:cNvSpPr txBox="1"/>
              <p:nvPr/>
            </p:nvSpPr>
            <p:spPr>
              <a:xfrm>
                <a:off x="4990794" y="862277"/>
                <a:ext cx="2630527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4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饱和电流</m:t>
                      </m:r>
                    </m:oMath>
                  </m:oMathPara>
                </a14:m>
                <a:endParaRPr lang="zh-CN" altLang="en-US" sz="4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B1BC890-4F81-45E4-B0A3-53291EFF1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794" y="862277"/>
                <a:ext cx="2630527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文本框 93">
            <a:extLst>
              <a:ext uri="{FF2B5EF4-FFF2-40B4-BE49-F238E27FC236}">
                <a16:creationId xmlns:a16="http://schemas.microsoft.com/office/drawing/2014/main" id="{2079890C-BF12-4667-B710-7A364F47F6F1}"/>
              </a:ext>
            </a:extLst>
          </p:cNvPr>
          <p:cNvSpPr txBox="1"/>
          <p:nvPr/>
        </p:nvSpPr>
        <p:spPr>
          <a:xfrm>
            <a:off x="1180012" y="2362425"/>
            <a:ext cx="9831977" cy="876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、电流越大，磁畴有序排列越多，磁感应强度越大</a:t>
            </a:r>
            <a:endParaRPr lang="en-US" altLang="zh-CN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、电流大到一定程度，所有磁畴全部有序排列，磁感应强度基本无法继续增大，此时</a:t>
            </a:r>
            <a:r>
              <a:rPr lang="zh-CN" altLang="en-US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电感饱和</a:t>
            </a:r>
            <a:r>
              <a:rPr lang="zh-CN" altLang="en-US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9640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B1BC890-4F81-45E4-B0A3-53291EFF16F9}"/>
                  </a:ext>
                </a:extLst>
              </p:cNvPr>
              <p:cNvSpPr txBox="1"/>
              <p:nvPr/>
            </p:nvSpPr>
            <p:spPr>
              <a:xfrm>
                <a:off x="4990794" y="862277"/>
                <a:ext cx="2630527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4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饱和电流</m:t>
                      </m:r>
                    </m:oMath>
                  </m:oMathPara>
                </a14:m>
                <a:endParaRPr lang="zh-CN" altLang="en-US" sz="4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B1BC890-4F81-45E4-B0A3-53291EFF1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794" y="862277"/>
                <a:ext cx="2630527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文本框 93">
            <a:extLst>
              <a:ext uri="{FF2B5EF4-FFF2-40B4-BE49-F238E27FC236}">
                <a16:creationId xmlns:a16="http://schemas.microsoft.com/office/drawing/2014/main" id="{2079890C-BF12-4667-B710-7A364F47F6F1}"/>
              </a:ext>
            </a:extLst>
          </p:cNvPr>
          <p:cNvSpPr txBox="1"/>
          <p:nvPr/>
        </p:nvSpPr>
        <p:spPr>
          <a:xfrm>
            <a:off x="1180012" y="2362425"/>
            <a:ext cx="9831977" cy="876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、电流越大，磁畴有序排列越多，磁感应强度越大</a:t>
            </a:r>
            <a:endParaRPr lang="en-US" altLang="zh-CN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、电流大到一定程度，所有磁畴全部有序排列，磁感应强度基本无法继续增大，此时</a:t>
            </a:r>
            <a:r>
              <a:rPr lang="zh-CN" altLang="en-US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电感饱和</a:t>
            </a:r>
            <a:r>
              <a:rPr lang="zh-CN" altLang="en-US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5C0086-18C9-4927-892F-B11A302F16B1}"/>
              </a:ext>
            </a:extLst>
          </p:cNvPr>
          <p:cNvSpPr txBox="1"/>
          <p:nvPr/>
        </p:nvSpPr>
        <p:spPr>
          <a:xfrm>
            <a:off x="1180012" y="3656652"/>
            <a:ext cx="89654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饱和电流一般定义为电感值</a:t>
            </a:r>
            <a:r>
              <a:rPr lang="zh-CN" altLang="zh-CN" sz="24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相对初始值下降</a:t>
            </a:r>
            <a:r>
              <a:rPr lang="en-US" altLang="zh-CN" sz="36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30%</a:t>
            </a:r>
            <a:r>
              <a:rPr lang="zh-CN" altLang="zh-CN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时对应的电流值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230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7567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1BC890-4F81-45E4-B0A3-53291EFF16F9}"/>
              </a:ext>
            </a:extLst>
          </p:cNvPr>
          <p:cNvSpPr txBox="1"/>
          <p:nvPr/>
        </p:nvSpPr>
        <p:spPr>
          <a:xfrm>
            <a:off x="4941036" y="432775"/>
            <a:ext cx="2309928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B-H</a:t>
            </a:r>
            <a:r>
              <a:rPr lang="zh-CN" altLang="en-US" sz="4800" dirty="0">
                <a:solidFill>
                  <a:srgbClr val="FFFF00"/>
                </a:solidFill>
              </a:rPr>
              <a:t>曲线</a:t>
            </a:r>
          </a:p>
        </p:txBody>
      </p:sp>
    </p:spTree>
    <p:extLst>
      <p:ext uri="{BB962C8B-B14F-4D97-AF65-F5344CB8AC3E}">
        <p14:creationId xmlns:p14="http://schemas.microsoft.com/office/powerpoint/2010/main" val="28959380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1BC890-4F81-45E4-B0A3-53291EFF16F9}"/>
              </a:ext>
            </a:extLst>
          </p:cNvPr>
          <p:cNvSpPr txBox="1"/>
          <p:nvPr/>
        </p:nvSpPr>
        <p:spPr>
          <a:xfrm>
            <a:off x="4941036" y="432775"/>
            <a:ext cx="2309928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B-H</a:t>
            </a:r>
            <a:r>
              <a:rPr lang="zh-CN" altLang="en-US" sz="4800" dirty="0">
                <a:solidFill>
                  <a:srgbClr val="FFFF00"/>
                </a:solidFill>
              </a:rPr>
              <a:t>曲线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D40053C-9952-43D7-96D4-A1D723FBC804}"/>
              </a:ext>
            </a:extLst>
          </p:cNvPr>
          <p:cNvGrpSpPr/>
          <p:nvPr/>
        </p:nvGrpSpPr>
        <p:grpSpPr>
          <a:xfrm>
            <a:off x="1988183" y="1778436"/>
            <a:ext cx="3893610" cy="3664390"/>
            <a:chOff x="1270910" y="2656459"/>
            <a:chExt cx="3062483" cy="2882192"/>
          </a:xfrm>
        </p:grpSpPr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F6A2B7CB-E2F9-4764-B20C-3815517CA495}"/>
                </a:ext>
              </a:extLst>
            </p:cNvPr>
            <p:cNvCxnSpPr/>
            <p:nvPr/>
          </p:nvCxnSpPr>
          <p:spPr>
            <a:xfrm>
              <a:off x="1457865" y="4161008"/>
              <a:ext cx="2875528" cy="0"/>
            </a:xfrm>
            <a:prstGeom prst="straightConnector1">
              <a:avLst/>
            </a:prstGeom>
            <a:ln w="2222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C73BD332-F294-4A8A-8452-4D9AE643EE3D}"/>
                </a:ext>
              </a:extLst>
            </p:cNvPr>
            <p:cNvCxnSpPr/>
            <p:nvPr/>
          </p:nvCxnSpPr>
          <p:spPr>
            <a:xfrm flipV="1">
              <a:off x="2836550" y="2656459"/>
              <a:ext cx="0" cy="2882192"/>
            </a:xfrm>
            <a:prstGeom prst="straightConnector1">
              <a:avLst/>
            </a:prstGeom>
            <a:ln w="2222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任意多边形 11">
              <a:extLst>
                <a:ext uri="{FF2B5EF4-FFF2-40B4-BE49-F238E27FC236}">
                  <a16:creationId xmlns:a16="http://schemas.microsoft.com/office/drawing/2014/main" id="{38BFEB65-ED98-4095-A7B3-31CCB4B19858}"/>
                </a:ext>
              </a:extLst>
            </p:cNvPr>
            <p:cNvSpPr/>
            <p:nvPr/>
          </p:nvSpPr>
          <p:spPr>
            <a:xfrm>
              <a:off x="2842972" y="2917536"/>
              <a:ext cx="1144559" cy="1243472"/>
            </a:xfrm>
            <a:custGeom>
              <a:avLst/>
              <a:gdLst>
                <a:gd name="connsiteX0" fmla="*/ 0 w 736979"/>
                <a:gd name="connsiteY0" fmla="*/ 800669 h 800669"/>
                <a:gd name="connsiteX1" fmla="*/ 136478 w 736979"/>
                <a:gd name="connsiteY1" fmla="*/ 436729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3727 w 736979"/>
                <a:gd name="connsiteY2" fmla="*/ 86222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3727 w 736979"/>
                <a:gd name="connsiteY2" fmla="*/ 86222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3727 w 736979"/>
                <a:gd name="connsiteY2" fmla="*/ 86222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3727 w 736979"/>
                <a:gd name="connsiteY2" fmla="*/ 86222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3727 w 736979"/>
                <a:gd name="connsiteY2" fmla="*/ 86222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3727 w 736979"/>
                <a:gd name="connsiteY2" fmla="*/ 86222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77409 w 736979"/>
                <a:gd name="connsiteY1" fmla="*/ 612870 h 800669"/>
                <a:gd name="connsiteX2" fmla="*/ 129335 w 736979"/>
                <a:gd name="connsiteY2" fmla="*/ 439110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29335 w 736979"/>
                <a:gd name="connsiteY2" fmla="*/ 439110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29335 w 736979"/>
                <a:gd name="connsiteY2" fmla="*/ 439110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29335 w 736979"/>
                <a:gd name="connsiteY2" fmla="*/ 439110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29335 w 736979"/>
                <a:gd name="connsiteY2" fmla="*/ 439110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29335 w 736979"/>
                <a:gd name="connsiteY2" fmla="*/ 439110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29335 w 736979"/>
                <a:gd name="connsiteY2" fmla="*/ 439110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55977 w 736979"/>
                <a:gd name="connsiteY1" fmla="*/ 596202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55977 w 736979"/>
                <a:gd name="connsiteY1" fmla="*/ 596202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55977 w 736979"/>
                <a:gd name="connsiteY1" fmla="*/ 596202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63121 w 736979"/>
                <a:gd name="connsiteY1" fmla="*/ 600965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63121 w 736979"/>
                <a:gd name="connsiteY1" fmla="*/ 600965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63121 w 736979"/>
                <a:gd name="connsiteY1" fmla="*/ 600965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6979" h="800669">
                  <a:moveTo>
                    <a:pt x="0" y="800669"/>
                  </a:moveTo>
                  <a:cubicBezTo>
                    <a:pt x="12901" y="769369"/>
                    <a:pt x="41565" y="661225"/>
                    <a:pt x="63121" y="600965"/>
                  </a:cubicBezTo>
                  <a:cubicBezTo>
                    <a:pt x="84677" y="540705"/>
                    <a:pt x="95903" y="498706"/>
                    <a:pt x="119810" y="436728"/>
                  </a:cubicBezTo>
                  <a:cubicBezTo>
                    <a:pt x="143717" y="374750"/>
                    <a:pt x="222766" y="159010"/>
                    <a:pt x="363727" y="86222"/>
                  </a:cubicBezTo>
                  <a:cubicBezTo>
                    <a:pt x="504688" y="13434"/>
                    <a:pt x="552770" y="35292"/>
                    <a:pt x="736979" y="0"/>
                  </a:cubicBezTo>
                </a:path>
              </a:pathLst>
            </a:custGeom>
            <a:noFill/>
            <a:ln w="22225">
              <a:solidFill>
                <a:srgbClr val="FFFF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12">
              <a:extLst>
                <a:ext uri="{FF2B5EF4-FFF2-40B4-BE49-F238E27FC236}">
                  <a16:creationId xmlns:a16="http://schemas.microsoft.com/office/drawing/2014/main" id="{D7E92F52-268B-446B-9BD8-4F67651A8945}"/>
                </a:ext>
              </a:extLst>
            </p:cNvPr>
            <p:cNvSpPr/>
            <p:nvPr/>
          </p:nvSpPr>
          <p:spPr>
            <a:xfrm>
              <a:off x="2841151" y="2918821"/>
              <a:ext cx="1157530" cy="451272"/>
            </a:xfrm>
            <a:custGeom>
              <a:avLst/>
              <a:gdLst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61 h 290573"/>
                <a:gd name="connsiteX1" fmla="*/ 226219 w 745331"/>
                <a:gd name="connsiteY1" fmla="*/ 83405 h 290573"/>
                <a:gd name="connsiteX2" fmla="*/ 0 w 745331"/>
                <a:gd name="connsiteY2" fmla="*/ 290573 h 29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5331" h="290573">
                  <a:moveTo>
                    <a:pt x="745331" y="61"/>
                  </a:moveTo>
                  <a:cubicBezTo>
                    <a:pt x="505023" y="-1527"/>
                    <a:pt x="333772" y="27843"/>
                    <a:pt x="226219" y="83405"/>
                  </a:cubicBezTo>
                  <a:cubicBezTo>
                    <a:pt x="118666" y="138967"/>
                    <a:pt x="50998" y="211198"/>
                    <a:pt x="0" y="290573"/>
                  </a:cubicBezTo>
                </a:path>
              </a:pathLst>
            </a:custGeom>
            <a:noFill/>
            <a:ln w="2222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3">
              <a:extLst>
                <a:ext uri="{FF2B5EF4-FFF2-40B4-BE49-F238E27FC236}">
                  <a16:creationId xmlns:a16="http://schemas.microsoft.com/office/drawing/2014/main" id="{3FCDC622-3A62-4786-B979-F04EE05A157D}"/>
                </a:ext>
              </a:extLst>
            </p:cNvPr>
            <p:cNvSpPr/>
            <p:nvPr/>
          </p:nvSpPr>
          <p:spPr>
            <a:xfrm>
              <a:off x="2585976" y="3370094"/>
              <a:ext cx="255176" cy="791411"/>
            </a:xfrm>
            <a:custGeom>
              <a:avLst/>
              <a:gdLst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4307" h="509588">
                  <a:moveTo>
                    <a:pt x="164307" y="0"/>
                  </a:moveTo>
                  <a:cubicBezTo>
                    <a:pt x="117475" y="76597"/>
                    <a:pt x="94061" y="153194"/>
                    <a:pt x="66676" y="238125"/>
                  </a:cubicBezTo>
                  <a:cubicBezTo>
                    <a:pt x="39292" y="323056"/>
                    <a:pt x="12699" y="447279"/>
                    <a:pt x="0" y="509588"/>
                  </a:cubicBezTo>
                </a:path>
              </a:pathLst>
            </a:custGeom>
            <a:noFill/>
            <a:ln w="2222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6">
              <a:extLst>
                <a:ext uri="{FF2B5EF4-FFF2-40B4-BE49-F238E27FC236}">
                  <a16:creationId xmlns:a16="http://schemas.microsoft.com/office/drawing/2014/main" id="{93CB2808-31A4-43E7-88F2-9814394B10DD}"/>
                </a:ext>
              </a:extLst>
            </p:cNvPr>
            <p:cNvSpPr/>
            <p:nvPr/>
          </p:nvSpPr>
          <p:spPr>
            <a:xfrm>
              <a:off x="1725533" y="4165203"/>
              <a:ext cx="857978" cy="1237658"/>
            </a:xfrm>
            <a:custGeom>
              <a:avLst/>
              <a:gdLst>
                <a:gd name="connsiteX0" fmla="*/ 546100 w 546100"/>
                <a:gd name="connsiteY0" fmla="*/ 0 h 809625"/>
                <a:gd name="connsiteX1" fmla="*/ 428625 w 546100"/>
                <a:gd name="connsiteY1" fmla="*/ 460375 h 809625"/>
                <a:gd name="connsiteX2" fmla="*/ 260350 w 546100"/>
                <a:gd name="connsiteY2" fmla="*/ 717550 h 809625"/>
                <a:gd name="connsiteX3" fmla="*/ 0 w 546100"/>
                <a:gd name="connsiteY3" fmla="*/ 809625 h 809625"/>
                <a:gd name="connsiteX0" fmla="*/ 546100 w 546100"/>
                <a:gd name="connsiteY0" fmla="*/ 0 h 796925"/>
                <a:gd name="connsiteX1" fmla="*/ 428625 w 546100"/>
                <a:gd name="connsiteY1" fmla="*/ 460375 h 796925"/>
                <a:gd name="connsiteX2" fmla="*/ 260350 w 546100"/>
                <a:gd name="connsiteY2" fmla="*/ 717550 h 796925"/>
                <a:gd name="connsiteX3" fmla="*/ 0 w 546100"/>
                <a:gd name="connsiteY3" fmla="*/ 796925 h 796925"/>
                <a:gd name="connsiteX0" fmla="*/ 552450 w 552450"/>
                <a:gd name="connsiteY0" fmla="*/ 0 h 796925"/>
                <a:gd name="connsiteX1" fmla="*/ 428625 w 552450"/>
                <a:gd name="connsiteY1" fmla="*/ 460375 h 796925"/>
                <a:gd name="connsiteX2" fmla="*/ 260350 w 552450"/>
                <a:gd name="connsiteY2" fmla="*/ 717550 h 796925"/>
                <a:gd name="connsiteX3" fmla="*/ 0 w 552450"/>
                <a:gd name="connsiteY3" fmla="*/ 796925 h 796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450" h="796925">
                  <a:moveTo>
                    <a:pt x="552450" y="0"/>
                  </a:moveTo>
                  <a:cubicBezTo>
                    <a:pt x="517525" y="170391"/>
                    <a:pt x="477308" y="340783"/>
                    <a:pt x="428625" y="460375"/>
                  </a:cubicBezTo>
                  <a:cubicBezTo>
                    <a:pt x="379942" y="579967"/>
                    <a:pt x="331787" y="661458"/>
                    <a:pt x="260350" y="717550"/>
                  </a:cubicBezTo>
                  <a:cubicBezTo>
                    <a:pt x="188913" y="773642"/>
                    <a:pt x="94456" y="779991"/>
                    <a:pt x="0" y="796925"/>
                  </a:cubicBezTo>
                </a:path>
              </a:pathLst>
            </a:custGeom>
            <a:noFill/>
            <a:ln w="2222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7">
              <a:extLst>
                <a:ext uri="{FF2B5EF4-FFF2-40B4-BE49-F238E27FC236}">
                  <a16:creationId xmlns:a16="http://schemas.microsoft.com/office/drawing/2014/main" id="{F262E8F1-CC01-4F82-BA5B-F13FD4C1DF5A}"/>
                </a:ext>
              </a:extLst>
            </p:cNvPr>
            <p:cNvSpPr/>
            <p:nvPr/>
          </p:nvSpPr>
          <p:spPr>
            <a:xfrm>
              <a:off x="1730464" y="4939356"/>
              <a:ext cx="1109454" cy="464490"/>
            </a:xfrm>
            <a:custGeom>
              <a:avLst/>
              <a:gdLst>
                <a:gd name="connsiteX0" fmla="*/ 0 w 714375"/>
                <a:gd name="connsiteY0" fmla="*/ 298450 h 299084"/>
                <a:gd name="connsiteX1" fmla="*/ 292100 w 714375"/>
                <a:gd name="connsiteY1" fmla="*/ 279400 h 299084"/>
                <a:gd name="connsiteX2" fmla="*/ 555625 w 714375"/>
                <a:gd name="connsiteY2" fmla="*/ 168275 h 299084"/>
                <a:gd name="connsiteX3" fmla="*/ 714375 w 714375"/>
                <a:gd name="connsiteY3" fmla="*/ 0 h 299084"/>
                <a:gd name="connsiteX4" fmla="*/ 714375 w 714375"/>
                <a:gd name="connsiteY4" fmla="*/ 0 h 299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4375" h="299084">
                  <a:moveTo>
                    <a:pt x="0" y="298450"/>
                  </a:moveTo>
                  <a:cubicBezTo>
                    <a:pt x="99748" y="299773"/>
                    <a:pt x="199496" y="301096"/>
                    <a:pt x="292100" y="279400"/>
                  </a:cubicBezTo>
                  <a:cubicBezTo>
                    <a:pt x="384704" y="257704"/>
                    <a:pt x="485246" y="214842"/>
                    <a:pt x="555625" y="168275"/>
                  </a:cubicBezTo>
                  <a:cubicBezTo>
                    <a:pt x="626004" y="121708"/>
                    <a:pt x="714375" y="0"/>
                    <a:pt x="714375" y="0"/>
                  </a:cubicBezTo>
                  <a:lnTo>
                    <a:pt x="714375" y="0"/>
                  </a:lnTo>
                </a:path>
              </a:pathLst>
            </a:custGeom>
            <a:noFill/>
            <a:ln w="2222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8">
              <a:extLst>
                <a:ext uri="{FF2B5EF4-FFF2-40B4-BE49-F238E27FC236}">
                  <a16:creationId xmlns:a16="http://schemas.microsoft.com/office/drawing/2014/main" id="{1230242D-72A4-483B-A3D1-CACF5BD084E7}"/>
                </a:ext>
              </a:extLst>
            </p:cNvPr>
            <p:cNvSpPr/>
            <p:nvPr/>
          </p:nvSpPr>
          <p:spPr>
            <a:xfrm>
              <a:off x="2839918" y="4165202"/>
              <a:ext cx="241614" cy="774152"/>
            </a:xfrm>
            <a:custGeom>
              <a:avLst/>
              <a:gdLst>
                <a:gd name="connsiteX0" fmla="*/ 0 w 161925"/>
                <a:gd name="connsiteY0" fmla="*/ 495300 h 495300"/>
                <a:gd name="connsiteX1" fmla="*/ 88900 w 161925"/>
                <a:gd name="connsiteY1" fmla="*/ 285750 h 495300"/>
                <a:gd name="connsiteX2" fmla="*/ 161925 w 161925"/>
                <a:gd name="connsiteY2" fmla="*/ 0 h 495300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5575" h="498475">
                  <a:moveTo>
                    <a:pt x="0" y="498475"/>
                  </a:moveTo>
                  <a:cubicBezTo>
                    <a:pt x="30956" y="434975"/>
                    <a:pt x="62971" y="372004"/>
                    <a:pt x="88900" y="288925"/>
                  </a:cubicBezTo>
                  <a:cubicBezTo>
                    <a:pt x="114829" y="205846"/>
                    <a:pt x="151606" y="53975"/>
                    <a:pt x="155575" y="0"/>
                  </a:cubicBezTo>
                </a:path>
              </a:pathLst>
            </a:custGeom>
            <a:noFill/>
            <a:ln w="2222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20">
              <a:extLst>
                <a:ext uri="{FF2B5EF4-FFF2-40B4-BE49-F238E27FC236}">
                  <a16:creationId xmlns:a16="http://schemas.microsoft.com/office/drawing/2014/main" id="{356CC58D-0E92-4555-9498-28B9A06DF102}"/>
                </a:ext>
              </a:extLst>
            </p:cNvPr>
            <p:cNvSpPr/>
            <p:nvPr/>
          </p:nvSpPr>
          <p:spPr>
            <a:xfrm>
              <a:off x="3081533" y="2927546"/>
              <a:ext cx="912218" cy="1242589"/>
            </a:xfrm>
            <a:custGeom>
              <a:avLst/>
              <a:gdLst>
                <a:gd name="connsiteX0" fmla="*/ 0 w 587375"/>
                <a:gd name="connsiteY0" fmla="*/ 800100 h 800100"/>
                <a:gd name="connsiteX1" fmla="*/ 57150 w 587375"/>
                <a:gd name="connsiteY1" fmla="*/ 533400 h 800100"/>
                <a:gd name="connsiteX2" fmla="*/ 187325 w 587375"/>
                <a:gd name="connsiteY2" fmla="*/ 196850 h 800100"/>
                <a:gd name="connsiteX3" fmla="*/ 377825 w 587375"/>
                <a:gd name="connsiteY3" fmla="*/ 60325 h 800100"/>
                <a:gd name="connsiteX4" fmla="*/ 587375 w 587375"/>
                <a:gd name="connsiteY4" fmla="*/ 0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375" h="800100">
                  <a:moveTo>
                    <a:pt x="0" y="800100"/>
                  </a:moveTo>
                  <a:cubicBezTo>
                    <a:pt x="12964" y="717021"/>
                    <a:pt x="25929" y="633942"/>
                    <a:pt x="57150" y="533400"/>
                  </a:cubicBezTo>
                  <a:cubicBezTo>
                    <a:pt x="88371" y="432858"/>
                    <a:pt x="133879" y="275696"/>
                    <a:pt x="187325" y="196850"/>
                  </a:cubicBezTo>
                  <a:cubicBezTo>
                    <a:pt x="240771" y="118004"/>
                    <a:pt x="311150" y="93133"/>
                    <a:pt x="377825" y="60325"/>
                  </a:cubicBezTo>
                  <a:cubicBezTo>
                    <a:pt x="444500" y="27517"/>
                    <a:pt x="515937" y="13758"/>
                    <a:pt x="587375" y="0"/>
                  </a:cubicBezTo>
                </a:path>
              </a:pathLst>
            </a:custGeom>
            <a:noFill/>
            <a:ln w="2222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5C693E46-096C-406E-8FA6-9DC2D8853071}"/>
                </a:ext>
              </a:extLst>
            </p:cNvPr>
            <p:cNvCxnSpPr/>
            <p:nvPr/>
          </p:nvCxnSpPr>
          <p:spPr>
            <a:xfrm>
              <a:off x="1725533" y="4161008"/>
              <a:ext cx="4931" cy="1241852"/>
            </a:xfrm>
            <a:prstGeom prst="line">
              <a:avLst/>
            </a:prstGeom>
            <a:ln w="22225"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A60AB166-6654-4D41-87D6-52590D065A02}"/>
                </a:ext>
              </a:extLst>
            </p:cNvPr>
            <p:cNvCxnSpPr/>
            <p:nvPr/>
          </p:nvCxnSpPr>
          <p:spPr>
            <a:xfrm>
              <a:off x="1730464" y="5412723"/>
              <a:ext cx="1109454" cy="0"/>
            </a:xfrm>
            <a:prstGeom prst="line">
              <a:avLst/>
            </a:prstGeom>
            <a:ln w="22225"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0F270E2-2B28-4F72-8138-D2C767DC1E93}"/>
                </a:ext>
              </a:extLst>
            </p:cNvPr>
            <p:cNvCxnSpPr/>
            <p:nvPr/>
          </p:nvCxnSpPr>
          <p:spPr>
            <a:xfrm>
              <a:off x="3998681" y="2922615"/>
              <a:ext cx="4931" cy="1241852"/>
            </a:xfrm>
            <a:prstGeom prst="line">
              <a:avLst/>
            </a:prstGeom>
            <a:ln w="22225"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E04C0594-F156-4245-819C-89A3074263A8}"/>
                </a:ext>
              </a:extLst>
            </p:cNvPr>
            <p:cNvCxnSpPr/>
            <p:nvPr/>
          </p:nvCxnSpPr>
          <p:spPr>
            <a:xfrm>
              <a:off x="2840799" y="2907674"/>
              <a:ext cx="1109454" cy="0"/>
            </a:xfrm>
            <a:prstGeom prst="line">
              <a:avLst/>
            </a:prstGeom>
            <a:ln w="22225"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7E29C050-4A23-4C42-A7BA-B38C4B1CEB8D}"/>
                </a:ext>
              </a:extLst>
            </p:cNvPr>
            <p:cNvSpPr txBox="1"/>
            <p:nvPr/>
          </p:nvSpPr>
          <p:spPr>
            <a:xfrm>
              <a:off x="3927102" y="2692578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S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194A791-0684-4E9F-8A6B-621F35F1CF02}"/>
                </a:ext>
              </a:extLst>
            </p:cNvPr>
            <p:cNvSpPr txBox="1"/>
            <p:nvPr/>
          </p:nvSpPr>
          <p:spPr>
            <a:xfrm>
              <a:off x="3805006" y="4102763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Hs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CF462A2-9786-40AA-A139-319E2B552B94}"/>
                </a:ext>
              </a:extLst>
            </p:cNvPr>
            <p:cNvSpPr txBox="1"/>
            <p:nvPr/>
          </p:nvSpPr>
          <p:spPr>
            <a:xfrm>
              <a:off x="3011852" y="4116463"/>
              <a:ext cx="3914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Hc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D318AB8-3DCB-4241-8995-FFE1D0DA4504}"/>
                </a:ext>
              </a:extLst>
            </p:cNvPr>
            <p:cNvSpPr txBox="1"/>
            <p:nvPr/>
          </p:nvSpPr>
          <p:spPr>
            <a:xfrm>
              <a:off x="2575569" y="4119941"/>
              <a:ext cx="3209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O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323E20B-7C89-4B8B-A932-6DBB7780C877}"/>
                </a:ext>
              </a:extLst>
            </p:cNvPr>
            <p:cNvSpPr txBox="1"/>
            <p:nvPr/>
          </p:nvSpPr>
          <p:spPr>
            <a:xfrm>
              <a:off x="2075931" y="4122279"/>
              <a:ext cx="4812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-Hc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0EBC4A1B-3335-4564-BF06-5C1B20DF64F2}"/>
                </a:ext>
              </a:extLst>
            </p:cNvPr>
            <p:cNvSpPr txBox="1"/>
            <p:nvPr/>
          </p:nvSpPr>
          <p:spPr>
            <a:xfrm>
              <a:off x="2475149" y="3090823"/>
              <a:ext cx="3465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Br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D9DC56B8-EC2D-4382-92EC-C8AFBE03EF54}"/>
                </a:ext>
              </a:extLst>
            </p:cNvPr>
            <p:cNvSpPr txBox="1"/>
            <p:nvPr/>
          </p:nvSpPr>
          <p:spPr>
            <a:xfrm>
              <a:off x="2381645" y="4682368"/>
              <a:ext cx="4363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-Br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A6CE6F8-2B45-4EBF-9D86-E51BDB96FB9C}"/>
                </a:ext>
              </a:extLst>
            </p:cNvPr>
            <p:cNvSpPr txBox="1"/>
            <p:nvPr/>
          </p:nvSpPr>
          <p:spPr>
            <a:xfrm>
              <a:off x="1270910" y="4118104"/>
              <a:ext cx="473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-Hs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B5078F73-2458-450D-8586-CC5A561F6BCE}"/>
                </a:ext>
              </a:extLst>
            </p:cNvPr>
            <p:cNvSpPr txBox="1"/>
            <p:nvPr/>
          </p:nvSpPr>
          <p:spPr>
            <a:xfrm>
              <a:off x="2486817" y="2716478"/>
              <a:ext cx="3593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Bs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986FCB92-9777-4E98-823A-304BD0572AE4}"/>
                </a:ext>
              </a:extLst>
            </p:cNvPr>
            <p:cNvSpPr txBox="1"/>
            <p:nvPr/>
          </p:nvSpPr>
          <p:spPr>
            <a:xfrm>
              <a:off x="2395073" y="5105418"/>
              <a:ext cx="4491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-Bs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84029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1BC890-4F81-45E4-B0A3-53291EFF16F9}"/>
              </a:ext>
            </a:extLst>
          </p:cNvPr>
          <p:cNvSpPr txBox="1"/>
          <p:nvPr/>
        </p:nvSpPr>
        <p:spPr>
          <a:xfrm>
            <a:off x="4941036" y="432775"/>
            <a:ext cx="2309928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B-H</a:t>
            </a:r>
            <a:r>
              <a:rPr lang="zh-CN" altLang="en-US" sz="4800" dirty="0">
                <a:solidFill>
                  <a:srgbClr val="FFFF00"/>
                </a:solidFill>
              </a:rPr>
              <a:t>曲线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6A2B7CB-E2F9-4764-B20C-3815517CA495}"/>
              </a:ext>
            </a:extLst>
          </p:cNvPr>
          <p:cNvCxnSpPr/>
          <p:nvPr/>
        </p:nvCxnSpPr>
        <p:spPr>
          <a:xfrm>
            <a:off x="2225876" y="3691305"/>
            <a:ext cx="3655917" cy="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73BD332-F294-4A8A-8452-4D9AE643EE3D}"/>
              </a:ext>
            </a:extLst>
          </p:cNvPr>
          <p:cNvCxnSpPr/>
          <p:nvPr/>
        </p:nvCxnSpPr>
        <p:spPr>
          <a:xfrm flipV="1">
            <a:off x="3978722" y="1778436"/>
            <a:ext cx="0" cy="366439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11">
            <a:extLst>
              <a:ext uri="{FF2B5EF4-FFF2-40B4-BE49-F238E27FC236}">
                <a16:creationId xmlns:a16="http://schemas.microsoft.com/office/drawing/2014/main" id="{38BFEB65-ED98-4095-A7B3-31CCB4B19858}"/>
              </a:ext>
            </a:extLst>
          </p:cNvPr>
          <p:cNvSpPr/>
          <p:nvPr/>
        </p:nvSpPr>
        <p:spPr>
          <a:xfrm>
            <a:off x="3986887" y="2110367"/>
            <a:ext cx="1455181" cy="1580938"/>
          </a:xfrm>
          <a:custGeom>
            <a:avLst/>
            <a:gdLst>
              <a:gd name="connsiteX0" fmla="*/ 0 w 736979"/>
              <a:gd name="connsiteY0" fmla="*/ 800669 h 800669"/>
              <a:gd name="connsiteX1" fmla="*/ 136478 w 736979"/>
              <a:gd name="connsiteY1" fmla="*/ 436729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77409 w 736979"/>
              <a:gd name="connsiteY1" fmla="*/ 612870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979" h="800669">
                <a:moveTo>
                  <a:pt x="0" y="800669"/>
                </a:moveTo>
                <a:cubicBezTo>
                  <a:pt x="12901" y="769369"/>
                  <a:pt x="41565" y="661225"/>
                  <a:pt x="63121" y="600965"/>
                </a:cubicBezTo>
                <a:cubicBezTo>
                  <a:pt x="84677" y="540705"/>
                  <a:pt x="95903" y="498706"/>
                  <a:pt x="119810" y="436728"/>
                </a:cubicBezTo>
                <a:cubicBezTo>
                  <a:pt x="143717" y="374750"/>
                  <a:pt x="222766" y="159010"/>
                  <a:pt x="363727" y="86222"/>
                </a:cubicBezTo>
                <a:cubicBezTo>
                  <a:pt x="504688" y="13434"/>
                  <a:pt x="552770" y="35292"/>
                  <a:pt x="736979" y="0"/>
                </a:cubicBezTo>
              </a:path>
            </a:pathLst>
          </a:cu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12">
            <a:extLst>
              <a:ext uri="{FF2B5EF4-FFF2-40B4-BE49-F238E27FC236}">
                <a16:creationId xmlns:a16="http://schemas.microsoft.com/office/drawing/2014/main" id="{D7E92F52-268B-446B-9BD8-4F67651A8945}"/>
              </a:ext>
            </a:extLst>
          </p:cNvPr>
          <p:cNvSpPr/>
          <p:nvPr/>
        </p:nvSpPr>
        <p:spPr>
          <a:xfrm>
            <a:off x="3984572" y="2112000"/>
            <a:ext cx="1471672" cy="573743"/>
          </a:xfrm>
          <a:custGeom>
            <a:avLst/>
            <a:gdLst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61 h 290573"/>
              <a:gd name="connsiteX1" fmla="*/ 226219 w 745331"/>
              <a:gd name="connsiteY1" fmla="*/ 83405 h 290573"/>
              <a:gd name="connsiteX2" fmla="*/ 0 w 745331"/>
              <a:gd name="connsiteY2" fmla="*/ 290573 h 290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5331" h="290573">
                <a:moveTo>
                  <a:pt x="745331" y="61"/>
                </a:moveTo>
                <a:cubicBezTo>
                  <a:pt x="505023" y="-1527"/>
                  <a:pt x="333772" y="27843"/>
                  <a:pt x="226219" y="83405"/>
                </a:cubicBezTo>
                <a:cubicBezTo>
                  <a:pt x="118666" y="138967"/>
                  <a:pt x="50998" y="211198"/>
                  <a:pt x="0" y="290573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3">
            <a:extLst>
              <a:ext uri="{FF2B5EF4-FFF2-40B4-BE49-F238E27FC236}">
                <a16:creationId xmlns:a16="http://schemas.microsoft.com/office/drawing/2014/main" id="{3FCDC622-3A62-4786-B979-F04EE05A157D}"/>
              </a:ext>
            </a:extLst>
          </p:cNvPr>
          <p:cNvSpPr/>
          <p:nvPr/>
        </p:nvSpPr>
        <p:spPr>
          <a:xfrm>
            <a:off x="3660145" y="2685744"/>
            <a:ext cx="324428" cy="1006192"/>
          </a:xfrm>
          <a:custGeom>
            <a:avLst/>
            <a:gdLst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307" h="509588">
                <a:moveTo>
                  <a:pt x="164307" y="0"/>
                </a:moveTo>
                <a:cubicBezTo>
                  <a:pt x="117475" y="76597"/>
                  <a:pt x="94061" y="153194"/>
                  <a:pt x="66676" y="238125"/>
                </a:cubicBezTo>
                <a:cubicBezTo>
                  <a:pt x="39292" y="323056"/>
                  <a:pt x="12699" y="447279"/>
                  <a:pt x="0" y="509588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6">
            <a:extLst>
              <a:ext uri="{FF2B5EF4-FFF2-40B4-BE49-F238E27FC236}">
                <a16:creationId xmlns:a16="http://schemas.microsoft.com/office/drawing/2014/main" id="{93CB2808-31A4-43E7-88F2-9814394B10DD}"/>
              </a:ext>
            </a:extLst>
          </p:cNvPr>
          <p:cNvSpPr/>
          <p:nvPr/>
        </p:nvSpPr>
        <p:spPr>
          <a:xfrm>
            <a:off x="2566186" y="3696638"/>
            <a:ext cx="1090825" cy="1573546"/>
          </a:xfrm>
          <a:custGeom>
            <a:avLst/>
            <a:gdLst>
              <a:gd name="connsiteX0" fmla="*/ 546100 w 546100"/>
              <a:gd name="connsiteY0" fmla="*/ 0 h 809625"/>
              <a:gd name="connsiteX1" fmla="*/ 428625 w 546100"/>
              <a:gd name="connsiteY1" fmla="*/ 460375 h 809625"/>
              <a:gd name="connsiteX2" fmla="*/ 260350 w 546100"/>
              <a:gd name="connsiteY2" fmla="*/ 717550 h 809625"/>
              <a:gd name="connsiteX3" fmla="*/ 0 w 546100"/>
              <a:gd name="connsiteY3" fmla="*/ 809625 h 809625"/>
              <a:gd name="connsiteX0" fmla="*/ 546100 w 546100"/>
              <a:gd name="connsiteY0" fmla="*/ 0 h 796925"/>
              <a:gd name="connsiteX1" fmla="*/ 428625 w 546100"/>
              <a:gd name="connsiteY1" fmla="*/ 460375 h 796925"/>
              <a:gd name="connsiteX2" fmla="*/ 260350 w 546100"/>
              <a:gd name="connsiteY2" fmla="*/ 717550 h 796925"/>
              <a:gd name="connsiteX3" fmla="*/ 0 w 546100"/>
              <a:gd name="connsiteY3" fmla="*/ 796925 h 796925"/>
              <a:gd name="connsiteX0" fmla="*/ 552450 w 552450"/>
              <a:gd name="connsiteY0" fmla="*/ 0 h 796925"/>
              <a:gd name="connsiteX1" fmla="*/ 428625 w 552450"/>
              <a:gd name="connsiteY1" fmla="*/ 460375 h 796925"/>
              <a:gd name="connsiteX2" fmla="*/ 260350 w 552450"/>
              <a:gd name="connsiteY2" fmla="*/ 717550 h 796925"/>
              <a:gd name="connsiteX3" fmla="*/ 0 w 552450"/>
              <a:gd name="connsiteY3" fmla="*/ 796925 h 79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" h="796925">
                <a:moveTo>
                  <a:pt x="552450" y="0"/>
                </a:moveTo>
                <a:cubicBezTo>
                  <a:pt x="517525" y="170391"/>
                  <a:pt x="477308" y="340783"/>
                  <a:pt x="428625" y="460375"/>
                </a:cubicBezTo>
                <a:cubicBezTo>
                  <a:pt x="379942" y="579967"/>
                  <a:pt x="331787" y="661458"/>
                  <a:pt x="260350" y="717550"/>
                </a:cubicBezTo>
                <a:cubicBezTo>
                  <a:pt x="188913" y="773642"/>
                  <a:pt x="94456" y="779991"/>
                  <a:pt x="0" y="796925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 17">
            <a:extLst>
              <a:ext uri="{FF2B5EF4-FFF2-40B4-BE49-F238E27FC236}">
                <a16:creationId xmlns:a16="http://schemas.microsoft.com/office/drawing/2014/main" id="{F262E8F1-CC01-4F82-BA5B-F13FD4C1DF5A}"/>
              </a:ext>
            </a:extLst>
          </p:cNvPr>
          <p:cNvSpPr/>
          <p:nvPr/>
        </p:nvSpPr>
        <p:spPr>
          <a:xfrm>
            <a:off x="2572455" y="4680888"/>
            <a:ext cx="1410549" cy="590548"/>
          </a:xfrm>
          <a:custGeom>
            <a:avLst/>
            <a:gdLst>
              <a:gd name="connsiteX0" fmla="*/ 0 w 714375"/>
              <a:gd name="connsiteY0" fmla="*/ 298450 h 299084"/>
              <a:gd name="connsiteX1" fmla="*/ 292100 w 714375"/>
              <a:gd name="connsiteY1" fmla="*/ 279400 h 299084"/>
              <a:gd name="connsiteX2" fmla="*/ 555625 w 714375"/>
              <a:gd name="connsiteY2" fmla="*/ 168275 h 299084"/>
              <a:gd name="connsiteX3" fmla="*/ 714375 w 714375"/>
              <a:gd name="connsiteY3" fmla="*/ 0 h 299084"/>
              <a:gd name="connsiteX4" fmla="*/ 714375 w 714375"/>
              <a:gd name="connsiteY4" fmla="*/ 0 h 29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375" h="299084">
                <a:moveTo>
                  <a:pt x="0" y="298450"/>
                </a:moveTo>
                <a:cubicBezTo>
                  <a:pt x="99748" y="299773"/>
                  <a:pt x="199496" y="301096"/>
                  <a:pt x="292100" y="279400"/>
                </a:cubicBezTo>
                <a:cubicBezTo>
                  <a:pt x="384704" y="257704"/>
                  <a:pt x="485246" y="214842"/>
                  <a:pt x="555625" y="168275"/>
                </a:cubicBezTo>
                <a:cubicBezTo>
                  <a:pt x="626004" y="121708"/>
                  <a:pt x="714375" y="0"/>
                  <a:pt x="714375" y="0"/>
                </a:cubicBezTo>
                <a:lnTo>
                  <a:pt x="714375" y="0"/>
                </a:ln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8">
            <a:extLst>
              <a:ext uri="{FF2B5EF4-FFF2-40B4-BE49-F238E27FC236}">
                <a16:creationId xmlns:a16="http://schemas.microsoft.com/office/drawing/2014/main" id="{1230242D-72A4-483B-A3D1-CACF5BD084E7}"/>
              </a:ext>
            </a:extLst>
          </p:cNvPr>
          <p:cNvSpPr/>
          <p:nvPr/>
        </p:nvSpPr>
        <p:spPr>
          <a:xfrm>
            <a:off x="3983004" y="3696637"/>
            <a:ext cx="307186" cy="984249"/>
          </a:xfrm>
          <a:custGeom>
            <a:avLst/>
            <a:gdLst>
              <a:gd name="connsiteX0" fmla="*/ 0 w 161925"/>
              <a:gd name="connsiteY0" fmla="*/ 495300 h 495300"/>
              <a:gd name="connsiteX1" fmla="*/ 88900 w 161925"/>
              <a:gd name="connsiteY1" fmla="*/ 285750 h 495300"/>
              <a:gd name="connsiteX2" fmla="*/ 161925 w 161925"/>
              <a:gd name="connsiteY2" fmla="*/ 0 h 495300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75" h="498475">
                <a:moveTo>
                  <a:pt x="0" y="498475"/>
                </a:moveTo>
                <a:cubicBezTo>
                  <a:pt x="30956" y="434975"/>
                  <a:pt x="62971" y="372004"/>
                  <a:pt x="88900" y="288925"/>
                </a:cubicBezTo>
                <a:cubicBezTo>
                  <a:pt x="114829" y="205846"/>
                  <a:pt x="151606" y="53975"/>
                  <a:pt x="1555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20">
            <a:extLst>
              <a:ext uri="{FF2B5EF4-FFF2-40B4-BE49-F238E27FC236}">
                <a16:creationId xmlns:a16="http://schemas.microsoft.com/office/drawing/2014/main" id="{356CC58D-0E92-4555-9498-28B9A06DF102}"/>
              </a:ext>
            </a:extLst>
          </p:cNvPr>
          <p:cNvSpPr/>
          <p:nvPr/>
        </p:nvSpPr>
        <p:spPr>
          <a:xfrm>
            <a:off x="4290191" y="2123093"/>
            <a:ext cx="1159785" cy="1579815"/>
          </a:xfrm>
          <a:custGeom>
            <a:avLst/>
            <a:gdLst>
              <a:gd name="connsiteX0" fmla="*/ 0 w 587375"/>
              <a:gd name="connsiteY0" fmla="*/ 800100 h 800100"/>
              <a:gd name="connsiteX1" fmla="*/ 57150 w 587375"/>
              <a:gd name="connsiteY1" fmla="*/ 533400 h 800100"/>
              <a:gd name="connsiteX2" fmla="*/ 187325 w 587375"/>
              <a:gd name="connsiteY2" fmla="*/ 196850 h 800100"/>
              <a:gd name="connsiteX3" fmla="*/ 377825 w 587375"/>
              <a:gd name="connsiteY3" fmla="*/ 60325 h 800100"/>
              <a:gd name="connsiteX4" fmla="*/ 587375 w 587375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7375" h="800100">
                <a:moveTo>
                  <a:pt x="0" y="800100"/>
                </a:moveTo>
                <a:cubicBezTo>
                  <a:pt x="12964" y="717021"/>
                  <a:pt x="25929" y="633942"/>
                  <a:pt x="57150" y="533400"/>
                </a:cubicBezTo>
                <a:cubicBezTo>
                  <a:pt x="88371" y="432858"/>
                  <a:pt x="133879" y="275696"/>
                  <a:pt x="187325" y="196850"/>
                </a:cubicBezTo>
                <a:cubicBezTo>
                  <a:pt x="240771" y="118004"/>
                  <a:pt x="311150" y="93133"/>
                  <a:pt x="377825" y="60325"/>
                </a:cubicBezTo>
                <a:cubicBezTo>
                  <a:pt x="444500" y="27517"/>
                  <a:pt x="515937" y="13758"/>
                  <a:pt x="5873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C693E46-096C-406E-8FA6-9DC2D8853071}"/>
              </a:ext>
            </a:extLst>
          </p:cNvPr>
          <p:cNvCxnSpPr/>
          <p:nvPr/>
        </p:nvCxnSpPr>
        <p:spPr>
          <a:xfrm>
            <a:off x="2566186" y="3691305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0AB166-6654-4D41-87D6-52590D065A02}"/>
              </a:ext>
            </a:extLst>
          </p:cNvPr>
          <p:cNvCxnSpPr/>
          <p:nvPr/>
        </p:nvCxnSpPr>
        <p:spPr>
          <a:xfrm>
            <a:off x="2572455" y="5282722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0F270E2-2B28-4F72-8138-D2C767DC1E93}"/>
              </a:ext>
            </a:extLst>
          </p:cNvPr>
          <p:cNvCxnSpPr/>
          <p:nvPr/>
        </p:nvCxnSpPr>
        <p:spPr>
          <a:xfrm>
            <a:off x="5456244" y="2116824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4C0594-F156-4245-819C-89A3074263A8}"/>
              </a:ext>
            </a:extLst>
          </p:cNvPr>
          <p:cNvCxnSpPr/>
          <p:nvPr/>
        </p:nvCxnSpPr>
        <p:spPr>
          <a:xfrm>
            <a:off x="3984124" y="2097828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E29C050-4A23-4C42-A7BA-B38C4B1CEB8D}"/>
              </a:ext>
            </a:extLst>
          </p:cNvPr>
          <p:cNvSpPr txBox="1"/>
          <p:nvPr/>
        </p:nvSpPr>
        <p:spPr>
          <a:xfrm>
            <a:off x="5365239" y="1824357"/>
            <a:ext cx="35298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94A791-0684-4E9F-8A6B-621F35F1CF02}"/>
              </a:ext>
            </a:extLst>
          </p:cNvPr>
          <p:cNvSpPr txBox="1"/>
          <p:nvPr/>
        </p:nvSpPr>
        <p:spPr>
          <a:xfrm>
            <a:off x="5210007" y="3617252"/>
            <a:ext cx="48749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F462A2-9786-40AA-A139-319E2B552B94}"/>
              </a:ext>
            </a:extLst>
          </p:cNvPr>
          <p:cNvSpPr txBox="1"/>
          <p:nvPr/>
        </p:nvSpPr>
        <p:spPr>
          <a:xfrm>
            <a:off x="4201599" y="3634670"/>
            <a:ext cx="497691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Hc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318AB8-3DCB-4241-8995-FFE1D0DA4504}"/>
              </a:ext>
            </a:extLst>
          </p:cNvPr>
          <p:cNvSpPr txBox="1"/>
          <p:nvPr/>
        </p:nvSpPr>
        <p:spPr>
          <a:xfrm>
            <a:off x="3646913" y="3639092"/>
            <a:ext cx="408017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O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23E20B-7C89-4B8B-A932-6DBB7780C877}"/>
              </a:ext>
            </a:extLst>
          </p:cNvPr>
          <p:cNvSpPr txBox="1"/>
          <p:nvPr/>
        </p:nvSpPr>
        <p:spPr>
          <a:xfrm>
            <a:off x="3011679" y="3642065"/>
            <a:ext cx="611821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-Hc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BC4A1B-3335-4564-BF06-5C1B20DF64F2}"/>
              </a:ext>
            </a:extLst>
          </p:cNvPr>
          <p:cNvSpPr txBox="1"/>
          <p:nvPr/>
        </p:nvSpPr>
        <p:spPr>
          <a:xfrm>
            <a:off x="3519240" y="2330682"/>
            <a:ext cx="44062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9DC56B8-EC2D-4382-92EC-C8AFBE03EF54}"/>
              </a:ext>
            </a:extLst>
          </p:cNvPr>
          <p:cNvSpPr txBox="1"/>
          <p:nvPr/>
        </p:nvSpPr>
        <p:spPr>
          <a:xfrm>
            <a:off x="3400360" y="4354156"/>
            <a:ext cx="55475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6CE6F8-2B45-4EBF-9D86-E51BDB96FB9C}"/>
              </a:ext>
            </a:extLst>
          </p:cNvPr>
          <p:cNvSpPr txBox="1"/>
          <p:nvPr/>
        </p:nvSpPr>
        <p:spPr>
          <a:xfrm>
            <a:off x="1988183" y="3636757"/>
            <a:ext cx="60162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5078F73-2458-450D-8586-CC5A561F6BCE}"/>
              </a:ext>
            </a:extLst>
          </p:cNvPr>
          <p:cNvSpPr txBox="1"/>
          <p:nvPr/>
        </p:nvSpPr>
        <p:spPr>
          <a:xfrm>
            <a:off x="3534075" y="1854744"/>
            <a:ext cx="45693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86FCB92-9777-4E98-823A-304BD0572AE4}"/>
              </a:ext>
            </a:extLst>
          </p:cNvPr>
          <p:cNvSpPr txBox="1"/>
          <p:nvPr/>
        </p:nvSpPr>
        <p:spPr>
          <a:xfrm>
            <a:off x="3417433" y="4892018"/>
            <a:ext cx="57106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356550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1BC890-4F81-45E4-B0A3-53291EFF16F9}"/>
              </a:ext>
            </a:extLst>
          </p:cNvPr>
          <p:cNvSpPr txBox="1"/>
          <p:nvPr/>
        </p:nvSpPr>
        <p:spPr>
          <a:xfrm>
            <a:off x="4941036" y="432775"/>
            <a:ext cx="2309928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B-H</a:t>
            </a:r>
            <a:r>
              <a:rPr lang="zh-CN" altLang="en-US" sz="4800" dirty="0">
                <a:solidFill>
                  <a:srgbClr val="FFFF00"/>
                </a:solidFill>
              </a:rPr>
              <a:t>曲线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6A2B7CB-E2F9-4764-B20C-3815517CA495}"/>
              </a:ext>
            </a:extLst>
          </p:cNvPr>
          <p:cNvCxnSpPr/>
          <p:nvPr/>
        </p:nvCxnSpPr>
        <p:spPr>
          <a:xfrm>
            <a:off x="2225876" y="3691305"/>
            <a:ext cx="3655917" cy="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73BD332-F294-4A8A-8452-4D9AE643EE3D}"/>
              </a:ext>
            </a:extLst>
          </p:cNvPr>
          <p:cNvCxnSpPr/>
          <p:nvPr/>
        </p:nvCxnSpPr>
        <p:spPr>
          <a:xfrm flipV="1">
            <a:off x="3978722" y="1778436"/>
            <a:ext cx="0" cy="366439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11">
            <a:extLst>
              <a:ext uri="{FF2B5EF4-FFF2-40B4-BE49-F238E27FC236}">
                <a16:creationId xmlns:a16="http://schemas.microsoft.com/office/drawing/2014/main" id="{38BFEB65-ED98-4095-A7B3-31CCB4B19858}"/>
              </a:ext>
            </a:extLst>
          </p:cNvPr>
          <p:cNvSpPr/>
          <p:nvPr/>
        </p:nvSpPr>
        <p:spPr>
          <a:xfrm>
            <a:off x="3986887" y="2110367"/>
            <a:ext cx="1455181" cy="1580938"/>
          </a:xfrm>
          <a:custGeom>
            <a:avLst/>
            <a:gdLst>
              <a:gd name="connsiteX0" fmla="*/ 0 w 736979"/>
              <a:gd name="connsiteY0" fmla="*/ 800669 h 800669"/>
              <a:gd name="connsiteX1" fmla="*/ 136478 w 736979"/>
              <a:gd name="connsiteY1" fmla="*/ 436729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77409 w 736979"/>
              <a:gd name="connsiteY1" fmla="*/ 612870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979" h="800669">
                <a:moveTo>
                  <a:pt x="0" y="800669"/>
                </a:moveTo>
                <a:cubicBezTo>
                  <a:pt x="12901" y="769369"/>
                  <a:pt x="41565" y="661225"/>
                  <a:pt x="63121" y="600965"/>
                </a:cubicBezTo>
                <a:cubicBezTo>
                  <a:pt x="84677" y="540705"/>
                  <a:pt x="95903" y="498706"/>
                  <a:pt x="119810" y="436728"/>
                </a:cubicBezTo>
                <a:cubicBezTo>
                  <a:pt x="143717" y="374750"/>
                  <a:pt x="222766" y="159010"/>
                  <a:pt x="363727" y="86222"/>
                </a:cubicBezTo>
                <a:cubicBezTo>
                  <a:pt x="504688" y="13434"/>
                  <a:pt x="552770" y="35292"/>
                  <a:pt x="736979" y="0"/>
                </a:cubicBezTo>
              </a:path>
            </a:pathLst>
          </a:cu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12">
            <a:extLst>
              <a:ext uri="{FF2B5EF4-FFF2-40B4-BE49-F238E27FC236}">
                <a16:creationId xmlns:a16="http://schemas.microsoft.com/office/drawing/2014/main" id="{D7E92F52-268B-446B-9BD8-4F67651A8945}"/>
              </a:ext>
            </a:extLst>
          </p:cNvPr>
          <p:cNvSpPr/>
          <p:nvPr/>
        </p:nvSpPr>
        <p:spPr>
          <a:xfrm>
            <a:off x="3984572" y="2112000"/>
            <a:ext cx="1471672" cy="573743"/>
          </a:xfrm>
          <a:custGeom>
            <a:avLst/>
            <a:gdLst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61 h 290573"/>
              <a:gd name="connsiteX1" fmla="*/ 226219 w 745331"/>
              <a:gd name="connsiteY1" fmla="*/ 83405 h 290573"/>
              <a:gd name="connsiteX2" fmla="*/ 0 w 745331"/>
              <a:gd name="connsiteY2" fmla="*/ 290573 h 290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5331" h="290573">
                <a:moveTo>
                  <a:pt x="745331" y="61"/>
                </a:moveTo>
                <a:cubicBezTo>
                  <a:pt x="505023" y="-1527"/>
                  <a:pt x="333772" y="27843"/>
                  <a:pt x="226219" y="83405"/>
                </a:cubicBezTo>
                <a:cubicBezTo>
                  <a:pt x="118666" y="138967"/>
                  <a:pt x="50998" y="211198"/>
                  <a:pt x="0" y="290573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3">
            <a:extLst>
              <a:ext uri="{FF2B5EF4-FFF2-40B4-BE49-F238E27FC236}">
                <a16:creationId xmlns:a16="http://schemas.microsoft.com/office/drawing/2014/main" id="{3FCDC622-3A62-4786-B979-F04EE05A157D}"/>
              </a:ext>
            </a:extLst>
          </p:cNvPr>
          <p:cNvSpPr/>
          <p:nvPr/>
        </p:nvSpPr>
        <p:spPr>
          <a:xfrm>
            <a:off x="3660145" y="2685744"/>
            <a:ext cx="324428" cy="1006192"/>
          </a:xfrm>
          <a:custGeom>
            <a:avLst/>
            <a:gdLst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307" h="509588">
                <a:moveTo>
                  <a:pt x="164307" y="0"/>
                </a:moveTo>
                <a:cubicBezTo>
                  <a:pt x="117475" y="76597"/>
                  <a:pt x="94061" y="153194"/>
                  <a:pt x="66676" y="238125"/>
                </a:cubicBezTo>
                <a:cubicBezTo>
                  <a:pt x="39292" y="323056"/>
                  <a:pt x="12699" y="447279"/>
                  <a:pt x="0" y="509588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6">
            <a:extLst>
              <a:ext uri="{FF2B5EF4-FFF2-40B4-BE49-F238E27FC236}">
                <a16:creationId xmlns:a16="http://schemas.microsoft.com/office/drawing/2014/main" id="{93CB2808-31A4-43E7-88F2-9814394B10DD}"/>
              </a:ext>
            </a:extLst>
          </p:cNvPr>
          <p:cNvSpPr/>
          <p:nvPr/>
        </p:nvSpPr>
        <p:spPr>
          <a:xfrm>
            <a:off x="2566186" y="3696638"/>
            <a:ext cx="1090825" cy="1573546"/>
          </a:xfrm>
          <a:custGeom>
            <a:avLst/>
            <a:gdLst>
              <a:gd name="connsiteX0" fmla="*/ 546100 w 546100"/>
              <a:gd name="connsiteY0" fmla="*/ 0 h 809625"/>
              <a:gd name="connsiteX1" fmla="*/ 428625 w 546100"/>
              <a:gd name="connsiteY1" fmla="*/ 460375 h 809625"/>
              <a:gd name="connsiteX2" fmla="*/ 260350 w 546100"/>
              <a:gd name="connsiteY2" fmla="*/ 717550 h 809625"/>
              <a:gd name="connsiteX3" fmla="*/ 0 w 546100"/>
              <a:gd name="connsiteY3" fmla="*/ 809625 h 809625"/>
              <a:gd name="connsiteX0" fmla="*/ 546100 w 546100"/>
              <a:gd name="connsiteY0" fmla="*/ 0 h 796925"/>
              <a:gd name="connsiteX1" fmla="*/ 428625 w 546100"/>
              <a:gd name="connsiteY1" fmla="*/ 460375 h 796925"/>
              <a:gd name="connsiteX2" fmla="*/ 260350 w 546100"/>
              <a:gd name="connsiteY2" fmla="*/ 717550 h 796925"/>
              <a:gd name="connsiteX3" fmla="*/ 0 w 546100"/>
              <a:gd name="connsiteY3" fmla="*/ 796925 h 796925"/>
              <a:gd name="connsiteX0" fmla="*/ 552450 w 552450"/>
              <a:gd name="connsiteY0" fmla="*/ 0 h 796925"/>
              <a:gd name="connsiteX1" fmla="*/ 428625 w 552450"/>
              <a:gd name="connsiteY1" fmla="*/ 460375 h 796925"/>
              <a:gd name="connsiteX2" fmla="*/ 260350 w 552450"/>
              <a:gd name="connsiteY2" fmla="*/ 717550 h 796925"/>
              <a:gd name="connsiteX3" fmla="*/ 0 w 552450"/>
              <a:gd name="connsiteY3" fmla="*/ 796925 h 79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" h="796925">
                <a:moveTo>
                  <a:pt x="552450" y="0"/>
                </a:moveTo>
                <a:cubicBezTo>
                  <a:pt x="517525" y="170391"/>
                  <a:pt x="477308" y="340783"/>
                  <a:pt x="428625" y="460375"/>
                </a:cubicBezTo>
                <a:cubicBezTo>
                  <a:pt x="379942" y="579967"/>
                  <a:pt x="331787" y="661458"/>
                  <a:pt x="260350" y="717550"/>
                </a:cubicBezTo>
                <a:cubicBezTo>
                  <a:pt x="188913" y="773642"/>
                  <a:pt x="94456" y="779991"/>
                  <a:pt x="0" y="796925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 17">
            <a:extLst>
              <a:ext uri="{FF2B5EF4-FFF2-40B4-BE49-F238E27FC236}">
                <a16:creationId xmlns:a16="http://schemas.microsoft.com/office/drawing/2014/main" id="{F262E8F1-CC01-4F82-BA5B-F13FD4C1DF5A}"/>
              </a:ext>
            </a:extLst>
          </p:cNvPr>
          <p:cNvSpPr/>
          <p:nvPr/>
        </p:nvSpPr>
        <p:spPr>
          <a:xfrm>
            <a:off x="2572455" y="4680888"/>
            <a:ext cx="1410549" cy="590548"/>
          </a:xfrm>
          <a:custGeom>
            <a:avLst/>
            <a:gdLst>
              <a:gd name="connsiteX0" fmla="*/ 0 w 714375"/>
              <a:gd name="connsiteY0" fmla="*/ 298450 h 299084"/>
              <a:gd name="connsiteX1" fmla="*/ 292100 w 714375"/>
              <a:gd name="connsiteY1" fmla="*/ 279400 h 299084"/>
              <a:gd name="connsiteX2" fmla="*/ 555625 w 714375"/>
              <a:gd name="connsiteY2" fmla="*/ 168275 h 299084"/>
              <a:gd name="connsiteX3" fmla="*/ 714375 w 714375"/>
              <a:gd name="connsiteY3" fmla="*/ 0 h 299084"/>
              <a:gd name="connsiteX4" fmla="*/ 714375 w 714375"/>
              <a:gd name="connsiteY4" fmla="*/ 0 h 29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375" h="299084">
                <a:moveTo>
                  <a:pt x="0" y="298450"/>
                </a:moveTo>
                <a:cubicBezTo>
                  <a:pt x="99748" y="299773"/>
                  <a:pt x="199496" y="301096"/>
                  <a:pt x="292100" y="279400"/>
                </a:cubicBezTo>
                <a:cubicBezTo>
                  <a:pt x="384704" y="257704"/>
                  <a:pt x="485246" y="214842"/>
                  <a:pt x="555625" y="168275"/>
                </a:cubicBezTo>
                <a:cubicBezTo>
                  <a:pt x="626004" y="121708"/>
                  <a:pt x="714375" y="0"/>
                  <a:pt x="714375" y="0"/>
                </a:cubicBezTo>
                <a:lnTo>
                  <a:pt x="714375" y="0"/>
                </a:ln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8">
            <a:extLst>
              <a:ext uri="{FF2B5EF4-FFF2-40B4-BE49-F238E27FC236}">
                <a16:creationId xmlns:a16="http://schemas.microsoft.com/office/drawing/2014/main" id="{1230242D-72A4-483B-A3D1-CACF5BD084E7}"/>
              </a:ext>
            </a:extLst>
          </p:cNvPr>
          <p:cNvSpPr/>
          <p:nvPr/>
        </p:nvSpPr>
        <p:spPr>
          <a:xfrm>
            <a:off x="3983004" y="3696637"/>
            <a:ext cx="307186" cy="984249"/>
          </a:xfrm>
          <a:custGeom>
            <a:avLst/>
            <a:gdLst>
              <a:gd name="connsiteX0" fmla="*/ 0 w 161925"/>
              <a:gd name="connsiteY0" fmla="*/ 495300 h 495300"/>
              <a:gd name="connsiteX1" fmla="*/ 88900 w 161925"/>
              <a:gd name="connsiteY1" fmla="*/ 285750 h 495300"/>
              <a:gd name="connsiteX2" fmla="*/ 161925 w 161925"/>
              <a:gd name="connsiteY2" fmla="*/ 0 h 495300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75" h="498475">
                <a:moveTo>
                  <a:pt x="0" y="498475"/>
                </a:moveTo>
                <a:cubicBezTo>
                  <a:pt x="30956" y="434975"/>
                  <a:pt x="62971" y="372004"/>
                  <a:pt x="88900" y="288925"/>
                </a:cubicBezTo>
                <a:cubicBezTo>
                  <a:pt x="114829" y="205846"/>
                  <a:pt x="151606" y="53975"/>
                  <a:pt x="1555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20">
            <a:extLst>
              <a:ext uri="{FF2B5EF4-FFF2-40B4-BE49-F238E27FC236}">
                <a16:creationId xmlns:a16="http://schemas.microsoft.com/office/drawing/2014/main" id="{356CC58D-0E92-4555-9498-28B9A06DF102}"/>
              </a:ext>
            </a:extLst>
          </p:cNvPr>
          <p:cNvSpPr/>
          <p:nvPr/>
        </p:nvSpPr>
        <p:spPr>
          <a:xfrm>
            <a:off x="4290191" y="2123093"/>
            <a:ext cx="1159785" cy="1579815"/>
          </a:xfrm>
          <a:custGeom>
            <a:avLst/>
            <a:gdLst>
              <a:gd name="connsiteX0" fmla="*/ 0 w 587375"/>
              <a:gd name="connsiteY0" fmla="*/ 800100 h 800100"/>
              <a:gd name="connsiteX1" fmla="*/ 57150 w 587375"/>
              <a:gd name="connsiteY1" fmla="*/ 533400 h 800100"/>
              <a:gd name="connsiteX2" fmla="*/ 187325 w 587375"/>
              <a:gd name="connsiteY2" fmla="*/ 196850 h 800100"/>
              <a:gd name="connsiteX3" fmla="*/ 377825 w 587375"/>
              <a:gd name="connsiteY3" fmla="*/ 60325 h 800100"/>
              <a:gd name="connsiteX4" fmla="*/ 587375 w 587375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7375" h="800100">
                <a:moveTo>
                  <a:pt x="0" y="800100"/>
                </a:moveTo>
                <a:cubicBezTo>
                  <a:pt x="12964" y="717021"/>
                  <a:pt x="25929" y="633942"/>
                  <a:pt x="57150" y="533400"/>
                </a:cubicBezTo>
                <a:cubicBezTo>
                  <a:pt x="88371" y="432858"/>
                  <a:pt x="133879" y="275696"/>
                  <a:pt x="187325" y="196850"/>
                </a:cubicBezTo>
                <a:cubicBezTo>
                  <a:pt x="240771" y="118004"/>
                  <a:pt x="311150" y="93133"/>
                  <a:pt x="377825" y="60325"/>
                </a:cubicBezTo>
                <a:cubicBezTo>
                  <a:pt x="444500" y="27517"/>
                  <a:pt x="515937" y="13758"/>
                  <a:pt x="5873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C693E46-096C-406E-8FA6-9DC2D8853071}"/>
              </a:ext>
            </a:extLst>
          </p:cNvPr>
          <p:cNvCxnSpPr/>
          <p:nvPr/>
        </p:nvCxnSpPr>
        <p:spPr>
          <a:xfrm>
            <a:off x="2566186" y="3691305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0AB166-6654-4D41-87D6-52590D065A02}"/>
              </a:ext>
            </a:extLst>
          </p:cNvPr>
          <p:cNvCxnSpPr/>
          <p:nvPr/>
        </p:nvCxnSpPr>
        <p:spPr>
          <a:xfrm>
            <a:off x="2572455" y="5282722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0F270E2-2B28-4F72-8138-D2C767DC1E93}"/>
              </a:ext>
            </a:extLst>
          </p:cNvPr>
          <p:cNvCxnSpPr/>
          <p:nvPr/>
        </p:nvCxnSpPr>
        <p:spPr>
          <a:xfrm>
            <a:off x="5456244" y="2116824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4C0594-F156-4245-819C-89A3074263A8}"/>
              </a:ext>
            </a:extLst>
          </p:cNvPr>
          <p:cNvCxnSpPr/>
          <p:nvPr/>
        </p:nvCxnSpPr>
        <p:spPr>
          <a:xfrm>
            <a:off x="3984124" y="2097828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E29C050-4A23-4C42-A7BA-B38C4B1CEB8D}"/>
              </a:ext>
            </a:extLst>
          </p:cNvPr>
          <p:cNvSpPr txBox="1"/>
          <p:nvPr/>
        </p:nvSpPr>
        <p:spPr>
          <a:xfrm>
            <a:off x="5365239" y="1824357"/>
            <a:ext cx="35298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94A791-0684-4E9F-8A6B-621F35F1CF02}"/>
              </a:ext>
            </a:extLst>
          </p:cNvPr>
          <p:cNvSpPr txBox="1"/>
          <p:nvPr/>
        </p:nvSpPr>
        <p:spPr>
          <a:xfrm>
            <a:off x="5210007" y="3617252"/>
            <a:ext cx="48749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F462A2-9786-40AA-A139-319E2B552B94}"/>
              </a:ext>
            </a:extLst>
          </p:cNvPr>
          <p:cNvSpPr txBox="1"/>
          <p:nvPr/>
        </p:nvSpPr>
        <p:spPr>
          <a:xfrm>
            <a:off x="4201599" y="3634670"/>
            <a:ext cx="497691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Hc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318AB8-3DCB-4241-8995-FFE1D0DA4504}"/>
              </a:ext>
            </a:extLst>
          </p:cNvPr>
          <p:cNvSpPr txBox="1"/>
          <p:nvPr/>
        </p:nvSpPr>
        <p:spPr>
          <a:xfrm>
            <a:off x="3646913" y="3639092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O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23E20B-7C89-4B8B-A932-6DBB7780C877}"/>
              </a:ext>
            </a:extLst>
          </p:cNvPr>
          <p:cNvSpPr txBox="1"/>
          <p:nvPr/>
        </p:nvSpPr>
        <p:spPr>
          <a:xfrm>
            <a:off x="3011679" y="3642065"/>
            <a:ext cx="611821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-Hc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BC4A1B-3335-4564-BF06-5C1B20DF64F2}"/>
              </a:ext>
            </a:extLst>
          </p:cNvPr>
          <p:cNvSpPr txBox="1"/>
          <p:nvPr/>
        </p:nvSpPr>
        <p:spPr>
          <a:xfrm>
            <a:off x="3519240" y="2330682"/>
            <a:ext cx="44062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9DC56B8-EC2D-4382-92EC-C8AFBE03EF54}"/>
              </a:ext>
            </a:extLst>
          </p:cNvPr>
          <p:cNvSpPr txBox="1"/>
          <p:nvPr/>
        </p:nvSpPr>
        <p:spPr>
          <a:xfrm>
            <a:off x="3400360" y="4354156"/>
            <a:ext cx="55475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6CE6F8-2B45-4EBF-9D86-E51BDB96FB9C}"/>
              </a:ext>
            </a:extLst>
          </p:cNvPr>
          <p:cNvSpPr txBox="1"/>
          <p:nvPr/>
        </p:nvSpPr>
        <p:spPr>
          <a:xfrm>
            <a:off x="1988183" y="3636757"/>
            <a:ext cx="60162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5078F73-2458-450D-8586-CC5A561F6BCE}"/>
              </a:ext>
            </a:extLst>
          </p:cNvPr>
          <p:cNvSpPr txBox="1"/>
          <p:nvPr/>
        </p:nvSpPr>
        <p:spPr>
          <a:xfrm>
            <a:off x="3534075" y="1854744"/>
            <a:ext cx="45693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86FCB92-9777-4E98-823A-304BD0572AE4}"/>
              </a:ext>
            </a:extLst>
          </p:cNvPr>
          <p:cNvSpPr txBox="1"/>
          <p:nvPr/>
        </p:nvSpPr>
        <p:spPr>
          <a:xfrm>
            <a:off x="3417433" y="4892018"/>
            <a:ext cx="57106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318299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1BC890-4F81-45E4-B0A3-53291EFF16F9}"/>
              </a:ext>
            </a:extLst>
          </p:cNvPr>
          <p:cNvSpPr txBox="1"/>
          <p:nvPr/>
        </p:nvSpPr>
        <p:spPr>
          <a:xfrm>
            <a:off x="4941036" y="432775"/>
            <a:ext cx="2309928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B-H</a:t>
            </a:r>
            <a:r>
              <a:rPr lang="zh-CN" altLang="en-US" sz="4800" dirty="0">
                <a:solidFill>
                  <a:srgbClr val="FFFF00"/>
                </a:solidFill>
              </a:rPr>
              <a:t>曲线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6A2B7CB-E2F9-4764-B20C-3815517CA495}"/>
              </a:ext>
            </a:extLst>
          </p:cNvPr>
          <p:cNvCxnSpPr/>
          <p:nvPr/>
        </p:nvCxnSpPr>
        <p:spPr>
          <a:xfrm>
            <a:off x="2225876" y="3691305"/>
            <a:ext cx="3655917" cy="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73BD332-F294-4A8A-8452-4D9AE643EE3D}"/>
              </a:ext>
            </a:extLst>
          </p:cNvPr>
          <p:cNvCxnSpPr/>
          <p:nvPr/>
        </p:nvCxnSpPr>
        <p:spPr>
          <a:xfrm flipV="1">
            <a:off x="3978722" y="1778436"/>
            <a:ext cx="0" cy="366439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11">
            <a:extLst>
              <a:ext uri="{FF2B5EF4-FFF2-40B4-BE49-F238E27FC236}">
                <a16:creationId xmlns:a16="http://schemas.microsoft.com/office/drawing/2014/main" id="{38BFEB65-ED98-4095-A7B3-31CCB4B19858}"/>
              </a:ext>
            </a:extLst>
          </p:cNvPr>
          <p:cNvSpPr/>
          <p:nvPr/>
        </p:nvSpPr>
        <p:spPr>
          <a:xfrm>
            <a:off x="3986887" y="2110367"/>
            <a:ext cx="1455181" cy="1580938"/>
          </a:xfrm>
          <a:custGeom>
            <a:avLst/>
            <a:gdLst>
              <a:gd name="connsiteX0" fmla="*/ 0 w 736979"/>
              <a:gd name="connsiteY0" fmla="*/ 800669 h 800669"/>
              <a:gd name="connsiteX1" fmla="*/ 136478 w 736979"/>
              <a:gd name="connsiteY1" fmla="*/ 436729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77409 w 736979"/>
              <a:gd name="connsiteY1" fmla="*/ 612870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979" h="800669">
                <a:moveTo>
                  <a:pt x="0" y="800669"/>
                </a:moveTo>
                <a:cubicBezTo>
                  <a:pt x="12901" y="769369"/>
                  <a:pt x="41565" y="661225"/>
                  <a:pt x="63121" y="600965"/>
                </a:cubicBezTo>
                <a:cubicBezTo>
                  <a:pt x="84677" y="540705"/>
                  <a:pt x="95903" y="498706"/>
                  <a:pt x="119810" y="436728"/>
                </a:cubicBezTo>
                <a:cubicBezTo>
                  <a:pt x="143717" y="374750"/>
                  <a:pt x="222766" y="159010"/>
                  <a:pt x="363727" y="86222"/>
                </a:cubicBezTo>
                <a:cubicBezTo>
                  <a:pt x="504688" y="13434"/>
                  <a:pt x="552770" y="35292"/>
                  <a:pt x="736979" y="0"/>
                </a:cubicBezTo>
              </a:path>
            </a:pathLst>
          </a:cu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12">
            <a:extLst>
              <a:ext uri="{FF2B5EF4-FFF2-40B4-BE49-F238E27FC236}">
                <a16:creationId xmlns:a16="http://schemas.microsoft.com/office/drawing/2014/main" id="{D7E92F52-268B-446B-9BD8-4F67651A8945}"/>
              </a:ext>
            </a:extLst>
          </p:cNvPr>
          <p:cNvSpPr/>
          <p:nvPr/>
        </p:nvSpPr>
        <p:spPr>
          <a:xfrm>
            <a:off x="3984572" y="2112000"/>
            <a:ext cx="1471672" cy="573743"/>
          </a:xfrm>
          <a:custGeom>
            <a:avLst/>
            <a:gdLst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61 h 290573"/>
              <a:gd name="connsiteX1" fmla="*/ 226219 w 745331"/>
              <a:gd name="connsiteY1" fmla="*/ 83405 h 290573"/>
              <a:gd name="connsiteX2" fmla="*/ 0 w 745331"/>
              <a:gd name="connsiteY2" fmla="*/ 290573 h 290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5331" h="290573">
                <a:moveTo>
                  <a:pt x="745331" y="61"/>
                </a:moveTo>
                <a:cubicBezTo>
                  <a:pt x="505023" y="-1527"/>
                  <a:pt x="333772" y="27843"/>
                  <a:pt x="226219" y="83405"/>
                </a:cubicBezTo>
                <a:cubicBezTo>
                  <a:pt x="118666" y="138967"/>
                  <a:pt x="50998" y="211198"/>
                  <a:pt x="0" y="290573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3">
            <a:extLst>
              <a:ext uri="{FF2B5EF4-FFF2-40B4-BE49-F238E27FC236}">
                <a16:creationId xmlns:a16="http://schemas.microsoft.com/office/drawing/2014/main" id="{3FCDC622-3A62-4786-B979-F04EE05A157D}"/>
              </a:ext>
            </a:extLst>
          </p:cNvPr>
          <p:cNvSpPr/>
          <p:nvPr/>
        </p:nvSpPr>
        <p:spPr>
          <a:xfrm>
            <a:off x="3660145" y="2685744"/>
            <a:ext cx="324428" cy="1006192"/>
          </a:xfrm>
          <a:custGeom>
            <a:avLst/>
            <a:gdLst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307" h="509588">
                <a:moveTo>
                  <a:pt x="164307" y="0"/>
                </a:moveTo>
                <a:cubicBezTo>
                  <a:pt x="117475" y="76597"/>
                  <a:pt x="94061" y="153194"/>
                  <a:pt x="66676" y="238125"/>
                </a:cubicBezTo>
                <a:cubicBezTo>
                  <a:pt x="39292" y="323056"/>
                  <a:pt x="12699" y="447279"/>
                  <a:pt x="0" y="509588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6">
            <a:extLst>
              <a:ext uri="{FF2B5EF4-FFF2-40B4-BE49-F238E27FC236}">
                <a16:creationId xmlns:a16="http://schemas.microsoft.com/office/drawing/2014/main" id="{93CB2808-31A4-43E7-88F2-9814394B10DD}"/>
              </a:ext>
            </a:extLst>
          </p:cNvPr>
          <p:cNvSpPr/>
          <p:nvPr/>
        </p:nvSpPr>
        <p:spPr>
          <a:xfrm>
            <a:off x="2566186" y="3696638"/>
            <a:ext cx="1090825" cy="1573546"/>
          </a:xfrm>
          <a:custGeom>
            <a:avLst/>
            <a:gdLst>
              <a:gd name="connsiteX0" fmla="*/ 546100 w 546100"/>
              <a:gd name="connsiteY0" fmla="*/ 0 h 809625"/>
              <a:gd name="connsiteX1" fmla="*/ 428625 w 546100"/>
              <a:gd name="connsiteY1" fmla="*/ 460375 h 809625"/>
              <a:gd name="connsiteX2" fmla="*/ 260350 w 546100"/>
              <a:gd name="connsiteY2" fmla="*/ 717550 h 809625"/>
              <a:gd name="connsiteX3" fmla="*/ 0 w 546100"/>
              <a:gd name="connsiteY3" fmla="*/ 809625 h 809625"/>
              <a:gd name="connsiteX0" fmla="*/ 546100 w 546100"/>
              <a:gd name="connsiteY0" fmla="*/ 0 h 796925"/>
              <a:gd name="connsiteX1" fmla="*/ 428625 w 546100"/>
              <a:gd name="connsiteY1" fmla="*/ 460375 h 796925"/>
              <a:gd name="connsiteX2" fmla="*/ 260350 w 546100"/>
              <a:gd name="connsiteY2" fmla="*/ 717550 h 796925"/>
              <a:gd name="connsiteX3" fmla="*/ 0 w 546100"/>
              <a:gd name="connsiteY3" fmla="*/ 796925 h 796925"/>
              <a:gd name="connsiteX0" fmla="*/ 552450 w 552450"/>
              <a:gd name="connsiteY0" fmla="*/ 0 h 796925"/>
              <a:gd name="connsiteX1" fmla="*/ 428625 w 552450"/>
              <a:gd name="connsiteY1" fmla="*/ 460375 h 796925"/>
              <a:gd name="connsiteX2" fmla="*/ 260350 w 552450"/>
              <a:gd name="connsiteY2" fmla="*/ 717550 h 796925"/>
              <a:gd name="connsiteX3" fmla="*/ 0 w 552450"/>
              <a:gd name="connsiteY3" fmla="*/ 796925 h 79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" h="796925">
                <a:moveTo>
                  <a:pt x="552450" y="0"/>
                </a:moveTo>
                <a:cubicBezTo>
                  <a:pt x="517525" y="170391"/>
                  <a:pt x="477308" y="340783"/>
                  <a:pt x="428625" y="460375"/>
                </a:cubicBezTo>
                <a:cubicBezTo>
                  <a:pt x="379942" y="579967"/>
                  <a:pt x="331787" y="661458"/>
                  <a:pt x="260350" y="717550"/>
                </a:cubicBezTo>
                <a:cubicBezTo>
                  <a:pt x="188913" y="773642"/>
                  <a:pt x="94456" y="779991"/>
                  <a:pt x="0" y="796925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 17">
            <a:extLst>
              <a:ext uri="{FF2B5EF4-FFF2-40B4-BE49-F238E27FC236}">
                <a16:creationId xmlns:a16="http://schemas.microsoft.com/office/drawing/2014/main" id="{F262E8F1-CC01-4F82-BA5B-F13FD4C1DF5A}"/>
              </a:ext>
            </a:extLst>
          </p:cNvPr>
          <p:cNvSpPr/>
          <p:nvPr/>
        </p:nvSpPr>
        <p:spPr>
          <a:xfrm>
            <a:off x="2572455" y="4680888"/>
            <a:ext cx="1410549" cy="590548"/>
          </a:xfrm>
          <a:custGeom>
            <a:avLst/>
            <a:gdLst>
              <a:gd name="connsiteX0" fmla="*/ 0 w 714375"/>
              <a:gd name="connsiteY0" fmla="*/ 298450 h 299084"/>
              <a:gd name="connsiteX1" fmla="*/ 292100 w 714375"/>
              <a:gd name="connsiteY1" fmla="*/ 279400 h 299084"/>
              <a:gd name="connsiteX2" fmla="*/ 555625 w 714375"/>
              <a:gd name="connsiteY2" fmla="*/ 168275 h 299084"/>
              <a:gd name="connsiteX3" fmla="*/ 714375 w 714375"/>
              <a:gd name="connsiteY3" fmla="*/ 0 h 299084"/>
              <a:gd name="connsiteX4" fmla="*/ 714375 w 714375"/>
              <a:gd name="connsiteY4" fmla="*/ 0 h 29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375" h="299084">
                <a:moveTo>
                  <a:pt x="0" y="298450"/>
                </a:moveTo>
                <a:cubicBezTo>
                  <a:pt x="99748" y="299773"/>
                  <a:pt x="199496" y="301096"/>
                  <a:pt x="292100" y="279400"/>
                </a:cubicBezTo>
                <a:cubicBezTo>
                  <a:pt x="384704" y="257704"/>
                  <a:pt x="485246" y="214842"/>
                  <a:pt x="555625" y="168275"/>
                </a:cubicBezTo>
                <a:cubicBezTo>
                  <a:pt x="626004" y="121708"/>
                  <a:pt x="714375" y="0"/>
                  <a:pt x="714375" y="0"/>
                </a:cubicBezTo>
                <a:lnTo>
                  <a:pt x="714375" y="0"/>
                </a:ln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8">
            <a:extLst>
              <a:ext uri="{FF2B5EF4-FFF2-40B4-BE49-F238E27FC236}">
                <a16:creationId xmlns:a16="http://schemas.microsoft.com/office/drawing/2014/main" id="{1230242D-72A4-483B-A3D1-CACF5BD084E7}"/>
              </a:ext>
            </a:extLst>
          </p:cNvPr>
          <p:cNvSpPr/>
          <p:nvPr/>
        </p:nvSpPr>
        <p:spPr>
          <a:xfrm>
            <a:off x="3983004" y="3696637"/>
            <a:ext cx="307186" cy="984249"/>
          </a:xfrm>
          <a:custGeom>
            <a:avLst/>
            <a:gdLst>
              <a:gd name="connsiteX0" fmla="*/ 0 w 161925"/>
              <a:gd name="connsiteY0" fmla="*/ 495300 h 495300"/>
              <a:gd name="connsiteX1" fmla="*/ 88900 w 161925"/>
              <a:gd name="connsiteY1" fmla="*/ 285750 h 495300"/>
              <a:gd name="connsiteX2" fmla="*/ 161925 w 161925"/>
              <a:gd name="connsiteY2" fmla="*/ 0 h 495300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75" h="498475">
                <a:moveTo>
                  <a:pt x="0" y="498475"/>
                </a:moveTo>
                <a:cubicBezTo>
                  <a:pt x="30956" y="434975"/>
                  <a:pt x="62971" y="372004"/>
                  <a:pt x="88900" y="288925"/>
                </a:cubicBezTo>
                <a:cubicBezTo>
                  <a:pt x="114829" y="205846"/>
                  <a:pt x="151606" y="53975"/>
                  <a:pt x="1555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20">
            <a:extLst>
              <a:ext uri="{FF2B5EF4-FFF2-40B4-BE49-F238E27FC236}">
                <a16:creationId xmlns:a16="http://schemas.microsoft.com/office/drawing/2014/main" id="{356CC58D-0E92-4555-9498-28B9A06DF102}"/>
              </a:ext>
            </a:extLst>
          </p:cNvPr>
          <p:cNvSpPr/>
          <p:nvPr/>
        </p:nvSpPr>
        <p:spPr>
          <a:xfrm>
            <a:off x="4290191" y="2123093"/>
            <a:ext cx="1159785" cy="1579815"/>
          </a:xfrm>
          <a:custGeom>
            <a:avLst/>
            <a:gdLst>
              <a:gd name="connsiteX0" fmla="*/ 0 w 587375"/>
              <a:gd name="connsiteY0" fmla="*/ 800100 h 800100"/>
              <a:gd name="connsiteX1" fmla="*/ 57150 w 587375"/>
              <a:gd name="connsiteY1" fmla="*/ 533400 h 800100"/>
              <a:gd name="connsiteX2" fmla="*/ 187325 w 587375"/>
              <a:gd name="connsiteY2" fmla="*/ 196850 h 800100"/>
              <a:gd name="connsiteX3" fmla="*/ 377825 w 587375"/>
              <a:gd name="connsiteY3" fmla="*/ 60325 h 800100"/>
              <a:gd name="connsiteX4" fmla="*/ 587375 w 587375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7375" h="800100">
                <a:moveTo>
                  <a:pt x="0" y="800100"/>
                </a:moveTo>
                <a:cubicBezTo>
                  <a:pt x="12964" y="717021"/>
                  <a:pt x="25929" y="633942"/>
                  <a:pt x="57150" y="533400"/>
                </a:cubicBezTo>
                <a:cubicBezTo>
                  <a:pt x="88371" y="432858"/>
                  <a:pt x="133879" y="275696"/>
                  <a:pt x="187325" y="196850"/>
                </a:cubicBezTo>
                <a:cubicBezTo>
                  <a:pt x="240771" y="118004"/>
                  <a:pt x="311150" y="93133"/>
                  <a:pt x="377825" y="60325"/>
                </a:cubicBezTo>
                <a:cubicBezTo>
                  <a:pt x="444500" y="27517"/>
                  <a:pt x="515937" y="13758"/>
                  <a:pt x="5873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C693E46-096C-406E-8FA6-9DC2D8853071}"/>
              </a:ext>
            </a:extLst>
          </p:cNvPr>
          <p:cNvCxnSpPr/>
          <p:nvPr/>
        </p:nvCxnSpPr>
        <p:spPr>
          <a:xfrm>
            <a:off x="2566186" y="3691305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0AB166-6654-4D41-87D6-52590D065A02}"/>
              </a:ext>
            </a:extLst>
          </p:cNvPr>
          <p:cNvCxnSpPr/>
          <p:nvPr/>
        </p:nvCxnSpPr>
        <p:spPr>
          <a:xfrm>
            <a:off x="2572455" y="5282722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0F270E2-2B28-4F72-8138-D2C767DC1E93}"/>
              </a:ext>
            </a:extLst>
          </p:cNvPr>
          <p:cNvCxnSpPr/>
          <p:nvPr/>
        </p:nvCxnSpPr>
        <p:spPr>
          <a:xfrm>
            <a:off x="5456244" y="2116824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4C0594-F156-4245-819C-89A3074263A8}"/>
              </a:ext>
            </a:extLst>
          </p:cNvPr>
          <p:cNvCxnSpPr/>
          <p:nvPr/>
        </p:nvCxnSpPr>
        <p:spPr>
          <a:xfrm>
            <a:off x="3984124" y="2097828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E29C050-4A23-4C42-A7BA-B38C4B1CEB8D}"/>
              </a:ext>
            </a:extLst>
          </p:cNvPr>
          <p:cNvSpPr txBox="1"/>
          <p:nvPr/>
        </p:nvSpPr>
        <p:spPr>
          <a:xfrm>
            <a:off x="5365239" y="1824357"/>
            <a:ext cx="277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94A791-0684-4E9F-8A6B-621F35F1CF02}"/>
              </a:ext>
            </a:extLst>
          </p:cNvPr>
          <p:cNvSpPr txBox="1"/>
          <p:nvPr/>
        </p:nvSpPr>
        <p:spPr>
          <a:xfrm>
            <a:off x="5210007" y="3617252"/>
            <a:ext cx="48749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F462A2-9786-40AA-A139-319E2B552B94}"/>
              </a:ext>
            </a:extLst>
          </p:cNvPr>
          <p:cNvSpPr txBox="1"/>
          <p:nvPr/>
        </p:nvSpPr>
        <p:spPr>
          <a:xfrm>
            <a:off x="4201599" y="3634670"/>
            <a:ext cx="497691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Hc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318AB8-3DCB-4241-8995-FFE1D0DA4504}"/>
              </a:ext>
            </a:extLst>
          </p:cNvPr>
          <p:cNvSpPr txBox="1"/>
          <p:nvPr/>
        </p:nvSpPr>
        <p:spPr>
          <a:xfrm>
            <a:off x="3646913" y="3639092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O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23E20B-7C89-4B8B-A932-6DBB7780C877}"/>
              </a:ext>
            </a:extLst>
          </p:cNvPr>
          <p:cNvSpPr txBox="1"/>
          <p:nvPr/>
        </p:nvSpPr>
        <p:spPr>
          <a:xfrm>
            <a:off x="3011679" y="3642065"/>
            <a:ext cx="611821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-Hc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BC4A1B-3335-4564-BF06-5C1B20DF64F2}"/>
              </a:ext>
            </a:extLst>
          </p:cNvPr>
          <p:cNvSpPr txBox="1"/>
          <p:nvPr/>
        </p:nvSpPr>
        <p:spPr>
          <a:xfrm>
            <a:off x="3519240" y="2330682"/>
            <a:ext cx="44062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9DC56B8-EC2D-4382-92EC-C8AFBE03EF54}"/>
              </a:ext>
            </a:extLst>
          </p:cNvPr>
          <p:cNvSpPr txBox="1"/>
          <p:nvPr/>
        </p:nvSpPr>
        <p:spPr>
          <a:xfrm>
            <a:off x="3400360" y="4354156"/>
            <a:ext cx="55475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6CE6F8-2B45-4EBF-9D86-E51BDB96FB9C}"/>
              </a:ext>
            </a:extLst>
          </p:cNvPr>
          <p:cNvSpPr txBox="1"/>
          <p:nvPr/>
        </p:nvSpPr>
        <p:spPr>
          <a:xfrm>
            <a:off x="1988183" y="3636757"/>
            <a:ext cx="60162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5078F73-2458-450D-8586-CC5A561F6BCE}"/>
              </a:ext>
            </a:extLst>
          </p:cNvPr>
          <p:cNvSpPr txBox="1"/>
          <p:nvPr/>
        </p:nvSpPr>
        <p:spPr>
          <a:xfrm>
            <a:off x="3534075" y="1854744"/>
            <a:ext cx="45693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86FCB92-9777-4E98-823A-304BD0572AE4}"/>
              </a:ext>
            </a:extLst>
          </p:cNvPr>
          <p:cNvSpPr txBox="1"/>
          <p:nvPr/>
        </p:nvSpPr>
        <p:spPr>
          <a:xfrm>
            <a:off x="3417433" y="4892018"/>
            <a:ext cx="57106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89770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1BC890-4F81-45E4-B0A3-53291EFF16F9}"/>
              </a:ext>
            </a:extLst>
          </p:cNvPr>
          <p:cNvSpPr txBox="1"/>
          <p:nvPr/>
        </p:nvSpPr>
        <p:spPr>
          <a:xfrm>
            <a:off x="4941036" y="432775"/>
            <a:ext cx="2309928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B-H</a:t>
            </a:r>
            <a:r>
              <a:rPr lang="zh-CN" altLang="en-US" sz="4800" dirty="0">
                <a:solidFill>
                  <a:srgbClr val="FFFF00"/>
                </a:solidFill>
              </a:rPr>
              <a:t>曲线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6A2B7CB-E2F9-4764-B20C-3815517CA495}"/>
              </a:ext>
            </a:extLst>
          </p:cNvPr>
          <p:cNvCxnSpPr/>
          <p:nvPr/>
        </p:nvCxnSpPr>
        <p:spPr>
          <a:xfrm>
            <a:off x="2225876" y="3691305"/>
            <a:ext cx="3655917" cy="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73BD332-F294-4A8A-8452-4D9AE643EE3D}"/>
              </a:ext>
            </a:extLst>
          </p:cNvPr>
          <p:cNvCxnSpPr/>
          <p:nvPr/>
        </p:nvCxnSpPr>
        <p:spPr>
          <a:xfrm flipV="1">
            <a:off x="3978722" y="1778436"/>
            <a:ext cx="0" cy="366439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11">
            <a:extLst>
              <a:ext uri="{FF2B5EF4-FFF2-40B4-BE49-F238E27FC236}">
                <a16:creationId xmlns:a16="http://schemas.microsoft.com/office/drawing/2014/main" id="{38BFEB65-ED98-4095-A7B3-31CCB4B19858}"/>
              </a:ext>
            </a:extLst>
          </p:cNvPr>
          <p:cNvSpPr/>
          <p:nvPr/>
        </p:nvSpPr>
        <p:spPr>
          <a:xfrm>
            <a:off x="3986887" y="2110367"/>
            <a:ext cx="1455181" cy="1580938"/>
          </a:xfrm>
          <a:custGeom>
            <a:avLst/>
            <a:gdLst>
              <a:gd name="connsiteX0" fmla="*/ 0 w 736979"/>
              <a:gd name="connsiteY0" fmla="*/ 800669 h 800669"/>
              <a:gd name="connsiteX1" fmla="*/ 136478 w 736979"/>
              <a:gd name="connsiteY1" fmla="*/ 436729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77409 w 736979"/>
              <a:gd name="connsiteY1" fmla="*/ 612870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979" h="800669">
                <a:moveTo>
                  <a:pt x="0" y="800669"/>
                </a:moveTo>
                <a:cubicBezTo>
                  <a:pt x="12901" y="769369"/>
                  <a:pt x="41565" y="661225"/>
                  <a:pt x="63121" y="600965"/>
                </a:cubicBezTo>
                <a:cubicBezTo>
                  <a:pt x="84677" y="540705"/>
                  <a:pt x="95903" y="498706"/>
                  <a:pt x="119810" y="436728"/>
                </a:cubicBezTo>
                <a:cubicBezTo>
                  <a:pt x="143717" y="374750"/>
                  <a:pt x="222766" y="159010"/>
                  <a:pt x="363727" y="86222"/>
                </a:cubicBezTo>
                <a:cubicBezTo>
                  <a:pt x="504688" y="13434"/>
                  <a:pt x="552770" y="35292"/>
                  <a:pt x="736979" y="0"/>
                </a:cubicBezTo>
              </a:path>
            </a:pathLst>
          </a:cu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12">
            <a:extLst>
              <a:ext uri="{FF2B5EF4-FFF2-40B4-BE49-F238E27FC236}">
                <a16:creationId xmlns:a16="http://schemas.microsoft.com/office/drawing/2014/main" id="{D7E92F52-268B-446B-9BD8-4F67651A8945}"/>
              </a:ext>
            </a:extLst>
          </p:cNvPr>
          <p:cNvSpPr/>
          <p:nvPr/>
        </p:nvSpPr>
        <p:spPr>
          <a:xfrm>
            <a:off x="3984572" y="2112000"/>
            <a:ext cx="1471672" cy="573743"/>
          </a:xfrm>
          <a:custGeom>
            <a:avLst/>
            <a:gdLst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61 h 290573"/>
              <a:gd name="connsiteX1" fmla="*/ 226219 w 745331"/>
              <a:gd name="connsiteY1" fmla="*/ 83405 h 290573"/>
              <a:gd name="connsiteX2" fmla="*/ 0 w 745331"/>
              <a:gd name="connsiteY2" fmla="*/ 290573 h 290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5331" h="290573">
                <a:moveTo>
                  <a:pt x="745331" y="61"/>
                </a:moveTo>
                <a:cubicBezTo>
                  <a:pt x="505023" y="-1527"/>
                  <a:pt x="333772" y="27843"/>
                  <a:pt x="226219" y="83405"/>
                </a:cubicBezTo>
                <a:cubicBezTo>
                  <a:pt x="118666" y="138967"/>
                  <a:pt x="50998" y="211198"/>
                  <a:pt x="0" y="290573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3">
            <a:extLst>
              <a:ext uri="{FF2B5EF4-FFF2-40B4-BE49-F238E27FC236}">
                <a16:creationId xmlns:a16="http://schemas.microsoft.com/office/drawing/2014/main" id="{3FCDC622-3A62-4786-B979-F04EE05A157D}"/>
              </a:ext>
            </a:extLst>
          </p:cNvPr>
          <p:cNvSpPr/>
          <p:nvPr/>
        </p:nvSpPr>
        <p:spPr>
          <a:xfrm>
            <a:off x="3660145" y="2685744"/>
            <a:ext cx="324428" cy="1006192"/>
          </a:xfrm>
          <a:custGeom>
            <a:avLst/>
            <a:gdLst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307" h="509588">
                <a:moveTo>
                  <a:pt x="164307" y="0"/>
                </a:moveTo>
                <a:cubicBezTo>
                  <a:pt x="117475" y="76597"/>
                  <a:pt x="94061" y="153194"/>
                  <a:pt x="66676" y="238125"/>
                </a:cubicBezTo>
                <a:cubicBezTo>
                  <a:pt x="39292" y="323056"/>
                  <a:pt x="12699" y="447279"/>
                  <a:pt x="0" y="509588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6">
            <a:extLst>
              <a:ext uri="{FF2B5EF4-FFF2-40B4-BE49-F238E27FC236}">
                <a16:creationId xmlns:a16="http://schemas.microsoft.com/office/drawing/2014/main" id="{93CB2808-31A4-43E7-88F2-9814394B10DD}"/>
              </a:ext>
            </a:extLst>
          </p:cNvPr>
          <p:cNvSpPr/>
          <p:nvPr/>
        </p:nvSpPr>
        <p:spPr>
          <a:xfrm>
            <a:off x="2566186" y="3696638"/>
            <a:ext cx="1090825" cy="1573546"/>
          </a:xfrm>
          <a:custGeom>
            <a:avLst/>
            <a:gdLst>
              <a:gd name="connsiteX0" fmla="*/ 546100 w 546100"/>
              <a:gd name="connsiteY0" fmla="*/ 0 h 809625"/>
              <a:gd name="connsiteX1" fmla="*/ 428625 w 546100"/>
              <a:gd name="connsiteY1" fmla="*/ 460375 h 809625"/>
              <a:gd name="connsiteX2" fmla="*/ 260350 w 546100"/>
              <a:gd name="connsiteY2" fmla="*/ 717550 h 809625"/>
              <a:gd name="connsiteX3" fmla="*/ 0 w 546100"/>
              <a:gd name="connsiteY3" fmla="*/ 809625 h 809625"/>
              <a:gd name="connsiteX0" fmla="*/ 546100 w 546100"/>
              <a:gd name="connsiteY0" fmla="*/ 0 h 796925"/>
              <a:gd name="connsiteX1" fmla="*/ 428625 w 546100"/>
              <a:gd name="connsiteY1" fmla="*/ 460375 h 796925"/>
              <a:gd name="connsiteX2" fmla="*/ 260350 w 546100"/>
              <a:gd name="connsiteY2" fmla="*/ 717550 h 796925"/>
              <a:gd name="connsiteX3" fmla="*/ 0 w 546100"/>
              <a:gd name="connsiteY3" fmla="*/ 796925 h 796925"/>
              <a:gd name="connsiteX0" fmla="*/ 552450 w 552450"/>
              <a:gd name="connsiteY0" fmla="*/ 0 h 796925"/>
              <a:gd name="connsiteX1" fmla="*/ 428625 w 552450"/>
              <a:gd name="connsiteY1" fmla="*/ 460375 h 796925"/>
              <a:gd name="connsiteX2" fmla="*/ 260350 w 552450"/>
              <a:gd name="connsiteY2" fmla="*/ 717550 h 796925"/>
              <a:gd name="connsiteX3" fmla="*/ 0 w 552450"/>
              <a:gd name="connsiteY3" fmla="*/ 796925 h 79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" h="796925">
                <a:moveTo>
                  <a:pt x="552450" y="0"/>
                </a:moveTo>
                <a:cubicBezTo>
                  <a:pt x="517525" y="170391"/>
                  <a:pt x="477308" y="340783"/>
                  <a:pt x="428625" y="460375"/>
                </a:cubicBezTo>
                <a:cubicBezTo>
                  <a:pt x="379942" y="579967"/>
                  <a:pt x="331787" y="661458"/>
                  <a:pt x="260350" y="717550"/>
                </a:cubicBezTo>
                <a:cubicBezTo>
                  <a:pt x="188913" y="773642"/>
                  <a:pt x="94456" y="779991"/>
                  <a:pt x="0" y="796925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 17">
            <a:extLst>
              <a:ext uri="{FF2B5EF4-FFF2-40B4-BE49-F238E27FC236}">
                <a16:creationId xmlns:a16="http://schemas.microsoft.com/office/drawing/2014/main" id="{F262E8F1-CC01-4F82-BA5B-F13FD4C1DF5A}"/>
              </a:ext>
            </a:extLst>
          </p:cNvPr>
          <p:cNvSpPr/>
          <p:nvPr/>
        </p:nvSpPr>
        <p:spPr>
          <a:xfrm>
            <a:off x="2572455" y="4680888"/>
            <a:ext cx="1410549" cy="590548"/>
          </a:xfrm>
          <a:custGeom>
            <a:avLst/>
            <a:gdLst>
              <a:gd name="connsiteX0" fmla="*/ 0 w 714375"/>
              <a:gd name="connsiteY0" fmla="*/ 298450 h 299084"/>
              <a:gd name="connsiteX1" fmla="*/ 292100 w 714375"/>
              <a:gd name="connsiteY1" fmla="*/ 279400 h 299084"/>
              <a:gd name="connsiteX2" fmla="*/ 555625 w 714375"/>
              <a:gd name="connsiteY2" fmla="*/ 168275 h 299084"/>
              <a:gd name="connsiteX3" fmla="*/ 714375 w 714375"/>
              <a:gd name="connsiteY3" fmla="*/ 0 h 299084"/>
              <a:gd name="connsiteX4" fmla="*/ 714375 w 714375"/>
              <a:gd name="connsiteY4" fmla="*/ 0 h 29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375" h="299084">
                <a:moveTo>
                  <a:pt x="0" y="298450"/>
                </a:moveTo>
                <a:cubicBezTo>
                  <a:pt x="99748" y="299773"/>
                  <a:pt x="199496" y="301096"/>
                  <a:pt x="292100" y="279400"/>
                </a:cubicBezTo>
                <a:cubicBezTo>
                  <a:pt x="384704" y="257704"/>
                  <a:pt x="485246" y="214842"/>
                  <a:pt x="555625" y="168275"/>
                </a:cubicBezTo>
                <a:cubicBezTo>
                  <a:pt x="626004" y="121708"/>
                  <a:pt x="714375" y="0"/>
                  <a:pt x="714375" y="0"/>
                </a:cubicBezTo>
                <a:lnTo>
                  <a:pt x="714375" y="0"/>
                </a:ln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8">
            <a:extLst>
              <a:ext uri="{FF2B5EF4-FFF2-40B4-BE49-F238E27FC236}">
                <a16:creationId xmlns:a16="http://schemas.microsoft.com/office/drawing/2014/main" id="{1230242D-72A4-483B-A3D1-CACF5BD084E7}"/>
              </a:ext>
            </a:extLst>
          </p:cNvPr>
          <p:cNvSpPr/>
          <p:nvPr/>
        </p:nvSpPr>
        <p:spPr>
          <a:xfrm>
            <a:off x="3983004" y="3696637"/>
            <a:ext cx="307186" cy="984249"/>
          </a:xfrm>
          <a:custGeom>
            <a:avLst/>
            <a:gdLst>
              <a:gd name="connsiteX0" fmla="*/ 0 w 161925"/>
              <a:gd name="connsiteY0" fmla="*/ 495300 h 495300"/>
              <a:gd name="connsiteX1" fmla="*/ 88900 w 161925"/>
              <a:gd name="connsiteY1" fmla="*/ 285750 h 495300"/>
              <a:gd name="connsiteX2" fmla="*/ 161925 w 161925"/>
              <a:gd name="connsiteY2" fmla="*/ 0 h 495300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75" h="498475">
                <a:moveTo>
                  <a:pt x="0" y="498475"/>
                </a:moveTo>
                <a:cubicBezTo>
                  <a:pt x="30956" y="434975"/>
                  <a:pt x="62971" y="372004"/>
                  <a:pt x="88900" y="288925"/>
                </a:cubicBezTo>
                <a:cubicBezTo>
                  <a:pt x="114829" y="205846"/>
                  <a:pt x="151606" y="53975"/>
                  <a:pt x="1555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20">
            <a:extLst>
              <a:ext uri="{FF2B5EF4-FFF2-40B4-BE49-F238E27FC236}">
                <a16:creationId xmlns:a16="http://schemas.microsoft.com/office/drawing/2014/main" id="{356CC58D-0E92-4555-9498-28B9A06DF102}"/>
              </a:ext>
            </a:extLst>
          </p:cNvPr>
          <p:cNvSpPr/>
          <p:nvPr/>
        </p:nvSpPr>
        <p:spPr>
          <a:xfrm>
            <a:off x="4290191" y="2123093"/>
            <a:ext cx="1159785" cy="1579815"/>
          </a:xfrm>
          <a:custGeom>
            <a:avLst/>
            <a:gdLst>
              <a:gd name="connsiteX0" fmla="*/ 0 w 587375"/>
              <a:gd name="connsiteY0" fmla="*/ 800100 h 800100"/>
              <a:gd name="connsiteX1" fmla="*/ 57150 w 587375"/>
              <a:gd name="connsiteY1" fmla="*/ 533400 h 800100"/>
              <a:gd name="connsiteX2" fmla="*/ 187325 w 587375"/>
              <a:gd name="connsiteY2" fmla="*/ 196850 h 800100"/>
              <a:gd name="connsiteX3" fmla="*/ 377825 w 587375"/>
              <a:gd name="connsiteY3" fmla="*/ 60325 h 800100"/>
              <a:gd name="connsiteX4" fmla="*/ 587375 w 587375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7375" h="800100">
                <a:moveTo>
                  <a:pt x="0" y="800100"/>
                </a:moveTo>
                <a:cubicBezTo>
                  <a:pt x="12964" y="717021"/>
                  <a:pt x="25929" y="633942"/>
                  <a:pt x="57150" y="533400"/>
                </a:cubicBezTo>
                <a:cubicBezTo>
                  <a:pt x="88371" y="432858"/>
                  <a:pt x="133879" y="275696"/>
                  <a:pt x="187325" y="196850"/>
                </a:cubicBezTo>
                <a:cubicBezTo>
                  <a:pt x="240771" y="118004"/>
                  <a:pt x="311150" y="93133"/>
                  <a:pt x="377825" y="60325"/>
                </a:cubicBezTo>
                <a:cubicBezTo>
                  <a:pt x="444500" y="27517"/>
                  <a:pt x="515937" y="13758"/>
                  <a:pt x="5873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C693E46-096C-406E-8FA6-9DC2D8853071}"/>
              </a:ext>
            </a:extLst>
          </p:cNvPr>
          <p:cNvCxnSpPr/>
          <p:nvPr/>
        </p:nvCxnSpPr>
        <p:spPr>
          <a:xfrm>
            <a:off x="2566186" y="3691305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0AB166-6654-4D41-87D6-52590D065A02}"/>
              </a:ext>
            </a:extLst>
          </p:cNvPr>
          <p:cNvCxnSpPr/>
          <p:nvPr/>
        </p:nvCxnSpPr>
        <p:spPr>
          <a:xfrm>
            <a:off x="2572455" y="5282722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0F270E2-2B28-4F72-8138-D2C767DC1E93}"/>
              </a:ext>
            </a:extLst>
          </p:cNvPr>
          <p:cNvCxnSpPr/>
          <p:nvPr/>
        </p:nvCxnSpPr>
        <p:spPr>
          <a:xfrm>
            <a:off x="5456244" y="2116824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4C0594-F156-4245-819C-89A3074263A8}"/>
              </a:ext>
            </a:extLst>
          </p:cNvPr>
          <p:cNvCxnSpPr/>
          <p:nvPr/>
        </p:nvCxnSpPr>
        <p:spPr>
          <a:xfrm>
            <a:off x="3984124" y="2097828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E29C050-4A23-4C42-A7BA-B38C4B1CEB8D}"/>
              </a:ext>
            </a:extLst>
          </p:cNvPr>
          <p:cNvSpPr txBox="1"/>
          <p:nvPr/>
        </p:nvSpPr>
        <p:spPr>
          <a:xfrm>
            <a:off x="5365239" y="1824357"/>
            <a:ext cx="277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94A791-0684-4E9F-8A6B-621F35F1CF02}"/>
              </a:ext>
            </a:extLst>
          </p:cNvPr>
          <p:cNvSpPr txBox="1"/>
          <p:nvPr/>
        </p:nvSpPr>
        <p:spPr>
          <a:xfrm>
            <a:off x="5210007" y="3617252"/>
            <a:ext cx="48749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F462A2-9786-40AA-A139-319E2B552B94}"/>
              </a:ext>
            </a:extLst>
          </p:cNvPr>
          <p:cNvSpPr txBox="1"/>
          <p:nvPr/>
        </p:nvSpPr>
        <p:spPr>
          <a:xfrm>
            <a:off x="4201599" y="3634670"/>
            <a:ext cx="497691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Hc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318AB8-3DCB-4241-8995-FFE1D0DA4504}"/>
              </a:ext>
            </a:extLst>
          </p:cNvPr>
          <p:cNvSpPr txBox="1"/>
          <p:nvPr/>
        </p:nvSpPr>
        <p:spPr>
          <a:xfrm>
            <a:off x="3646913" y="3639092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O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23E20B-7C89-4B8B-A932-6DBB7780C877}"/>
              </a:ext>
            </a:extLst>
          </p:cNvPr>
          <p:cNvSpPr txBox="1"/>
          <p:nvPr/>
        </p:nvSpPr>
        <p:spPr>
          <a:xfrm>
            <a:off x="3011679" y="3642065"/>
            <a:ext cx="611821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-Hc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BC4A1B-3335-4564-BF06-5C1B20DF64F2}"/>
              </a:ext>
            </a:extLst>
          </p:cNvPr>
          <p:cNvSpPr txBox="1"/>
          <p:nvPr/>
        </p:nvSpPr>
        <p:spPr>
          <a:xfrm>
            <a:off x="3519240" y="2330682"/>
            <a:ext cx="44062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9DC56B8-EC2D-4382-92EC-C8AFBE03EF54}"/>
              </a:ext>
            </a:extLst>
          </p:cNvPr>
          <p:cNvSpPr txBox="1"/>
          <p:nvPr/>
        </p:nvSpPr>
        <p:spPr>
          <a:xfrm>
            <a:off x="3400360" y="4354156"/>
            <a:ext cx="55475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6CE6F8-2B45-4EBF-9D86-E51BDB96FB9C}"/>
              </a:ext>
            </a:extLst>
          </p:cNvPr>
          <p:cNvSpPr txBox="1"/>
          <p:nvPr/>
        </p:nvSpPr>
        <p:spPr>
          <a:xfrm>
            <a:off x="1988183" y="3636757"/>
            <a:ext cx="60162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5078F73-2458-450D-8586-CC5A561F6BCE}"/>
              </a:ext>
            </a:extLst>
          </p:cNvPr>
          <p:cNvSpPr txBox="1"/>
          <p:nvPr/>
        </p:nvSpPr>
        <p:spPr>
          <a:xfrm>
            <a:off x="3534075" y="1854744"/>
            <a:ext cx="45693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86FCB92-9777-4E98-823A-304BD0572AE4}"/>
              </a:ext>
            </a:extLst>
          </p:cNvPr>
          <p:cNvSpPr txBox="1"/>
          <p:nvPr/>
        </p:nvSpPr>
        <p:spPr>
          <a:xfrm>
            <a:off x="3417433" y="4892018"/>
            <a:ext cx="57106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842245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1BC890-4F81-45E4-B0A3-53291EFF16F9}"/>
              </a:ext>
            </a:extLst>
          </p:cNvPr>
          <p:cNvSpPr txBox="1"/>
          <p:nvPr/>
        </p:nvSpPr>
        <p:spPr>
          <a:xfrm>
            <a:off x="4941036" y="432775"/>
            <a:ext cx="2309928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B-H</a:t>
            </a:r>
            <a:r>
              <a:rPr lang="zh-CN" altLang="en-US" sz="4800" dirty="0">
                <a:solidFill>
                  <a:srgbClr val="FFFF00"/>
                </a:solidFill>
              </a:rPr>
              <a:t>曲线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6A2B7CB-E2F9-4764-B20C-3815517CA495}"/>
              </a:ext>
            </a:extLst>
          </p:cNvPr>
          <p:cNvCxnSpPr/>
          <p:nvPr/>
        </p:nvCxnSpPr>
        <p:spPr>
          <a:xfrm>
            <a:off x="2225876" y="3691305"/>
            <a:ext cx="3655917" cy="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73BD332-F294-4A8A-8452-4D9AE643EE3D}"/>
              </a:ext>
            </a:extLst>
          </p:cNvPr>
          <p:cNvCxnSpPr/>
          <p:nvPr/>
        </p:nvCxnSpPr>
        <p:spPr>
          <a:xfrm flipV="1">
            <a:off x="3978722" y="1778436"/>
            <a:ext cx="0" cy="366439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11">
            <a:extLst>
              <a:ext uri="{FF2B5EF4-FFF2-40B4-BE49-F238E27FC236}">
                <a16:creationId xmlns:a16="http://schemas.microsoft.com/office/drawing/2014/main" id="{38BFEB65-ED98-4095-A7B3-31CCB4B19858}"/>
              </a:ext>
            </a:extLst>
          </p:cNvPr>
          <p:cNvSpPr/>
          <p:nvPr/>
        </p:nvSpPr>
        <p:spPr>
          <a:xfrm>
            <a:off x="3986887" y="2110367"/>
            <a:ext cx="1455181" cy="1580938"/>
          </a:xfrm>
          <a:custGeom>
            <a:avLst/>
            <a:gdLst>
              <a:gd name="connsiteX0" fmla="*/ 0 w 736979"/>
              <a:gd name="connsiteY0" fmla="*/ 800669 h 800669"/>
              <a:gd name="connsiteX1" fmla="*/ 136478 w 736979"/>
              <a:gd name="connsiteY1" fmla="*/ 436729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77409 w 736979"/>
              <a:gd name="connsiteY1" fmla="*/ 612870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979" h="800669">
                <a:moveTo>
                  <a:pt x="0" y="800669"/>
                </a:moveTo>
                <a:cubicBezTo>
                  <a:pt x="12901" y="769369"/>
                  <a:pt x="41565" y="661225"/>
                  <a:pt x="63121" y="600965"/>
                </a:cubicBezTo>
                <a:cubicBezTo>
                  <a:pt x="84677" y="540705"/>
                  <a:pt x="95903" y="498706"/>
                  <a:pt x="119810" y="436728"/>
                </a:cubicBezTo>
                <a:cubicBezTo>
                  <a:pt x="143717" y="374750"/>
                  <a:pt x="222766" y="159010"/>
                  <a:pt x="363727" y="86222"/>
                </a:cubicBezTo>
                <a:cubicBezTo>
                  <a:pt x="504688" y="13434"/>
                  <a:pt x="552770" y="35292"/>
                  <a:pt x="736979" y="0"/>
                </a:cubicBezTo>
              </a:path>
            </a:pathLst>
          </a:cu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12">
            <a:extLst>
              <a:ext uri="{FF2B5EF4-FFF2-40B4-BE49-F238E27FC236}">
                <a16:creationId xmlns:a16="http://schemas.microsoft.com/office/drawing/2014/main" id="{D7E92F52-268B-446B-9BD8-4F67651A8945}"/>
              </a:ext>
            </a:extLst>
          </p:cNvPr>
          <p:cNvSpPr/>
          <p:nvPr/>
        </p:nvSpPr>
        <p:spPr>
          <a:xfrm>
            <a:off x="3984572" y="2112000"/>
            <a:ext cx="1471672" cy="573743"/>
          </a:xfrm>
          <a:custGeom>
            <a:avLst/>
            <a:gdLst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61 h 290573"/>
              <a:gd name="connsiteX1" fmla="*/ 226219 w 745331"/>
              <a:gd name="connsiteY1" fmla="*/ 83405 h 290573"/>
              <a:gd name="connsiteX2" fmla="*/ 0 w 745331"/>
              <a:gd name="connsiteY2" fmla="*/ 290573 h 290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5331" h="290573">
                <a:moveTo>
                  <a:pt x="745331" y="61"/>
                </a:moveTo>
                <a:cubicBezTo>
                  <a:pt x="505023" y="-1527"/>
                  <a:pt x="333772" y="27843"/>
                  <a:pt x="226219" y="83405"/>
                </a:cubicBezTo>
                <a:cubicBezTo>
                  <a:pt x="118666" y="138967"/>
                  <a:pt x="50998" y="211198"/>
                  <a:pt x="0" y="290573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3">
            <a:extLst>
              <a:ext uri="{FF2B5EF4-FFF2-40B4-BE49-F238E27FC236}">
                <a16:creationId xmlns:a16="http://schemas.microsoft.com/office/drawing/2014/main" id="{3FCDC622-3A62-4786-B979-F04EE05A157D}"/>
              </a:ext>
            </a:extLst>
          </p:cNvPr>
          <p:cNvSpPr/>
          <p:nvPr/>
        </p:nvSpPr>
        <p:spPr>
          <a:xfrm>
            <a:off x="3660145" y="2685744"/>
            <a:ext cx="324428" cy="1006192"/>
          </a:xfrm>
          <a:custGeom>
            <a:avLst/>
            <a:gdLst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307" h="509588">
                <a:moveTo>
                  <a:pt x="164307" y="0"/>
                </a:moveTo>
                <a:cubicBezTo>
                  <a:pt x="117475" y="76597"/>
                  <a:pt x="94061" y="153194"/>
                  <a:pt x="66676" y="238125"/>
                </a:cubicBezTo>
                <a:cubicBezTo>
                  <a:pt x="39292" y="323056"/>
                  <a:pt x="12699" y="447279"/>
                  <a:pt x="0" y="509588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6">
            <a:extLst>
              <a:ext uri="{FF2B5EF4-FFF2-40B4-BE49-F238E27FC236}">
                <a16:creationId xmlns:a16="http://schemas.microsoft.com/office/drawing/2014/main" id="{93CB2808-31A4-43E7-88F2-9814394B10DD}"/>
              </a:ext>
            </a:extLst>
          </p:cNvPr>
          <p:cNvSpPr/>
          <p:nvPr/>
        </p:nvSpPr>
        <p:spPr>
          <a:xfrm>
            <a:off x="2566186" y="3696638"/>
            <a:ext cx="1090825" cy="1573546"/>
          </a:xfrm>
          <a:custGeom>
            <a:avLst/>
            <a:gdLst>
              <a:gd name="connsiteX0" fmla="*/ 546100 w 546100"/>
              <a:gd name="connsiteY0" fmla="*/ 0 h 809625"/>
              <a:gd name="connsiteX1" fmla="*/ 428625 w 546100"/>
              <a:gd name="connsiteY1" fmla="*/ 460375 h 809625"/>
              <a:gd name="connsiteX2" fmla="*/ 260350 w 546100"/>
              <a:gd name="connsiteY2" fmla="*/ 717550 h 809625"/>
              <a:gd name="connsiteX3" fmla="*/ 0 w 546100"/>
              <a:gd name="connsiteY3" fmla="*/ 809625 h 809625"/>
              <a:gd name="connsiteX0" fmla="*/ 546100 w 546100"/>
              <a:gd name="connsiteY0" fmla="*/ 0 h 796925"/>
              <a:gd name="connsiteX1" fmla="*/ 428625 w 546100"/>
              <a:gd name="connsiteY1" fmla="*/ 460375 h 796925"/>
              <a:gd name="connsiteX2" fmla="*/ 260350 w 546100"/>
              <a:gd name="connsiteY2" fmla="*/ 717550 h 796925"/>
              <a:gd name="connsiteX3" fmla="*/ 0 w 546100"/>
              <a:gd name="connsiteY3" fmla="*/ 796925 h 796925"/>
              <a:gd name="connsiteX0" fmla="*/ 552450 w 552450"/>
              <a:gd name="connsiteY0" fmla="*/ 0 h 796925"/>
              <a:gd name="connsiteX1" fmla="*/ 428625 w 552450"/>
              <a:gd name="connsiteY1" fmla="*/ 460375 h 796925"/>
              <a:gd name="connsiteX2" fmla="*/ 260350 w 552450"/>
              <a:gd name="connsiteY2" fmla="*/ 717550 h 796925"/>
              <a:gd name="connsiteX3" fmla="*/ 0 w 552450"/>
              <a:gd name="connsiteY3" fmla="*/ 796925 h 79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" h="796925">
                <a:moveTo>
                  <a:pt x="552450" y="0"/>
                </a:moveTo>
                <a:cubicBezTo>
                  <a:pt x="517525" y="170391"/>
                  <a:pt x="477308" y="340783"/>
                  <a:pt x="428625" y="460375"/>
                </a:cubicBezTo>
                <a:cubicBezTo>
                  <a:pt x="379942" y="579967"/>
                  <a:pt x="331787" y="661458"/>
                  <a:pt x="260350" y="717550"/>
                </a:cubicBezTo>
                <a:cubicBezTo>
                  <a:pt x="188913" y="773642"/>
                  <a:pt x="94456" y="779991"/>
                  <a:pt x="0" y="796925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 17">
            <a:extLst>
              <a:ext uri="{FF2B5EF4-FFF2-40B4-BE49-F238E27FC236}">
                <a16:creationId xmlns:a16="http://schemas.microsoft.com/office/drawing/2014/main" id="{F262E8F1-CC01-4F82-BA5B-F13FD4C1DF5A}"/>
              </a:ext>
            </a:extLst>
          </p:cNvPr>
          <p:cNvSpPr/>
          <p:nvPr/>
        </p:nvSpPr>
        <p:spPr>
          <a:xfrm>
            <a:off x="2572455" y="4680888"/>
            <a:ext cx="1410549" cy="590548"/>
          </a:xfrm>
          <a:custGeom>
            <a:avLst/>
            <a:gdLst>
              <a:gd name="connsiteX0" fmla="*/ 0 w 714375"/>
              <a:gd name="connsiteY0" fmla="*/ 298450 h 299084"/>
              <a:gd name="connsiteX1" fmla="*/ 292100 w 714375"/>
              <a:gd name="connsiteY1" fmla="*/ 279400 h 299084"/>
              <a:gd name="connsiteX2" fmla="*/ 555625 w 714375"/>
              <a:gd name="connsiteY2" fmla="*/ 168275 h 299084"/>
              <a:gd name="connsiteX3" fmla="*/ 714375 w 714375"/>
              <a:gd name="connsiteY3" fmla="*/ 0 h 299084"/>
              <a:gd name="connsiteX4" fmla="*/ 714375 w 714375"/>
              <a:gd name="connsiteY4" fmla="*/ 0 h 29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375" h="299084">
                <a:moveTo>
                  <a:pt x="0" y="298450"/>
                </a:moveTo>
                <a:cubicBezTo>
                  <a:pt x="99748" y="299773"/>
                  <a:pt x="199496" y="301096"/>
                  <a:pt x="292100" y="279400"/>
                </a:cubicBezTo>
                <a:cubicBezTo>
                  <a:pt x="384704" y="257704"/>
                  <a:pt x="485246" y="214842"/>
                  <a:pt x="555625" y="168275"/>
                </a:cubicBezTo>
                <a:cubicBezTo>
                  <a:pt x="626004" y="121708"/>
                  <a:pt x="714375" y="0"/>
                  <a:pt x="714375" y="0"/>
                </a:cubicBezTo>
                <a:lnTo>
                  <a:pt x="714375" y="0"/>
                </a:ln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8">
            <a:extLst>
              <a:ext uri="{FF2B5EF4-FFF2-40B4-BE49-F238E27FC236}">
                <a16:creationId xmlns:a16="http://schemas.microsoft.com/office/drawing/2014/main" id="{1230242D-72A4-483B-A3D1-CACF5BD084E7}"/>
              </a:ext>
            </a:extLst>
          </p:cNvPr>
          <p:cNvSpPr/>
          <p:nvPr/>
        </p:nvSpPr>
        <p:spPr>
          <a:xfrm>
            <a:off x="3983004" y="3696637"/>
            <a:ext cx="307186" cy="984249"/>
          </a:xfrm>
          <a:custGeom>
            <a:avLst/>
            <a:gdLst>
              <a:gd name="connsiteX0" fmla="*/ 0 w 161925"/>
              <a:gd name="connsiteY0" fmla="*/ 495300 h 495300"/>
              <a:gd name="connsiteX1" fmla="*/ 88900 w 161925"/>
              <a:gd name="connsiteY1" fmla="*/ 285750 h 495300"/>
              <a:gd name="connsiteX2" fmla="*/ 161925 w 161925"/>
              <a:gd name="connsiteY2" fmla="*/ 0 h 495300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75" h="498475">
                <a:moveTo>
                  <a:pt x="0" y="498475"/>
                </a:moveTo>
                <a:cubicBezTo>
                  <a:pt x="30956" y="434975"/>
                  <a:pt x="62971" y="372004"/>
                  <a:pt x="88900" y="288925"/>
                </a:cubicBezTo>
                <a:cubicBezTo>
                  <a:pt x="114829" y="205846"/>
                  <a:pt x="151606" y="53975"/>
                  <a:pt x="1555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20">
            <a:extLst>
              <a:ext uri="{FF2B5EF4-FFF2-40B4-BE49-F238E27FC236}">
                <a16:creationId xmlns:a16="http://schemas.microsoft.com/office/drawing/2014/main" id="{356CC58D-0E92-4555-9498-28B9A06DF102}"/>
              </a:ext>
            </a:extLst>
          </p:cNvPr>
          <p:cNvSpPr/>
          <p:nvPr/>
        </p:nvSpPr>
        <p:spPr>
          <a:xfrm>
            <a:off x="4290191" y="2123093"/>
            <a:ext cx="1159785" cy="1579815"/>
          </a:xfrm>
          <a:custGeom>
            <a:avLst/>
            <a:gdLst>
              <a:gd name="connsiteX0" fmla="*/ 0 w 587375"/>
              <a:gd name="connsiteY0" fmla="*/ 800100 h 800100"/>
              <a:gd name="connsiteX1" fmla="*/ 57150 w 587375"/>
              <a:gd name="connsiteY1" fmla="*/ 533400 h 800100"/>
              <a:gd name="connsiteX2" fmla="*/ 187325 w 587375"/>
              <a:gd name="connsiteY2" fmla="*/ 196850 h 800100"/>
              <a:gd name="connsiteX3" fmla="*/ 377825 w 587375"/>
              <a:gd name="connsiteY3" fmla="*/ 60325 h 800100"/>
              <a:gd name="connsiteX4" fmla="*/ 587375 w 587375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7375" h="800100">
                <a:moveTo>
                  <a:pt x="0" y="800100"/>
                </a:moveTo>
                <a:cubicBezTo>
                  <a:pt x="12964" y="717021"/>
                  <a:pt x="25929" y="633942"/>
                  <a:pt x="57150" y="533400"/>
                </a:cubicBezTo>
                <a:cubicBezTo>
                  <a:pt x="88371" y="432858"/>
                  <a:pt x="133879" y="275696"/>
                  <a:pt x="187325" y="196850"/>
                </a:cubicBezTo>
                <a:cubicBezTo>
                  <a:pt x="240771" y="118004"/>
                  <a:pt x="311150" y="93133"/>
                  <a:pt x="377825" y="60325"/>
                </a:cubicBezTo>
                <a:cubicBezTo>
                  <a:pt x="444500" y="27517"/>
                  <a:pt x="515937" y="13758"/>
                  <a:pt x="5873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C693E46-096C-406E-8FA6-9DC2D8853071}"/>
              </a:ext>
            </a:extLst>
          </p:cNvPr>
          <p:cNvCxnSpPr/>
          <p:nvPr/>
        </p:nvCxnSpPr>
        <p:spPr>
          <a:xfrm>
            <a:off x="2566186" y="3691305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0AB166-6654-4D41-87D6-52590D065A02}"/>
              </a:ext>
            </a:extLst>
          </p:cNvPr>
          <p:cNvCxnSpPr/>
          <p:nvPr/>
        </p:nvCxnSpPr>
        <p:spPr>
          <a:xfrm>
            <a:off x="2572455" y="5282722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0F270E2-2B28-4F72-8138-D2C767DC1E93}"/>
              </a:ext>
            </a:extLst>
          </p:cNvPr>
          <p:cNvCxnSpPr/>
          <p:nvPr/>
        </p:nvCxnSpPr>
        <p:spPr>
          <a:xfrm>
            <a:off x="5456244" y="2116824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4C0594-F156-4245-819C-89A3074263A8}"/>
              </a:ext>
            </a:extLst>
          </p:cNvPr>
          <p:cNvCxnSpPr/>
          <p:nvPr/>
        </p:nvCxnSpPr>
        <p:spPr>
          <a:xfrm>
            <a:off x="3984124" y="2097828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E29C050-4A23-4C42-A7BA-B38C4B1CEB8D}"/>
              </a:ext>
            </a:extLst>
          </p:cNvPr>
          <p:cNvSpPr txBox="1"/>
          <p:nvPr/>
        </p:nvSpPr>
        <p:spPr>
          <a:xfrm>
            <a:off x="5365239" y="1824357"/>
            <a:ext cx="277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94A791-0684-4E9F-8A6B-621F35F1CF02}"/>
              </a:ext>
            </a:extLst>
          </p:cNvPr>
          <p:cNvSpPr txBox="1"/>
          <p:nvPr/>
        </p:nvSpPr>
        <p:spPr>
          <a:xfrm>
            <a:off x="5210007" y="3617252"/>
            <a:ext cx="48749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F462A2-9786-40AA-A139-319E2B552B94}"/>
              </a:ext>
            </a:extLst>
          </p:cNvPr>
          <p:cNvSpPr txBox="1"/>
          <p:nvPr/>
        </p:nvSpPr>
        <p:spPr>
          <a:xfrm>
            <a:off x="4201599" y="3634670"/>
            <a:ext cx="497691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Hc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318AB8-3DCB-4241-8995-FFE1D0DA4504}"/>
              </a:ext>
            </a:extLst>
          </p:cNvPr>
          <p:cNvSpPr txBox="1"/>
          <p:nvPr/>
        </p:nvSpPr>
        <p:spPr>
          <a:xfrm>
            <a:off x="3646913" y="3639092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O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23E20B-7C89-4B8B-A932-6DBB7780C877}"/>
              </a:ext>
            </a:extLst>
          </p:cNvPr>
          <p:cNvSpPr txBox="1"/>
          <p:nvPr/>
        </p:nvSpPr>
        <p:spPr>
          <a:xfrm>
            <a:off x="3011679" y="3642065"/>
            <a:ext cx="611821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-Hc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BC4A1B-3335-4564-BF06-5C1B20DF64F2}"/>
              </a:ext>
            </a:extLst>
          </p:cNvPr>
          <p:cNvSpPr txBox="1"/>
          <p:nvPr/>
        </p:nvSpPr>
        <p:spPr>
          <a:xfrm>
            <a:off x="3519240" y="2330682"/>
            <a:ext cx="44062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9DC56B8-EC2D-4382-92EC-C8AFBE03EF54}"/>
              </a:ext>
            </a:extLst>
          </p:cNvPr>
          <p:cNvSpPr txBox="1"/>
          <p:nvPr/>
        </p:nvSpPr>
        <p:spPr>
          <a:xfrm>
            <a:off x="3400360" y="4354156"/>
            <a:ext cx="55475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6CE6F8-2B45-4EBF-9D86-E51BDB96FB9C}"/>
              </a:ext>
            </a:extLst>
          </p:cNvPr>
          <p:cNvSpPr txBox="1"/>
          <p:nvPr/>
        </p:nvSpPr>
        <p:spPr>
          <a:xfrm>
            <a:off x="1988183" y="3636757"/>
            <a:ext cx="60162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5078F73-2458-450D-8586-CC5A561F6BCE}"/>
              </a:ext>
            </a:extLst>
          </p:cNvPr>
          <p:cNvSpPr txBox="1"/>
          <p:nvPr/>
        </p:nvSpPr>
        <p:spPr>
          <a:xfrm>
            <a:off x="3534075" y="1854744"/>
            <a:ext cx="45693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86FCB92-9777-4E98-823A-304BD0572AE4}"/>
              </a:ext>
            </a:extLst>
          </p:cNvPr>
          <p:cNvSpPr txBox="1"/>
          <p:nvPr/>
        </p:nvSpPr>
        <p:spPr>
          <a:xfrm>
            <a:off x="3417433" y="4892018"/>
            <a:ext cx="57106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620506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1BC890-4F81-45E4-B0A3-53291EFF16F9}"/>
              </a:ext>
            </a:extLst>
          </p:cNvPr>
          <p:cNvSpPr txBox="1"/>
          <p:nvPr/>
        </p:nvSpPr>
        <p:spPr>
          <a:xfrm>
            <a:off x="4941036" y="432775"/>
            <a:ext cx="2309928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B-H</a:t>
            </a:r>
            <a:r>
              <a:rPr lang="zh-CN" altLang="en-US" sz="4800" dirty="0">
                <a:solidFill>
                  <a:srgbClr val="FFFF00"/>
                </a:solidFill>
              </a:rPr>
              <a:t>曲线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6A2B7CB-E2F9-4764-B20C-3815517CA495}"/>
              </a:ext>
            </a:extLst>
          </p:cNvPr>
          <p:cNvCxnSpPr/>
          <p:nvPr/>
        </p:nvCxnSpPr>
        <p:spPr>
          <a:xfrm>
            <a:off x="2225876" y="3691305"/>
            <a:ext cx="3655917" cy="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73BD332-F294-4A8A-8452-4D9AE643EE3D}"/>
              </a:ext>
            </a:extLst>
          </p:cNvPr>
          <p:cNvCxnSpPr/>
          <p:nvPr/>
        </p:nvCxnSpPr>
        <p:spPr>
          <a:xfrm flipV="1">
            <a:off x="3978722" y="1778436"/>
            <a:ext cx="0" cy="366439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11">
            <a:extLst>
              <a:ext uri="{FF2B5EF4-FFF2-40B4-BE49-F238E27FC236}">
                <a16:creationId xmlns:a16="http://schemas.microsoft.com/office/drawing/2014/main" id="{38BFEB65-ED98-4095-A7B3-31CCB4B19858}"/>
              </a:ext>
            </a:extLst>
          </p:cNvPr>
          <p:cNvSpPr/>
          <p:nvPr/>
        </p:nvSpPr>
        <p:spPr>
          <a:xfrm>
            <a:off x="3986887" y="2110367"/>
            <a:ext cx="1455181" cy="1580938"/>
          </a:xfrm>
          <a:custGeom>
            <a:avLst/>
            <a:gdLst>
              <a:gd name="connsiteX0" fmla="*/ 0 w 736979"/>
              <a:gd name="connsiteY0" fmla="*/ 800669 h 800669"/>
              <a:gd name="connsiteX1" fmla="*/ 136478 w 736979"/>
              <a:gd name="connsiteY1" fmla="*/ 436729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77409 w 736979"/>
              <a:gd name="connsiteY1" fmla="*/ 612870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979" h="800669">
                <a:moveTo>
                  <a:pt x="0" y="800669"/>
                </a:moveTo>
                <a:cubicBezTo>
                  <a:pt x="12901" y="769369"/>
                  <a:pt x="41565" y="661225"/>
                  <a:pt x="63121" y="600965"/>
                </a:cubicBezTo>
                <a:cubicBezTo>
                  <a:pt x="84677" y="540705"/>
                  <a:pt x="95903" y="498706"/>
                  <a:pt x="119810" y="436728"/>
                </a:cubicBezTo>
                <a:cubicBezTo>
                  <a:pt x="143717" y="374750"/>
                  <a:pt x="222766" y="159010"/>
                  <a:pt x="363727" y="86222"/>
                </a:cubicBezTo>
                <a:cubicBezTo>
                  <a:pt x="504688" y="13434"/>
                  <a:pt x="552770" y="35292"/>
                  <a:pt x="736979" y="0"/>
                </a:cubicBezTo>
              </a:path>
            </a:pathLst>
          </a:cu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12">
            <a:extLst>
              <a:ext uri="{FF2B5EF4-FFF2-40B4-BE49-F238E27FC236}">
                <a16:creationId xmlns:a16="http://schemas.microsoft.com/office/drawing/2014/main" id="{D7E92F52-268B-446B-9BD8-4F67651A8945}"/>
              </a:ext>
            </a:extLst>
          </p:cNvPr>
          <p:cNvSpPr/>
          <p:nvPr/>
        </p:nvSpPr>
        <p:spPr>
          <a:xfrm>
            <a:off x="3984572" y="2112000"/>
            <a:ext cx="1471672" cy="573743"/>
          </a:xfrm>
          <a:custGeom>
            <a:avLst/>
            <a:gdLst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61 h 290573"/>
              <a:gd name="connsiteX1" fmla="*/ 226219 w 745331"/>
              <a:gd name="connsiteY1" fmla="*/ 83405 h 290573"/>
              <a:gd name="connsiteX2" fmla="*/ 0 w 745331"/>
              <a:gd name="connsiteY2" fmla="*/ 290573 h 290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5331" h="290573">
                <a:moveTo>
                  <a:pt x="745331" y="61"/>
                </a:moveTo>
                <a:cubicBezTo>
                  <a:pt x="505023" y="-1527"/>
                  <a:pt x="333772" y="27843"/>
                  <a:pt x="226219" y="83405"/>
                </a:cubicBezTo>
                <a:cubicBezTo>
                  <a:pt x="118666" y="138967"/>
                  <a:pt x="50998" y="211198"/>
                  <a:pt x="0" y="290573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3">
            <a:extLst>
              <a:ext uri="{FF2B5EF4-FFF2-40B4-BE49-F238E27FC236}">
                <a16:creationId xmlns:a16="http://schemas.microsoft.com/office/drawing/2014/main" id="{3FCDC622-3A62-4786-B979-F04EE05A157D}"/>
              </a:ext>
            </a:extLst>
          </p:cNvPr>
          <p:cNvSpPr/>
          <p:nvPr/>
        </p:nvSpPr>
        <p:spPr>
          <a:xfrm>
            <a:off x="3660145" y="2685744"/>
            <a:ext cx="324428" cy="1006192"/>
          </a:xfrm>
          <a:custGeom>
            <a:avLst/>
            <a:gdLst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307" h="509588">
                <a:moveTo>
                  <a:pt x="164307" y="0"/>
                </a:moveTo>
                <a:cubicBezTo>
                  <a:pt x="117475" y="76597"/>
                  <a:pt x="94061" y="153194"/>
                  <a:pt x="66676" y="238125"/>
                </a:cubicBezTo>
                <a:cubicBezTo>
                  <a:pt x="39292" y="323056"/>
                  <a:pt x="12699" y="447279"/>
                  <a:pt x="0" y="509588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6">
            <a:extLst>
              <a:ext uri="{FF2B5EF4-FFF2-40B4-BE49-F238E27FC236}">
                <a16:creationId xmlns:a16="http://schemas.microsoft.com/office/drawing/2014/main" id="{93CB2808-31A4-43E7-88F2-9814394B10DD}"/>
              </a:ext>
            </a:extLst>
          </p:cNvPr>
          <p:cNvSpPr/>
          <p:nvPr/>
        </p:nvSpPr>
        <p:spPr>
          <a:xfrm>
            <a:off x="2566186" y="3696638"/>
            <a:ext cx="1090825" cy="1573546"/>
          </a:xfrm>
          <a:custGeom>
            <a:avLst/>
            <a:gdLst>
              <a:gd name="connsiteX0" fmla="*/ 546100 w 546100"/>
              <a:gd name="connsiteY0" fmla="*/ 0 h 809625"/>
              <a:gd name="connsiteX1" fmla="*/ 428625 w 546100"/>
              <a:gd name="connsiteY1" fmla="*/ 460375 h 809625"/>
              <a:gd name="connsiteX2" fmla="*/ 260350 w 546100"/>
              <a:gd name="connsiteY2" fmla="*/ 717550 h 809625"/>
              <a:gd name="connsiteX3" fmla="*/ 0 w 546100"/>
              <a:gd name="connsiteY3" fmla="*/ 809625 h 809625"/>
              <a:gd name="connsiteX0" fmla="*/ 546100 w 546100"/>
              <a:gd name="connsiteY0" fmla="*/ 0 h 796925"/>
              <a:gd name="connsiteX1" fmla="*/ 428625 w 546100"/>
              <a:gd name="connsiteY1" fmla="*/ 460375 h 796925"/>
              <a:gd name="connsiteX2" fmla="*/ 260350 w 546100"/>
              <a:gd name="connsiteY2" fmla="*/ 717550 h 796925"/>
              <a:gd name="connsiteX3" fmla="*/ 0 w 546100"/>
              <a:gd name="connsiteY3" fmla="*/ 796925 h 796925"/>
              <a:gd name="connsiteX0" fmla="*/ 552450 w 552450"/>
              <a:gd name="connsiteY0" fmla="*/ 0 h 796925"/>
              <a:gd name="connsiteX1" fmla="*/ 428625 w 552450"/>
              <a:gd name="connsiteY1" fmla="*/ 460375 h 796925"/>
              <a:gd name="connsiteX2" fmla="*/ 260350 w 552450"/>
              <a:gd name="connsiteY2" fmla="*/ 717550 h 796925"/>
              <a:gd name="connsiteX3" fmla="*/ 0 w 552450"/>
              <a:gd name="connsiteY3" fmla="*/ 796925 h 79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" h="796925">
                <a:moveTo>
                  <a:pt x="552450" y="0"/>
                </a:moveTo>
                <a:cubicBezTo>
                  <a:pt x="517525" y="170391"/>
                  <a:pt x="477308" y="340783"/>
                  <a:pt x="428625" y="460375"/>
                </a:cubicBezTo>
                <a:cubicBezTo>
                  <a:pt x="379942" y="579967"/>
                  <a:pt x="331787" y="661458"/>
                  <a:pt x="260350" y="717550"/>
                </a:cubicBezTo>
                <a:cubicBezTo>
                  <a:pt x="188913" y="773642"/>
                  <a:pt x="94456" y="779991"/>
                  <a:pt x="0" y="796925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 17">
            <a:extLst>
              <a:ext uri="{FF2B5EF4-FFF2-40B4-BE49-F238E27FC236}">
                <a16:creationId xmlns:a16="http://schemas.microsoft.com/office/drawing/2014/main" id="{F262E8F1-CC01-4F82-BA5B-F13FD4C1DF5A}"/>
              </a:ext>
            </a:extLst>
          </p:cNvPr>
          <p:cNvSpPr/>
          <p:nvPr/>
        </p:nvSpPr>
        <p:spPr>
          <a:xfrm>
            <a:off x="2572455" y="4680888"/>
            <a:ext cx="1410549" cy="590548"/>
          </a:xfrm>
          <a:custGeom>
            <a:avLst/>
            <a:gdLst>
              <a:gd name="connsiteX0" fmla="*/ 0 w 714375"/>
              <a:gd name="connsiteY0" fmla="*/ 298450 h 299084"/>
              <a:gd name="connsiteX1" fmla="*/ 292100 w 714375"/>
              <a:gd name="connsiteY1" fmla="*/ 279400 h 299084"/>
              <a:gd name="connsiteX2" fmla="*/ 555625 w 714375"/>
              <a:gd name="connsiteY2" fmla="*/ 168275 h 299084"/>
              <a:gd name="connsiteX3" fmla="*/ 714375 w 714375"/>
              <a:gd name="connsiteY3" fmla="*/ 0 h 299084"/>
              <a:gd name="connsiteX4" fmla="*/ 714375 w 714375"/>
              <a:gd name="connsiteY4" fmla="*/ 0 h 29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375" h="299084">
                <a:moveTo>
                  <a:pt x="0" y="298450"/>
                </a:moveTo>
                <a:cubicBezTo>
                  <a:pt x="99748" y="299773"/>
                  <a:pt x="199496" y="301096"/>
                  <a:pt x="292100" y="279400"/>
                </a:cubicBezTo>
                <a:cubicBezTo>
                  <a:pt x="384704" y="257704"/>
                  <a:pt x="485246" y="214842"/>
                  <a:pt x="555625" y="168275"/>
                </a:cubicBezTo>
                <a:cubicBezTo>
                  <a:pt x="626004" y="121708"/>
                  <a:pt x="714375" y="0"/>
                  <a:pt x="714375" y="0"/>
                </a:cubicBezTo>
                <a:lnTo>
                  <a:pt x="714375" y="0"/>
                </a:ln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8">
            <a:extLst>
              <a:ext uri="{FF2B5EF4-FFF2-40B4-BE49-F238E27FC236}">
                <a16:creationId xmlns:a16="http://schemas.microsoft.com/office/drawing/2014/main" id="{1230242D-72A4-483B-A3D1-CACF5BD084E7}"/>
              </a:ext>
            </a:extLst>
          </p:cNvPr>
          <p:cNvSpPr/>
          <p:nvPr/>
        </p:nvSpPr>
        <p:spPr>
          <a:xfrm>
            <a:off x="3983004" y="3696637"/>
            <a:ext cx="307186" cy="984249"/>
          </a:xfrm>
          <a:custGeom>
            <a:avLst/>
            <a:gdLst>
              <a:gd name="connsiteX0" fmla="*/ 0 w 161925"/>
              <a:gd name="connsiteY0" fmla="*/ 495300 h 495300"/>
              <a:gd name="connsiteX1" fmla="*/ 88900 w 161925"/>
              <a:gd name="connsiteY1" fmla="*/ 285750 h 495300"/>
              <a:gd name="connsiteX2" fmla="*/ 161925 w 161925"/>
              <a:gd name="connsiteY2" fmla="*/ 0 h 495300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75" h="498475">
                <a:moveTo>
                  <a:pt x="0" y="498475"/>
                </a:moveTo>
                <a:cubicBezTo>
                  <a:pt x="30956" y="434975"/>
                  <a:pt x="62971" y="372004"/>
                  <a:pt x="88900" y="288925"/>
                </a:cubicBezTo>
                <a:cubicBezTo>
                  <a:pt x="114829" y="205846"/>
                  <a:pt x="151606" y="53975"/>
                  <a:pt x="1555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20">
            <a:extLst>
              <a:ext uri="{FF2B5EF4-FFF2-40B4-BE49-F238E27FC236}">
                <a16:creationId xmlns:a16="http://schemas.microsoft.com/office/drawing/2014/main" id="{356CC58D-0E92-4555-9498-28B9A06DF102}"/>
              </a:ext>
            </a:extLst>
          </p:cNvPr>
          <p:cNvSpPr/>
          <p:nvPr/>
        </p:nvSpPr>
        <p:spPr>
          <a:xfrm>
            <a:off x="4290191" y="2123093"/>
            <a:ext cx="1159785" cy="1579815"/>
          </a:xfrm>
          <a:custGeom>
            <a:avLst/>
            <a:gdLst>
              <a:gd name="connsiteX0" fmla="*/ 0 w 587375"/>
              <a:gd name="connsiteY0" fmla="*/ 800100 h 800100"/>
              <a:gd name="connsiteX1" fmla="*/ 57150 w 587375"/>
              <a:gd name="connsiteY1" fmla="*/ 533400 h 800100"/>
              <a:gd name="connsiteX2" fmla="*/ 187325 w 587375"/>
              <a:gd name="connsiteY2" fmla="*/ 196850 h 800100"/>
              <a:gd name="connsiteX3" fmla="*/ 377825 w 587375"/>
              <a:gd name="connsiteY3" fmla="*/ 60325 h 800100"/>
              <a:gd name="connsiteX4" fmla="*/ 587375 w 587375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7375" h="800100">
                <a:moveTo>
                  <a:pt x="0" y="800100"/>
                </a:moveTo>
                <a:cubicBezTo>
                  <a:pt x="12964" y="717021"/>
                  <a:pt x="25929" y="633942"/>
                  <a:pt x="57150" y="533400"/>
                </a:cubicBezTo>
                <a:cubicBezTo>
                  <a:pt x="88371" y="432858"/>
                  <a:pt x="133879" y="275696"/>
                  <a:pt x="187325" y="196850"/>
                </a:cubicBezTo>
                <a:cubicBezTo>
                  <a:pt x="240771" y="118004"/>
                  <a:pt x="311150" y="93133"/>
                  <a:pt x="377825" y="60325"/>
                </a:cubicBezTo>
                <a:cubicBezTo>
                  <a:pt x="444500" y="27517"/>
                  <a:pt x="515937" y="13758"/>
                  <a:pt x="5873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C693E46-096C-406E-8FA6-9DC2D8853071}"/>
              </a:ext>
            </a:extLst>
          </p:cNvPr>
          <p:cNvCxnSpPr/>
          <p:nvPr/>
        </p:nvCxnSpPr>
        <p:spPr>
          <a:xfrm>
            <a:off x="2566186" y="3691305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0AB166-6654-4D41-87D6-52590D065A02}"/>
              </a:ext>
            </a:extLst>
          </p:cNvPr>
          <p:cNvCxnSpPr/>
          <p:nvPr/>
        </p:nvCxnSpPr>
        <p:spPr>
          <a:xfrm>
            <a:off x="2572455" y="5282722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0F270E2-2B28-4F72-8138-D2C767DC1E93}"/>
              </a:ext>
            </a:extLst>
          </p:cNvPr>
          <p:cNvCxnSpPr/>
          <p:nvPr/>
        </p:nvCxnSpPr>
        <p:spPr>
          <a:xfrm>
            <a:off x="5456244" y="2116824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4C0594-F156-4245-819C-89A3074263A8}"/>
              </a:ext>
            </a:extLst>
          </p:cNvPr>
          <p:cNvCxnSpPr/>
          <p:nvPr/>
        </p:nvCxnSpPr>
        <p:spPr>
          <a:xfrm>
            <a:off x="3984124" y="2097828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E29C050-4A23-4C42-A7BA-B38C4B1CEB8D}"/>
              </a:ext>
            </a:extLst>
          </p:cNvPr>
          <p:cNvSpPr txBox="1"/>
          <p:nvPr/>
        </p:nvSpPr>
        <p:spPr>
          <a:xfrm>
            <a:off x="5365239" y="1824357"/>
            <a:ext cx="277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94A791-0684-4E9F-8A6B-621F35F1CF02}"/>
              </a:ext>
            </a:extLst>
          </p:cNvPr>
          <p:cNvSpPr txBox="1"/>
          <p:nvPr/>
        </p:nvSpPr>
        <p:spPr>
          <a:xfrm>
            <a:off x="5210007" y="3617252"/>
            <a:ext cx="48749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F462A2-9786-40AA-A139-319E2B552B94}"/>
              </a:ext>
            </a:extLst>
          </p:cNvPr>
          <p:cNvSpPr txBox="1"/>
          <p:nvPr/>
        </p:nvSpPr>
        <p:spPr>
          <a:xfrm>
            <a:off x="4201599" y="3634670"/>
            <a:ext cx="497691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Hc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318AB8-3DCB-4241-8995-FFE1D0DA4504}"/>
              </a:ext>
            </a:extLst>
          </p:cNvPr>
          <p:cNvSpPr txBox="1"/>
          <p:nvPr/>
        </p:nvSpPr>
        <p:spPr>
          <a:xfrm>
            <a:off x="3646913" y="3639092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O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23E20B-7C89-4B8B-A932-6DBB7780C877}"/>
              </a:ext>
            </a:extLst>
          </p:cNvPr>
          <p:cNvSpPr txBox="1"/>
          <p:nvPr/>
        </p:nvSpPr>
        <p:spPr>
          <a:xfrm>
            <a:off x="3011679" y="3642065"/>
            <a:ext cx="481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-Hc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BC4A1B-3335-4564-BF06-5C1B20DF64F2}"/>
              </a:ext>
            </a:extLst>
          </p:cNvPr>
          <p:cNvSpPr txBox="1"/>
          <p:nvPr/>
        </p:nvSpPr>
        <p:spPr>
          <a:xfrm>
            <a:off x="3519240" y="2330682"/>
            <a:ext cx="44062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9DC56B8-EC2D-4382-92EC-C8AFBE03EF54}"/>
              </a:ext>
            </a:extLst>
          </p:cNvPr>
          <p:cNvSpPr txBox="1"/>
          <p:nvPr/>
        </p:nvSpPr>
        <p:spPr>
          <a:xfrm>
            <a:off x="3400360" y="4354156"/>
            <a:ext cx="55475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6CE6F8-2B45-4EBF-9D86-E51BDB96FB9C}"/>
              </a:ext>
            </a:extLst>
          </p:cNvPr>
          <p:cNvSpPr txBox="1"/>
          <p:nvPr/>
        </p:nvSpPr>
        <p:spPr>
          <a:xfrm>
            <a:off x="1988183" y="3636757"/>
            <a:ext cx="60162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5078F73-2458-450D-8586-CC5A561F6BCE}"/>
              </a:ext>
            </a:extLst>
          </p:cNvPr>
          <p:cNvSpPr txBox="1"/>
          <p:nvPr/>
        </p:nvSpPr>
        <p:spPr>
          <a:xfrm>
            <a:off x="3534075" y="1854744"/>
            <a:ext cx="45693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86FCB92-9777-4E98-823A-304BD0572AE4}"/>
              </a:ext>
            </a:extLst>
          </p:cNvPr>
          <p:cNvSpPr txBox="1"/>
          <p:nvPr/>
        </p:nvSpPr>
        <p:spPr>
          <a:xfrm>
            <a:off x="3417433" y="4892018"/>
            <a:ext cx="57106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39916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1BC890-4F81-45E4-B0A3-53291EFF16F9}"/>
              </a:ext>
            </a:extLst>
          </p:cNvPr>
          <p:cNvSpPr txBox="1"/>
          <p:nvPr/>
        </p:nvSpPr>
        <p:spPr>
          <a:xfrm>
            <a:off x="4941036" y="432775"/>
            <a:ext cx="2309928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B-H</a:t>
            </a:r>
            <a:r>
              <a:rPr lang="zh-CN" altLang="en-US" sz="4800" dirty="0">
                <a:solidFill>
                  <a:srgbClr val="FFFF00"/>
                </a:solidFill>
              </a:rPr>
              <a:t>曲线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6A2B7CB-E2F9-4764-B20C-3815517CA495}"/>
              </a:ext>
            </a:extLst>
          </p:cNvPr>
          <p:cNvCxnSpPr/>
          <p:nvPr/>
        </p:nvCxnSpPr>
        <p:spPr>
          <a:xfrm>
            <a:off x="2225876" y="3691305"/>
            <a:ext cx="3655917" cy="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73BD332-F294-4A8A-8452-4D9AE643EE3D}"/>
              </a:ext>
            </a:extLst>
          </p:cNvPr>
          <p:cNvCxnSpPr/>
          <p:nvPr/>
        </p:nvCxnSpPr>
        <p:spPr>
          <a:xfrm flipV="1">
            <a:off x="3978722" y="1778436"/>
            <a:ext cx="0" cy="366439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11">
            <a:extLst>
              <a:ext uri="{FF2B5EF4-FFF2-40B4-BE49-F238E27FC236}">
                <a16:creationId xmlns:a16="http://schemas.microsoft.com/office/drawing/2014/main" id="{38BFEB65-ED98-4095-A7B3-31CCB4B19858}"/>
              </a:ext>
            </a:extLst>
          </p:cNvPr>
          <p:cNvSpPr/>
          <p:nvPr/>
        </p:nvSpPr>
        <p:spPr>
          <a:xfrm>
            <a:off x="3986887" y="2110367"/>
            <a:ext cx="1455181" cy="1580938"/>
          </a:xfrm>
          <a:custGeom>
            <a:avLst/>
            <a:gdLst>
              <a:gd name="connsiteX0" fmla="*/ 0 w 736979"/>
              <a:gd name="connsiteY0" fmla="*/ 800669 h 800669"/>
              <a:gd name="connsiteX1" fmla="*/ 136478 w 736979"/>
              <a:gd name="connsiteY1" fmla="*/ 436729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77409 w 736979"/>
              <a:gd name="connsiteY1" fmla="*/ 612870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979" h="800669">
                <a:moveTo>
                  <a:pt x="0" y="800669"/>
                </a:moveTo>
                <a:cubicBezTo>
                  <a:pt x="12901" y="769369"/>
                  <a:pt x="41565" y="661225"/>
                  <a:pt x="63121" y="600965"/>
                </a:cubicBezTo>
                <a:cubicBezTo>
                  <a:pt x="84677" y="540705"/>
                  <a:pt x="95903" y="498706"/>
                  <a:pt x="119810" y="436728"/>
                </a:cubicBezTo>
                <a:cubicBezTo>
                  <a:pt x="143717" y="374750"/>
                  <a:pt x="222766" y="159010"/>
                  <a:pt x="363727" y="86222"/>
                </a:cubicBezTo>
                <a:cubicBezTo>
                  <a:pt x="504688" y="13434"/>
                  <a:pt x="552770" y="35292"/>
                  <a:pt x="736979" y="0"/>
                </a:cubicBezTo>
              </a:path>
            </a:pathLst>
          </a:cu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12">
            <a:extLst>
              <a:ext uri="{FF2B5EF4-FFF2-40B4-BE49-F238E27FC236}">
                <a16:creationId xmlns:a16="http://schemas.microsoft.com/office/drawing/2014/main" id="{D7E92F52-268B-446B-9BD8-4F67651A8945}"/>
              </a:ext>
            </a:extLst>
          </p:cNvPr>
          <p:cNvSpPr/>
          <p:nvPr/>
        </p:nvSpPr>
        <p:spPr>
          <a:xfrm>
            <a:off x="3984572" y="2112000"/>
            <a:ext cx="1471672" cy="573743"/>
          </a:xfrm>
          <a:custGeom>
            <a:avLst/>
            <a:gdLst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61 h 290573"/>
              <a:gd name="connsiteX1" fmla="*/ 226219 w 745331"/>
              <a:gd name="connsiteY1" fmla="*/ 83405 h 290573"/>
              <a:gd name="connsiteX2" fmla="*/ 0 w 745331"/>
              <a:gd name="connsiteY2" fmla="*/ 290573 h 290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5331" h="290573">
                <a:moveTo>
                  <a:pt x="745331" y="61"/>
                </a:moveTo>
                <a:cubicBezTo>
                  <a:pt x="505023" y="-1527"/>
                  <a:pt x="333772" y="27843"/>
                  <a:pt x="226219" y="83405"/>
                </a:cubicBezTo>
                <a:cubicBezTo>
                  <a:pt x="118666" y="138967"/>
                  <a:pt x="50998" y="211198"/>
                  <a:pt x="0" y="290573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3">
            <a:extLst>
              <a:ext uri="{FF2B5EF4-FFF2-40B4-BE49-F238E27FC236}">
                <a16:creationId xmlns:a16="http://schemas.microsoft.com/office/drawing/2014/main" id="{3FCDC622-3A62-4786-B979-F04EE05A157D}"/>
              </a:ext>
            </a:extLst>
          </p:cNvPr>
          <p:cNvSpPr/>
          <p:nvPr/>
        </p:nvSpPr>
        <p:spPr>
          <a:xfrm>
            <a:off x="3660145" y="2685744"/>
            <a:ext cx="324428" cy="1006192"/>
          </a:xfrm>
          <a:custGeom>
            <a:avLst/>
            <a:gdLst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307" h="509588">
                <a:moveTo>
                  <a:pt x="164307" y="0"/>
                </a:moveTo>
                <a:cubicBezTo>
                  <a:pt x="117475" y="76597"/>
                  <a:pt x="94061" y="153194"/>
                  <a:pt x="66676" y="238125"/>
                </a:cubicBezTo>
                <a:cubicBezTo>
                  <a:pt x="39292" y="323056"/>
                  <a:pt x="12699" y="447279"/>
                  <a:pt x="0" y="509588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6">
            <a:extLst>
              <a:ext uri="{FF2B5EF4-FFF2-40B4-BE49-F238E27FC236}">
                <a16:creationId xmlns:a16="http://schemas.microsoft.com/office/drawing/2014/main" id="{93CB2808-31A4-43E7-88F2-9814394B10DD}"/>
              </a:ext>
            </a:extLst>
          </p:cNvPr>
          <p:cNvSpPr/>
          <p:nvPr/>
        </p:nvSpPr>
        <p:spPr>
          <a:xfrm>
            <a:off x="2566186" y="3696638"/>
            <a:ext cx="1090825" cy="1573546"/>
          </a:xfrm>
          <a:custGeom>
            <a:avLst/>
            <a:gdLst>
              <a:gd name="connsiteX0" fmla="*/ 546100 w 546100"/>
              <a:gd name="connsiteY0" fmla="*/ 0 h 809625"/>
              <a:gd name="connsiteX1" fmla="*/ 428625 w 546100"/>
              <a:gd name="connsiteY1" fmla="*/ 460375 h 809625"/>
              <a:gd name="connsiteX2" fmla="*/ 260350 w 546100"/>
              <a:gd name="connsiteY2" fmla="*/ 717550 h 809625"/>
              <a:gd name="connsiteX3" fmla="*/ 0 w 546100"/>
              <a:gd name="connsiteY3" fmla="*/ 809625 h 809625"/>
              <a:gd name="connsiteX0" fmla="*/ 546100 w 546100"/>
              <a:gd name="connsiteY0" fmla="*/ 0 h 796925"/>
              <a:gd name="connsiteX1" fmla="*/ 428625 w 546100"/>
              <a:gd name="connsiteY1" fmla="*/ 460375 h 796925"/>
              <a:gd name="connsiteX2" fmla="*/ 260350 w 546100"/>
              <a:gd name="connsiteY2" fmla="*/ 717550 h 796925"/>
              <a:gd name="connsiteX3" fmla="*/ 0 w 546100"/>
              <a:gd name="connsiteY3" fmla="*/ 796925 h 796925"/>
              <a:gd name="connsiteX0" fmla="*/ 552450 w 552450"/>
              <a:gd name="connsiteY0" fmla="*/ 0 h 796925"/>
              <a:gd name="connsiteX1" fmla="*/ 428625 w 552450"/>
              <a:gd name="connsiteY1" fmla="*/ 460375 h 796925"/>
              <a:gd name="connsiteX2" fmla="*/ 260350 w 552450"/>
              <a:gd name="connsiteY2" fmla="*/ 717550 h 796925"/>
              <a:gd name="connsiteX3" fmla="*/ 0 w 552450"/>
              <a:gd name="connsiteY3" fmla="*/ 796925 h 79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" h="796925">
                <a:moveTo>
                  <a:pt x="552450" y="0"/>
                </a:moveTo>
                <a:cubicBezTo>
                  <a:pt x="517525" y="170391"/>
                  <a:pt x="477308" y="340783"/>
                  <a:pt x="428625" y="460375"/>
                </a:cubicBezTo>
                <a:cubicBezTo>
                  <a:pt x="379942" y="579967"/>
                  <a:pt x="331787" y="661458"/>
                  <a:pt x="260350" y="717550"/>
                </a:cubicBezTo>
                <a:cubicBezTo>
                  <a:pt x="188913" y="773642"/>
                  <a:pt x="94456" y="779991"/>
                  <a:pt x="0" y="796925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任意多边形 17">
            <a:extLst>
              <a:ext uri="{FF2B5EF4-FFF2-40B4-BE49-F238E27FC236}">
                <a16:creationId xmlns:a16="http://schemas.microsoft.com/office/drawing/2014/main" id="{F262E8F1-CC01-4F82-BA5B-F13FD4C1DF5A}"/>
              </a:ext>
            </a:extLst>
          </p:cNvPr>
          <p:cNvSpPr/>
          <p:nvPr/>
        </p:nvSpPr>
        <p:spPr>
          <a:xfrm>
            <a:off x="2572455" y="4680888"/>
            <a:ext cx="1410549" cy="590548"/>
          </a:xfrm>
          <a:custGeom>
            <a:avLst/>
            <a:gdLst>
              <a:gd name="connsiteX0" fmla="*/ 0 w 714375"/>
              <a:gd name="connsiteY0" fmla="*/ 298450 h 299084"/>
              <a:gd name="connsiteX1" fmla="*/ 292100 w 714375"/>
              <a:gd name="connsiteY1" fmla="*/ 279400 h 299084"/>
              <a:gd name="connsiteX2" fmla="*/ 555625 w 714375"/>
              <a:gd name="connsiteY2" fmla="*/ 168275 h 299084"/>
              <a:gd name="connsiteX3" fmla="*/ 714375 w 714375"/>
              <a:gd name="connsiteY3" fmla="*/ 0 h 299084"/>
              <a:gd name="connsiteX4" fmla="*/ 714375 w 714375"/>
              <a:gd name="connsiteY4" fmla="*/ 0 h 29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375" h="299084">
                <a:moveTo>
                  <a:pt x="0" y="298450"/>
                </a:moveTo>
                <a:cubicBezTo>
                  <a:pt x="99748" y="299773"/>
                  <a:pt x="199496" y="301096"/>
                  <a:pt x="292100" y="279400"/>
                </a:cubicBezTo>
                <a:cubicBezTo>
                  <a:pt x="384704" y="257704"/>
                  <a:pt x="485246" y="214842"/>
                  <a:pt x="555625" y="168275"/>
                </a:cubicBezTo>
                <a:cubicBezTo>
                  <a:pt x="626004" y="121708"/>
                  <a:pt x="714375" y="0"/>
                  <a:pt x="714375" y="0"/>
                </a:cubicBezTo>
                <a:lnTo>
                  <a:pt x="714375" y="0"/>
                </a:ln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8">
            <a:extLst>
              <a:ext uri="{FF2B5EF4-FFF2-40B4-BE49-F238E27FC236}">
                <a16:creationId xmlns:a16="http://schemas.microsoft.com/office/drawing/2014/main" id="{1230242D-72A4-483B-A3D1-CACF5BD084E7}"/>
              </a:ext>
            </a:extLst>
          </p:cNvPr>
          <p:cNvSpPr/>
          <p:nvPr/>
        </p:nvSpPr>
        <p:spPr>
          <a:xfrm>
            <a:off x="3983004" y="3696637"/>
            <a:ext cx="307186" cy="984249"/>
          </a:xfrm>
          <a:custGeom>
            <a:avLst/>
            <a:gdLst>
              <a:gd name="connsiteX0" fmla="*/ 0 w 161925"/>
              <a:gd name="connsiteY0" fmla="*/ 495300 h 495300"/>
              <a:gd name="connsiteX1" fmla="*/ 88900 w 161925"/>
              <a:gd name="connsiteY1" fmla="*/ 285750 h 495300"/>
              <a:gd name="connsiteX2" fmla="*/ 161925 w 161925"/>
              <a:gd name="connsiteY2" fmla="*/ 0 h 495300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75" h="498475">
                <a:moveTo>
                  <a:pt x="0" y="498475"/>
                </a:moveTo>
                <a:cubicBezTo>
                  <a:pt x="30956" y="434975"/>
                  <a:pt x="62971" y="372004"/>
                  <a:pt x="88900" y="288925"/>
                </a:cubicBezTo>
                <a:cubicBezTo>
                  <a:pt x="114829" y="205846"/>
                  <a:pt x="151606" y="53975"/>
                  <a:pt x="1555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20">
            <a:extLst>
              <a:ext uri="{FF2B5EF4-FFF2-40B4-BE49-F238E27FC236}">
                <a16:creationId xmlns:a16="http://schemas.microsoft.com/office/drawing/2014/main" id="{356CC58D-0E92-4555-9498-28B9A06DF102}"/>
              </a:ext>
            </a:extLst>
          </p:cNvPr>
          <p:cNvSpPr/>
          <p:nvPr/>
        </p:nvSpPr>
        <p:spPr>
          <a:xfrm>
            <a:off x="4290191" y="2123093"/>
            <a:ext cx="1159785" cy="1579815"/>
          </a:xfrm>
          <a:custGeom>
            <a:avLst/>
            <a:gdLst>
              <a:gd name="connsiteX0" fmla="*/ 0 w 587375"/>
              <a:gd name="connsiteY0" fmla="*/ 800100 h 800100"/>
              <a:gd name="connsiteX1" fmla="*/ 57150 w 587375"/>
              <a:gd name="connsiteY1" fmla="*/ 533400 h 800100"/>
              <a:gd name="connsiteX2" fmla="*/ 187325 w 587375"/>
              <a:gd name="connsiteY2" fmla="*/ 196850 h 800100"/>
              <a:gd name="connsiteX3" fmla="*/ 377825 w 587375"/>
              <a:gd name="connsiteY3" fmla="*/ 60325 h 800100"/>
              <a:gd name="connsiteX4" fmla="*/ 587375 w 587375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7375" h="800100">
                <a:moveTo>
                  <a:pt x="0" y="800100"/>
                </a:moveTo>
                <a:cubicBezTo>
                  <a:pt x="12964" y="717021"/>
                  <a:pt x="25929" y="633942"/>
                  <a:pt x="57150" y="533400"/>
                </a:cubicBezTo>
                <a:cubicBezTo>
                  <a:pt x="88371" y="432858"/>
                  <a:pt x="133879" y="275696"/>
                  <a:pt x="187325" y="196850"/>
                </a:cubicBezTo>
                <a:cubicBezTo>
                  <a:pt x="240771" y="118004"/>
                  <a:pt x="311150" y="93133"/>
                  <a:pt x="377825" y="60325"/>
                </a:cubicBezTo>
                <a:cubicBezTo>
                  <a:pt x="444500" y="27517"/>
                  <a:pt x="515937" y="13758"/>
                  <a:pt x="5873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C693E46-096C-406E-8FA6-9DC2D8853071}"/>
              </a:ext>
            </a:extLst>
          </p:cNvPr>
          <p:cNvCxnSpPr/>
          <p:nvPr/>
        </p:nvCxnSpPr>
        <p:spPr>
          <a:xfrm>
            <a:off x="2566186" y="3691305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0AB166-6654-4D41-87D6-52590D065A02}"/>
              </a:ext>
            </a:extLst>
          </p:cNvPr>
          <p:cNvCxnSpPr/>
          <p:nvPr/>
        </p:nvCxnSpPr>
        <p:spPr>
          <a:xfrm>
            <a:off x="2572455" y="5282722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0F270E2-2B28-4F72-8138-D2C767DC1E93}"/>
              </a:ext>
            </a:extLst>
          </p:cNvPr>
          <p:cNvCxnSpPr/>
          <p:nvPr/>
        </p:nvCxnSpPr>
        <p:spPr>
          <a:xfrm>
            <a:off x="5456244" y="2116824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4C0594-F156-4245-819C-89A3074263A8}"/>
              </a:ext>
            </a:extLst>
          </p:cNvPr>
          <p:cNvCxnSpPr/>
          <p:nvPr/>
        </p:nvCxnSpPr>
        <p:spPr>
          <a:xfrm>
            <a:off x="3984124" y="2097828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E29C050-4A23-4C42-A7BA-B38C4B1CEB8D}"/>
              </a:ext>
            </a:extLst>
          </p:cNvPr>
          <p:cNvSpPr txBox="1"/>
          <p:nvPr/>
        </p:nvSpPr>
        <p:spPr>
          <a:xfrm>
            <a:off x="5365239" y="1824357"/>
            <a:ext cx="277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94A791-0684-4E9F-8A6B-621F35F1CF02}"/>
              </a:ext>
            </a:extLst>
          </p:cNvPr>
          <p:cNvSpPr txBox="1"/>
          <p:nvPr/>
        </p:nvSpPr>
        <p:spPr>
          <a:xfrm>
            <a:off x="5210007" y="3617252"/>
            <a:ext cx="48749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F462A2-9786-40AA-A139-319E2B552B94}"/>
              </a:ext>
            </a:extLst>
          </p:cNvPr>
          <p:cNvSpPr txBox="1"/>
          <p:nvPr/>
        </p:nvSpPr>
        <p:spPr>
          <a:xfrm>
            <a:off x="4201599" y="3634670"/>
            <a:ext cx="497691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Hc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318AB8-3DCB-4241-8995-FFE1D0DA4504}"/>
              </a:ext>
            </a:extLst>
          </p:cNvPr>
          <p:cNvSpPr txBox="1"/>
          <p:nvPr/>
        </p:nvSpPr>
        <p:spPr>
          <a:xfrm>
            <a:off x="3646913" y="3639092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O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23E20B-7C89-4B8B-A932-6DBB7780C877}"/>
              </a:ext>
            </a:extLst>
          </p:cNvPr>
          <p:cNvSpPr txBox="1"/>
          <p:nvPr/>
        </p:nvSpPr>
        <p:spPr>
          <a:xfrm>
            <a:off x="3011679" y="3642065"/>
            <a:ext cx="481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-Hc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BC4A1B-3335-4564-BF06-5C1B20DF64F2}"/>
              </a:ext>
            </a:extLst>
          </p:cNvPr>
          <p:cNvSpPr txBox="1"/>
          <p:nvPr/>
        </p:nvSpPr>
        <p:spPr>
          <a:xfrm>
            <a:off x="3519240" y="2330682"/>
            <a:ext cx="44062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9DC56B8-EC2D-4382-92EC-C8AFBE03EF54}"/>
              </a:ext>
            </a:extLst>
          </p:cNvPr>
          <p:cNvSpPr txBox="1"/>
          <p:nvPr/>
        </p:nvSpPr>
        <p:spPr>
          <a:xfrm>
            <a:off x="3400360" y="4354156"/>
            <a:ext cx="55475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6CE6F8-2B45-4EBF-9D86-E51BDB96FB9C}"/>
              </a:ext>
            </a:extLst>
          </p:cNvPr>
          <p:cNvSpPr txBox="1"/>
          <p:nvPr/>
        </p:nvSpPr>
        <p:spPr>
          <a:xfrm>
            <a:off x="1988183" y="3636757"/>
            <a:ext cx="60162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5078F73-2458-450D-8586-CC5A561F6BCE}"/>
              </a:ext>
            </a:extLst>
          </p:cNvPr>
          <p:cNvSpPr txBox="1"/>
          <p:nvPr/>
        </p:nvSpPr>
        <p:spPr>
          <a:xfrm>
            <a:off x="3534075" y="1854744"/>
            <a:ext cx="45693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86FCB92-9777-4E98-823A-304BD0572AE4}"/>
              </a:ext>
            </a:extLst>
          </p:cNvPr>
          <p:cNvSpPr txBox="1"/>
          <p:nvPr/>
        </p:nvSpPr>
        <p:spPr>
          <a:xfrm>
            <a:off x="3417433" y="4892018"/>
            <a:ext cx="57106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23940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1BC890-4F81-45E4-B0A3-53291EFF16F9}"/>
              </a:ext>
            </a:extLst>
          </p:cNvPr>
          <p:cNvSpPr txBox="1"/>
          <p:nvPr/>
        </p:nvSpPr>
        <p:spPr>
          <a:xfrm>
            <a:off x="4941036" y="432775"/>
            <a:ext cx="2309928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B-H</a:t>
            </a:r>
            <a:r>
              <a:rPr lang="zh-CN" altLang="en-US" sz="4800" dirty="0">
                <a:solidFill>
                  <a:srgbClr val="FFFF00"/>
                </a:solidFill>
              </a:rPr>
              <a:t>曲线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6A2B7CB-E2F9-4764-B20C-3815517CA495}"/>
              </a:ext>
            </a:extLst>
          </p:cNvPr>
          <p:cNvCxnSpPr/>
          <p:nvPr/>
        </p:nvCxnSpPr>
        <p:spPr>
          <a:xfrm>
            <a:off x="2225876" y="3691305"/>
            <a:ext cx="3655917" cy="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73BD332-F294-4A8A-8452-4D9AE643EE3D}"/>
              </a:ext>
            </a:extLst>
          </p:cNvPr>
          <p:cNvCxnSpPr/>
          <p:nvPr/>
        </p:nvCxnSpPr>
        <p:spPr>
          <a:xfrm flipV="1">
            <a:off x="3978722" y="1778436"/>
            <a:ext cx="0" cy="366439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11">
            <a:extLst>
              <a:ext uri="{FF2B5EF4-FFF2-40B4-BE49-F238E27FC236}">
                <a16:creationId xmlns:a16="http://schemas.microsoft.com/office/drawing/2014/main" id="{38BFEB65-ED98-4095-A7B3-31CCB4B19858}"/>
              </a:ext>
            </a:extLst>
          </p:cNvPr>
          <p:cNvSpPr/>
          <p:nvPr/>
        </p:nvSpPr>
        <p:spPr>
          <a:xfrm>
            <a:off x="3986887" y="2110367"/>
            <a:ext cx="1455181" cy="1580938"/>
          </a:xfrm>
          <a:custGeom>
            <a:avLst/>
            <a:gdLst>
              <a:gd name="connsiteX0" fmla="*/ 0 w 736979"/>
              <a:gd name="connsiteY0" fmla="*/ 800669 h 800669"/>
              <a:gd name="connsiteX1" fmla="*/ 136478 w 736979"/>
              <a:gd name="connsiteY1" fmla="*/ 436729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77409 w 736979"/>
              <a:gd name="connsiteY1" fmla="*/ 612870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979" h="800669">
                <a:moveTo>
                  <a:pt x="0" y="800669"/>
                </a:moveTo>
                <a:cubicBezTo>
                  <a:pt x="12901" y="769369"/>
                  <a:pt x="41565" y="661225"/>
                  <a:pt x="63121" y="600965"/>
                </a:cubicBezTo>
                <a:cubicBezTo>
                  <a:pt x="84677" y="540705"/>
                  <a:pt x="95903" y="498706"/>
                  <a:pt x="119810" y="436728"/>
                </a:cubicBezTo>
                <a:cubicBezTo>
                  <a:pt x="143717" y="374750"/>
                  <a:pt x="222766" y="159010"/>
                  <a:pt x="363727" y="86222"/>
                </a:cubicBezTo>
                <a:cubicBezTo>
                  <a:pt x="504688" y="13434"/>
                  <a:pt x="552770" y="35292"/>
                  <a:pt x="736979" y="0"/>
                </a:cubicBezTo>
              </a:path>
            </a:pathLst>
          </a:cu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12">
            <a:extLst>
              <a:ext uri="{FF2B5EF4-FFF2-40B4-BE49-F238E27FC236}">
                <a16:creationId xmlns:a16="http://schemas.microsoft.com/office/drawing/2014/main" id="{D7E92F52-268B-446B-9BD8-4F67651A8945}"/>
              </a:ext>
            </a:extLst>
          </p:cNvPr>
          <p:cNvSpPr/>
          <p:nvPr/>
        </p:nvSpPr>
        <p:spPr>
          <a:xfrm>
            <a:off x="3984572" y="2112000"/>
            <a:ext cx="1471672" cy="573743"/>
          </a:xfrm>
          <a:custGeom>
            <a:avLst/>
            <a:gdLst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61 h 290573"/>
              <a:gd name="connsiteX1" fmla="*/ 226219 w 745331"/>
              <a:gd name="connsiteY1" fmla="*/ 83405 h 290573"/>
              <a:gd name="connsiteX2" fmla="*/ 0 w 745331"/>
              <a:gd name="connsiteY2" fmla="*/ 290573 h 290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5331" h="290573">
                <a:moveTo>
                  <a:pt x="745331" y="61"/>
                </a:moveTo>
                <a:cubicBezTo>
                  <a:pt x="505023" y="-1527"/>
                  <a:pt x="333772" y="27843"/>
                  <a:pt x="226219" y="83405"/>
                </a:cubicBezTo>
                <a:cubicBezTo>
                  <a:pt x="118666" y="138967"/>
                  <a:pt x="50998" y="211198"/>
                  <a:pt x="0" y="290573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3">
            <a:extLst>
              <a:ext uri="{FF2B5EF4-FFF2-40B4-BE49-F238E27FC236}">
                <a16:creationId xmlns:a16="http://schemas.microsoft.com/office/drawing/2014/main" id="{3FCDC622-3A62-4786-B979-F04EE05A157D}"/>
              </a:ext>
            </a:extLst>
          </p:cNvPr>
          <p:cNvSpPr/>
          <p:nvPr/>
        </p:nvSpPr>
        <p:spPr>
          <a:xfrm>
            <a:off x="3660145" y="2685744"/>
            <a:ext cx="324428" cy="1006192"/>
          </a:xfrm>
          <a:custGeom>
            <a:avLst/>
            <a:gdLst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307" h="509588">
                <a:moveTo>
                  <a:pt x="164307" y="0"/>
                </a:moveTo>
                <a:cubicBezTo>
                  <a:pt x="117475" y="76597"/>
                  <a:pt x="94061" y="153194"/>
                  <a:pt x="66676" y="238125"/>
                </a:cubicBezTo>
                <a:cubicBezTo>
                  <a:pt x="39292" y="323056"/>
                  <a:pt x="12699" y="447279"/>
                  <a:pt x="0" y="509588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6">
            <a:extLst>
              <a:ext uri="{FF2B5EF4-FFF2-40B4-BE49-F238E27FC236}">
                <a16:creationId xmlns:a16="http://schemas.microsoft.com/office/drawing/2014/main" id="{93CB2808-31A4-43E7-88F2-9814394B10DD}"/>
              </a:ext>
            </a:extLst>
          </p:cNvPr>
          <p:cNvSpPr/>
          <p:nvPr/>
        </p:nvSpPr>
        <p:spPr>
          <a:xfrm>
            <a:off x="2566186" y="3696638"/>
            <a:ext cx="1090825" cy="1573546"/>
          </a:xfrm>
          <a:custGeom>
            <a:avLst/>
            <a:gdLst>
              <a:gd name="connsiteX0" fmla="*/ 546100 w 546100"/>
              <a:gd name="connsiteY0" fmla="*/ 0 h 809625"/>
              <a:gd name="connsiteX1" fmla="*/ 428625 w 546100"/>
              <a:gd name="connsiteY1" fmla="*/ 460375 h 809625"/>
              <a:gd name="connsiteX2" fmla="*/ 260350 w 546100"/>
              <a:gd name="connsiteY2" fmla="*/ 717550 h 809625"/>
              <a:gd name="connsiteX3" fmla="*/ 0 w 546100"/>
              <a:gd name="connsiteY3" fmla="*/ 809625 h 809625"/>
              <a:gd name="connsiteX0" fmla="*/ 546100 w 546100"/>
              <a:gd name="connsiteY0" fmla="*/ 0 h 796925"/>
              <a:gd name="connsiteX1" fmla="*/ 428625 w 546100"/>
              <a:gd name="connsiteY1" fmla="*/ 460375 h 796925"/>
              <a:gd name="connsiteX2" fmla="*/ 260350 w 546100"/>
              <a:gd name="connsiteY2" fmla="*/ 717550 h 796925"/>
              <a:gd name="connsiteX3" fmla="*/ 0 w 546100"/>
              <a:gd name="connsiteY3" fmla="*/ 796925 h 796925"/>
              <a:gd name="connsiteX0" fmla="*/ 552450 w 552450"/>
              <a:gd name="connsiteY0" fmla="*/ 0 h 796925"/>
              <a:gd name="connsiteX1" fmla="*/ 428625 w 552450"/>
              <a:gd name="connsiteY1" fmla="*/ 460375 h 796925"/>
              <a:gd name="connsiteX2" fmla="*/ 260350 w 552450"/>
              <a:gd name="connsiteY2" fmla="*/ 717550 h 796925"/>
              <a:gd name="connsiteX3" fmla="*/ 0 w 552450"/>
              <a:gd name="connsiteY3" fmla="*/ 796925 h 79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" h="796925">
                <a:moveTo>
                  <a:pt x="552450" y="0"/>
                </a:moveTo>
                <a:cubicBezTo>
                  <a:pt x="517525" y="170391"/>
                  <a:pt x="477308" y="340783"/>
                  <a:pt x="428625" y="460375"/>
                </a:cubicBezTo>
                <a:cubicBezTo>
                  <a:pt x="379942" y="579967"/>
                  <a:pt x="331787" y="661458"/>
                  <a:pt x="260350" y="717550"/>
                </a:cubicBezTo>
                <a:cubicBezTo>
                  <a:pt x="188913" y="773642"/>
                  <a:pt x="94456" y="779991"/>
                  <a:pt x="0" y="796925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任意多边形 17">
            <a:extLst>
              <a:ext uri="{FF2B5EF4-FFF2-40B4-BE49-F238E27FC236}">
                <a16:creationId xmlns:a16="http://schemas.microsoft.com/office/drawing/2014/main" id="{F262E8F1-CC01-4F82-BA5B-F13FD4C1DF5A}"/>
              </a:ext>
            </a:extLst>
          </p:cNvPr>
          <p:cNvSpPr/>
          <p:nvPr/>
        </p:nvSpPr>
        <p:spPr>
          <a:xfrm>
            <a:off x="2572455" y="4680888"/>
            <a:ext cx="1410549" cy="590548"/>
          </a:xfrm>
          <a:custGeom>
            <a:avLst/>
            <a:gdLst>
              <a:gd name="connsiteX0" fmla="*/ 0 w 714375"/>
              <a:gd name="connsiteY0" fmla="*/ 298450 h 299084"/>
              <a:gd name="connsiteX1" fmla="*/ 292100 w 714375"/>
              <a:gd name="connsiteY1" fmla="*/ 279400 h 299084"/>
              <a:gd name="connsiteX2" fmla="*/ 555625 w 714375"/>
              <a:gd name="connsiteY2" fmla="*/ 168275 h 299084"/>
              <a:gd name="connsiteX3" fmla="*/ 714375 w 714375"/>
              <a:gd name="connsiteY3" fmla="*/ 0 h 299084"/>
              <a:gd name="connsiteX4" fmla="*/ 714375 w 714375"/>
              <a:gd name="connsiteY4" fmla="*/ 0 h 29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375" h="299084">
                <a:moveTo>
                  <a:pt x="0" y="298450"/>
                </a:moveTo>
                <a:cubicBezTo>
                  <a:pt x="99748" y="299773"/>
                  <a:pt x="199496" y="301096"/>
                  <a:pt x="292100" y="279400"/>
                </a:cubicBezTo>
                <a:cubicBezTo>
                  <a:pt x="384704" y="257704"/>
                  <a:pt x="485246" y="214842"/>
                  <a:pt x="555625" y="168275"/>
                </a:cubicBezTo>
                <a:cubicBezTo>
                  <a:pt x="626004" y="121708"/>
                  <a:pt x="714375" y="0"/>
                  <a:pt x="714375" y="0"/>
                </a:cubicBezTo>
                <a:lnTo>
                  <a:pt x="714375" y="0"/>
                </a:ln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8">
            <a:extLst>
              <a:ext uri="{FF2B5EF4-FFF2-40B4-BE49-F238E27FC236}">
                <a16:creationId xmlns:a16="http://schemas.microsoft.com/office/drawing/2014/main" id="{1230242D-72A4-483B-A3D1-CACF5BD084E7}"/>
              </a:ext>
            </a:extLst>
          </p:cNvPr>
          <p:cNvSpPr/>
          <p:nvPr/>
        </p:nvSpPr>
        <p:spPr>
          <a:xfrm>
            <a:off x="3983004" y="3696637"/>
            <a:ext cx="307186" cy="984249"/>
          </a:xfrm>
          <a:custGeom>
            <a:avLst/>
            <a:gdLst>
              <a:gd name="connsiteX0" fmla="*/ 0 w 161925"/>
              <a:gd name="connsiteY0" fmla="*/ 495300 h 495300"/>
              <a:gd name="connsiteX1" fmla="*/ 88900 w 161925"/>
              <a:gd name="connsiteY1" fmla="*/ 285750 h 495300"/>
              <a:gd name="connsiteX2" fmla="*/ 161925 w 161925"/>
              <a:gd name="connsiteY2" fmla="*/ 0 h 495300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75" h="498475">
                <a:moveTo>
                  <a:pt x="0" y="498475"/>
                </a:moveTo>
                <a:cubicBezTo>
                  <a:pt x="30956" y="434975"/>
                  <a:pt x="62971" y="372004"/>
                  <a:pt x="88900" y="288925"/>
                </a:cubicBezTo>
                <a:cubicBezTo>
                  <a:pt x="114829" y="205846"/>
                  <a:pt x="151606" y="53975"/>
                  <a:pt x="1555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20">
            <a:extLst>
              <a:ext uri="{FF2B5EF4-FFF2-40B4-BE49-F238E27FC236}">
                <a16:creationId xmlns:a16="http://schemas.microsoft.com/office/drawing/2014/main" id="{356CC58D-0E92-4555-9498-28B9A06DF102}"/>
              </a:ext>
            </a:extLst>
          </p:cNvPr>
          <p:cNvSpPr/>
          <p:nvPr/>
        </p:nvSpPr>
        <p:spPr>
          <a:xfrm>
            <a:off x="4290191" y="2123093"/>
            <a:ext cx="1159785" cy="1579815"/>
          </a:xfrm>
          <a:custGeom>
            <a:avLst/>
            <a:gdLst>
              <a:gd name="connsiteX0" fmla="*/ 0 w 587375"/>
              <a:gd name="connsiteY0" fmla="*/ 800100 h 800100"/>
              <a:gd name="connsiteX1" fmla="*/ 57150 w 587375"/>
              <a:gd name="connsiteY1" fmla="*/ 533400 h 800100"/>
              <a:gd name="connsiteX2" fmla="*/ 187325 w 587375"/>
              <a:gd name="connsiteY2" fmla="*/ 196850 h 800100"/>
              <a:gd name="connsiteX3" fmla="*/ 377825 w 587375"/>
              <a:gd name="connsiteY3" fmla="*/ 60325 h 800100"/>
              <a:gd name="connsiteX4" fmla="*/ 587375 w 587375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7375" h="800100">
                <a:moveTo>
                  <a:pt x="0" y="800100"/>
                </a:moveTo>
                <a:cubicBezTo>
                  <a:pt x="12964" y="717021"/>
                  <a:pt x="25929" y="633942"/>
                  <a:pt x="57150" y="533400"/>
                </a:cubicBezTo>
                <a:cubicBezTo>
                  <a:pt x="88371" y="432858"/>
                  <a:pt x="133879" y="275696"/>
                  <a:pt x="187325" y="196850"/>
                </a:cubicBezTo>
                <a:cubicBezTo>
                  <a:pt x="240771" y="118004"/>
                  <a:pt x="311150" y="93133"/>
                  <a:pt x="377825" y="60325"/>
                </a:cubicBezTo>
                <a:cubicBezTo>
                  <a:pt x="444500" y="27517"/>
                  <a:pt x="515937" y="13758"/>
                  <a:pt x="5873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C693E46-096C-406E-8FA6-9DC2D8853071}"/>
              </a:ext>
            </a:extLst>
          </p:cNvPr>
          <p:cNvCxnSpPr/>
          <p:nvPr/>
        </p:nvCxnSpPr>
        <p:spPr>
          <a:xfrm>
            <a:off x="2566186" y="3691305"/>
            <a:ext cx="6269" cy="1578878"/>
          </a:xfrm>
          <a:prstGeom prst="line">
            <a:avLst/>
          </a:prstGeom>
          <a:ln w="222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0AB166-6654-4D41-87D6-52590D065A02}"/>
              </a:ext>
            </a:extLst>
          </p:cNvPr>
          <p:cNvCxnSpPr/>
          <p:nvPr/>
        </p:nvCxnSpPr>
        <p:spPr>
          <a:xfrm>
            <a:off x="2572455" y="5282722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0F270E2-2B28-4F72-8138-D2C767DC1E93}"/>
              </a:ext>
            </a:extLst>
          </p:cNvPr>
          <p:cNvCxnSpPr/>
          <p:nvPr/>
        </p:nvCxnSpPr>
        <p:spPr>
          <a:xfrm>
            <a:off x="5456244" y="2116824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4C0594-F156-4245-819C-89A3074263A8}"/>
              </a:ext>
            </a:extLst>
          </p:cNvPr>
          <p:cNvCxnSpPr/>
          <p:nvPr/>
        </p:nvCxnSpPr>
        <p:spPr>
          <a:xfrm>
            <a:off x="3984124" y="2097828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E29C050-4A23-4C42-A7BA-B38C4B1CEB8D}"/>
              </a:ext>
            </a:extLst>
          </p:cNvPr>
          <p:cNvSpPr txBox="1"/>
          <p:nvPr/>
        </p:nvSpPr>
        <p:spPr>
          <a:xfrm>
            <a:off x="5365239" y="1824357"/>
            <a:ext cx="277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94A791-0684-4E9F-8A6B-621F35F1CF02}"/>
              </a:ext>
            </a:extLst>
          </p:cNvPr>
          <p:cNvSpPr txBox="1"/>
          <p:nvPr/>
        </p:nvSpPr>
        <p:spPr>
          <a:xfrm>
            <a:off x="5210007" y="3617252"/>
            <a:ext cx="48749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F462A2-9786-40AA-A139-319E2B552B94}"/>
              </a:ext>
            </a:extLst>
          </p:cNvPr>
          <p:cNvSpPr txBox="1"/>
          <p:nvPr/>
        </p:nvSpPr>
        <p:spPr>
          <a:xfrm>
            <a:off x="4201599" y="3634670"/>
            <a:ext cx="497691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Hc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318AB8-3DCB-4241-8995-FFE1D0DA4504}"/>
              </a:ext>
            </a:extLst>
          </p:cNvPr>
          <p:cNvSpPr txBox="1"/>
          <p:nvPr/>
        </p:nvSpPr>
        <p:spPr>
          <a:xfrm>
            <a:off x="3646913" y="3639092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O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23E20B-7C89-4B8B-A932-6DBB7780C877}"/>
              </a:ext>
            </a:extLst>
          </p:cNvPr>
          <p:cNvSpPr txBox="1"/>
          <p:nvPr/>
        </p:nvSpPr>
        <p:spPr>
          <a:xfrm>
            <a:off x="3011679" y="3642065"/>
            <a:ext cx="481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-Hc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BC4A1B-3335-4564-BF06-5C1B20DF64F2}"/>
              </a:ext>
            </a:extLst>
          </p:cNvPr>
          <p:cNvSpPr txBox="1"/>
          <p:nvPr/>
        </p:nvSpPr>
        <p:spPr>
          <a:xfrm>
            <a:off x="3519240" y="2330682"/>
            <a:ext cx="44062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9DC56B8-EC2D-4382-92EC-C8AFBE03EF54}"/>
              </a:ext>
            </a:extLst>
          </p:cNvPr>
          <p:cNvSpPr txBox="1"/>
          <p:nvPr/>
        </p:nvSpPr>
        <p:spPr>
          <a:xfrm>
            <a:off x="3400360" y="4354156"/>
            <a:ext cx="55475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6CE6F8-2B45-4EBF-9D86-E51BDB96FB9C}"/>
              </a:ext>
            </a:extLst>
          </p:cNvPr>
          <p:cNvSpPr txBox="1"/>
          <p:nvPr/>
        </p:nvSpPr>
        <p:spPr>
          <a:xfrm>
            <a:off x="1988183" y="3636757"/>
            <a:ext cx="60162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5078F73-2458-450D-8586-CC5A561F6BCE}"/>
              </a:ext>
            </a:extLst>
          </p:cNvPr>
          <p:cNvSpPr txBox="1"/>
          <p:nvPr/>
        </p:nvSpPr>
        <p:spPr>
          <a:xfrm>
            <a:off x="3534075" y="1854744"/>
            <a:ext cx="45693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86FCB92-9777-4E98-823A-304BD0572AE4}"/>
              </a:ext>
            </a:extLst>
          </p:cNvPr>
          <p:cNvSpPr txBox="1"/>
          <p:nvPr/>
        </p:nvSpPr>
        <p:spPr>
          <a:xfrm>
            <a:off x="3417433" y="4892018"/>
            <a:ext cx="57106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281400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1BC890-4F81-45E4-B0A3-53291EFF16F9}"/>
              </a:ext>
            </a:extLst>
          </p:cNvPr>
          <p:cNvSpPr txBox="1"/>
          <p:nvPr/>
        </p:nvSpPr>
        <p:spPr>
          <a:xfrm>
            <a:off x="4941036" y="432775"/>
            <a:ext cx="2309928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B-H</a:t>
            </a:r>
            <a:r>
              <a:rPr lang="zh-CN" altLang="en-US" sz="4800" dirty="0">
                <a:solidFill>
                  <a:srgbClr val="FFFF00"/>
                </a:solidFill>
              </a:rPr>
              <a:t>曲线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6A2B7CB-E2F9-4764-B20C-3815517CA495}"/>
              </a:ext>
            </a:extLst>
          </p:cNvPr>
          <p:cNvCxnSpPr/>
          <p:nvPr/>
        </p:nvCxnSpPr>
        <p:spPr>
          <a:xfrm>
            <a:off x="2225876" y="3691305"/>
            <a:ext cx="3655917" cy="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73BD332-F294-4A8A-8452-4D9AE643EE3D}"/>
              </a:ext>
            </a:extLst>
          </p:cNvPr>
          <p:cNvCxnSpPr/>
          <p:nvPr/>
        </p:nvCxnSpPr>
        <p:spPr>
          <a:xfrm flipV="1">
            <a:off x="3978722" y="1778436"/>
            <a:ext cx="0" cy="366439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11">
            <a:extLst>
              <a:ext uri="{FF2B5EF4-FFF2-40B4-BE49-F238E27FC236}">
                <a16:creationId xmlns:a16="http://schemas.microsoft.com/office/drawing/2014/main" id="{38BFEB65-ED98-4095-A7B3-31CCB4B19858}"/>
              </a:ext>
            </a:extLst>
          </p:cNvPr>
          <p:cNvSpPr/>
          <p:nvPr/>
        </p:nvSpPr>
        <p:spPr>
          <a:xfrm>
            <a:off x="3986887" y="2110367"/>
            <a:ext cx="1455181" cy="1580938"/>
          </a:xfrm>
          <a:custGeom>
            <a:avLst/>
            <a:gdLst>
              <a:gd name="connsiteX0" fmla="*/ 0 w 736979"/>
              <a:gd name="connsiteY0" fmla="*/ 800669 h 800669"/>
              <a:gd name="connsiteX1" fmla="*/ 136478 w 736979"/>
              <a:gd name="connsiteY1" fmla="*/ 436729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77409 w 736979"/>
              <a:gd name="connsiteY1" fmla="*/ 612870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979" h="800669">
                <a:moveTo>
                  <a:pt x="0" y="800669"/>
                </a:moveTo>
                <a:cubicBezTo>
                  <a:pt x="12901" y="769369"/>
                  <a:pt x="41565" y="661225"/>
                  <a:pt x="63121" y="600965"/>
                </a:cubicBezTo>
                <a:cubicBezTo>
                  <a:pt x="84677" y="540705"/>
                  <a:pt x="95903" y="498706"/>
                  <a:pt x="119810" y="436728"/>
                </a:cubicBezTo>
                <a:cubicBezTo>
                  <a:pt x="143717" y="374750"/>
                  <a:pt x="222766" y="159010"/>
                  <a:pt x="363727" y="86222"/>
                </a:cubicBezTo>
                <a:cubicBezTo>
                  <a:pt x="504688" y="13434"/>
                  <a:pt x="552770" y="35292"/>
                  <a:pt x="736979" y="0"/>
                </a:cubicBezTo>
              </a:path>
            </a:pathLst>
          </a:cu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12">
            <a:extLst>
              <a:ext uri="{FF2B5EF4-FFF2-40B4-BE49-F238E27FC236}">
                <a16:creationId xmlns:a16="http://schemas.microsoft.com/office/drawing/2014/main" id="{D7E92F52-268B-446B-9BD8-4F67651A8945}"/>
              </a:ext>
            </a:extLst>
          </p:cNvPr>
          <p:cNvSpPr/>
          <p:nvPr/>
        </p:nvSpPr>
        <p:spPr>
          <a:xfrm>
            <a:off x="3984572" y="2112000"/>
            <a:ext cx="1471672" cy="573743"/>
          </a:xfrm>
          <a:custGeom>
            <a:avLst/>
            <a:gdLst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61 h 290573"/>
              <a:gd name="connsiteX1" fmla="*/ 226219 w 745331"/>
              <a:gd name="connsiteY1" fmla="*/ 83405 h 290573"/>
              <a:gd name="connsiteX2" fmla="*/ 0 w 745331"/>
              <a:gd name="connsiteY2" fmla="*/ 290573 h 290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5331" h="290573">
                <a:moveTo>
                  <a:pt x="745331" y="61"/>
                </a:moveTo>
                <a:cubicBezTo>
                  <a:pt x="505023" y="-1527"/>
                  <a:pt x="333772" y="27843"/>
                  <a:pt x="226219" y="83405"/>
                </a:cubicBezTo>
                <a:cubicBezTo>
                  <a:pt x="118666" y="138967"/>
                  <a:pt x="50998" y="211198"/>
                  <a:pt x="0" y="290573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3">
            <a:extLst>
              <a:ext uri="{FF2B5EF4-FFF2-40B4-BE49-F238E27FC236}">
                <a16:creationId xmlns:a16="http://schemas.microsoft.com/office/drawing/2014/main" id="{3FCDC622-3A62-4786-B979-F04EE05A157D}"/>
              </a:ext>
            </a:extLst>
          </p:cNvPr>
          <p:cNvSpPr/>
          <p:nvPr/>
        </p:nvSpPr>
        <p:spPr>
          <a:xfrm>
            <a:off x="3660145" y="2685744"/>
            <a:ext cx="324428" cy="1006192"/>
          </a:xfrm>
          <a:custGeom>
            <a:avLst/>
            <a:gdLst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307" h="509588">
                <a:moveTo>
                  <a:pt x="164307" y="0"/>
                </a:moveTo>
                <a:cubicBezTo>
                  <a:pt x="117475" y="76597"/>
                  <a:pt x="94061" y="153194"/>
                  <a:pt x="66676" y="238125"/>
                </a:cubicBezTo>
                <a:cubicBezTo>
                  <a:pt x="39292" y="323056"/>
                  <a:pt x="12699" y="447279"/>
                  <a:pt x="0" y="509588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6">
            <a:extLst>
              <a:ext uri="{FF2B5EF4-FFF2-40B4-BE49-F238E27FC236}">
                <a16:creationId xmlns:a16="http://schemas.microsoft.com/office/drawing/2014/main" id="{93CB2808-31A4-43E7-88F2-9814394B10DD}"/>
              </a:ext>
            </a:extLst>
          </p:cNvPr>
          <p:cNvSpPr/>
          <p:nvPr/>
        </p:nvSpPr>
        <p:spPr>
          <a:xfrm>
            <a:off x="2566186" y="3696638"/>
            <a:ext cx="1090825" cy="1573546"/>
          </a:xfrm>
          <a:custGeom>
            <a:avLst/>
            <a:gdLst>
              <a:gd name="connsiteX0" fmla="*/ 546100 w 546100"/>
              <a:gd name="connsiteY0" fmla="*/ 0 h 809625"/>
              <a:gd name="connsiteX1" fmla="*/ 428625 w 546100"/>
              <a:gd name="connsiteY1" fmla="*/ 460375 h 809625"/>
              <a:gd name="connsiteX2" fmla="*/ 260350 w 546100"/>
              <a:gd name="connsiteY2" fmla="*/ 717550 h 809625"/>
              <a:gd name="connsiteX3" fmla="*/ 0 w 546100"/>
              <a:gd name="connsiteY3" fmla="*/ 809625 h 809625"/>
              <a:gd name="connsiteX0" fmla="*/ 546100 w 546100"/>
              <a:gd name="connsiteY0" fmla="*/ 0 h 796925"/>
              <a:gd name="connsiteX1" fmla="*/ 428625 w 546100"/>
              <a:gd name="connsiteY1" fmla="*/ 460375 h 796925"/>
              <a:gd name="connsiteX2" fmla="*/ 260350 w 546100"/>
              <a:gd name="connsiteY2" fmla="*/ 717550 h 796925"/>
              <a:gd name="connsiteX3" fmla="*/ 0 w 546100"/>
              <a:gd name="connsiteY3" fmla="*/ 796925 h 796925"/>
              <a:gd name="connsiteX0" fmla="*/ 552450 w 552450"/>
              <a:gd name="connsiteY0" fmla="*/ 0 h 796925"/>
              <a:gd name="connsiteX1" fmla="*/ 428625 w 552450"/>
              <a:gd name="connsiteY1" fmla="*/ 460375 h 796925"/>
              <a:gd name="connsiteX2" fmla="*/ 260350 w 552450"/>
              <a:gd name="connsiteY2" fmla="*/ 717550 h 796925"/>
              <a:gd name="connsiteX3" fmla="*/ 0 w 552450"/>
              <a:gd name="connsiteY3" fmla="*/ 796925 h 79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" h="796925">
                <a:moveTo>
                  <a:pt x="552450" y="0"/>
                </a:moveTo>
                <a:cubicBezTo>
                  <a:pt x="517525" y="170391"/>
                  <a:pt x="477308" y="340783"/>
                  <a:pt x="428625" y="460375"/>
                </a:cubicBezTo>
                <a:cubicBezTo>
                  <a:pt x="379942" y="579967"/>
                  <a:pt x="331787" y="661458"/>
                  <a:pt x="260350" y="717550"/>
                </a:cubicBezTo>
                <a:cubicBezTo>
                  <a:pt x="188913" y="773642"/>
                  <a:pt x="94456" y="779991"/>
                  <a:pt x="0" y="796925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任意多边形 17">
            <a:extLst>
              <a:ext uri="{FF2B5EF4-FFF2-40B4-BE49-F238E27FC236}">
                <a16:creationId xmlns:a16="http://schemas.microsoft.com/office/drawing/2014/main" id="{F262E8F1-CC01-4F82-BA5B-F13FD4C1DF5A}"/>
              </a:ext>
            </a:extLst>
          </p:cNvPr>
          <p:cNvSpPr/>
          <p:nvPr/>
        </p:nvSpPr>
        <p:spPr>
          <a:xfrm>
            <a:off x="2572455" y="4680888"/>
            <a:ext cx="1410549" cy="590548"/>
          </a:xfrm>
          <a:custGeom>
            <a:avLst/>
            <a:gdLst>
              <a:gd name="connsiteX0" fmla="*/ 0 w 714375"/>
              <a:gd name="connsiteY0" fmla="*/ 298450 h 299084"/>
              <a:gd name="connsiteX1" fmla="*/ 292100 w 714375"/>
              <a:gd name="connsiteY1" fmla="*/ 279400 h 299084"/>
              <a:gd name="connsiteX2" fmla="*/ 555625 w 714375"/>
              <a:gd name="connsiteY2" fmla="*/ 168275 h 299084"/>
              <a:gd name="connsiteX3" fmla="*/ 714375 w 714375"/>
              <a:gd name="connsiteY3" fmla="*/ 0 h 299084"/>
              <a:gd name="connsiteX4" fmla="*/ 714375 w 714375"/>
              <a:gd name="connsiteY4" fmla="*/ 0 h 29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375" h="299084">
                <a:moveTo>
                  <a:pt x="0" y="298450"/>
                </a:moveTo>
                <a:cubicBezTo>
                  <a:pt x="99748" y="299773"/>
                  <a:pt x="199496" y="301096"/>
                  <a:pt x="292100" y="279400"/>
                </a:cubicBezTo>
                <a:cubicBezTo>
                  <a:pt x="384704" y="257704"/>
                  <a:pt x="485246" y="214842"/>
                  <a:pt x="555625" y="168275"/>
                </a:cubicBezTo>
                <a:cubicBezTo>
                  <a:pt x="626004" y="121708"/>
                  <a:pt x="714375" y="0"/>
                  <a:pt x="714375" y="0"/>
                </a:cubicBezTo>
                <a:lnTo>
                  <a:pt x="714375" y="0"/>
                </a:ln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8">
            <a:extLst>
              <a:ext uri="{FF2B5EF4-FFF2-40B4-BE49-F238E27FC236}">
                <a16:creationId xmlns:a16="http://schemas.microsoft.com/office/drawing/2014/main" id="{1230242D-72A4-483B-A3D1-CACF5BD084E7}"/>
              </a:ext>
            </a:extLst>
          </p:cNvPr>
          <p:cNvSpPr/>
          <p:nvPr/>
        </p:nvSpPr>
        <p:spPr>
          <a:xfrm>
            <a:off x="3983004" y="3696637"/>
            <a:ext cx="307186" cy="984249"/>
          </a:xfrm>
          <a:custGeom>
            <a:avLst/>
            <a:gdLst>
              <a:gd name="connsiteX0" fmla="*/ 0 w 161925"/>
              <a:gd name="connsiteY0" fmla="*/ 495300 h 495300"/>
              <a:gd name="connsiteX1" fmla="*/ 88900 w 161925"/>
              <a:gd name="connsiteY1" fmla="*/ 285750 h 495300"/>
              <a:gd name="connsiteX2" fmla="*/ 161925 w 161925"/>
              <a:gd name="connsiteY2" fmla="*/ 0 h 495300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75" h="498475">
                <a:moveTo>
                  <a:pt x="0" y="498475"/>
                </a:moveTo>
                <a:cubicBezTo>
                  <a:pt x="30956" y="434975"/>
                  <a:pt x="62971" y="372004"/>
                  <a:pt x="88900" y="288925"/>
                </a:cubicBezTo>
                <a:cubicBezTo>
                  <a:pt x="114829" y="205846"/>
                  <a:pt x="151606" y="53975"/>
                  <a:pt x="1555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20">
            <a:extLst>
              <a:ext uri="{FF2B5EF4-FFF2-40B4-BE49-F238E27FC236}">
                <a16:creationId xmlns:a16="http://schemas.microsoft.com/office/drawing/2014/main" id="{356CC58D-0E92-4555-9498-28B9A06DF102}"/>
              </a:ext>
            </a:extLst>
          </p:cNvPr>
          <p:cNvSpPr/>
          <p:nvPr/>
        </p:nvSpPr>
        <p:spPr>
          <a:xfrm>
            <a:off x="4290191" y="2123093"/>
            <a:ext cx="1159785" cy="1579815"/>
          </a:xfrm>
          <a:custGeom>
            <a:avLst/>
            <a:gdLst>
              <a:gd name="connsiteX0" fmla="*/ 0 w 587375"/>
              <a:gd name="connsiteY0" fmla="*/ 800100 h 800100"/>
              <a:gd name="connsiteX1" fmla="*/ 57150 w 587375"/>
              <a:gd name="connsiteY1" fmla="*/ 533400 h 800100"/>
              <a:gd name="connsiteX2" fmla="*/ 187325 w 587375"/>
              <a:gd name="connsiteY2" fmla="*/ 196850 h 800100"/>
              <a:gd name="connsiteX3" fmla="*/ 377825 w 587375"/>
              <a:gd name="connsiteY3" fmla="*/ 60325 h 800100"/>
              <a:gd name="connsiteX4" fmla="*/ 587375 w 587375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7375" h="800100">
                <a:moveTo>
                  <a:pt x="0" y="800100"/>
                </a:moveTo>
                <a:cubicBezTo>
                  <a:pt x="12964" y="717021"/>
                  <a:pt x="25929" y="633942"/>
                  <a:pt x="57150" y="533400"/>
                </a:cubicBezTo>
                <a:cubicBezTo>
                  <a:pt x="88371" y="432858"/>
                  <a:pt x="133879" y="275696"/>
                  <a:pt x="187325" y="196850"/>
                </a:cubicBezTo>
                <a:cubicBezTo>
                  <a:pt x="240771" y="118004"/>
                  <a:pt x="311150" y="93133"/>
                  <a:pt x="377825" y="60325"/>
                </a:cubicBezTo>
                <a:cubicBezTo>
                  <a:pt x="444500" y="27517"/>
                  <a:pt x="515937" y="13758"/>
                  <a:pt x="5873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C693E46-096C-406E-8FA6-9DC2D8853071}"/>
              </a:ext>
            </a:extLst>
          </p:cNvPr>
          <p:cNvCxnSpPr/>
          <p:nvPr/>
        </p:nvCxnSpPr>
        <p:spPr>
          <a:xfrm>
            <a:off x="2566186" y="3691305"/>
            <a:ext cx="6269" cy="1578878"/>
          </a:xfrm>
          <a:prstGeom prst="line">
            <a:avLst/>
          </a:prstGeom>
          <a:ln w="222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0AB166-6654-4D41-87D6-52590D065A02}"/>
              </a:ext>
            </a:extLst>
          </p:cNvPr>
          <p:cNvCxnSpPr/>
          <p:nvPr/>
        </p:nvCxnSpPr>
        <p:spPr>
          <a:xfrm>
            <a:off x="2572455" y="5282722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0F270E2-2B28-4F72-8138-D2C767DC1E93}"/>
              </a:ext>
            </a:extLst>
          </p:cNvPr>
          <p:cNvCxnSpPr/>
          <p:nvPr/>
        </p:nvCxnSpPr>
        <p:spPr>
          <a:xfrm>
            <a:off x="5456244" y="2116824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4C0594-F156-4245-819C-89A3074263A8}"/>
              </a:ext>
            </a:extLst>
          </p:cNvPr>
          <p:cNvCxnSpPr/>
          <p:nvPr/>
        </p:nvCxnSpPr>
        <p:spPr>
          <a:xfrm>
            <a:off x="3984124" y="2097828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E29C050-4A23-4C42-A7BA-B38C4B1CEB8D}"/>
              </a:ext>
            </a:extLst>
          </p:cNvPr>
          <p:cNvSpPr txBox="1"/>
          <p:nvPr/>
        </p:nvSpPr>
        <p:spPr>
          <a:xfrm>
            <a:off x="5365239" y="1824357"/>
            <a:ext cx="277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94A791-0684-4E9F-8A6B-621F35F1CF02}"/>
              </a:ext>
            </a:extLst>
          </p:cNvPr>
          <p:cNvSpPr txBox="1"/>
          <p:nvPr/>
        </p:nvSpPr>
        <p:spPr>
          <a:xfrm>
            <a:off x="5210007" y="3617252"/>
            <a:ext cx="48749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F462A2-9786-40AA-A139-319E2B552B94}"/>
              </a:ext>
            </a:extLst>
          </p:cNvPr>
          <p:cNvSpPr txBox="1"/>
          <p:nvPr/>
        </p:nvSpPr>
        <p:spPr>
          <a:xfrm>
            <a:off x="4201599" y="3634670"/>
            <a:ext cx="497691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Hc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318AB8-3DCB-4241-8995-FFE1D0DA4504}"/>
              </a:ext>
            </a:extLst>
          </p:cNvPr>
          <p:cNvSpPr txBox="1"/>
          <p:nvPr/>
        </p:nvSpPr>
        <p:spPr>
          <a:xfrm>
            <a:off x="3646913" y="3639092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O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23E20B-7C89-4B8B-A932-6DBB7780C877}"/>
              </a:ext>
            </a:extLst>
          </p:cNvPr>
          <p:cNvSpPr txBox="1"/>
          <p:nvPr/>
        </p:nvSpPr>
        <p:spPr>
          <a:xfrm>
            <a:off x="3011679" y="3642065"/>
            <a:ext cx="481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-Hc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BC4A1B-3335-4564-BF06-5C1B20DF64F2}"/>
              </a:ext>
            </a:extLst>
          </p:cNvPr>
          <p:cNvSpPr txBox="1"/>
          <p:nvPr/>
        </p:nvSpPr>
        <p:spPr>
          <a:xfrm>
            <a:off x="3519240" y="2330682"/>
            <a:ext cx="44062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9DC56B8-EC2D-4382-92EC-C8AFBE03EF54}"/>
              </a:ext>
            </a:extLst>
          </p:cNvPr>
          <p:cNvSpPr txBox="1"/>
          <p:nvPr/>
        </p:nvSpPr>
        <p:spPr>
          <a:xfrm>
            <a:off x="3400360" y="4354156"/>
            <a:ext cx="55475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6CE6F8-2B45-4EBF-9D86-E51BDB96FB9C}"/>
              </a:ext>
            </a:extLst>
          </p:cNvPr>
          <p:cNvSpPr txBox="1"/>
          <p:nvPr/>
        </p:nvSpPr>
        <p:spPr>
          <a:xfrm>
            <a:off x="1988183" y="3636757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-Hs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5078F73-2458-450D-8586-CC5A561F6BCE}"/>
              </a:ext>
            </a:extLst>
          </p:cNvPr>
          <p:cNvSpPr txBox="1"/>
          <p:nvPr/>
        </p:nvSpPr>
        <p:spPr>
          <a:xfrm>
            <a:off x="3534075" y="1854744"/>
            <a:ext cx="45693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86FCB92-9777-4E98-823A-304BD0572AE4}"/>
              </a:ext>
            </a:extLst>
          </p:cNvPr>
          <p:cNvSpPr txBox="1"/>
          <p:nvPr/>
        </p:nvSpPr>
        <p:spPr>
          <a:xfrm>
            <a:off x="3417433" y="4892018"/>
            <a:ext cx="57106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10395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1BC890-4F81-45E4-B0A3-53291EFF16F9}"/>
              </a:ext>
            </a:extLst>
          </p:cNvPr>
          <p:cNvSpPr txBox="1"/>
          <p:nvPr/>
        </p:nvSpPr>
        <p:spPr>
          <a:xfrm>
            <a:off x="4941036" y="432775"/>
            <a:ext cx="2309928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B-H</a:t>
            </a:r>
            <a:r>
              <a:rPr lang="zh-CN" altLang="en-US" sz="4800" dirty="0">
                <a:solidFill>
                  <a:srgbClr val="FFFF00"/>
                </a:solidFill>
              </a:rPr>
              <a:t>曲线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6A2B7CB-E2F9-4764-B20C-3815517CA495}"/>
              </a:ext>
            </a:extLst>
          </p:cNvPr>
          <p:cNvCxnSpPr/>
          <p:nvPr/>
        </p:nvCxnSpPr>
        <p:spPr>
          <a:xfrm>
            <a:off x="2225876" y="3691305"/>
            <a:ext cx="3655917" cy="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73BD332-F294-4A8A-8452-4D9AE643EE3D}"/>
              </a:ext>
            </a:extLst>
          </p:cNvPr>
          <p:cNvCxnSpPr/>
          <p:nvPr/>
        </p:nvCxnSpPr>
        <p:spPr>
          <a:xfrm flipV="1">
            <a:off x="3978722" y="1778436"/>
            <a:ext cx="0" cy="366439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11">
            <a:extLst>
              <a:ext uri="{FF2B5EF4-FFF2-40B4-BE49-F238E27FC236}">
                <a16:creationId xmlns:a16="http://schemas.microsoft.com/office/drawing/2014/main" id="{38BFEB65-ED98-4095-A7B3-31CCB4B19858}"/>
              </a:ext>
            </a:extLst>
          </p:cNvPr>
          <p:cNvSpPr/>
          <p:nvPr/>
        </p:nvSpPr>
        <p:spPr>
          <a:xfrm>
            <a:off x="3986887" y="2110367"/>
            <a:ext cx="1455181" cy="1580938"/>
          </a:xfrm>
          <a:custGeom>
            <a:avLst/>
            <a:gdLst>
              <a:gd name="connsiteX0" fmla="*/ 0 w 736979"/>
              <a:gd name="connsiteY0" fmla="*/ 800669 h 800669"/>
              <a:gd name="connsiteX1" fmla="*/ 136478 w 736979"/>
              <a:gd name="connsiteY1" fmla="*/ 436729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77409 w 736979"/>
              <a:gd name="connsiteY1" fmla="*/ 612870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979" h="800669">
                <a:moveTo>
                  <a:pt x="0" y="800669"/>
                </a:moveTo>
                <a:cubicBezTo>
                  <a:pt x="12901" y="769369"/>
                  <a:pt x="41565" y="661225"/>
                  <a:pt x="63121" y="600965"/>
                </a:cubicBezTo>
                <a:cubicBezTo>
                  <a:pt x="84677" y="540705"/>
                  <a:pt x="95903" y="498706"/>
                  <a:pt x="119810" y="436728"/>
                </a:cubicBezTo>
                <a:cubicBezTo>
                  <a:pt x="143717" y="374750"/>
                  <a:pt x="222766" y="159010"/>
                  <a:pt x="363727" y="86222"/>
                </a:cubicBezTo>
                <a:cubicBezTo>
                  <a:pt x="504688" y="13434"/>
                  <a:pt x="552770" y="35292"/>
                  <a:pt x="736979" y="0"/>
                </a:cubicBezTo>
              </a:path>
            </a:pathLst>
          </a:cu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12">
            <a:extLst>
              <a:ext uri="{FF2B5EF4-FFF2-40B4-BE49-F238E27FC236}">
                <a16:creationId xmlns:a16="http://schemas.microsoft.com/office/drawing/2014/main" id="{D7E92F52-268B-446B-9BD8-4F67651A8945}"/>
              </a:ext>
            </a:extLst>
          </p:cNvPr>
          <p:cNvSpPr/>
          <p:nvPr/>
        </p:nvSpPr>
        <p:spPr>
          <a:xfrm>
            <a:off x="3984572" y="2112000"/>
            <a:ext cx="1471672" cy="573743"/>
          </a:xfrm>
          <a:custGeom>
            <a:avLst/>
            <a:gdLst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61 h 290573"/>
              <a:gd name="connsiteX1" fmla="*/ 226219 w 745331"/>
              <a:gd name="connsiteY1" fmla="*/ 83405 h 290573"/>
              <a:gd name="connsiteX2" fmla="*/ 0 w 745331"/>
              <a:gd name="connsiteY2" fmla="*/ 290573 h 290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5331" h="290573">
                <a:moveTo>
                  <a:pt x="745331" y="61"/>
                </a:moveTo>
                <a:cubicBezTo>
                  <a:pt x="505023" y="-1527"/>
                  <a:pt x="333772" y="27843"/>
                  <a:pt x="226219" y="83405"/>
                </a:cubicBezTo>
                <a:cubicBezTo>
                  <a:pt x="118666" y="138967"/>
                  <a:pt x="50998" y="211198"/>
                  <a:pt x="0" y="290573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3">
            <a:extLst>
              <a:ext uri="{FF2B5EF4-FFF2-40B4-BE49-F238E27FC236}">
                <a16:creationId xmlns:a16="http://schemas.microsoft.com/office/drawing/2014/main" id="{3FCDC622-3A62-4786-B979-F04EE05A157D}"/>
              </a:ext>
            </a:extLst>
          </p:cNvPr>
          <p:cNvSpPr/>
          <p:nvPr/>
        </p:nvSpPr>
        <p:spPr>
          <a:xfrm>
            <a:off x="3660145" y="2685744"/>
            <a:ext cx="324428" cy="1006192"/>
          </a:xfrm>
          <a:custGeom>
            <a:avLst/>
            <a:gdLst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307" h="509588">
                <a:moveTo>
                  <a:pt x="164307" y="0"/>
                </a:moveTo>
                <a:cubicBezTo>
                  <a:pt x="117475" y="76597"/>
                  <a:pt x="94061" y="153194"/>
                  <a:pt x="66676" y="238125"/>
                </a:cubicBezTo>
                <a:cubicBezTo>
                  <a:pt x="39292" y="323056"/>
                  <a:pt x="12699" y="447279"/>
                  <a:pt x="0" y="509588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6">
            <a:extLst>
              <a:ext uri="{FF2B5EF4-FFF2-40B4-BE49-F238E27FC236}">
                <a16:creationId xmlns:a16="http://schemas.microsoft.com/office/drawing/2014/main" id="{93CB2808-31A4-43E7-88F2-9814394B10DD}"/>
              </a:ext>
            </a:extLst>
          </p:cNvPr>
          <p:cNvSpPr/>
          <p:nvPr/>
        </p:nvSpPr>
        <p:spPr>
          <a:xfrm>
            <a:off x="2566186" y="3696638"/>
            <a:ext cx="1090825" cy="1573546"/>
          </a:xfrm>
          <a:custGeom>
            <a:avLst/>
            <a:gdLst>
              <a:gd name="connsiteX0" fmla="*/ 546100 w 546100"/>
              <a:gd name="connsiteY0" fmla="*/ 0 h 809625"/>
              <a:gd name="connsiteX1" fmla="*/ 428625 w 546100"/>
              <a:gd name="connsiteY1" fmla="*/ 460375 h 809625"/>
              <a:gd name="connsiteX2" fmla="*/ 260350 w 546100"/>
              <a:gd name="connsiteY2" fmla="*/ 717550 h 809625"/>
              <a:gd name="connsiteX3" fmla="*/ 0 w 546100"/>
              <a:gd name="connsiteY3" fmla="*/ 809625 h 809625"/>
              <a:gd name="connsiteX0" fmla="*/ 546100 w 546100"/>
              <a:gd name="connsiteY0" fmla="*/ 0 h 796925"/>
              <a:gd name="connsiteX1" fmla="*/ 428625 w 546100"/>
              <a:gd name="connsiteY1" fmla="*/ 460375 h 796925"/>
              <a:gd name="connsiteX2" fmla="*/ 260350 w 546100"/>
              <a:gd name="connsiteY2" fmla="*/ 717550 h 796925"/>
              <a:gd name="connsiteX3" fmla="*/ 0 w 546100"/>
              <a:gd name="connsiteY3" fmla="*/ 796925 h 796925"/>
              <a:gd name="connsiteX0" fmla="*/ 552450 w 552450"/>
              <a:gd name="connsiteY0" fmla="*/ 0 h 796925"/>
              <a:gd name="connsiteX1" fmla="*/ 428625 w 552450"/>
              <a:gd name="connsiteY1" fmla="*/ 460375 h 796925"/>
              <a:gd name="connsiteX2" fmla="*/ 260350 w 552450"/>
              <a:gd name="connsiteY2" fmla="*/ 717550 h 796925"/>
              <a:gd name="connsiteX3" fmla="*/ 0 w 552450"/>
              <a:gd name="connsiteY3" fmla="*/ 796925 h 79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" h="796925">
                <a:moveTo>
                  <a:pt x="552450" y="0"/>
                </a:moveTo>
                <a:cubicBezTo>
                  <a:pt x="517525" y="170391"/>
                  <a:pt x="477308" y="340783"/>
                  <a:pt x="428625" y="460375"/>
                </a:cubicBezTo>
                <a:cubicBezTo>
                  <a:pt x="379942" y="579967"/>
                  <a:pt x="331787" y="661458"/>
                  <a:pt x="260350" y="717550"/>
                </a:cubicBezTo>
                <a:cubicBezTo>
                  <a:pt x="188913" y="773642"/>
                  <a:pt x="94456" y="779991"/>
                  <a:pt x="0" y="796925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任意多边形 17">
            <a:extLst>
              <a:ext uri="{FF2B5EF4-FFF2-40B4-BE49-F238E27FC236}">
                <a16:creationId xmlns:a16="http://schemas.microsoft.com/office/drawing/2014/main" id="{F262E8F1-CC01-4F82-BA5B-F13FD4C1DF5A}"/>
              </a:ext>
            </a:extLst>
          </p:cNvPr>
          <p:cNvSpPr/>
          <p:nvPr/>
        </p:nvSpPr>
        <p:spPr>
          <a:xfrm>
            <a:off x="2572455" y="4680888"/>
            <a:ext cx="1410549" cy="590548"/>
          </a:xfrm>
          <a:custGeom>
            <a:avLst/>
            <a:gdLst>
              <a:gd name="connsiteX0" fmla="*/ 0 w 714375"/>
              <a:gd name="connsiteY0" fmla="*/ 298450 h 299084"/>
              <a:gd name="connsiteX1" fmla="*/ 292100 w 714375"/>
              <a:gd name="connsiteY1" fmla="*/ 279400 h 299084"/>
              <a:gd name="connsiteX2" fmla="*/ 555625 w 714375"/>
              <a:gd name="connsiteY2" fmla="*/ 168275 h 299084"/>
              <a:gd name="connsiteX3" fmla="*/ 714375 w 714375"/>
              <a:gd name="connsiteY3" fmla="*/ 0 h 299084"/>
              <a:gd name="connsiteX4" fmla="*/ 714375 w 714375"/>
              <a:gd name="connsiteY4" fmla="*/ 0 h 29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375" h="299084">
                <a:moveTo>
                  <a:pt x="0" y="298450"/>
                </a:moveTo>
                <a:cubicBezTo>
                  <a:pt x="99748" y="299773"/>
                  <a:pt x="199496" y="301096"/>
                  <a:pt x="292100" y="279400"/>
                </a:cubicBezTo>
                <a:cubicBezTo>
                  <a:pt x="384704" y="257704"/>
                  <a:pt x="485246" y="214842"/>
                  <a:pt x="555625" y="168275"/>
                </a:cubicBezTo>
                <a:cubicBezTo>
                  <a:pt x="626004" y="121708"/>
                  <a:pt x="714375" y="0"/>
                  <a:pt x="714375" y="0"/>
                </a:cubicBezTo>
                <a:lnTo>
                  <a:pt x="714375" y="0"/>
                </a:ln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8">
            <a:extLst>
              <a:ext uri="{FF2B5EF4-FFF2-40B4-BE49-F238E27FC236}">
                <a16:creationId xmlns:a16="http://schemas.microsoft.com/office/drawing/2014/main" id="{1230242D-72A4-483B-A3D1-CACF5BD084E7}"/>
              </a:ext>
            </a:extLst>
          </p:cNvPr>
          <p:cNvSpPr/>
          <p:nvPr/>
        </p:nvSpPr>
        <p:spPr>
          <a:xfrm>
            <a:off x="3983004" y="3696637"/>
            <a:ext cx="307186" cy="984249"/>
          </a:xfrm>
          <a:custGeom>
            <a:avLst/>
            <a:gdLst>
              <a:gd name="connsiteX0" fmla="*/ 0 w 161925"/>
              <a:gd name="connsiteY0" fmla="*/ 495300 h 495300"/>
              <a:gd name="connsiteX1" fmla="*/ 88900 w 161925"/>
              <a:gd name="connsiteY1" fmla="*/ 285750 h 495300"/>
              <a:gd name="connsiteX2" fmla="*/ 161925 w 161925"/>
              <a:gd name="connsiteY2" fmla="*/ 0 h 495300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75" h="498475">
                <a:moveTo>
                  <a:pt x="0" y="498475"/>
                </a:moveTo>
                <a:cubicBezTo>
                  <a:pt x="30956" y="434975"/>
                  <a:pt x="62971" y="372004"/>
                  <a:pt x="88900" y="288925"/>
                </a:cubicBezTo>
                <a:cubicBezTo>
                  <a:pt x="114829" y="205846"/>
                  <a:pt x="151606" y="53975"/>
                  <a:pt x="1555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20">
            <a:extLst>
              <a:ext uri="{FF2B5EF4-FFF2-40B4-BE49-F238E27FC236}">
                <a16:creationId xmlns:a16="http://schemas.microsoft.com/office/drawing/2014/main" id="{356CC58D-0E92-4555-9498-28B9A06DF102}"/>
              </a:ext>
            </a:extLst>
          </p:cNvPr>
          <p:cNvSpPr/>
          <p:nvPr/>
        </p:nvSpPr>
        <p:spPr>
          <a:xfrm>
            <a:off x="4290191" y="2123093"/>
            <a:ext cx="1159785" cy="1579815"/>
          </a:xfrm>
          <a:custGeom>
            <a:avLst/>
            <a:gdLst>
              <a:gd name="connsiteX0" fmla="*/ 0 w 587375"/>
              <a:gd name="connsiteY0" fmla="*/ 800100 h 800100"/>
              <a:gd name="connsiteX1" fmla="*/ 57150 w 587375"/>
              <a:gd name="connsiteY1" fmla="*/ 533400 h 800100"/>
              <a:gd name="connsiteX2" fmla="*/ 187325 w 587375"/>
              <a:gd name="connsiteY2" fmla="*/ 196850 h 800100"/>
              <a:gd name="connsiteX3" fmla="*/ 377825 w 587375"/>
              <a:gd name="connsiteY3" fmla="*/ 60325 h 800100"/>
              <a:gd name="connsiteX4" fmla="*/ 587375 w 587375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7375" h="800100">
                <a:moveTo>
                  <a:pt x="0" y="800100"/>
                </a:moveTo>
                <a:cubicBezTo>
                  <a:pt x="12964" y="717021"/>
                  <a:pt x="25929" y="633942"/>
                  <a:pt x="57150" y="533400"/>
                </a:cubicBezTo>
                <a:cubicBezTo>
                  <a:pt x="88371" y="432858"/>
                  <a:pt x="133879" y="275696"/>
                  <a:pt x="187325" y="196850"/>
                </a:cubicBezTo>
                <a:cubicBezTo>
                  <a:pt x="240771" y="118004"/>
                  <a:pt x="311150" y="93133"/>
                  <a:pt x="377825" y="60325"/>
                </a:cubicBezTo>
                <a:cubicBezTo>
                  <a:pt x="444500" y="27517"/>
                  <a:pt x="515937" y="13758"/>
                  <a:pt x="5873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C693E46-096C-406E-8FA6-9DC2D8853071}"/>
              </a:ext>
            </a:extLst>
          </p:cNvPr>
          <p:cNvCxnSpPr/>
          <p:nvPr/>
        </p:nvCxnSpPr>
        <p:spPr>
          <a:xfrm>
            <a:off x="2566186" y="3691305"/>
            <a:ext cx="6269" cy="1578878"/>
          </a:xfrm>
          <a:prstGeom prst="line">
            <a:avLst/>
          </a:prstGeom>
          <a:ln w="222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0AB166-6654-4D41-87D6-52590D065A02}"/>
              </a:ext>
            </a:extLst>
          </p:cNvPr>
          <p:cNvCxnSpPr/>
          <p:nvPr/>
        </p:nvCxnSpPr>
        <p:spPr>
          <a:xfrm>
            <a:off x="2572455" y="5282722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0F270E2-2B28-4F72-8138-D2C767DC1E93}"/>
              </a:ext>
            </a:extLst>
          </p:cNvPr>
          <p:cNvCxnSpPr/>
          <p:nvPr/>
        </p:nvCxnSpPr>
        <p:spPr>
          <a:xfrm>
            <a:off x="5456244" y="2116824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4C0594-F156-4245-819C-89A3074263A8}"/>
              </a:ext>
            </a:extLst>
          </p:cNvPr>
          <p:cNvCxnSpPr/>
          <p:nvPr/>
        </p:nvCxnSpPr>
        <p:spPr>
          <a:xfrm>
            <a:off x="3984124" y="2097828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E29C050-4A23-4C42-A7BA-B38C4B1CEB8D}"/>
              </a:ext>
            </a:extLst>
          </p:cNvPr>
          <p:cNvSpPr txBox="1"/>
          <p:nvPr/>
        </p:nvSpPr>
        <p:spPr>
          <a:xfrm>
            <a:off x="5365239" y="1824357"/>
            <a:ext cx="277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94A791-0684-4E9F-8A6B-621F35F1CF02}"/>
              </a:ext>
            </a:extLst>
          </p:cNvPr>
          <p:cNvSpPr txBox="1"/>
          <p:nvPr/>
        </p:nvSpPr>
        <p:spPr>
          <a:xfrm>
            <a:off x="5210007" y="3617252"/>
            <a:ext cx="48749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F462A2-9786-40AA-A139-319E2B552B94}"/>
              </a:ext>
            </a:extLst>
          </p:cNvPr>
          <p:cNvSpPr txBox="1"/>
          <p:nvPr/>
        </p:nvSpPr>
        <p:spPr>
          <a:xfrm>
            <a:off x="4201599" y="3634670"/>
            <a:ext cx="497691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Hc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318AB8-3DCB-4241-8995-FFE1D0DA4504}"/>
              </a:ext>
            </a:extLst>
          </p:cNvPr>
          <p:cNvSpPr txBox="1"/>
          <p:nvPr/>
        </p:nvSpPr>
        <p:spPr>
          <a:xfrm>
            <a:off x="3646913" y="3639092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O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23E20B-7C89-4B8B-A932-6DBB7780C877}"/>
              </a:ext>
            </a:extLst>
          </p:cNvPr>
          <p:cNvSpPr txBox="1"/>
          <p:nvPr/>
        </p:nvSpPr>
        <p:spPr>
          <a:xfrm>
            <a:off x="3011679" y="3642065"/>
            <a:ext cx="481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-Hc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BC4A1B-3335-4564-BF06-5C1B20DF64F2}"/>
              </a:ext>
            </a:extLst>
          </p:cNvPr>
          <p:cNvSpPr txBox="1"/>
          <p:nvPr/>
        </p:nvSpPr>
        <p:spPr>
          <a:xfrm>
            <a:off x="3519240" y="2330682"/>
            <a:ext cx="44062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9DC56B8-EC2D-4382-92EC-C8AFBE03EF54}"/>
              </a:ext>
            </a:extLst>
          </p:cNvPr>
          <p:cNvSpPr txBox="1"/>
          <p:nvPr/>
        </p:nvSpPr>
        <p:spPr>
          <a:xfrm>
            <a:off x="3400360" y="4354156"/>
            <a:ext cx="55475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6CE6F8-2B45-4EBF-9D86-E51BDB96FB9C}"/>
              </a:ext>
            </a:extLst>
          </p:cNvPr>
          <p:cNvSpPr txBox="1"/>
          <p:nvPr/>
        </p:nvSpPr>
        <p:spPr>
          <a:xfrm>
            <a:off x="1988183" y="3636757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-Hs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5078F73-2458-450D-8586-CC5A561F6BCE}"/>
              </a:ext>
            </a:extLst>
          </p:cNvPr>
          <p:cNvSpPr txBox="1"/>
          <p:nvPr/>
        </p:nvSpPr>
        <p:spPr>
          <a:xfrm>
            <a:off x="3534075" y="1854744"/>
            <a:ext cx="45693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86FCB92-9777-4E98-823A-304BD0572AE4}"/>
              </a:ext>
            </a:extLst>
          </p:cNvPr>
          <p:cNvSpPr txBox="1"/>
          <p:nvPr/>
        </p:nvSpPr>
        <p:spPr>
          <a:xfrm>
            <a:off x="3417433" y="4892018"/>
            <a:ext cx="57106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75483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1BC890-4F81-45E4-B0A3-53291EFF16F9}"/>
              </a:ext>
            </a:extLst>
          </p:cNvPr>
          <p:cNvSpPr txBox="1"/>
          <p:nvPr/>
        </p:nvSpPr>
        <p:spPr>
          <a:xfrm>
            <a:off x="4941036" y="432775"/>
            <a:ext cx="2309928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B-H</a:t>
            </a:r>
            <a:r>
              <a:rPr lang="zh-CN" altLang="en-US" sz="4800" dirty="0">
                <a:solidFill>
                  <a:srgbClr val="FFFF00"/>
                </a:solidFill>
              </a:rPr>
              <a:t>曲线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6A2B7CB-E2F9-4764-B20C-3815517CA495}"/>
              </a:ext>
            </a:extLst>
          </p:cNvPr>
          <p:cNvCxnSpPr/>
          <p:nvPr/>
        </p:nvCxnSpPr>
        <p:spPr>
          <a:xfrm>
            <a:off x="2225876" y="3691305"/>
            <a:ext cx="3655917" cy="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73BD332-F294-4A8A-8452-4D9AE643EE3D}"/>
              </a:ext>
            </a:extLst>
          </p:cNvPr>
          <p:cNvCxnSpPr/>
          <p:nvPr/>
        </p:nvCxnSpPr>
        <p:spPr>
          <a:xfrm flipV="1">
            <a:off x="3978722" y="1778436"/>
            <a:ext cx="0" cy="366439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11">
            <a:extLst>
              <a:ext uri="{FF2B5EF4-FFF2-40B4-BE49-F238E27FC236}">
                <a16:creationId xmlns:a16="http://schemas.microsoft.com/office/drawing/2014/main" id="{38BFEB65-ED98-4095-A7B3-31CCB4B19858}"/>
              </a:ext>
            </a:extLst>
          </p:cNvPr>
          <p:cNvSpPr/>
          <p:nvPr/>
        </p:nvSpPr>
        <p:spPr>
          <a:xfrm>
            <a:off x="3986887" y="2110367"/>
            <a:ext cx="1455181" cy="1580938"/>
          </a:xfrm>
          <a:custGeom>
            <a:avLst/>
            <a:gdLst>
              <a:gd name="connsiteX0" fmla="*/ 0 w 736979"/>
              <a:gd name="connsiteY0" fmla="*/ 800669 h 800669"/>
              <a:gd name="connsiteX1" fmla="*/ 136478 w 736979"/>
              <a:gd name="connsiteY1" fmla="*/ 436729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77409 w 736979"/>
              <a:gd name="connsiteY1" fmla="*/ 612870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979" h="800669">
                <a:moveTo>
                  <a:pt x="0" y="800669"/>
                </a:moveTo>
                <a:cubicBezTo>
                  <a:pt x="12901" y="769369"/>
                  <a:pt x="41565" y="661225"/>
                  <a:pt x="63121" y="600965"/>
                </a:cubicBezTo>
                <a:cubicBezTo>
                  <a:pt x="84677" y="540705"/>
                  <a:pt x="95903" y="498706"/>
                  <a:pt x="119810" y="436728"/>
                </a:cubicBezTo>
                <a:cubicBezTo>
                  <a:pt x="143717" y="374750"/>
                  <a:pt x="222766" y="159010"/>
                  <a:pt x="363727" y="86222"/>
                </a:cubicBezTo>
                <a:cubicBezTo>
                  <a:pt x="504688" y="13434"/>
                  <a:pt x="552770" y="35292"/>
                  <a:pt x="736979" y="0"/>
                </a:cubicBezTo>
              </a:path>
            </a:pathLst>
          </a:cu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12">
            <a:extLst>
              <a:ext uri="{FF2B5EF4-FFF2-40B4-BE49-F238E27FC236}">
                <a16:creationId xmlns:a16="http://schemas.microsoft.com/office/drawing/2014/main" id="{D7E92F52-268B-446B-9BD8-4F67651A8945}"/>
              </a:ext>
            </a:extLst>
          </p:cNvPr>
          <p:cNvSpPr/>
          <p:nvPr/>
        </p:nvSpPr>
        <p:spPr>
          <a:xfrm>
            <a:off x="3984572" y="2112000"/>
            <a:ext cx="1471672" cy="573743"/>
          </a:xfrm>
          <a:custGeom>
            <a:avLst/>
            <a:gdLst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61 h 290573"/>
              <a:gd name="connsiteX1" fmla="*/ 226219 w 745331"/>
              <a:gd name="connsiteY1" fmla="*/ 83405 h 290573"/>
              <a:gd name="connsiteX2" fmla="*/ 0 w 745331"/>
              <a:gd name="connsiteY2" fmla="*/ 290573 h 290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5331" h="290573">
                <a:moveTo>
                  <a:pt x="745331" y="61"/>
                </a:moveTo>
                <a:cubicBezTo>
                  <a:pt x="505023" y="-1527"/>
                  <a:pt x="333772" y="27843"/>
                  <a:pt x="226219" y="83405"/>
                </a:cubicBezTo>
                <a:cubicBezTo>
                  <a:pt x="118666" y="138967"/>
                  <a:pt x="50998" y="211198"/>
                  <a:pt x="0" y="290573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3">
            <a:extLst>
              <a:ext uri="{FF2B5EF4-FFF2-40B4-BE49-F238E27FC236}">
                <a16:creationId xmlns:a16="http://schemas.microsoft.com/office/drawing/2014/main" id="{3FCDC622-3A62-4786-B979-F04EE05A157D}"/>
              </a:ext>
            </a:extLst>
          </p:cNvPr>
          <p:cNvSpPr/>
          <p:nvPr/>
        </p:nvSpPr>
        <p:spPr>
          <a:xfrm>
            <a:off x="3660145" y="2685744"/>
            <a:ext cx="324428" cy="1006192"/>
          </a:xfrm>
          <a:custGeom>
            <a:avLst/>
            <a:gdLst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307" h="509588">
                <a:moveTo>
                  <a:pt x="164307" y="0"/>
                </a:moveTo>
                <a:cubicBezTo>
                  <a:pt x="117475" y="76597"/>
                  <a:pt x="94061" y="153194"/>
                  <a:pt x="66676" y="238125"/>
                </a:cubicBezTo>
                <a:cubicBezTo>
                  <a:pt x="39292" y="323056"/>
                  <a:pt x="12699" y="447279"/>
                  <a:pt x="0" y="509588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6">
            <a:extLst>
              <a:ext uri="{FF2B5EF4-FFF2-40B4-BE49-F238E27FC236}">
                <a16:creationId xmlns:a16="http://schemas.microsoft.com/office/drawing/2014/main" id="{93CB2808-31A4-43E7-88F2-9814394B10DD}"/>
              </a:ext>
            </a:extLst>
          </p:cNvPr>
          <p:cNvSpPr/>
          <p:nvPr/>
        </p:nvSpPr>
        <p:spPr>
          <a:xfrm>
            <a:off x="2566186" y="3696638"/>
            <a:ext cx="1090825" cy="1573546"/>
          </a:xfrm>
          <a:custGeom>
            <a:avLst/>
            <a:gdLst>
              <a:gd name="connsiteX0" fmla="*/ 546100 w 546100"/>
              <a:gd name="connsiteY0" fmla="*/ 0 h 809625"/>
              <a:gd name="connsiteX1" fmla="*/ 428625 w 546100"/>
              <a:gd name="connsiteY1" fmla="*/ 460375 h 809625"/>
              <a:gd name="connsiteX2" fmla="*/ 260350 w 546100"/>
              <a:gd name="connsiteY2" fmla="*/ 717550 h 809625"/>
              <a:gd name="connsiteX3" fmla="*/ 0 w 546100"/>
              <a:gd name="connsiteY3" fmla="*/ 809625 h 809625"/>
              <a:gd name="connsiteX0" fmla="*/ 546100 w 546100"/>
              <a:gd name="connsiteY0" fmla="*/ 0 h 796925"/>
              <a:gd name="connsiteX1" fmla="*/ 428625 w 546100"/>
              <a:gd name="connsiteY1" fmla="*/ 460375 h 796925"/>
              <a:gd name="connsiteX2" fmla="*/ 260350 w 546100"/>
              <a:gd name="connsiteY2" fmla="*/ 717550 h 796925"/>
              <a:gd name="connsiteX3" fmla="*/ 0 w 546100"/>
              <a:gd name="connsiteY3" fmla="*/ 796925 h 796925"/>
              <a:gd name="connsiteX0" fmla="*/ 552450 w 552450"/>
              <a:gd name="connsiteY0" fmla="*/ 0 h 796925"/>
              <a:gd name="connsiteX1" fmla="*/ 428625 w 552450"/>
              <a:gd name="connsiteY1" fmla="*/ 460375 h 796925"/>
              <a:gd name="connsiteX2" fmla="*/ 260350 w 552450"/>
              <a:gd name="connsiteY2" fmla="*/ 717550 h 796925"/>
              <a:gd name="connsiteX3" fmla="*/ 0 w 552450"/>
              <a:gd name="connsiteY3" fmla="*/ 796925 h 79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" h="796925">
                <a:moveTo>
                  <a:pt x="552450" y="0"/>
                </a:moveTo>
                <a:cubicBezTo>
                  <a:pt x="517525" y="170391"/>
                  <a:pt x="477308" y="340783"/>
                  <a:pt x="428625" y="460375"/>
                </a:cubicBezTo>
                <a:cubicBezTo>
                  <a:pt x="379942" y="579967"/>
                  <a:pt x="331787" y="661458"/>
                  <a:pt x="260350" y="717550"/>
                </a:cubicBezTo>
                <a:cubicBezTo>
                  <a:pt x="188913" y="773642"/>
                  <a:pt x="94456" y="779991"/>
                  <a:pt x="0" y="796925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任意多边形 17">
            <a:extLst>
              <a:ext uri="{FF2B5EF4-FFF2-40B4-BE49-F238E27FC236}">
                <a16:creationId xmlns:a16="http://schemas.microsoft.com/office/drawing/2014/main" id="{F262E8F1-CC01-4F82-BA5B-F13FD4C1DF5A}"/>
              </a:ext>
            </a:extLst>
          </p:cNvPr>
          <p:cNvSpPr/>
          <p:nvPr/>
        </p:nvSpPr>
        <p:spPr>
          <a:xfrm>
            <a:off x="2572455" y="4680888"/>
            <a:ext cx="1410549" cy="590548"/>
          </a:xfrm>
          <a:custGeom>
            <a:avLst/>
            <a:gdLst>
              <a:gd name="connsiteX0" fmla="*/ 0 w 714375"/>
              <a:gd name="connsiteY0" fmla="*/ 298450 h 299084"/>
              <a:gd name="connsiteX1" fmla="*/ 292100 w 714375"/>
              <a:gd name="connsiteY1" fmla="*/ 279400 h 299084"/>
              <a:gd name="connsiteX2" fmla="*/ 555625 w 714375"/>
              <a:gd name="connsiteY2" fmla="*/ 168275 h 299084"/>
              <a:gd name="connsiteX3" fmla="*/ 714375 w 714375"/>
              <a:gd name="connsiteY3" fmla="*/ 0 h 299084"/>
              <a:gd name="connsiteX4" fmla="*/ 714375 w 714375"/>
              <a:gd name="connsiteY4" fmla="*/ 0 h 29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375" h="299084">
                <a:moveTo>
                  <a:pt x="0" y="298450"/>
                </a:moveTo>
                <a:cubicBezTo>
                  <a:pt x="99748" y="299773"/>
                  <a:pt x="199496" y="301096"/>
                  <a:pt x="292100" y="279400"/>
                </a:cubicBezTo>
                <a:cubicBezTo>
                  <a:pt x="384704" y="257704"/>
                  <a:pt x="485246" y="214842"/>
                  <a:pt x="555625" y="168275"/>
                </a:cubicBezTo>
                <a:cubicBezTo>
                  <a:pt x="626004" y="121708"/>
                  <a:pt x="714375" y="0"/>
                  <a:pt x="714375" y="0"/>
                </a:cubicBezTo>
                <a:lnTo>
                  <a:pt x="714375" y="0"/>
                </a:ln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8">
            <a:extLst>
              <a:ext uri="{FF2B5EF4-FFF2-40B4-BE49-F238E27FC236}">
                <a16:creationId xmlns:a16="http://schemas.microsoft.com/office/drawing/2014/main" id="{1230242D-72A4-483B-A3D1-CACF5BD084E7}"/>
              </a:ext>
            </a:extLst>
          </p:cNvPr>
          <p:cNvSpPr/>
          <p:nvPr/>
        </p:nvSpPr>
        <p:spPr>
          <a:xfrm>
            <a:off x="3983004" y="3696637"/>
            <a:ext cx="307186" cy="984249"/>
          </a:xfrm>
          <a:custGeom>
            <a:avLst/>
            <a:gdLst>
              <a:gd name="connsiteX0" fmla="*/ 0 w 161925"/>
              <a:gd name="connsiteY0" fmla="*/ 495300 h 495300"/>
              <a:gd name="connsiteX1" fmla="*/ 88900 w 161925"/>
              <a:gd name="connsiteY1" fmla="*/ 285750 h 495300"/>
              <a:gd name="connsiteX2" fmla="*/ 161925 w 161925"/>
              <a:gd name="connsiteY2" fmla="*/ 0 h 495300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75" h="498475">
                <a:moveTo>
                  <a:pt x="0" y="498475"/>
                </a:moveTo>
                <a:cubicBezTo>
                  <a:pt x="30956" y="434975"/>
                  <a:pt x="62971" y="372004"/>
                  <a:pt x="88900" y="288925"/>
                </a:cubicBezTo>
                <a:cubicBezTo>
                  <a:pt x="114829" y="205846"/>
                  <a:pt x="151606" y="53975"/>
                  <a:pt x="1555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20">
            <a:extLst>
              <a:ext uri="{FF2B5EF4-FFF2-40B4-BE49-F238E27FC236}">
                <a16:creationId xmlns:a16="http://schemas.microsoft.com/office/drawing/2014/main" id="{356CC58D-0E92-4555-9498-28B9A06DF102}"/>
              </a:ext>
            </a:extLst>
          </p:cNvPr>
          <p:cNvSpPr/>
          <p:nvPr/>
        </p:nvSpPr>
        <p:spPr>
          <a:xfrm>
            <a:off x="4290191" y="2123093"/>
            <a:ext cx="1159785" cy="1579815"/>
          </a:xfrm>
          <a:custGeom>
            <a:avLst/>
            <a:gdLst>
              <a:gd name="connsiteX0" fmla="*/ 0 w 587375"/>
              <a:gd name="connsiteY0" fmla="*/ 800100 h 800100"/>
              <a:gd name="connsiteX1" fmla="*/ 57150 w 587375"/>
              <a:gd name="connsiteY1" fmla="*/ 533400 h 800100"/>
              <a:gd name="connsiteX2" fmla="*/ 187325 w 587375"/>
              <a:gd name="connsiteY2" fmla="*/ 196850 h 800100"/>
              <a:gd name="connsiteX3" fmla="*/ 377825 w 587375"/>
              <a:gd name="connsiteY3" fmla="*/ 60325 h 800100"/>
              <a:gd name="connsiteX4" fmla="*/ 587375 w 587375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7375" h="800100">
                <a:moveTo>
                  <a:pt x="0" y="800100"/>
                </a:moveTo>
                <a:cubicBezTo>
                  <a:pt x="12964" y="717021"/>
                  <a:pt x="25929" y="633942"/>
                  <a:pt x="57150" y="533400"/>
                </a:cubicBezTo>
                <a:cubicBezTo>
                  <a:pt x="88371" y="432858"/>
                  <a:pt x="133879" y="275696"/>
                  <a:pt x="187325" y="196850"/>
                </a:cubicBezTo>
                <a:cubicBezTo>
                  <a:pt x="240771" y="118004"/>
                  <a:pt x="311150" y="93133"/>
                  <a:pt x="377825" y="60325"/>
                </a:cubicBezTo>
                <a:cubicBezTo>
                  <a:pt x="444500" y="27517"/>
                  <a:pt x="515937" y="13758"/>
                  <a:pt x="5873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C693E46-096C-406E-8FA6-9DC2D8853071}"/>
              </a:ext>
            </a:extLst>
          </p:cNvPr>
          <p:cNvCxnSpPr/>
          <p:nvPr/>
        </p:nvCxnSpPr>
        <p:spPr>
          <a:xfrm>
            <a:off x="2566186" y="3691305"/>
            <a:ext cx="6269" cy="1578878"/>
          </a:xfrm>
          <a:prstGeom prst="line">
            <a:avLst/>
          </a:prstGeom>
          <a:ln w="222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0AB166-6654-4D41-87D6-52590D065A02}"/>
              </a:ext>
            </a:extLst>
          </p:cNvPr>
          <p:cNvCxnSpPr/>
          <p:nvPr/>
        </p:nvCxnSpPr>
        <p:spPr>
          <a:xfrm>
            <a:off x="2572455" y="5282722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0F270E2-2B28-4F72-8138-D2C767DC1E93}"/>
              </a:ext>
            </a:extLst>
          </p:cNvPr>
          <p:cNvCxnSpPr/>
          <p:nvPr/>
        </p:nvCxnSpPr>
        <p:spPr>
          <a:xfrm>
            <a:off x="5456244" y="2116824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4C0594-F156-4245-819C-89A3074263A8}"/>
              </a:ext>
            </a:extLst>
          </p:cNvPr>
          <p:cNvCxnSpPr/>
          <p:nvPr/>
        </p:nvCxnSpPr>
        <p:spPr>
          <a:xfrm>
            <a:off x="3984124" y="2097828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E29C050-4A23-4C42-A7BA-B38C4B1CEB8D}"/>
              </a:ext>
            </a:extLst>
          </p:cNvPr>
          <p:cNvSpPr txBox="1"/>
          <p:nvPr/>
        </p:nvSpPr>
        <p:spPr>
          <a:xfrm>
            <a:off x="5365239" y="1824357"/>
            <a:ext cx="277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94A791-0684-4E9F-8A6B-621F35F1CF02}"/>
              </a:ext>
            </a:extLst>
          </p:cNvPr>
          <p:cNvSpPr txBox="1"/>
          <p:nvPr/>
        </p:nvSpPr>
        <p:spPr>
          <a:xfrm>
            <a:off x="5210007" y="3617252"/>
            <a:ext cx="48749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F462A2-9786-40AA-A139-319E2B552B94}"/>
              </a:ext>
            </a:extLst>
          </p:cNvPr>
          <p:cNvSpPr txBox="1"/>
          <p:nvPr/>
        </p:nvSpPr>
        <p:spPr>
          <a:xfrm>
            <a:off x="4201599" y="3634670"/>
            <a:ext cx="497691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Hc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318AB8-3DCB-4241-8995-FFE1D0DA4504}"/>
              </a:ext>
            </a:extLst>
          </p:cNvPr>
          <p:cNvSpPr txBox="1"/>
          <p:nvPr/>
        </p:nvSpPr>
        <p:spPr>
          <a:xfrm>
            <a:off x="3646913" y="3639092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O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23E20B-7C89-4B8B-A932-6DBB7780C877}"/>
              </a:ext>
            </a:extLst>
          </p:cNvPr>
          <p:cNvSpPr txBox="1"/>
          <p:nvPr/>
        </p:nvSpPr>
        <p:spPr>
          <a:xfrm>
            <a:off x="3011679" y="3642065"/>
            <a:ext cx="481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-Hc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BC4A1B-3335-4564-BF06-5C1B20DF64F2}"/>
              </a:ext>
            </a:extLst>
          </p:cNvPr>
          <p:cNvSpPr txBox="1"/>
          <p:nvPr/>
        </p:nvSpPr>
        <p:spPr>
          <a:xfrm>
            <a:off x="3519240" y="2330682"/>
            <a:ext cx="44062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9DC56B8-EC2D-4382-92EC-C8AFBE03EF54}"/>
              </a:ext>
            </a:extLst>
          </p:cNvPr>
          <p:cNvSpPr txBox="1"/>
          <p:nvPr/>
        </p:nvSpPr>
        <p:spPr>
          <a:xfrm>
            <a:off x="3400360" y="4354156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-Br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6CE6F8-2B45-4EBF-9D86-E51BDB96FB9C}"/>
              </a:ext>
            </a:extLst>
          </p:cNvPr>
          <p:cNvSpPr txBox="1"/>
          <p:nvPr/>
        </p:nvSpPr>
        <p:spPr>
          <a:xfrm>
            <a:off x="1988183" y="3636757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-Hs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5078F73-2458-450D-8586-CC5A561F6BCE}"/>
              </a:ext>
            </a:extLst>
          </p:cNvPr>
          <p:cNvSpPr txBox="1"/>
          <p:nvPr/>
        </p:nvSpPr>
        <p:spPr>
          <a:xfrm>
            <a:off x="3534075" y="1854744"/>
            <a:ext cx="45693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86FCB92-9777-4E98-823A-304BD0572AE4}"/>
              </a:ext>
            </a:extLst>
          </p:cNvPr>
          <p:cNvSpPr txBox="1"/>
          <p:nvPr/>
        </p:nvSpPr>
        <p:spPr>
          <a:xfrm>
            <a:off x="3417433" y="4892018"/>
            <a:ext cx="57106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6625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1BC890-4F81-45E4-B0A3-53291EFF16F9}"/>
              </a:ext>
            </a:extLst>
          </p:cNvPr>
          <p:cNvSpPr txBox="1"/>
          <p:nvPr/>
        </p:nvSpPr>
        <p:spPr>
          <a:xfrm>
            <a:off x="4941036" y="432775"/>
            <a:ext cx="2309928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B-H</a:t>
            </a:r>
            <a:r>
              <a:rPr lang="zh-CN" altLang="en-US" sz="4800" dirty="0">
                <a:solidFill>
                  <a:srgbClr val="FFFF00"/>
                </a:solidFill>
              </a:rPr>
              <a:t>曲线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6A2B7CB-E2F9-4764-B20C-3815517CA495}"/>
              </a:ext>
            </a:extLst>
          </p:cNvPr>
          <p:cNvCxnSpPr/>
          <p:nvPr/>
        </p:nvCxnSpPr>
        <p:spPr>
          <a:xfrm>
            <a:off x="2225876" y="3691305"/>
            <a:ext cx="3655917" cy="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73BD332-F294-4A8A-8452-4D9AE643EE3D}"/>
              </a:ext>
            </a:extLst>
          </p:cNvPr>
          <p:cNvCxnSpPr/>
          <p:nvPr/>
        </p:nvCxnSpPr>
        <p:spPr>
          <a:xfrm flipV="1">
            <a:off x="3978722" y="1778436"/>
            <a:ext cx="0" cy="366439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11">
            <a:extLst>
              <a:ext uri="{FF2B5EF4-FFF2-40B4-BE49-F238E27FC236}">
                <a16:creationId xmlns:a16="http://schemas.microsoft.com/office/drawing/2014/main" id="{38BFEB65-ED98-4095-A7B3-31CCB4B19858}"/>
              </a:ext>
            </a:extLst>
          </p:cNvPr>
          <p:cNvSpPr/>
          <p:nvPr/>
        </p:nvSpPr>
        <p:spPr>
          <a:xfrm>
            <a:off x="3986887" y="2110367"/>
            <a:ext cx="1455181" cy="1580938"/>
          </a:xfrm>
          <a:custGeom>
            <a:avLst/>
            <a:gdLst>
              <a:gd name="connsiteX0" fmla="*/ 0 w 736979"/>
              <a:gd name="connsiteY0" fmla="*/ 800669 h 800669"/>
              <a:gd name="connsiteX1" fmla="*/ 136478 w 736979"/>
              <a:gd name="connsiteY1" fmla="*/ 436729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77409 w 736979"/>
              <a:gd name="connsiteY1" fmla="*/ 612870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979" h="800669">
                <a:moveTo>
                  <a:pt x="0" y="800669"/>
                </a:moveTo>
                <a:cubicBezTo>
                  <a:pt x="12901" y="769369"/>
                  <a:pt x="41565" y="661225"/>
                  <a:pt x="63121" y="600965"/>
                </a:cubicBezTo>
                <a:cubicBezTo>
                  <a:pt x="84677" y="540705"/>
                  <a:pt x="95903" y="498706"/>
                  <a:pt x="119810" y="436728"/>
                </a:cubicBezTo>
                <a:cubicBezTo>
                  <a:pt x="143717" y="374750"/>
                  <a:pt x="222766" y="159010"/>
                  <a:pt x="363727" y="86222"/>
                </a:cubicBezTo>
                <a:cubicBezTo>
                  <a:pt x="504688" y="13434"/>
                  <a:pt x="552770" y="35292"/>
                  <a:pt x="736979" y="0"/>
                </a:cubicBezTo>
              </a:path>
            </a:pathLst>
          </a:cu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12">
            <a:extLst>
              <a:ext uri="{FF2B5EF4-FFF2-40B4-BE49-F238E27FC236}">
                <a16:creationId xmlns:a16="http://schemas.microsoft.com/office/drawing/2014/main" id="{D7E92F52-268B-446B-9BD8-4F67651A8945}"/>
              </a:ext>
            </a:extLst>
          </p:cNvPr>
          <p:cNvSpPr/>
          <p:nvPr/>
        </p:nvSpPr>
        <p:spPr>
          <a:xfrm>
            <a:off x="3984572" y="2112000"/>
            <a:ext cx="1471672" cy="573743"/>
          </a:xfrm>
          <a:custGeom>
            <a:avLst/>
            <a:gdLst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61 h 290573"/>
              <a:gd name="connsiteX1" fmla="*/ 226219 w 745331"/>
              <a:gd name="connsiteY1" fmla="*/ 83405 h 290573"/>
              <a:gd name="connsiteX2" fmla="*/ 0 w 745331"/>
              <a:gd name="connsiteY2" fmla="*/ 290573 h 290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5331" h="290573">
                <a:moveTo>
                  <a:pt x="745331" y="61"/>
                </a:moveTo>
                <a:cubicBezTo>
                  <a:pt x="505023" y="-1527"/>
                  <a:pt x="333772" y="27843"/>
                  <a:pt x="226219" y="83405"/>
                </a:cubicBezTo>
                <a:cubicBezTo>
                  <a:pt x="118666" y="138967"/>
                  <a:pt x="50998" y="211198"/>
                  <a:pt x="0" y="290573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3">
            <a:extLst>
              <a:ext uri="{FF2B5EF4-FFF2-40B4-BE49-F238E27FC236}">
                <a16:creationId xmlns:a16="http://schemas.microsoft.com/office/drawing/2014/main" id="{3FCDC622-3A62-4786-B979-F04EE05A157D}"/>
              </a:ext>
            </a:extLst>
          </p:cNvPr>
          <p:cNvSpPr/>
          <p:nvPr/>
        </p:nvSpPr>
        <p:spPr>
          <a:xfrm>
            <a:off x="3660145" y="2685744"/>
            <a:ext cx="324428" cy="1006192"/>
          </a:xfrm>
          <a:custGeom>
            <a:avLst/>
            <a:gdLst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307" h="509588">
                <a:moveTo>
                  <a:pt x="164307" y="0"/>
                </a:moveTo>
                <a:cubicBezTo>
                  <a:pt x="117475" y="76597"/>
                  <a:pt x="94061" y="153194"/>
                  <a:pt x="66676" y="238125"/>
                </a:cubicBezTo>
                <a:cubicBezTo>
                  <a:pt x="39292" y="323056"/>
                  <a:pt x="12699" y="447279"/>
                  <a:pt x="0" y="509588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6">
            <a:extLst>
              <a:ext uri="{FF2B5EF4-FFF2-40B4-BE49-F238E27FC236}">
                <a16:creationId xmlns:a16="http://schemas.microsoft.com/office/drawing/2014/main" id="{93CB2808-31A4-43E7-88F2-9814394B10DD}"/>
              </a:ext>
            </a:extLst>
          </p:cNvPr>
          <p:cNvSpPr/>
          <p:nvPr/>
        </p:nvSpPr>
        <p:spPr>
          <a:xfrm>
            <a:off x="2566186" y="3696638"/>
            <a:ext cx="1090825" cy="1573546"/>
          </a:xfrm>
          <a:custGeom>
            <a:avLst/>
            <a:gdLst>
              <a:gd name="connsiteX0" fmla="*/ 546100 w 546100"/>
              <a:gd name="connsiteY0" fmla="*/ 0 h 809625"/>
              <a:gd name="connsiteX1" fmla="*/ 428625 w 546100"/>
              <a:gd name="connsiteY1" fmla="*/ 460375 h 809625"/>
              <a:gd name="connsiteX2" fmla="*/ 260350 w 546100"/>
              <a:gd name="connsiteY2" fmla="*/ 717550 h 809625"/>
              <a:gd name="connsiteX3" fmla="*/ 0 w 546100"/>
              <a:gd name="connsiteY3" fmla="*/ 809625 h 809625"/>
              <a:gd name="connsiteX0" fmla="*/ 546100 w 546100"/>
              <a:gd name="connsiteY0" fmla="*/ 0 h 796925"/>
              <a:gd name="connsiteX1" fmla="*/ 428625 w 546100"/>
              <a:gd name="connsiteY1" fmla="*/ 460375 h 796925"/>
              <a:gd name="connsiteX2" fmla="*/ 260350 w 546100"/>
              <a:gd name="connsiteY2" fmla="*/ 717550 h 796925"/>
              <a:gd name="connsiteX3" fmla="*/ 0 w 546100"/>
              <a:gd name="connsiteY3" fmla="*/ 796925 h 796925"/>
              <a:gd name="connsiteX0" fmla="*/ 552450 w 552450"/>
              <a:gd name="connsiteY0" fmla="*/ 0 h 796925"/>
              <a:gd name="connsiteX1" fmla="*/ 428625 w 552450"/>
              <a:gd name="connsiteY1" fmla="*/ 460375 h 796925"/>
              <a:gd name="connsiteX2" fmla="*/ 260350 w 552450"/>
              <a:gd name="connsiteY2" fmla="*/ 717550 h 796925"/>
              <a:gd name="connsiteX3" fmla="*/ 0 w 552450"/>
              <a:gd name="connsiteY3" fmla="*/ 796925 h 79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" h="796925">
                <a:moveTo>
                  <a:pt x="552450" y="0"/>
                </a:moveTo>
                <a:cubicBezTo>
                  <a:pt x="517525" y="170391"/>
                  <a:pt x="477308" y="340783"/>
                  <a:pt x="428625" y="460375"/>
                </a:cubicBezTo>
                <a:cubicBezTo>
                  <a:pt x="379942" y="579967"/>
                  <a:pt x="331787" y="661458"/>
                  <a:pt x="260350" y="717550"/>
                </a:cubicBezTo>
                <a:cubicBezTo>
                  <a:pt x="188913" y="773642"/>
                  <a:pt x="94456" y="779991"/>
                  <a:pt x="0" y="796925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任意多边形 17">
            <a:extLst>
              <a:ext uri="{FF2B5EF4-FFF2-40B4-BE49-F238E27FC236}">
                <a16:creationId xmlns:a16="http://schemas.microsoft.com/office/drawing/2014/main" id="{F262E8F1-CC01-4F82-BA5B-F13FD4C1DF5A}"/>
              </a:ext>
            </a:extLst>
          </p:cNvPr>
          <p:cNvSpPr/>
          <p:nvPr/>
        </p:nvSpPr>
        <p:spPr>
          <a:xfrm>
            <a:off x="2572455" y="4680888"/>
            <a:ext cx="1410549" cy="590548"/>
          </a:xfrm>
          <a:custGeom>
            <a:avLst/>
            <a:gdLst>
              <a:gd name="connsiteX0" fmla="*/ 0 w 714375"/>
              <a:gd name="connsiteY0" fmla="*/ 298450 h 299084"/>
              <a:gd name="connsiteX1" fmla="*/ 292100 w 714375"/>
              <a:gd name="connsiteY1" fmla="*/ 279400 h 299084"/>
              <a:gd name="connsiteX2" fmla="*/ 555625 w 714375"/>
              <a:gd name="connsiteY2" fmla="*/ 168275 h 299084"/>
              <a:gd name="connsiteX3" fmla="*/ 714375 w 714375"/>
              <a:gd name="connsiteY3" fmla="*/ 0 h 299084"/>
              <a:gd name="connsiteX4" fmla="*/ 714375 w 714375"/>
              <a:gd name="connsiteY4" fmla="*/ 0 h 29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375" h="299084">
                <a:moveTo>
                  <a:pt x="0" y="298450"/>
                </a:moveTo>
                <a:cubicBezTo>
                  <a:pt x="99748" y="299773"/>
                  <a:pt x="199496" y="301096"/>
                  <a:pt x="292100" y="279400"/>
                </a:cubicBezTo>
                <a:cubicBezTo>
                  <a:pt x="384704" y="257704"/>
                  <a:pt x="485246" y="214842"/>
                  <a:pt x="555625" y="168275"/>
                </a:cubicBezTo>
                <a:cubicBezTo>
                  <a:pt x="626004" y="121708"/>
                  <a:pt x="714375" y="0"/>
                  <a:pt x="714375" y="0"/>
                </a:cubicBezTo>
                <a:lnTo>
                  <a:pt x="714375" y="0"/>
                </a:ln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8">
            <a:extLst>
              <a:ext uri="{FF2B5EF4-FFF2-40B4-BE49-F238E27FC236}">
                <a16:creationId xmlns:a16="http://schemas.microsoft.com/office/drawing/2014/main" id="{1230242D-72A4-483B-A3D1-CACF5BD084E7}"/>
              </a:ext>
            </a:extLst>
          </p:cNvPr>
          <p:cNvSpPr/>
          <p:nvPr/>
        </p:nvSpPr>
        <p:spPr>
          <a:xfrm>
            <a:off x="3983004" y="3696637"/>
            <a:ext cx="307186" cy="984249"/>
          </a:xfrm>
          <a:custGeom>
            <a:avLst/>
            <a:gdLst>
              <a:gd name="connsiteX0" fmla="*/ 0 w 161925"/>
              <a:gd name="connsiteY0" fmla="*/ 495300 h 495300"/>
              <a:gd name="connsiteX1" fmla="*/ 88900 w 161925"/>
              <a:gd name="connsiteY1" fmla="*/ 285750 h 495300"/>
              <a:gd name="connsiteX2" fmla="*/ 161925 w 161925"/>
              <a:gd name="connsiteY2" fmla="*/ 0 h 495300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75" h="498475">
                <a:moveTo>
                  <a:pt x="0" y="498475"/>
                </a:moveTo>
                <a:cubicBezTo>
                  <a:pt x="30956" y="434975"/>
                  <a:pt x="62971" y="372004"/>
                  <a:pt x="88900" y="288925"/>
                </a:cubicBezTo>
                <a:cubicBezTo>
                  <a:pt x="114829" y="205846"/>
                  <a:pt x="151606" y="53975"/>
                  <a:pt x="155575" y="0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20">
            <a:extLst>
              <a:ext uri="{FF2B5EF4-FFF2-40B4-BE49-F238E27FC236}">
                <a16:creationId xmlns:a16="http://schemas.microsoft.com/office/drawing/2014/main" id="{356CC58D-0E92-4555-9498-28B9A06DF102}"/>
              </a:ext>
            </a:extLst>
          </p:cNvPr>
          <p:cNvSpPr/>
          <p:nvPr/>
        </p:nvSpPr>
        <p:spPr>
          <a:xfrm>
            <a:off x="4290191" y="2123093"/>
            <a:ext cx="1159785" cy="1579815"/>
          </a:xfrm>
          <a:custGeom>
            <a:avLst/>
            <a:gdLst>
              <a:gd name="connsiteX0" fmla="*/ 0 w 587375"/>
              <a:gd name="connsiteY0" fmla="*/ 800100 h 800100"/>
              <a:gd name="connsiteX1" fmla="*/ 57150 w 587375"/>
              <a:gd name="connsiteY1" fmla="*/ 533400 h 800100"/>
              <a:gd name="connsiteX2" fmla="*/ 187325 w 587375"/>
              <a:gd name="connsiteY2" fmla="*/ 196850 h 800100"/>
              <a:gd name="connsiteX3" fmla="*/ 377825 w 587375"/>
              <a:gd name="connsiteY3" fmla="*/ 60325 h 800100"/>
              <a:gd name="connsiteX4" fmla="*/ 587375 w 587375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7375" h="800100">
                <a:moveTo>
                  <a:pt x="0" y="800100"/>
                </a:moveTo>
                <a:cubicBezTo>
                  <a:pt x="12964" y="717021"/>
                  <a:pt x="25929" y="633942"/>
                  <a:pt x="57150" y="533400"/>
                </a:cubicBezTo>
                <a:cubicBezTo>
                  <a:pt x="88371" y="432858"/>
                  <a:pt x="133879" y="275696"/>
                  <a:pt x="187325" y="196850"/>
                </a:cubicBezTo>
                <a:cubicBezTo>
                  <a:pt x="240771" y="118004"/>
                  <a:pt x="311150" y="93133"/>
                  <a:pt x="377825" y="60325"/>
                </a:cubicBezTo>
                <a:cubicBezTo>
                  <a:pt x="444500" y="27517"/>
                  <a:pt x="515937" y="13758"/>
                  <a:pt x="5873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C693E46-096C-406E-8FA6-9DC2D8853071}"/>
              </a:ext>
            </a:extLst>
          </p:cNvPr>
          <p:cNvCxnSpPr/>
          <p:nvPr/>
        </p:nvCxnSpPr>
        <p:spPr>
          <a:xfrm>
            <a:off x="2566186" y="3691305"/>
            <a:ext cx="6269" cy="1578878"/>
          </a:xfrm>
          <a:prstGeom prst="line">
            <a:avLst/>
          </a:prstGeom>
          <a:ln w="222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0AB166-6654-4D41-87D6-52590D065A02}"/>
              </a:ext>
            </a:extLst>
          </p:cNvPr>
          <p:cNvCxnSpPr/>
          <p:nvPr/>
        </p:nvCxnSpPr>
        <p:spPr>
          <a:xfrm>
            <a:off x="2572455" y="5282722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0F270E2-2B28-4F72-8138-D2C767DC1E93}"/>
              </a:ext>
            </a:extLst>
          </p:cNvPr>
          <p:cNvCxnSpPr/>
          <p:nvPr/>
        </p:nvCxnSpPr>
        <p:spPr>
          <a:xfrm>
            <a:off x="5456244" y="2116824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4C0594-F156-4245-819C-89A3074263A8}"/>
              </a:ext>
            </a:extLst>
          </p:cNvPr>
          <p:cNvCxnSpPr/>
          <p:nvPr/>
        </p:nvCxnSpPr>
        <p:spPr>
          <a:xfrm>
            <a:off x="3984124" y="2097828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E29C050-4A23-4C42-A7BA-B38C4B1CEB8D}"/>
              </a:ext>
            </a:extLst>
          </p:cNvPr>
          <p:cNvSpPr txBox="1"/>
          <p:nvPr/>
        </p:nvSpPr>
        <p:spPr>
          <a:xfrm>
            <a:off x="5365239" y="1824357"/>
            <a:ext cx="277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94A791-0684-4E9F-8A6B-621F35F1CF02}"/>
              </a:ext>
            </a:extLst>
          </p:cNvPr>
          <p:cNvSpPr txBox="1"/>
          <p:nvPr/>
        </p:nvSpPr>
        <p:spPr>
          <a:xfrm>
            <a:off x="5210007" y="3617252"/>
            <a:ext cx="48749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F462A2-9786-40AA-A139-319E2B552B94}"/>
              </a:ext>
            </a:extLst>
          </p:cNvPr>
          <p:cNvSpPr txBox="1"/>
          <p:nvPr/>
        </p:nvSpPr>
        <p:spPr>
          <a:xfrm>
            <a:off x="4201599" y="3634670"/>
            <a:ext cx="497691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Hc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318AB8-3DCB-4241-8995-FFE1D0DA4504}"/>
              </a:ext>
            </a:extLst>
          </p:cNvPr>
          <p:cNvSpPr txBox="1"/>
          <p:nvPr/>
        </p:nvSpPr>
        <p:spPr>
          <a:xfrm>
            <a:off x="3646913" y="3639092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O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23E20B-7C89-4B8B-A932-6DBB7780C877}"/>
              </a:ext>
            </a:extLst>
          </p:cNvPr>
          <p:cNvSpPr txBox="1"/>
          <p:nvPr/>
        </p:nvSpPr>
        <p:spPr>
          <a:xfrm>
            <a:off x="3011679" y="3642065"/>
            <a:ext cx="481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-Hc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BC4A1B-3335-4564-BF06-5C1B20DF64F2}"/>
              </a:ext>
            </a:extLst>
          </p:cNvPr>
          <p:cNvSpPr txBox="1"/>
          <p:nvPr/>
        </p:nvSpPr>
        <p:spPr>
          <a:xfrm>
            <a:off x="3519240" y="2330682"/>
            <a:ext cx="44062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9DC56B8-EC2D-4382-92EC-C8AFBE03EF54}"/>
              </a:ext>
            </a:extLst>
          </p:cNvPr>
          <p:cNvSpPr txBox="1"/>
          <p:nvPr/>
        </p:nvSpPr>
        <p:spPr>
          <a:xfrm>
            <a:off x="3400360" y="4354156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-Br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6CE6F8-2B45-4EBF-9D86-E51BDB96FB9C}"/>
              </a:ext>
            </a:extLst>
          </p:cNvPr>
          <p:cNvSpPr txBox="1"/>
          <p:nvPr/>
        </p:nvSpPr>
        <p:spPr>
          <a:xfrm>
            <a:off x="1988183" y="3636757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-Hs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5078F73-2458-450D-8586-CC5A561F6BCE}"/>
              </a:ext>
            </a:extLst>
          </p:cNvPr>
          <p:cNvSpPr txBox="1"/>
          <p:nvPr/>
        </p:nvSpPr>
        <p:spPr>
          <a:xfrm>
            <a:off x="3534075" y="1854744"/>
            <a:ext cx="45693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86FCB92-9777-4E98-823A-304BD0572AE4}"/>
              </a:ext>
            </a:extLst>
          </p:cNvPr>
          <p:cNvSpPr txBox="1"/>
          <p:nvPr/>
        </p:nvSpPr>
        <p:spPr>
          <a:xfrm>
            <a:off x="3417433" y="4892018"/>
            <a:ext cx="57106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357836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1BC890-4F81-45E4-B0A3-53291EFF16F9}"/>
              </a:ext>
            </a:extLst>
          </p:cNvPr>
          <p:cNvSpPr txBox="1"/>
          <p:nvPr/>
        </p:nvSpPr>
        <p:spPr>
          <a:xfrm>
            <a:off x="4941036" y="432775"/>
            <a:ext cx="2309928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B-H</a:t>
            </a:r>
            <a:r>
              <a:rPr lang="zh-CN" altLang="en-US" sz="4800" dirty="0">
                <a:solidFill>
                  <a:srgbClr val="FFFF00"/>
                </a:solidFill>
              </a:rPr>
              <a:t>曲线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6A2B7CB-E2F9-4764-B20C-3815517CA495}"/>
              </a:ext>
            </a:extLst>
          </p:cNvPr>
          <p:cNvCxnSpPr/>
          <p:nvPr/>
        </p:nvCxnSpPr>
        <p:spPr>
          <a:xfrm>
            <a:off x="2225876" y="3691305"/>
            <a:ext cx="3655917" cy="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73BD332-F294-4A8A-8452-4D9AE643EE3D}"/>
              </a:ext>
            </a:extLst>
          </p:cNvPr>
          <p:cNvCxnSpPr/>
          <p:nvPr/>
        </p:nvCxnSpPr>
        <p:spPr>
          <a:xfrm flipV="1">
            <a:off x="3978722" y="1778436"/>
            <a:ext cx="0" cy="366439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11">
            <a:extLst>
              <a:ext uri="{FF2B5EF4-FFF2-40B4-BE49-F238E27FC236}">
                <a16:creationId xmlns:a16="http://schemas.microsoft.com/office/drawing/2014/main" id="{38BFEB65-ED98-4095-A7B3-31CCB4B19858}"/>
              </a:ext>
            </a:extLst>
          </p:cNvPr>
          <p:cNvSpPr/>
          <p:nvPr/>
        </p:nvSpPr>
        <p:spPr>
          <a:xfrm>
            <a:off x="3986887" y="2110367"/>
            <a:ext cx="1455181" cy="1580938"/>
          </a:xfrm>
          <a:custGeom>
            <a:avLst/>
            <a:gdLst>
              <a:gd name="connsiteX0" fmla="*/ 0 w 736979"/>
              <a:gd name="connsiteY0" fmla="*/ 800669 h 800669"/>
              <a:gd name="connsiteX1" fmla="*/ 136478 w 736979"/>
              <a:gd name="connsiteY1" fmla="*/ 436729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77409 w 736979"/>
              <a:gd name="connsiteY1" fmla="*/ 612870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979" h="800669">
                <a:moveTo>
                  <a:pt x="0" y="800669"/>
                </a:moveTo>
                <a:cubicBezTo>
                  <a:pt x="12901" y="769369"/>
                  <a:pt x="41565" y="661225"/>
                  <a:pt x="63121" y="600965"/>
                </a:cubicBezTo>
                <a:cubicBezTo>
                  <a:pt x="84677" y="540705"/>
                  <a:pt x="95903" y="498706"/>
                  <a:pt x="119810" y="436728"/>
                </a:cubicBezTo>
                <a:cubicBezTo>
                  <a:pt x="143717" y="374750"/>
                  <a:pt x="222766" y="159010"/>
                  <a:pt x="363727" y="86222"/>
                </a:cubicBezTo>
                <a:cubicBezTo>
                  <a:pt x="504688" y="13434"/>
                  <a:pt x="552770" y="35292"/>
                  <a:pt x="736979" y="0"/>
                </a:cubicBezTo>
              </a:path>
            </a:pathLst>
          </a:cu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12">
            <a:extLst>
              <a:ext uri="{FF2B5EF4-FFF2-40B4-BE49-F238E27FC236}">
                <a16:creationId xmlns:a16="http://schemas.microsoft.com/office/drawing/2014/main" id="{D7E92F52-268B-446B-9BD8-4F67651A8945}"/>
              </a:ext>
            </a:extLst>
          </p:cNvPr>
          <p:cNvSpPr/>
          <p:nvPr/>
        </p:nvSpPr>
        <p:spPr>
          <a:xfrm>
            <a:off x="3984572" y="2112000"/>
            <a:ext cx="1471672" cy="573743"/>
          </a:xfrm>
          <a:custGeom>
            <a:avLst/>
            <a:gdLst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61 h 290573"/>
              <a:gd name="connsiteX1" fmla="*/ 226219 w 745331"/>
              <a:gd name="connsiteY1" fmla="*/ 83405 h 290573"/>
              <a:gd name="connsiteX2" fmla="*/ 0 w 745331"/>
              <a:gd name="connsiteY2" fmla="*/ 290573 h 290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5331" h="290573">
                <a:moveTo>
                  <a:pt x="745331" y="61"/>
                </a:moveTo>
                <a:cubicBezTo>
                  <a:pt x="505023" y="-1527"/>
                  <a:pt x="333772" y="27843"/>
                  <a:pt x="226219" y="83405"/>
                </a:cubicBezTo>
                <a:cubicBezTo>
                  <a:pt x="118666" y="138967"/>
                  <a:pt x="50998" y="211198"/>
                  <a:pt x="0" y="290573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3">
            <a:extLst>
              <a:ext uri="{FF2B5EF4-FFF2-40B4-BE49-F238E27FC236}">
                <a16:creationId xmlns:a16="http://schemas.microsoft.com/office/drawing/2014/main" id="{3FCDC622-3A62-4786-B979-F04EE05A157D}"/>
              </a:ext>
            </a:extLst>
          </p:cNvPr>
          <p:cNvSpPr/>
          <p:nvPr/>
        </p:nvSpPr>
        <p:spPr>
          <a:xfrm>
            <a:off x="3660145" y="2685744"/>
            <a:ext cx="324428" cy="1006192"/>
          </a:xfrm>
          <a:custGeom>
            <a:avLst/>
            <a:gdLst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307" h="509588">
                <a:moveTo>
                  <a:pt x="164307" y="0"/>
                </a:moveTo>
                <a:cubicBezTo>
                  <a:pt x="117475" y="76597"/>
                  <a:pt x="94061" y="153194"/>
                  <a:pt x="66676" y="238125"/>
                </a:cubicBezTo>
                <a:cubicBezTo>
                  <a:pt x="39292" y="323056"/>
                  <a:pt x="12699" y="447279"/>
                  <a:pt x="0" y="509588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6">
            <a:extLst>
              <a:ext uri="{FF2B5EF4-FFF2-40B4-BE49-F238E27FC236}">
                <a16:creationId xmlns:a16="http://schemas.microsoft.com/office/drawing/2014/main" id="{93CB2808-31A4-43E7-88F2-9814394B10DD}"/>
              </a:ext>
            </a:extLst>
          </p:cNvPr>
          <p:cNvSpPr/>
          <p:nvPr/>
        </p:nvSpPr>
        <p:spPr>
          <a:xfrm>
            <a:off x="2566186" y="3696638"/>
            <a:ext cx="1090825" cy="1573546"/>
          </a:xfrm>
          <a:custGeom>
            <a:avLst/>
            <a:gdLst>
              <a:gd name="connsiteX0" fmla="*/ 546100 w 546100"/>
              <a:gd name="connsiteY0" fmla="*/ 0 h 809625"/>
              <a:gd name="connsiteX1" fmla="*/ 428625 w 546100"/>
              <a:gd name="connsiteY1" fmla="*/ 460375 h 809625"/>
              <a:gd name="connsiteX2" fmla="*/ 260350 w 546100"/>
              <a:gd name="connsiteY2" fmla="*/ 717550 h 809625"/>
              <a:gd name="connsiteX3" fmla="*/ 0 w 546100"/>
              <a:gd name="connsiteY3" fmla="*/ 809625 h 809625"/>
              <a:gd name="connsiteX0" fmla="*/ 546100 w 546100"/>
              <a:gd name="connsiteY0" fmla="*/ 0 h 796925"/>
              <a:gd name="connsiteX1" fmla="*/ 428625 w 546100"/>
              <a:gd name="connsiteY1" fmla="*/ 460375 h 796925"/>
              <a:gd name="connsiteX2" fmla="*/ 260350 w 546100"/>
              <a:gd name="connsiteY2" fmla="*/ 717550 h 796925"/>
              <a:gd name="connsiteX3" fmla="*/ 0 w 546100"/>
              <a:gd name="connsiteY3" fmla="*/ 796925 h 796925"/>
              <a:gd name="connsiteX0" fmla="*/ 552450 w 552450"/>
              <a:gd name="connsiteY0" fmla="*/ 0 h 796925"/>
              <a:gd name="connsiteX1" fmla="*/ 428625 w 552450"/>
              <a:gd name="connsiteY1" fmla="*/ 460375 h 796925"/>
              <a:gd name="connsiteX2" fmla="*/ 260350 w 552450"/>
              <a:gd name="connsiteY2" fmla="*/ 717550 h 796925"/>
              <a:gd name="connsiteX3" fmla="*/ 0 w 552450"/>
              <a:gd name="connsiteY3" fmla="*/ 796925 h 79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" h="796925">
                <a:moveTo>
                  <a:pt x="552450" y="0"/>
                </a:moveTo>
                <a:cubicBezTo>
                  <a:pt x="517525" y="170391"/>
                  <a:pt x="477308" y="340783"/>
                  <a:pt x="428625" y="460375"/>
                </a:cubicBezTo>
                <a:cubicBezTo>
                  <a:pt x="379942" y="579967"/>
                  <a:pt x="331787" y="661458"/>
                  <a:pt x="260350" y="717550"/>
                </a:cubicBezTo>
                <a:cubicBezTo>
                  <a:pt x="188913" y="773642"/>
                  <a:pt x="94456" y="779991"/>
                  <a:pt x="0" y="796925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任意多边形 17">
            <a:extLst>
              <a:ext uri="{FF2B5EF4-FFF2-40B4-BE49-F238E27FC236}">
                <a16:creationId xmlns:a16="http://schemas.microsoft.com/office/drawing/2014/main" id="{F262E8F1-CC01-4F82-BA5B-F13FD4C1DF5A}"/>
              </a:ext>
            </a:extLst>
          </p:cNvPr>
          <p:cNvSpPr/>
          <p:nvPr/>
        </p:nvSpPr>
        <p:spPr>
          <a:xfrm>
            <a:off x="2572455" y="4680888"/>
            <a:ext cx="1410549" cy="590548"/>
          </a:xfrm>
          <a:custGeom>
            <a:avLst/>
            <a:gdLst>
              <a:gd name="connsiteX0" fmla="*/ 0 w 714375"/>
              <a:gd name="connsiteY0" fmla="*/ 298450 h 299084"/>
              <a:gd name="connsiteX1" fmla="*/ 292100 w 714375"/>
              <a:gd name="connsiteY1" fmla="*/ 279400 h 299084"/>
              <a:gd name="connsiteX2" fmla="*/ 555625 w 714375"/>
              <a:gd name="connsiteY2" fmla="*/ 168275 h 299084"/>
              <a:gd name="connsiteX3" fmla="*/ 714375 w 714375"/>
              <a:gd name="connsiteY3" fmla="*/ 0 h 299084"/>
              <a:gd name="connsiteX4" fmla="*/ 714375 w 714375"/>
              <a:gd name="connsiteY4" fmla="*/ 0 h 29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375" h="299084">
                <a:moveTo>
                  <a:pt x="0" y="298450"/>
                </a:moveTo>
                <a:cubicBezTo>
                  <a:pt x="99748" y="299773"/>
                  <a:pt x="199496" y="301096"/>
                  <a:pt x="292100" y="279400"/>
                </a:cubicBezTo>
                <a:cubicBezTo>
                  <a:pt x="384704" y="257704"/>
                  <a:pt x="485246" y="214842"/>
                  <a:pt x="555625" y="168275"/>
                </a:cubicBezTo>
                <a:cubicBezTo>
                  <a:pt x="626004" y="121708"/>
                  <a:pt x="714375" y="0"/>
                  <a:pt x="714375" y="0"/>
                </a:cubicBezTo>
                <a:lnTo>
                  <a:pt x="714375" y="0"/>
                </a:ln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8">
            <a:extLst>
              <a:ext uri="{FF2B5EF4-FFF2-40B4-BE49-F238E27FC236}">
                <a16:creationId xmlns:a16="http://schemas.microsoft.com/office/drawing/2014/main" id="{1230242D-72A4-483B-A3D1-CACF5BD084E7}"/>
              </a:ext>
            </a:extLst>
          </p:cNvPr>
          <p:cNvSpPr/>
          <p:nvPr/>
        </p:nvSpPr>
        <p:spPr>
          <a:xfrm>
            <a:off x="3983004" y="3696637"/>
            <a:ext cx="307186" cy="984249"/>
          </a:xfrm>
          <a:custGeom>
            <a:avLst/>
            <a:gdLst>
              <a:gd name="connsiteX0" fmla="*/ 0 w 161925"/>
              <a:gd name="connsiteY0" fmla="*/ 495300 h 495300"/>
              <a:gd name="connsiteX1" fmla="*/ 88900 w 161925"/>
              <a:gd name="connsiteY1" fmla="*/ 285750 h 495300"/>
              <a:gd name="connsiteX2" fmla="*/ 161925 w 161925"/>
              <a:gd name="connsiteY2" fmla="*/ 0 h 495300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75" h="498475">
                <a:moveTo>
                  <a:pt x="0" y="498475"/>
                </a:moveTo>
                <a:cubicBezTo>
                  <a:pt x="30956" y="434975"/>
                  <a:pt x="62971" y="372004"/>
                  <a:pt x="88900" y="288925"/>
                </a:cubicBezTo>
                <a:cubicBezTo>
                  <a:pt x="114829" y="205846"/>
                  <a:pt x="151606" y="53975"/>
                  <a:pt x="155575" y="0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20">
            <a:extLst>
              <a:ext uri="{FF2B5EF4-FFF2-40B4-BE49-F238E27FC236}">
                <a16:creationId xmlns:a16="http://schemas.microsoft.com/office/drawing/2014/main" id="{356CC58D-0E92-4555-9498-28B9A06DF102}"/>
              </a:ext>
            </a:extLst>
          </p:cNvPr>
          <p:cNvSpPr/>
          <p:nvPr/>
        </p:nvSpPr>
        <p:spPr>
          <a:xfrm>
            <a:off x="4290191" y="2123093"/>
            <a:ext cx="1159785" cy="1579815"/>
          </a:xfrm>
          <a:custGeom>
            <a:avLst/>
            <a:gdLst>
              <a:gd name="connsiteX0" fmla="*/ 0 w 587375"/>
              <a:gd name="connsiteY0" fmla="*/ 800100 h 800100"/>
              <a:gd name="connsiteX1" fmla="*/ 57150 w 587375"/>
              <a:gd name="connsiteY1" fmla="*/ 533400 h 800100"/>
              <a:gd name="connsiteX2" fmla="*/ 187325 w 587375"/>
              <a:gd name="connsiteY2" fmla="*/ 196850 h 800100"/>
              <a:gd name="connsiteX3" fmla="*/ 377825 w 587375"/>
              <a:gd name="connsiteY3" fmla="*/ 60325 h 800100"/>
              <a:gd name="connsiteX4" fmla="*/ 587375 w 587375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7375" h="800100">
                <a:moveTo>
                  <a:pt x="0" y="800100"/>
                </a:moveTo>
                <a:cubicBezTo>
                  <a:pt x="12964" y="717021"/>
                  <a:pt x="25929" y="633942"/>
                  <a:pt x="57150" y="533400"/>
                </a:cubicBezTo>
                <a:cubicBezTo>
                  <a:pt x="88371" y="432858"/>
                  <a:pt x="133879" y="275696"/>
                  <a:pt x="187325" y="196850"/>
                </a:cubicBezTo>
                <a:cubicBezTo>
                  <a:pt x="240771" y="118004"/>
                  <a:pt x="311150" y="93133"/>
                  <a:pt x="377825" y="60325"/>
                </a:cubicBezTo>
                <a:cubicBezTo>
                  <a:pt x="444500" y="27517"/>
                  <a:pt x="515937" y="13758"/>
                  <a:pt x="587375" y="0"/>
                </a:cubicBezTo>
              </a:path>
            </a:pathLst>
          </a:custGeom>
          <a:noFill/>
          <a:ln w="222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C693E46-096C-406E-8FA6-9DC2D8853071}"/>
              </a:ext>
            </a:extLst>
          </p:cNvPr>
          <p:cNvCxnSpPr/>
          <p:nvPr/>
        </p:nvCxnSpPr>
        <p:spPr>
          <a:xfrm>
            <a:off x="2566186" y="3691305"/>
            <a:ext cx="6269" cy="1578878"/>
          </a:xfrm>
          <a:prstGeom prst="line">
            <a:avLst/>
          </a:prstGeom>
          <a:ln w="222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0AB166-6654-4D41-87D6-52590D065A02}"/>
              </a:ext>
            </a:extLst>
          </p:cNvPr>
          <p:cNvCxnSpPr/>
          <p:nvPr/>
        </p:nvCxnSpPr>
        <p:spPr>
          <a:xfrm>
            <a:off x="2572455" y="5282722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0F270E2-2B28-4F72-8138-D2C767DC1E93}"/>
              </a:ext>
            </a:extLst>
          </p:cNvPr>
          <p:cNvCxnSpPr/>
          <p:nvPr/>
        </p:nvCxnSpPr>
        <p:spPr>
          <a:xfrm>
            <a:off x="5456244" y="2116824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4C0594-F156-4245-819C-89A3074263A8}"/>
              </a:ext>
            </a:extLst>
          </p:cNvPr>
          <p:cNvCxnSpPr/>
          <p:nvPr/>
        </p:nvCxnSpPr>
        <p:spPr>
          <a:xfrm>
            <a:off x="3984124" y="2097828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E29C050-4A23-4C42-A7BA-B38C4B1CEB8D}"/>
              </a:ext>
            </a:extLst>
          </p:cNvPr>
          <p:cNvSpPr txBox="1"/>
          <p:nvPr/>
        </p:nvSpPr>
        <p:spPr>
          <a:xfrm>
            <a:off x="5365239" y="1824357"/>
            <a:ext cx="277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94A791-0684-4E9F-8A6B-621F35F1CF02}"/>
              </a:ext>
            </a:extLst>
          </p:cNvPr>
          <p:cNvSpPr txBox="1"/>
          <p:nvPr/>
        </p:nvSpPr>
        <p:spPr>
          <a:xfrm>
            <a:off x="5210007" y="3617252"/>
            <a:ext cx="48749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F462A2-9786-40AA-A139-319E2B552B94}"/>
              </a:ext>
            </a:extLst>
          </p:cNvPr>
          <p:cNvSpPr txBox="1"/>
          <p:nvPr/>
        </p:nvSpPr>
        <p:spPr>
          <a:xfrm>
            <a:off x="4201599" y="3634670"/>
            <a:ext cx="391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Hc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318AB8-3DCB-4241-8995-FFE1D0DA4504}"/>
              </a:ext>
            </a:extLst>
          </p:cNvPr>
          <p:cNvSpPr txBox="1"/>
          <p:nvPr/>
        </p:nvSpPr>
        <p:spPr>
          <a:xfrm>
            <a:off x="3646913" y="3639092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O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23E20B-7C89-4B8B-A932-6DBB7780C877}"/>
              </a:ext>
            </a:extLst>
          </p:cNvPr>
          <p:cNvSpPr txBox="1"/>
          <p:nvPr/>
        </p:nvSpPr>
        <p:spPr>
          <a:xfrm>
            <a:off x="3011679" y="3642065"/>
            <a:ext cx="481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-Hc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BC4A1B-3335-4564-BF06-5C1B20DF64F2}"/>
              </a:ext>
            </a:extLst>
          </p:cNvPr>
          <p:cNvSpPr txBox="1"/>
          <p:nvPr/>
        </p:nvSpPr>
        <p:spPr>
          <a:xfrm>
            <a:off x="3519240" y="2330682"/>
            <a:ext cx="44062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9DC56B8-EC2D-4382-92EC-C8AFBE03EF54}"/>
              </a:ext>
            </a:extLst>
          </p:cNvPr>
          <p:cNvSpPr txBox="1"/>
          <p:nvPr/>
        </p:nvSpPr>
        <p:spPr>
          <a:xfrm>
            <a:off x="3400360" y="4354156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-Br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6CE6F8-2B45-4EBF-9D86-E51BDB96FB9C}"/>
              </a:ext>
            </a:extLst>
          </p:cNvPr>
          <p:cNvSpPr txBox="1"/>
          <p:nvPr/>
        </p:nvSpPr>
        <p:spPr>
          <a:xfrm>
            <a:off x="1988183" y="3636757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-Hs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5078F73-2458-450D-8586-CC5A561F6BCE}"/>
              </a:ext>
            </a:extLst>
          </p:cNvPr>
          <p:cNvSpPr txBox="1"/>
          <p:nvPr/>
        </p:nvSpPr>
        <p:spPr>
          <a:xfrm>
            <a:off x="3534075" y="1854744"/>
            <a:ext cx="45693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86FCB92-9777-4E98-823A-304BD0572AE4}"/>
              </a:ext>
            </a:extLst>
          </p:cNvPr>
          <p:cNvSpPr txBox="1"/>
          <p:nvPr/>
        </p:nvSpPr>
        <p:spPr>
          <a:xfrm>
            <a:off x="3417433" y="4892018"/>
            <a:ext cx="57106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71585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1BC890-4F81-45E4-B0A3-53291EFF16F9}"/>
              </a:ext>
            </a:extLst>
          </p:cNvPr>
          <p:cNvSpPr txBox="1"/>
          <p:nvPr/>
        </p:nvSpPr>
        <p:spPr>
          <a:xfrm>
            <a:off x="4941036" y="432775"/>
            <a:ext cx="2309928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B-H</a:t>
            </a:r>
            <a:r>
              <a:rPr lang="zh-CN" altLang="en-US" sz="4800" dirty="0">
                <a:solidFill>
                  <a:srgbClr val="FFFF00"/>
                </a:solidFill>
              </a:rPr>
              <a:t>曲线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6A2B7CB-E2F9-4764-B20C-3815517CA495}"/>
              </a:ext>
            </a:extLst>
          </p:cNvPr>
          <p:cNvCxnSpPr/>
          <p:nvPr/>
        </p:nvCxnSpPr>
        <p:spPr>
          <a:xfrm>
            <a:off x="2225876" y="3691305"/>
            <a:ext cx="3655917" cy="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73BD332-F294-4A8A-8452-4D9AE643EE3D}"/>
              </a:ext>
            </a:extLst>
          </p:cNvPr>
          <p:cNvCxnSpPr/>
          <p:nvPr/>
        </p:nvCxnSpPr>
        <p:spPr>
          <a:xfrm flipV="1">
            <a:off x="3978722" y="1778436"/>
            <a:ext cx="0" cy="366439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11">
            <a:extLst>
              <a:ext uri="{FF2B5EF4-FFF2-40B4-BE49-F238E27FC236}">
                <a16:creationId xmlns:a16="http://schemas.microsoft.com/office/drawing/2014/main" id="{38BFEB65-ED98-4095-A7B3-31CCB4B19858}"/>
              </a:ext>
            </a:extLst>
          </p:cNvPr>
          <p:cNvSpPr/>
          <p:nvPr/>
        </p:nvSpPr>
        <p:spPr>
          <a:xfrm>
            <a:off x="3986887" y="2110367"/>
            <a:ext cx="1455181" cy="1580938"/>
          </a:xfrm>
          <a:custGeom>
            <a:avLst/>
            <a:gdLst>
              <a:gd name="connsiteX0" fmla="*/ 0 w 736979"/>
              <a:gd name="connsiteY0" fmla="*/ 800669 h 800669"/>
              <a:gd name="connsiteX1" fmla="*/ 136478 w 736979"/>
              <a:gd name="connsiteY1" fmla="*/ 436729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77409 w 736979"/>
              <a:gd name="connsiteY1" fmla="*/ 612870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979" h="800669">
                <a:moveTo>
                  <a:pt x="0" y="800669"/>
                </a:moveTo>
                <a:cubicBezTo>
                  <a:pt x="12901" y="769369"/>
                  <a:pt x="41565" y="661225"/>
                  <a:pt x="63121" y="600965"/>
                </a:cubicBezTo>
                <a:cubicBezTo>
                  <a:pt x="84677" y="540705"/>
                  <a:pt x="95903" y="498706"/>
                  <a:pt x="119810" y="436728"/>
                </a:cubicBezTo>
                <a:cubicBezTo>
                  <a:pt x="143717" y="374750"/>
                  <a:pt x="222766" y="159010"/>
                  <a:pt x="363727" y="86222"/>
                </a:cubicBezTo>
                <a:cubicBezTo>
                  <a:pt x="504688" y="13434"/>
                  <a:pt x="552770" y="35292"/>
                  <a:pt x="736979" y="0"/>
                </a:cubicBezTo>
              </a:path>
            </a:pathLst>
          </a:cu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12">
            <a:extLst>
              <a:ext uri="{FF2B5EF4-FFF2-40B4-BE49-F238E27FC236}">
                <a16:creationId xmlns:a16="http://schemas.microsoft.com/office/drawing/2014/main" id="{D7E92F52-268B-446B-9BD8-4F67651A8945}"/>
              </a:ext>
            </a:extLst>
          </p:cNvPr>
          <p:cNvSpPr/>
          <p:nvPr/>
        </p:nvSpPr>
        <p:spPr>
          <a:xfrm>
            <a:off x="3984572" y="2112000"/>
            <a:ext cx="1471672" cy="573743"/>
          </a:xfrm>
          <a:custGeom>
            <a:avLst/>
            <a:gdLst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61 h 290573"/>
              <a:gd name="connsiteX1" fmla="*/ 226219 w 745331"/>
              <a:gd name="connsiteY1" fmla="*/ 83405 h 290573"/>
              <a:gd name="connsiteX2" fmla="*/ 0 w 745331"/>
              <a:gd name="connsiteY2" fmla="*/ 290573 h 290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5331" h="290573">
                <a:moveTo>
                  <a:pt x="745331" y="61"/>
                </a:moveTo>
                <a:cubicBezTo>
                  <a:pt x="505023" y="-1527"/>
                  <a:pt x="333772" y="27843"/>
                  <a:pt x="226219" y="83405"/>
                </a:cubicBezTo>
                <a:cubicBezTo>
                  <a:pt x="118666" y="138967"/>
                  <a:pt x="50998" y="211198"/>
                  <a:pt x="0" y="290573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3">
            <a:extLst>
              <a:ext uri="{FF2B5EF4-FFF2-40B4-BE49-F238E27FC236}">
                <a16:creationId xmlns:a16="http://schemas.microsoft.com/office/drawing/2014/main" id="{3FCDC622-3A62-4786-B979-F04EE05A157D}"/>
              </a:ext>
            </a:extLst>
          </p:cNvPr>
          <p:cNvSpPr/>
          <p:nvPr/>
        </p:nvSpPr>
        <p:spPr>
          <a:xfrm>
            <a:off x="3660145" y="2685744"/>
            <a:ext cx="324428" cy="1006192"/>
          </a:xfrm>
          <a:custGeom>
            <a:avLst/>
            <a:gdLst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307" h="509588">
                <a:moveTo>
                  <a:pt x="164307" y="0"/>
                </a:moveTo>
                <a:cubicBezTo>
                  <a:pt x="117475" y="76597"/>
                  <a:pt x="94061" y="153194"/>
                  <a:pt x="66676" y="238125"/>
                </a:cubicBezTo>
                <a:cubicBezTo>
                  <a:pt x="39292" y="323056"/>
                  <a:pt x="12699" y="447279"/>
                  <a:pt x="0" y="509588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6">
            <a:extLst>
              <a:ext uri="{FF2B5EF4-FFF2-40B4-BE49-F238E27FC236}">
                <a16:creationId xmlns:a16="http://schemas.microsoft.com/office/drawing/2014/main" id="{93CB2808-31A4-43E7-88F2-9814394B10DD}"/>
              </a:ext>
            </a:extLst>
          </p:cNvPr>
          <p:cNvSpPr/>
          <p:nvPr/>
        </p:nvSpPr>
        <p:spPr>
          <a:xfrm>
            <a:off x="2566186" y="3696638"/>
            <a:ext cx="1090825" cy="1573546"/>
          </a:xfrm>
          <a:custGeom>
            <a:avLst/>
            <a:gdLst>
              <a:gd name="connsiteX0" fmla="*/ 546100 w 546100"/>
              <a:gd name="connsiteY0" fmla="*/ 0 h 809625"/>
              <a:gd name="connsiteX1" fmla="*/ 428625 w 546100"/>
              <a:gd name="connsiteY1" fmla="*/ 460375 h 809625"/>
              <a:gd name="connsiteX2" fmla="*/ 260350 w 546100"/>
              <a:gd name="connsiteY2" fmla="*/ 717550 h 809625"/>
              <a:gd name="connsiteX3" fmla="*/ 0 w 546100"/>
              <a:gd name="connsiteY3" fmla="*/ 809625 h 809625"/>
              <a:gd name="connsiteX0" fmla="*/ 546100 w 546100"/>
              <a:gd name="connsiteY0" fmla="*/ 0 h 796925"/>
              <a:gd name="connsiteX1" fmla="*/ 428625 w 546100"/>
              <a:gd name="connsiteY1" fmla="*/ 460375 h 796925"/>
              <a:gd name="connsiteX2" fmla="*/ 260350 w 546100"/>
              <a:gd name="connsiteY2" fmla="*/ 717550 h 796925"/>
              <a:gd name="connsiteX3" fmla="*/ 0 w 546100"/>
              <a:gd name="connsiteY3" fmla="*/ 796925 h 796925"/>
              <a:gd name="connsiteX0" fmla="*/ 552450 w 552450"/>
              <a:gd name="connsiteY0" fmla="*/ 0 h 796925"/>
              <a:gd name="connsiteX1" fmla="*/ 428625 w 552450"/>
              <a:gd name="connsiteY1" fmla="*/ 460375 h 796925"/>
              <a:gd name="connsiteX2" fmla="*/ 260350 w 552450"/>
              <a:gd name="connsiteY2" fmla="*/ 717550 h 796925"/>
              <a:gd name="connsiteX3" fmla="*/ 0 w 552450"/>
              <a:gd name="connsiteY3" fmla="*/ 796925 h 79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" h="796925">
                <a:moveTo>
                  <a:pt x="552450" y="0"/>
                </a:moveTo>
                <a:cubicBezTo>
                  <a:pt x="517525" y="170391"/>
                  <a:pt x="477308" y="340783"/>
                  <a:pt x="428625" y="460375"/>
                </a:cubicBezTo>
                <a:cubicBezTo>
                  <a:pt x="379942" y="579967"/>
                  <a:pt x="331787" y="661458"/>
                  <a:pt x="260350" y="717550"/>
                </a:cubicBezTo>
                <a:cubicBezTo>
                  <a:pt x="188913" y="773642"/>
                  <a:pt x="94456" y="779991"/>
                  <a:pt x="0" y="796925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任意多边形 17">
            <a:extLst>
              <a:ext uri="{FF2B5EF4-FFF2-40B4-BE49-F238E27FC236}">
                <a16:creationId xmlns:a16="http://schemas.microsoft.com/office/drawing/2014/main" id="{F262E8F1-CC01-4F82-BA5B-F13FD4C1DF5A}"/>
              </a:ext>
            </a:extLst>
          </p:cNvPr>
          <p:cNvSpPr/>
          <p:nvPr/>
        </p:nvSpPr>
        <p:spPr>
          <a:xfrm>
            <a:off x="2572455" y="4680888"/>
            <a:ext cx="1410549" cy="590548"/>
          </a:xfrm>
          <a:custGeom>
            <a:avLst/>
            <a:gdLst>
              <a:gd name="connsiteX0" fmla="*/ 0 w 714375"/>
              <a:gd name="connsiteY0" fmla="*/ 298450 h 299084"/>
              <a:gd name="connsiteX1" fmla="*/ 292100 w 714375"/>
              <a:gd name="connsiteY1" fmla="*/ 279400 h 299084"/>
              <a:gd name="connsiteX2" fmla="*/ 555625 w 714375"/>
              <a:gd name="connsiteY2" fmla="*/ 168275 h 299084"/>
              <a:gd name="connsiteX3" fmla="*/ 714375 w 714375"/>
              <a:gd name="connsiteY3" fmla="*/ 0 h 299084"/>
              <a:gd name="connsiteX4" fmla="*/ 714375 w 714375"/>
              <a:gd name="connsiteY4" fmla="*/ 0 h 29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375" h="299084">
                <a:moveTo>
                  <a:pt x="0" y="298450"/>
                </a:moveTo>
                <a:cubicBezTo>
                  <a:pt x="99748" y="299773"/>
                  <a:pt x="199496" y="301096"/>
                  <a:pt x="292100" y="279400"/>
                </a:cubicBezTo>
                <a:cubicBezTo>
                  <a:pt x="384704" y="257704"/>
                  <a:pt x="485246" y="214842"/>
                  <a:pt x="555625" y="168275"/>
                </a:cubicBezTo>
                <a:cubicBezTo>
                  <a:pt x="626004" y="121708"/>
                  <a:pt x="714375" y="0"/>
                  <a:pt x="714375" y="0"/>
                </a:cubicBezTo>
                <a:lnTo>
                  <a:pt x="714375" y="0"/>
                </a:ln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8">
            <a:extLst>
              <a:ext uri="{FF2B5EF4-FFF2-40B4-BE49-F238E27FC236}">
                <a16:creationId xmlns:a16="http://schemas.microsoft.com/office/drawing/2014/main" id="{1230242D-72A4-483B-A3D1-CACF5BD084E7}"/>
              </a:ext>
            </a:extLst>
          </p:cNvPr>
          <p:cNvSpPr/>
          <p:nvPr/>
        </p:nvSpPr>
        <p:spPr>
          <a:xfrm>
            <a:off x="3983004" y="3696637"/>
            <a:ext cx="307186" cy="984249"/>
          </a:xfrm>
          <a:custGeom>
            <a:avLst/>
            <a:gdLst>
              <a:gd name="connsiteX0" fmla="*/ 0 w 161925"/>
              <a:gd name="connsiteY0" fmla="*/ 495300 h 495300"/>
              <a:gd name="connsiteX1" fmla="*/ 88900 w 161925"/>
              <a:gd name="connsiteY1" fmla="*/ 285750 h 495300"/>
              <a:gd name="connsiteX2" fmla="*/ 161925 w 161925"/>
              <a:gd name="connsiteY2" fmla="*/ 0 h 495300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75" h="498475">
                <a:moveTo>
                  <a:pt x="0" y="498475"/>
                </a:moveTo>
                <a:cubicBezTo>
                  <a:pt x="30956" y="434975"/>
                  <a:pt x="62971" y="372004"/>
                  <a:pt x="88900" y="288925"/>
                </a:cubicBezTo>
                <a:cubicBezTo>
                  <a:pt x="114829" y="205846"/>
                  <a:pt x="151606" y="53975"/>
                  <a:pt x="155575" y="0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20">
            <a:extLst>
              <a:ext uri="{FF2B5EF4-FFF2-40B4-BE49-F238E27FC236}">
                <a16:creationId xmlns:a16="http://schemas.microsoft.com/office/drawing/2014/main" id="{356CC58D-0E92-4555-9498-28B9A06DF102}"/>
              </a:ext>
            </a:extLst>
          </p:cNvPr>
          <p:cNvSpPr/>
          <p:nvPr/>
        </p:nvSpPr>
        <p:spPr>
          <a:xfrm>
            <a:off x="4290191" y="2123093"/>
            <a:ext cx="1159785" cy="1579815"/>
          </a:xfrm>
          <a:custGeom>
            <a:avLst/>
            <a:gdLst>
              <a:gd name="connsiteX0" fmla="*/ 0 w 587375"/>
              <a:gd name="connsiteY0" fmla="*/ 800100 h 800100"/>
              <a:gd name="connsiteX1" fmla="*/ 57150 w 587375"/>
              <a:gd name="connsiteY1" fmla="*/ 533400 h 800100"/>
              <a:gd name="connsiteX2" fmla="*/ 187325 w 587375"/>
              <a:gd name="connsiteY2" fmla="*/ 196850 h 800100"/>
              <a:gd name="connsiteX3" fmla="*/ 377825 w 587375"/>
              <a:gd name="connsiteY3" fmla="*/ 60325 h 800100"/>
              <a:gd name="connsiteX4" fmla="*/ 587375 w 587375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7375" h="800100">
                <a:moveTo>
                  <a:pt x="0" y="800100"/>
                </a:moveTo>
                <a:cubicBezTo>
                  <a:pt x="12964" y="717021"/>
                  <a:pt x="25929" y="633942"/>
                  <a:pt x="57150" y="533400"/>
                </a:cubicBezTo>
                <a:cubicBezTo>
                  <a:pt x="88371" y="432858"/>
                  <a:pt x="133879" y="275696"/>
                  <a:pt x="187325" y="196850"/>
                </a:cubicBezTo>
                <a:cubicBezTo>
                  <a:pt x="240771" y="118004"/>
                  <a:pt x="311150" y="93133"/>
                  <a:pt x="377825" y="60325"/>
                </a:cubicBezTo>
                <a:cubicBezTo>
                  <a:pt x="444500" y="27517"/>
                  <a:pt x="515937" y="13758"/>
                  <a:pt x="587375" y="0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C693E46-096C-406E-8FA6-9DC2D8853071}"/>
              </a:ext>
            </a:extLst>
          </p:cNvPr>
          <p:cNvCxnSpPr/>
          <p:nvPr/>
        </p:nvCxnSpPr>
        <p:spPr>
          <a:xfrm>
            <a:off x="2566186" y="3691305"/>
            <a:ext cx="6269" cy="1578878"/>
          </a:xfrm>
          <a:prstGeom prst="line">
            <a:avLst/>
          </a:prstGeom>
          <a:ln w="222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0AB166-6654-4D41-87D6-52590D065A02}"/>
              </a:ext>
            </a:extLst>
          </p:cNvPr>
          <p:cNvCxnSpPr/>
          <p:nvPr/>
        </p:nvCxnSpPr>
        <p:spPr>
          <a:xfrm>
            <a:off x="2572455" y="5282722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0F270E2-2B28-4F72-8138-D2C767DC1E93}"/>
              </a:ext>
            </a:extLst>
          </p:cNvPr>
          <p:cNvCxnSpPr/>
          <p:nvPr/>
        </p:nvCxnSpPr>
        <p:spPr>
          <a:xfrm>
            <a:off x="5456244" y="2116824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4C0594-F156-4245-819C-89A3074263A8}"/>
              </a:ext>
            </a:extLst>
          </p:cNvPr>
          <p:cNvCxnSpPr/>
          <p:nvPr/>
        </p:nvCxnSpPr>
        <p:spPr>
          <a:xfrm>
            <a:off x="3984124" y="2097828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E29C050-4A23-4C42-A7BA-B38C4B1CEB8D}"/>
              </a:ext>
            </a:extLst>
          </p:cNvPr>
          <p:cNvSpPr txBox="1"/>
          <p:nvPr/>
        </p:nvSpPr>
        <p:spPr>
          <a:xfrm>
            <a:off x="5365239" y="1824357"/>
            <a:ext cx="277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94A791-0684-4E9F-8A6B-621F35F1CF02}"/>
              </a:ext>
            </a:extLst>
          </p:cNvPr>
          <p:cNvSpPr txBox="1"/>
          <p:nvPr/>
        </p:nvSpPr>
        <p:spPr>
          <a:xfrm>
            <a:off x="5210007" y="3617252"/>
            <a:ext cx="48749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F462A2-9786-40AA-A139-319E2B552B94}"/>
              </a:ext>
            </a:extLst>
          </p:cNvPr>
          <p:cNvSpPr txBox="1"/>
          <p:nvPr/>
        </p:nvSpPr>
        <p:spPr>
          <a:xfrm>
            <a:off x="4201599" y="3634670"/>
            <a:ext cx="391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Hc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318AB8-3DCB-4241-8995-FFE1D0DA4504}"/>
              </a:ext>
            </a:extLst>
          </p:cNvPr>
          <p:cNvSpPr txBox="1"/>
          <p:nvPr/>
        </p:nvSpPr>
        <p:spPr>
          <a:xfrm>
            <a:off x="3646913" y="3639092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O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23E20B-7C89-4B8B-A932-6DBB7780C877}"/>
              </a:ext>
            </a:extLst>
          </p:cNvPr>
          <p:cNvSpPr txBox="1"/>
          <p:nvPr/>
        </p:nvSpPr>
        <p:spPr>
          <a:xfrm>
            <a:off x="3011679" y="3642065"/>
            <a:ext cx="481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-Hc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BC4A1B-3335-4564-BF06-5C1B20DF64F2}"/>
              </a:ext>
            </a:extLst>
          </p:cNvPr>
          <p:cNvSpPr txBox="1"/>
          <p:nvPr/>
        </p:nvSpPr>
        <p:spPr>
          <a:xfrm>
            <a:off x="3519240" y="2330682"/>
            <a:ext cx="44062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9DC56B8-EC2D-4382-92EC-C8AFBE03EF54}"/>
              </a:ext>
            </a:extLst>
          </p:cNvPr>
          <p:cNvSpPr txBox="1"/>
          <p:nvPr/>
        </p:nvSpPr>
        <p:spPr>
          <a:xfrm>
            <a:off x="3400360" y="4354156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-Br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6CE6F8-2B45-4EBF-9D86-E51BDB96FB9C}"/>
              </a:ext>
            </a:extLst>
          </p:cNvPr>
          <p:cNvSpPr txBox="1"/>
          <p:nvPr/>
        </p:nvSpPr>
        <p:spPr>
          <a:xfrm>
            <a:off x="1988183" y="3636757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-Hs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5078F73-2458-450D-8586-CC5A561F6BCE}"/>
              </a:ext>
            </a:extLst>
          </p:cNvPr>
          <p:cNvSpPr txBox="1"/>
          <p:nvPr/>
        </p:nvSpPr>
        <p:spPr>
          <a:xfrm>
            <a:off x="3534075" y="1854744"/>
            <a:ext cx="45693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86FCB92-9777-4E98-823A-304BD0572AE4}"/>
              </a:ext>
            </a:extLst>
          </p:cNvPr>
          <p:cNvSpPr txBox="1"/>
          <p:nvPr/>
        </p:nvSpPr>
        <p:spPr>
          <a:xfrm>
            <a:off x="3417433" y="4892018"/>
            <a:ext cx="57106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21365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1BC890-4F81-45E4-B0A3-53291EFF16F9}"/>
              </a:ext>
            </a:extLst>
          </p:cNvPr>
          <p:cNvSpPr txBox="1"/>
          <p:nvPr/>
        </p:nvSpPr>
        <p:spPr>
          <a:xfrm>
            <a:off x="4941036" y="432775"/>
            <a:ext cx="2309928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B-H</a:t>
            </a:r>
            <a:r>
              <a:rPr lang="zh-CN" altLang="en-US" sz="4800" dirty="0">
                <a:solidFill>
                  <a:srgbClr val="FFFF00"/>
                </a:solidFill>
              </a:rPr>
              <a:t>曲线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6A2B7CB-E2F9-4764-B20C-3815517CA495}"/>
              </a:ext>
            </a:extLst>
          </p:cNvPr>
          <p:cNvCxnSpPr/>
          <p:nvPr/>
        </p:nvCxnSpPr>
        <p:spPr>
          <a:xfrm>
            <a:off x="2225876" y="3691305"/>
            <a:ext cx="3655917" cy="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73BD332-F294-4A8A-8452-4D9AE643EE3D}"/>
              </a:ext>
            </a:extLst>
          </p:cNvPr>
          <p:cNvCxnSpPr/>
          <p:nvPr/>
        </p:nvCxnSpPr>
        <p:spPr>
          <a:xfrm flipV="1">
            <a:off x="3978722" y="1778436"/>
            <a:ext cx="0" cy="366439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11">
            <a:extLst>
              <a:ext uri="{FF2B5EF4-FFF2-40B4-BE49-F238E27FC236}">
                <a16:creationId xmlns:a16="http://schemas.microsoft.com/office/drawing/2014/main" id="{38BFEB65-ED98-4095-A7B3-31CCB4B19858}"/>
              </a:ext>
            </a:extLst>
          </p:cNvPr>
          <p:cNvSpPr/>
          <p:nvPr/>
        </p:nvSpPr>
        <p:spPr>
          <a:xfrm>
            <a:off x="3986887" y="2110367"/>
            <a:ext cx="1455181" cy="1580938"/>
          </a:xfrm>
          <a:custGeom>
            <a:avLst/>
            <a:gdLst>
              <a:gd name="connsiteX0" fmla="*/ 0 w 736979"/>
              <a:gd name="connsiteY0" fmla="*/ 800669 h 800669"/>
              <a:gd name="connsiteX1" fmla="*/ 136478 w 736979"/>
              <a:gd name="connsiteY1" fmla="*/ 436729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77409 w 736979"/>
              <a:gd name="connsiteY1" fmla="*/ 612870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979" h="800669">
                <a:moveTo>
                  <a:pt x="0" y="800669"/>
                </a:moveTo>
                <a:cubicBezTo>
                  <a:pt x="12901" y="769369"/>
                  <a:pt x="41565" y="661225"/>
                  <a:pt x="63121" y="600965"/>
                </a:cubicBezTo>
                <a:cubicBezTo>
                  <a:pt x="84677" y="540705"/>
                  <a:pt x="95903" y="498706"/>
                  <a:pt x="119810" y="436728"/>
                </a:cubicBezTo>
                <a:cubicBezTo>
                  <a:pt x="143717" y="374750"/>
                  <a:pt x="222766" y="159010"/>
                  <a:pt x="363727" y="86222"/>
                </a:cubicBezTo>
                <a:cubicBezTo>
                  <a:pt x="504688" y="13434"/>
                  <a:pt x="552770" y="35292"/>
                  <a:pt x="736979" y="0"/>
                </a:cubicBezTo>
              </a:path>
            </a:pathLst>
          </a:cu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12">
            <a:extLst>
              <a:ext uri="{FF2B5EF4-FFF2-40B4-BE49-F238E27FC236}">
                <a16:creationId xmlns:a16="http://schemas.microsoft.com/office/drawing/2014/main" id="{D7E92F52-268B-446B-9BD8-4F67651A8945}"/>
              </a:ext>
            </a:extLst>
          </p:cNvPr>
          <p:cNvSpPr/>
          <p:nvPr/>
        </p:nvSpPr>
        <p:spPr>
          <a:xfrm>
            <a:off x="3984572" y="2112000"/>
            <a:ext cx="1471672" cy="573743"/>
          </a:xfrm>
          <a:custGeom>
            <a:avLst/>
            <a:gdLst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61 h 290573"/>
              <a:gd name="connsiteX1" fmla="*/ 226219 w 745331"/>
              <a:gd name="connsiteY1" fmla="*/ 83405 h 290573"/>
              <a:gd name="connsiteX2" fmla="*/ 0 w 745331"/>
              <a:gd name="connsiteY2" fmla="*/ 290573 h 290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5331" h="290573">
                <a:moveTo>
                  <a:pt x="745331" y="61"/>
                </a:moveTo>
                <a:cubicBezTo>
                  <a:pt x="505023" y="-1527"/>
                  <a:pt x="333772" y="27843"/>
                  <a:pt x="226219" y="83405"/>
                </a:cubicBezTo>
                <a:cubicBezTo>
                  <a:pt x="118666" y="138967"/>
                  <a:pt x="50998" y="211198"/>
                  <a:pt x="0" y="290573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3">
            <a:extLst>
              <a:ext uri="{FF2B5EF4-FFF2-40B4-BE49-F238E27FC236}">
                <a16:creationId xmlns:a16="http://schemas.microsoft.com/office/drawing/2014/main" id="{3FCDC622-3A62-4786-B979-F04EE05A157D}"/>
              </a:ext>
            </a:extLst>
          </p:cNvPr>
          <p:cNvSpPr/>
          <p:nvPr/>
        </p:nvSpPr>
        <p:spPr>
          <a:xfrm>
            <a:off x="3660145" y="2685744"/>
            <a:ext cx="324428" cy="1006192"/>
          </a:xfrm>
          <a:custGeom>
            <a:avLst/>
            <a:gdLst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307" h="509588">
                <a:moveTo>
                  <a:pt x="164307" y="0"/>
                </a:moveTo>
                <a:cubicBezTo>
                  <a:pt x="117475" y="76597"/>
                  <a:pt x="94061" y="153194"/>
                  <a:pt x="66676" y="238125"/>
                </a:cubicBezTo>
                <a:cubicBezTo>
                  <a:pt x="39292" y="323056"/>
                  <a:pt x="12699" y="447279"/>
                  <a:pt x="0" y="509588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6">
            <a:extLst>
              <a:ext uri="{FF2B5EF4-FFF2-40B4-BE49-F238E27FC236}">
                <a16:creationId xmlns:a16="http://schemas.microsoft.com/office/drawing/2014/main" id="{93CB2808-31A4-43E7-88F2-9814394B10DD}"/>
              </a:ext>
            </a:extLst>
          </p:cNvPr>
          <p:cNvSpPr/>
          <p:nvPr/>
        </p:nvSpPr>
        <p:spPr>
          <a:xfrm>
            <a:off x="2566186" y="3696638"/>
            <a:ext cx="1090825" cy="1573546"/>
          </a:xfrm>
          <a:custGeom>
            <a:avLst/>
            <a:gdLst>
              <a:gd name="connsiteX0" fmla="*/ 546100 w 546100"/>
              <a:gd name="connsiteY0" fmla="*/ 0 h 809625"/>
              <a:gd name="connsiteX1" fmla="*/ 428625 w 546100"/>
              <a:gd name="connsiteY1" fmla="*/ 460375 h 809625"/>
              <a:gd name="connsiteX2" fmla="*/ 260350 w 546100"/>
              <a:gd name="connsiteY2" fmla="*/ 717550 h 809625"/>
              <a:gd name="connsiteX3" fmla="*/ 0 w 546100"/>
              <a:gd name="connsiteY3" fmla="*/ 809625 h 809625"/>
              <a:gd name="connsiteX0" fmla="*/ 546100 w 546100"/>
              <a:gd name="connsiteY0" fmla="*/ 0 h 796925"/>
              <a:gd name="connsiteX1" fmla="*/ 428625 w 546100"/>
              <a:gd name="connsiteY1" fmla="*/ 460375 h 796925"/>
              <a:gd name="connsiteX2" fmla="*/ 260350 w 546100"/>
              <a:gd name="connsiteY2" fmla="*/ 717550 h 796925"/>
              <a:gd name="connsiteX3" fmla="*/ 0 w 546100"/>
              <a:gd name="connsiteY3" fmla="*/ 796925 h 796925"/>
              <a:gd name="connsiteX0" fmla="*/ 552450 w 552450"/>
              <a:gd name="connsiteY0" fmla="*/ 0 h 796925"/>
              <a:gd name="connsiteX1" fmla="*/ 428625 w 552450"/>
              <a:gd name="connsiteY1" fmla="*/ 460375 h 796925"/>
              <a:gd name="connsiteX2" fmla="*/ 260350 w 552450"/>
              <a:gd name="connsiteY2" fmla="*/ 717550 h 796925"/>
              <a:gd name="connsiteX3" fmla="*/ 0 w 552450"/>
              <a:gd name="connsiteY3" fmla="*/ 796925 h 79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" h="796925">
                <a:moveTo>
                  <a:pt x="552450" y="0"/>
                </a:moveTo>
                <a:cubicBezTo>
                  <a:pt x="517525" y="170391"/>
                  <a:pt x="477308" y="340783"/>
                  <a:pt x="428625" y="460375"/>
                </a:cubicBezTo>
                <a:cubicBezTo>
                  <a:pt x="379942" y="579967"/>
                  <a:pt x="331787" y="661458"/>
                  <a:pt x="260350" y="717550"/>
                </a:cubicBezTo>
                <a:cubicBezTo>
                  <a:pt x="188913" y="773642"/>
                  <a:pt x="94456" y="779991"/>
                  <a:pt x="0" y="796925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任意多边形 17">
            <a:extLst>
              <a:ext uri="{FF2B5EF4-FFF2-40B4-BE49-F238E27FC236}">
                <a16:creationId xmlns:a16="http://schemas.microsoft.com/office/drawing/2014/main" id="{F262E8F1-CC01-4F82-BA5B-F13FD4C1DF5A}"/>
              </a:ext>
            </a:extLst>
          </p:cNvPr>
          <p:cNvSpPr/>
          <p:nvPr/>
        </p:nvSpPr>
        <p:spPr>
          <a:xfrm>
            <a:off x="2572455" y="4680888"/>
            <a:ext cx="1410549" cy="590548"/>
          </a:xfrm>
          <a:custGeom>
            <a:avLst/>
            <a:gdLst>
              <a:gd name="connsiteX0" fmla="*/ 0 w 714375"/>
              <a:gd name="connsiteY0" fmla="*/ 298450 h 299084"/>
              <a:gd name="connsiteX1" fmla="*/ 292100 w 714375"/>
              <a:gd name="connsiteY1" fmla="*/ 279400 h 299084"/>
              <a:gd name="connsiteX2" fmla="*/ 555625 w 714375"/>
              <a:gd name="connsiteY2" fmla="*/ 168275 h 299084"/>
              <a:gd name="connsiteX3" fmla="*/ 714375 w 714375"/>
              <a:gd name="connsiteY3" fmla="*/ 0 h 299084"/>
              <a:gd name="connsiteX4" fmla="*/ 714375 w 714375"/>
              <a:gd name="connsiteY4" fmla="*/ 0 h 29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375" h="299084">
                <a:moveTo>
                  <a:pt x="0" y="298450"/>
                </a:moveTo>
                <a:cubicBezTo>
                  <a:pt x="99748" y="299773"/>
                  <a:pt x="199496" y="301096"/>
                  <a:pt x="292100" y="279400"/>
                </a:cubicBezTo>
                <a:cubicBezTo>
                  <a:pt x="384704" y="257704"/>
                  <a:pt x="485246" y="214842"/>
                  <a:pt x="555625" y="168275"/>
                </a:cubicBezTo>
                <a:cubicBezTo>
                  <a:pt x="626004" y="121708"/>
                  <a:pt x="714375" y="0"/>
                  <a:pt x="714375" y="0"/>
                </a:cubicBezTo>
                <a:lnTo>
                  <a:pt x="714375" y="0"/>
                </a:ln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8">
            <a:extLst>
              <a:ext uri="{FF2B5EF4-FFF2-40B4-BE49-F238E27FC236}">
                <a16:creationId xmlns:a16="http://schemas.microsoft.com/office/drawing/2014/main" id="{1230242D-72A4-483B-A3D1-CACF5BD084E7}"/>
              </a:ext>
            </a:extLst>
          </p:cNvPr>
          <p:cNvSpPr/>
          <p:nvPr/>
        </p:nvSpPr>
        <p:spPr>
          <a:xfrm>
            <a:off x="3983004" y="3696637"/>
            <a:ext cx="307186" cy="984249"/>
          </a:xfrm>
          <a:custGeom>
            <a:avLst/>
            <a:gdLst>
              <a:gd name="connsiteX0" fmla="*/ 0 w 161925"/>
              <a:gd name="connsiteY0" fmla="*/ 495300 h 495300"/>
              <a:gd name="connsiteX1" fmla="*/ 88900 w 161925"/>
              <a:gd name="connsiteY1" fmla="*/ 285750 h 495300"/>
              <a:gd name="connsiteX2" fmla="*/ 161925 w 161925"/>
              <a:gd name="connsiteY2" fmla="*/ 0 h 495300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75" h="498475">
                <a:moveTo>
                  <a:pt x="0" y="498475"/>
                </a:moveTo>
                <a:cubicBezTo>
                  <a:pt x="30956" y="434975"/>
                  <a:pt x="62971" y="372004"/>
                  <a:pt x="88900" y="288925"/>
                </a:cubicBezTo>
                <a:cubicBezTo>
                  <a:pt x="114829" y="205846"/>
                  <a:pt x="151606" y="53975"/>
                  <a:pt x="155575" y="0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20">
            <a:extLst>
              <a:ext uri="{FF2B5EF4-FFF2-40B4-BE49-F238E27FC236}">
                <a16:creationId xmlns:a16="http://schemas.microsoft.com/office/drawing/2014/main" id="{356CC58D-0E92-4555-9498-28B9A06DF102}"/>
              </a:ext>
            </a:extLst>
          </p:cNvPr>
          <p:cNvSpPr/>
          <p:nvPr/>
        </p:nvSpPr>
        <p:spPr>
          <a:xfrm>
            <a:off x="4290191" y="2123093"/>
            <a:ext cx="1159785" cy="1579815"/>
          </a:xfrm>
          <a:custGeom>
            <a:avLst/>
            <a:gdLst>
              <a:gd name="connsiteX0" fmla="*/ 0 w 587375"/>
              <a:gd name="connsiteY0" fmla="*/ 800100 h 800100"/>
              <a:gd name="connsiteX1" fmla="*/ 57150 w 587375"/>
              <a:gd name="connsiteY1" fmla="*/ 533400 h 800100"/>
              <a:gd name="connsiteX2" fmla="*/ 187325 w 587375"/>
              <a:gd name="connsiteY2" fmla="*/ 196850 h 800100"/>
              <a:gd name="connsiteX3" fmla="*/ 377825 w 587375"/>
              <a:gd name="connsiteY3" fmla="*/ 60325 h 800100"/>
              <a:gd name="connsiteX4" fmla="*/ 587375 w 587375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7375" h="800100">
                <a:moveTo>
                  <a:pt x="0" y="800100"/>
                </a:moveTo>
                <a:cubicBezTo>
                  <a:pt x="12964" y="717021"/>
                  <a:pt x="25929" y="633942"/>
                  <a:pt x="57150" y="533400"/>
                </a:cubicBezTo>
                <a:cubicBezTo>
                  <a:pt x="88371" y="432858"/>
                  <a:pt x="133879" y="275696"/>
                  <a:pt x="187325" y="196850"/>
                </a:cubicBezTo>
                <a:cubicBezTo>
                  <a:pt x="240771" y="118004"/>
                  <a:pt x="311150" y="93133"/>
                  <a:pt x="377825" y="60325"/>
                </a:cubicBezTo>
                <a:cubicBezTo>
                  <a:pt x="444500" y="27517"/>
                  <a:pt x="515937" y="13758"/>
                  <a:pt x="587375" y="0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C693E46-096C-406E-8FA6-9DC2D8853071}"/>
              </a:ext>
            </a:extLst>
          </p:cNvPr>
          <p:cNvCxnSpPr/>
          <p:nvPr/>
        </p:nvCxnSpPr>
        <p:spPr>
          <a:xfrm>
            <a:off x="2566186" y="3691305"/>
            <a:ext cx="6269" cy="1578878"/>
          </a:xfrm>
          <a:prstGeom prst="line">
            <a:avLst/>
          </a:prstGeom>
          <a:ln w="222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0AB166-6654-4D41-87D6-52590D065A02}"/>
              </a:ext>
            </a:extLst>
          </p:cNvPr>
          <p:cNvCxnSpPr/>
          <p:nvPr/>
        </p:nvCxnSpPr>
        <p:spPr>
          <a:xfrm>
            <a:off x="2572455" y="5282722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0F270E2-2B28-4F72-8138-D2C767DC1E93}"/>
              </a:ext>
            </a:extLst>
          </p:cNvPr>
          <p:cNvCxnSpPr/>
          <p:nvPr/>
        </p:nvCxnSpPr>
        <p:spPr>
          <a:xfrm>
            <a:off x="5456244" y="2116824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4C0594-F156-4245-819C-89A3074263A8}"/>
              </a:ext>
            </a:extLst>
          </p:cNvPr>
          <p:cNvCxnSpPr/>
          <p:nvPr/>
        </p:nvCxnSpPr>
        <p:spPr>
          <a:xfrm>
            <a:off x="3984124" y="2097828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E29C050-4A23-4C42-A7BA-B38C4B1CEB8D}"/>
              </a:ext>
            </a:extLst>
          </p:cNvPr>
          <p:cNvSpPr txBox="1"/>
          <p:nvPr/>
        </p:nvSpPr>
        <p:spPr>
          <a:xfrm>
            <a:off x="5365239" y="1824357"/>
            <a:ext cx="277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94A791-0684-4E9F-8A6B-621F35F1CF02}"/>
              </a:ext>
            </a:extLst>
          </p:cNvPr>
          <p:cNvSpPr txBox="1"/>
          <p:nvPr/>
        </p:nvSpPr>
        <p:spPr>
          <a:xfrm>
            <a:off x="5210007" y="3617252"/>
            <a:ext cx="48749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F462A2-9786-40AA-A139-319E2B552B94}"/>
              </a:ext>
            </a:extLst>
          </p:cNvPr>
          <p:cNvSpPr txBox="1"/>
          <p:nvPr/>
        </p:nvSpPr>
        <p:spPr>
          <a:xfrm>
            <a:off x="4201599" y="3634670"/>
            <a:ext cx="391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Hc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318AB8-3DCB-4241-8995-FFE1D0DA4504}"/>
              </a:ext>
            </a:extLst>
          </p:cNvPr>
          <p:cNvSpPr txBox="1"/>
          <p:nvPr/>
        </p:nvSpPr>
        <p:spPr>
          <a:xfrm>
            <a:off x="3646913" y="3639092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O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23E20B-7C89-4B8B-A932-6DBB7780C877}"/>
              </a:ext>
            </a:extLst>
          </p:cNvPr>
          <p:cNvSpPr txBox="1"/>
          <p:nvPr/>
        </p:nvSpPr>
        <p:spPr>
          <a:xfrm>
            <a:off x="3011679" y="3642065"/>
            <a:ext cx="481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-Hc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BC4A1B-3335-4564-BF06-5C1B20DF64F2}"/>
              </a:ext>
            </a:extLst>
          </p:cNvPr>
          <p:cNvSpPr txBox="1"/>
          <p:nvPr/>
        </p:nvSpPr>
        <p:spPr>
          <a:xfrm>
            <a:off x="3519240" y="2330682"/>
            <a:ext cx="44062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9DC56B8-EC2D-4382-92EC-C8AFBE03EF54}"/>
              </a:ext>
            </a:extLst>
          </p:cNvPr>
          <p:cNvSpPr txBox="1"/>
          <p:nvPr/>
        </p:nvSpPr>
        <p:spPr>
          <a:xfrm>
            <a:off x="3400360" y="4354156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-Br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6CE6F8-2B45-4EBF-9D86-E51BDB96FB9C}"/>
              </a:ext>
            </a:extLst>
          </p:cNvPr>
          <p:cNvSpPr txBox="1"/>
          <p:nvPr/>
        </p:nvSpPr>
        <p:spPr>
          <a:xfrm>
            <a:off x="1988183" y="3636757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-Hs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5078F73-2458-450D-8586-CC5A561F6BCE}"/>
              </a:ext>
            </a:extLst>
          </p:cNvPr>
          <p:cNvSpPr txBox="1"/>
          <p:nvPr/>
        </p:nvSpPr>
        <p:spPr>
          <a:xfrm>
            <a:off x="3534075" y="1854744"/>
            <a:ext cx="45693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86FCB92-9777-4E98-823A-304BD0572AE4}"/>
              </a:ext>
            </a:extLst>
          </p:cNvPr>
          <p:cNvSpPr txBox="1"/>
          <p:nvPr/>
        </p:nvSpPr>
        <p:spPr>
          <a:xfrm>
            <a:off x="3417433" y="4892018"/>
            <a:ext cx="57106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271888-90C9-41DE-B25C-0EEB6402F726}"/>
              </a:ext>
            </a:extLst>
          </p:cNvPr>
          <p:cNvSpPr txBox="1"/>
          <p:nvPr/>
        </p:nvSpPr>
        <p:spPr>
          <a:xfrm>
            <a:off x="7288060" y="3054589"/>
            <a:ext cx="4346952" cy="460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永磁体剩磁</a:t>
            </a:r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Br</a:t>
            </a:r>
            <a:r>
              <a:rPr lang="zh-CN" altLang="en-US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大，为硬磁材料</a:t>
            </a:r>
            <a:endParaRPr lang="en-US" altLang="zh-CN" dirty="0">
              <a:solidFill>
                <a:schemeClr val="bg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5026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1BC890-4F81-45E4-B0A3-53291EFF16F9}"/>
              </a:ext>
            </a:extLst>
          </p:cNvPr>
          <p:cNvSpPr txBox="1"/>
          <p:nvPr/>
        </p:nvSpPr>
        <p:spPr>
          <a:xfrm>
            <a:off x="4941036" y="432775"/>
            <a:ext cx="2309928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B-H</a:t>
            </a:r>
            <a:r>
              <a:rPr lang="zh-CN" altLang="en-US" sz="4800" dirty="0">
                <a:solidFill>
                  <a:srgbClr val="FFFF00"/>
                </a:solidFill>
              </a:rPr>
              <a:t>曲线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6A2B7CB-E2F9-4764-B20C-3815517CA495}"/>
              </a:ext>
            </a:extLst>
          </p:cNvPr>
          <p:cNvCxnSpPr/>
          <p:nvPr/>
        </p:nvCxnSpPr>
        <p:spPr>
          <a:xfrm>
            <a:off x="2225876" y="3691305"/>
            <a:ext cx="3655917" cy="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73BD332-F294-4A8A-8452-4D9AE643EE3D}"/>
              </a:ext>
            </a:extLst>
          </p:cNvPr>
          <p:cNvCxnSpPr/>
          <p:nvPr/>
        </p:nvCxnSpPr>
        <p:spPr>
          <a:xfrm flipV="1">
            <a:off x="3978722" y="1778436"/>
            <a:ext cx="0" cy="366439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11">
            <a:extLst>
              <a:ext uri="{FF2B5EF4-FFF2-40B4-BE49-F238E27FC236}">
                <a16:creationId xmlns:a16="http://schemas.microsoft.com/office/drawing/2014/main" id="{38BFEB65-ED98-4095-A7B3-31CCB4B19858}"/>
              </a:ext>
            </a:extLst>
          </p:cNvPr>
          <p:cNvSpPr/>
          <p:nvPr/>
        </p:nvSpPr>
        <p:spPr>
          <a:xfrm>
            <a:off x="3986887" y="2110367"/>
            <a:ext cx="1455181" cy="1580938"/>
          </a:xfrm>
          <a:custGeom>
            <a:avLst/>
            <a:gdLst>
              <a:gd name="connsiteX0" fmla="*/ 0 w 736979"/>
              <a:gd name="connsiteY0" fmla="*/ 800669 h 800669"/>
              <a:gd name="connsiteX1" fmla="*/ 136478 w 736979"/>
              <a:gd name="connsiteY1" fmla="*/ 436729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77409 w 736979"/>
              <a:gd name="connsiteY1" fmla="*/ 612870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979" h="800669">
                <a:moveTo>
                  <a:pt x="0" y="800669"/>
                </a:moveTo>
                <a:cubicBezTo>
                  <a:pt x="12901" y="769369"/>
                  <a:pt x="41565" y="661225"/>
                  <a:pt x="63121" y="600965"/>
                </a:cubicBezTo>
                <a:cubicBezTo>
                  <a:pt x="84677" y="540705"/>
                  <a:pt x="95903" y="498706"/>
                  <a:pt x="119810" y="436728"/>
                </a:cubicBezTo>
                <a:cubicBezTo>
                  <a:pt x="143717" y="374750"/>
                  <a:pt x="222766" y="159010"/>
                  <a:pt x="363727" y="86222"/>
                </a:cubicBezTo>
                <a:cubicBezTo>
                  <a:pt x="504688" y="13434"/>
                  <a:pt x="552770" y="35292"/>
                  <a:pt x="736979" y="0"/>
                </a:cubicBezTo>
              </a:path>
            </a:pathLst>
          </a:cu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12">
            <a:extLst>
              <a:ext uri="{FF2B5EF4-FFF2-40B4-BE49-F238E27FC236}">
                <a16:creationId xmlns:a16="http://schemas.microsoft.com/office/drawing/2014/main" id="{D7E92F52-268B-446B-9BD8-4F67651A8945}"/>
              </a:ext>
            </a:extLst>
          </p:cNvPr>
          <p:cNvSpPr/>
          <p:nvPr/>
        </p:nvSpPr>
        <p:spPr>
          <a:xfrm>
            <a:off x="3984572" y="2112000"/>
            <a:ext cx="1471672" cy="573743"/>
          </a:xfrm>
          <a:custGeom>
            <a:avLst/>
            <a:gdLst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61 h 290573"/>
              <a:gd name="connsiteX1" fmla="*/ 226219 w 745331"/>
              <a:gd name="connsiteY1" fmla="*/ 83405 h 290573"/>
              <a:gd name="connsiteX2" fmla="*/ 0 w 745331"/>
              <a:gd name="connsiteY2" fmla="*/ 290573 h 290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5331" h="290573">
                <a:moveTo>
                  <a:pt x="745331" y="61"/>
                </a:moveTo>
                <a:cubicBezTo>
                  <a:pt x="505023" y="-1527"/>
                  <a:pt x="333772" y="27843"/>
                  <a:pt x="226219" y="83405"/>
                </a:cubicBezTo>
                <a:cubicBezTo>
                  <a:pt x="118666" y="138967"/>
                  <a:pt x="50998" y="211198"/>
                  <a:pt x="0" y="290573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3">
            <a:extLst>
              <a:ext uri="{FF2B5EF4-FFF2-40B4-BE49-F238E27FC236}">
                <a16:creationId xmlns:a16="http://schemas.microsoft.com/office/drawing/2014/main" id="{3FCDC622-3A62-4786-B979-F04EE05A157D}"/>
              </a:ext>
            </a:extLst>
          </p:cNvPr>
          <p:cNvSpPr/>
          <p:nvPr/>
        </p:nvSpPr>
        <p:spPr>
          <a:xfrm>
            <a:off x="3660145" y="2685744"/>
            <a:ext cx="324428" cy="1006192"/>
          </a:xfrm>
          <a:custGeom>
            <a:avLst/>
            <a:gdLst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307" h="509588">
                <a:moveTo>
                  <a:pt x="164307" y="0"/>
                </a:moveTo>
                <a:cubicBezTo>
                  <a:pt x="117475" y="76597"/>
                  <a:pt x="94061" y="153194"/>
                  <a:pt x="66676" y="238125"/>
                </a:cubicBezTo>
                <a:cubicBezTo>
                  <a:pt x="39292" y="323056"/>
                  <a:pt x="12699" y="447279"/>
                  <a:pt x="0" y="509588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6">
            <a:extLst>
              <a:ext uri="{FF2B5EF4-FFF2-40B4-BE49-F238E27FC236}">
                <a16:creationId xmlns:a16="http://schemas.microsoft.com/office/drawing/2014/main" id="{93CB2808-31A4-43E7-88F2-9814394B10DD}"/>
              </a:ext>
            </a:extLst>
          </p:cNvPr>
          <p:cNvSpPr/>
          <p:nvPr/>
        </p:nvSpPr>
        <p:spPr>
          <a:xfrm>
            <a:off x="2566186" y="3696638"/>
            <a:ext cx="1090825" cy="1573546"/>
          </a:xfrm>
          <a:custGeom>
            <a:avLst/>
            <a:gdLst>
              <a:gd name="connsiteX0" fmla="*/ 546100 w 546100"/>
              <a:gd name="connsiteY0" fmla="*/ 0 h 809625"/>
              <a:gd name="connsiteX1" fmla="*/ 428625 w 546100"/>
              <a:gd name="connsiteY1" fmla="*/ 460375 h 809625"/>
              <a:gd name="connsiteX2" fmla="*/ 260350 w 546100"/>
              <a:gd name="connsiteY2" fmla="*/ 717550 h 809625"/>
              <a:gd name="connsiteX3" fmla="*/ 0 w 546100"/>
              <a:gd name="connsiteY3" fmla="*/ 809625 h 809625"/>
              <a:gd name="connsiteX0" fmla="*/ 546100 w 546100"/>
              <a:gd name="connsiteY0" fmla="*/ 0 h 796925"/>
              <a:gd name="connsiteX1" fmla="*/ 428625 w 546100"/>
              <a:gd name="connsiteY1" fmla="*/ 460375 h 796925"/>
              <a:gd name="connsiteX2" fmla="*/ 260350 w 546100"/>
              <a:gd name="connsiteY2" fmla="*/ 717550 h 796925"/>
              <a:gd name="connsiteX3" fmla="*/ 0 w 546100"/>
              <a:gd name="connsiteY3" fmla="*/ 796925 h 796925"/>
              <a:gd name="connsiteX0" fmla="*/ 552450 w 552450"/>
              <a:gd name="connsiteY0" fmla="*/ 0 h 796925"/>
              <a:gd name="connsiteX1" fmla="*/ 428625 w 552450"/>
              <a:gd name="connsiteY1" fmla="*/ 460375 h 796925"/>
              <a:gd name="connsiteX2" fmla="*/ 260350 w 552450"/>
              <a:gd name="connsiteY2" fmla="*/ 717550 h 796925"/>
              <a:gd name="connsiteX3" fmla="*/ 0 w 552450"/>
              <a:gd name="connsiteY3" fmla="*/ 796925 h 79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" h="796925">
                <a:moveTo>
                  <a:pt x="552450" y="0"/>
                </a:moveTo>
                <a:cubicBezTo>
                  <a:pt x="517525" y="170391"/>
                  <a:pt x="477308" y="340783"/>
                  <a:pt x="428625" y="460375"/>
                </a:cubicBezTo>
                <a:cubicBezTo>
                  <a:pt x="379942" y="579967"/>
                  <a:pt x="331787" y="661458"/>
                  <a:pt x="260350" y="717550"/>
                </a:cubicBezTo>
                <a:cubicBezTo>
                  <a:pt x="188913" y="773642"/>
                  <a:pt x="94456" y="779991"/>
                  <a:pt x="0" y="796925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任意多边形 17">
            <a:extLst>
              <a:ext uri="{FF2B5EF4-FFF2-40B4-BE49-F238E27FC236}">
                <a16:creationId xmlns:a16="http://schemas.microsoft.com/office/drawing/2014/main" id="{F262E8F1-CC01-4F82-BA5B-F13FD4C1DF5A}"/>
              </a:ext>
            </a:extLst>
          </p:cNvPr>
          <p:cNvSpPr/>
          <p:nvPr/>
        </p:nvSpPr>
        <p:spPr>
          <a:xfrm>
            <a:off x="2572455" y="4680888"/>
            <a:ext cx="1410549" cy="590548"/>
          </a:xfrm>
          <a:custGeom>
            <a:avLst/>
            <a:gdLst>
              <a:gd name="connsiteX0" fmla="*/ 0 w 714375"/>
              <a:gd name="connsiteY0" fmla="*/ 298450 h 299084"/>
              <a:gd name="connsiteX1" fmla="*/ 292100 w 714375"/>
              <a:gd name="connsiteY1" fmla="*/ 279400 h 299084"/>
              <a:gd name="connsiteX2" fmla="*/ 555625 w 714375"/>
              <a:gd name="connsiteY2" fmla="*/ 168275 h 299084"/>
              <a:gd name="connsiteX3" fmla="*/ 714375 w 714375"/>
              <a:gd name="connsiteY3" fmla="*/ 0 h 299084"/>
              <a:gd name="connsiteX4" fmla="*/ 714375 w 714375"/>
              <a:gd name="connsiteY4" fmla="*/ 0 h 29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375" h="299084">
                <a:moveTo>
                  <a:pt x="0" y="298450"/>
                </a:moveTo>
                <a:cubicBezTo>
                  <a:pt x="99748" y="299773"/>
                  <a:pt x="199496" y="301096"/>
                  <a:pt x="292100" y="279400"/>
                </a:cubicBezTo>
                <a:cubicBezTo>
                  <a:pt x="384704" y="257704"/>
                  <a:pt x="485246" y="214842"/>
                  <a:pt x="555625" y="168275"/>
                </a:cubicBezTo>
                <a:cubicBezTo>
                  <a:pt x="626004" y="121708"/>
                  <a:pt x="714375" y="0"/>
                  <a:pt x="714375" y="0"/>
                </a:cubicBezTo>
                <a:lnTo>
                  <a:pt x="714375" y="0"/>
                </a:ln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8">
            <a:extLst>
              <a:ext uri="{FF2B5EF4-FFF2-40B4-BE49-F238E27FC236}">
                <a16:creationId xmlns:a16="http://schemas.microsoft.com/office/drawing/2014/main" id="{1230242D-72A4-483B-A3D1-CACF5BD084E7}"/>
              </a:ext>
            </a:extLst>
          </p:cNvPr>
          <p:cNvSpPr/>
          <p:nvPr/>
        </p:nvSpPr>
        <p:spPr>
          <a:xfrm>
            <a:off x="3983004" y="3696637"/>
            <a:ext cx="307186" cy="984249"/>
          </a:xfrm>
          <a:custGeom>
            <a:avLst/>
            <a:gdLst>
              <a:gd name="connsiteX0" fmla="*/ 0 w 161925"/>
              <a:gd name="connsiteY0" fmla="*/ 495300 h 495300"/>
              <a:gd name="connsiteX1" fmla="*/ 88900 w 161925"/>
              <a:gd name="connsiteY1" fmla="*/ 285750 h 495300"/>
              <a:gd name="connsiteX2" fmla="*/ 161925 w 161925"/>
              <a:gd name="connsiteY2" fmla="*/ 0 h 495300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75" h="498475">
                <a:moveTo>
                  <a:pt x="0" y="498475"/>
                </a:moveTo>
                <a:cubicBezTo>
                  <a:pt x="30956" y="434975"/>
                  <a:pt x="62971" y="372004"/>
                  <a:pt x="88900" y="288925"/>
                </a:cubicBezTo>
                <a:cubicBezTo>
                  <a:pt x="114829" y="205846"/>
                  <a:pt x="151606" y="53975"/>
                  <a:pt x="155575" y="0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20">
            <a:extLst>
              <a:ext uri="{FF2B5EF4-FFF2-40B4-BE49-F238E27FC236}">
                <a16:creationId xmlns:a16="http://schemas.microsoft.com/office/drawing/2014/main" id="{356CC58D-0E92-4555-9498-28B9A06DF102}"/>
              </a:ext>
            </a:extLst>
          </p:cNvPr>
          <p:cNvSpPr/>
          <p:nvPr/>
        </p:nvSpPr>
        <p:spPr>
          <a:xfrm>
            <a:off x="4290191" y="2123093"/>
            <a:ext cx="1159785" cy="1579815"/>
          </a:xfrm>
          <a:custGeom>
            <a:avLst/>
            <a:gdLst>
              <a:gd name="connsiteX0" fmla="*/ 0 w 587375"/>
              <a:gd name="connsiteY0" fmla="*/ 800100 h 800100"/>
              <a:gd name="connsiteX1" fmla="*/ 57150 w 587375"/>
              <a:gd name="connsiteY1" fmla="*/ 533400 h 800100"/>
              <a:gd name="connsiteX2" fmla="*/ 187325 w 587375"/>
              <a:gd name="connsiteY2" fmla="*/ 196850 h 800100"/>
              <a:gd name="connsiteX3" fmla="*/ 377825 w 587375"/>
              <a:gd name="connsiteY3" fmla="*/ 60325 h 800100"/>
              <a:gd name="connsiteX4" fmla="*/ 587375 w 587375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7375" h="800100">
                <a:moveTo>
                  <a:pt x="0" y="800100"/>
                </a:moveTo>
                <a:cubicBezTo>
                  <a:pt x="12964" y="717021"/>
                  <a:pt x="25929" y="633942"/>
                  <a:pt x="57150" y="533400"/>
                </a:cubicBezTo>
                <a:cubicBezTo>
                  <a:pt x="88371" y="432858"/>
                  <a:pt x="133879" y="275696"/>
                  <a:pt x="187325" y="196850"/>
                </a:cubicBezTo>
                <a:cubicBezTo>
                  <a:pt x="240771" y="118004"/>
                  <a:pt x="311150" y="93133"/>
                  <a:pt x="377825" y="60325"/>
                </a:cubicBezTo>
                <a:cubicBezTo>
                  <a:pt x="444500" y="27517"/>
                  <a:pt x="515937" y="13758"/>
                  <a:pt x="587375" y="0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C693E46-096C-406E-8FA6-9DC2D8853071}"/>
              </a:ext>
            </a:extLst>
          </p:cNvPr>
          <p:cNvCxnSpPr/>
          <p:nvPr/>
        </p:nvCxnSpPr>
        <p:spPr>
          <a:xfrm>
            <a:off x="2566186" y="3691305"/>
            <a:ext cx="6269" cy="1578878"/>
          </a:xfrm>
          <a:prstGeom prst="line">
            <a:avLst/>
          </a:prstGeom>
          <a:ln w="222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0AB166-6654-4D41-87D6-52590D065A02}"/>
              </a:ext>
            </a:extLst>
          </p:cNvPr>
          <p:cNvCxnSpPr/>
          <p:nvPr/>
        </p:nvCxnSpPr>
        <p:spPr>
          <a:xfrm>
            <a:off x="2572455" y="5282722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0F270E2-2B28-4F72-8138-D2C767DC1E93}"/>
              </a:ext>
            </a:extLst>
          </p:cNvPr>
          <p:cNvCxnSpPr/>
          <p:nvPr/>
        </p:nvCxnSpPr>
        <p:spPr>
          <a:xfrm>
            <a:off x="5456244" y="2116824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4C0594-F156-4245-819C-89A3074263A8}"/>
              </a:ext>
            </a:extLst>
          </p:cNvPr>
          <p:cNvCxnSpPr/>
          <p:nvPr/>
        </p:nvCxnSpPr>
        <p:spPr>
          <a:xfrm>
            <a:off x="3984124" y="2097828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E29C050-4A23-4C42-A7BA-B38C4B1CEB8D}"/>
              </a:ext>
            </a:extLst>
          </p:cNvPr>
          <p:cNvSpPr txBox="1"/>
          <p:nvPr/>
        </p:nvSpPr>
        <p:spPr>
          <a:xfrm>
            <a:off x="5365239" y="1824357"/>
            <a:ext cx="277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94A791-0684-4E9F-8A6B-621F35F1CF02}"/>
              </a:ext>
            </a:extLst>
          </p:cNvPr>
          <p:cNvSpPr txBox="1"/>
          <p:nvPr/>
        </p:nvSpPr>
        <p:spPr>
          <a:xfrm>
            <a:off x="5210007" y="3617252"/>
            <a:ext cx="48749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F462A2-9786-40AA-A139-319E2B552B94}"/>
              </a:ext>
            </a:extLst>
          </p:cNvPr>
          <p:cNvSpPr txBox="1"/>
          <p:nvPr/>
        </p:nvSpPr>
        <p:spPr>
          <a:xfrm>
            <a:off x="4201599" y="3634670"/>
            <a:ext cx="391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Hc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318AB8-3DCB-4241-8995-FFE1D0DA4504}"/>
              </a:ext>
            </a:extLst>
          </p:cNvPr>
          <p:cNvSpPr txBox="1"/>
          <p:nvPr/>
        </p:nvSpPr>
        <p:spPr>
          <a:xfrm>
            <a:off x="3646913" y="3639092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O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23E20B-7C89-4B8B-A932-6DBB7780C877}"/>
              </a:ext>
            </a:extLst>
          </p:cNvPr>
          <p:cNvSpPr txBox="1"/>
          <p:nvPr/>
        </p:nvSpPr>
        <p:spPr>
          <a:xfrm>
            <a:off x="3011679" y="3642065"/>
            <a:ext cx="481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-Hc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BC4A1B-3335-4564-BF06-5C1B20DF64F2}"/>
              </a:ext>
            </a:extLst>
          </p:cNvPr>
          <p:cNvSpPr txBox="1"/>
          <p:nvPr/>
        </p:nvSpPr>
        <p:spPr>
          <a:xfrm>
            <a:off x="3519240" y="2330682"/>
            <a:ext cx="44062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9DC56B8-EC2D-4382-92EC-C8AFBE03EF54}"/>
              </a:ext>
            </a:extLst>
          </p:cNvPr>
          <p:cNvSpPr txBox="1"/>
          <p:nvPr/>
        </p:nvSpPr>
        <p:spPr>
          <a:xfrm>
            <a:off x="3400360" y="4354156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-Br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6CE6F8-2B45-4EBF-9D86-E51BDB96FB9C}"/>
              </a:ext>
            </a:extLst>
          </p:cNvPr>
          <p:cNvSpPr txBox="1"/>
          <p:nvPr/>
        </p:nvSpPr>
        <p:spPr>
          <a:xfrm>
            <a:off x="1988183" y="3636757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-Hs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5078F73-2458-450D-8586-CC5A561F6BCE}"/>
              </a:ext>
            </a:extLst>
          </p:cNvPr>
          <p:cNvSpPr txBox="1"/>
          <p:nvPr/>
        </p:nvSpPr>
        <p:spPr>
          <a:xfrm>
            <a:off x="3534075" y="1854744"/>
            <a:ext cx="45693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86FCB92-9777-4E98-823A-304BD0572AE4}"/>
              </a:ext>
            </a:extLst>
          </p:cNvPr>
          <p:cNvSpPr txBox="1"/>
          <p:nvPr/>
        </p:nvSpPr>
        <p:spPr>
          <a:xfrm>
            <a:off x="3417433" y="4892018"/>
            <a:ext cx="57106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271888-90C9-41DE-B25C-0EEB6402F726}"/>
              </a:ext>
            </a:extLst>
          </p:cNvPr>
          <p:cNvSpPr txBox="1"/>
          <p:nvPr/>
        </p:nvSpPr>
        <p:spPr>
          <a:xfrm>
            <a:off x="7288060" y="3054589"/>
            <a:ext cx="4346952" cy="875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永磁体剩磁</a:t>
            </a:r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Br</a:t>
            </a:r>
            <a:r>
              <a:rPr lang="zh-CN" altLang="en-US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大，为硬磁材料</a:t>
            </a:r>
            <a:endParaRPr lang="en-US" altLang="zh-CN" dirty="0">
              <a:solidFill>
                <a:schemeClr val="bg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、电感磁芯剩磁</a:t>
            </a:r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Br</a:t>
            </a:r>
            <a:r>
              <a:rPr lang="zh-CN" altLang="en-US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小，为软磁材料</a:t>
            </a:r>
            <a:endParaRPr lang="en-US" altLang="zh-CN" dirty="0">
              <a:solidFill>
                <a:schemeClr val="bg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4701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1BC890-4F81-45E4-B0A3-53291EFF16F9}"/>
              </a:ext>
            </a:extLst>
          </p:cNvPr>
          <p:cNvSpPr txBox="1"/>
          <p:nvPr/>
        </p:nvSpPr>
        <p:spPr>
          <a:xfrm>
            <a:off x="4941036" y="432775"/>
            <a:ext cx="2309928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4800" dirty="0">
                <a:solidFill>
                  <a:srgbClr val="FFFF00"/>
                </a:solidFill>
              </a:rPr>
              <a:t>B-H</a:t>
            </a:r>
            <a:r>
              <a:rPr lang="zh-CN" altLang="en-US" sz="4800" dirty="0">
                <a:solidFill>
                  <a:srgbClr val="FFFF00"/>
                </a:solidFill>
              </a:rPr>
              <a:t>曲线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6A2B7CB-E2F9-4764-B20C-3815517CA495}"/>
              </a:ext>
            </a:extLst>
          </p:cNvPr>
          <p:cNvCxnSpPr/>
          <p:nvPr/>
        </p:nvCxnSpPr>
        <p:spPr>
          <a:xfrm>
            <a:off x="2225876" y="3691305"/>
            <a:ext cx="3655917" cy="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73BD332-F294-4A8A-8452-4D9AE643EE3D}"/>
              </a:ext>
            </a:extLst>
          </p:cNvPr>
          <p:cNvCxnSpPr/>
          <p:nvPr/>
        </p:nvCxnSpPr>
        <p:spPr>
          <a:xfrm flipV="1">
            <a:off x="3978722" y="1778436"/>
            <a:ext cx="0" cy="366439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11">
            <a:extLst>
              <a:ext uri="{FF2B5EF4-FFF2-40B4-BE49-F238E27FC236}">
                <a16:creationId xmlns:a16="http://schemas.microsoft.com/office/drawing/2014/main" id="{38BFEB65-ED98-4095-A7B3-31CCB4B19858}"/>
              </a:ext>
            </a:extLst>
          </p:cNvPr>
          <p:cNvSpPr/>
          <p:nvPr/>
        </p:nvSpPr>
        <p:spPr>
          <a:xfrm>
            <a:off x="3986887" y="2110367"/>
            <a:ext cx="1455181" cy="1580938"/>
          </a:xfrm>
          <a:custGeom>
            <a:avLst/>
            <a:gdLst>
              <a:gd name="connsiteX0" fmla="*/ 0 w 736979"/>
              <a:gd name="connsiteY0" fmla="*/ 800669 h 800669"/>
              <a:gd name="connsiteX1" fmla="*/ 136478 w 736979"/>
              <a:gd name="connsiteY1" fmla="*/ 436729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8490 w 736979"/>
              <a:gd name="connsiteY2" fmla="*/ 90985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129335 w 736979"/>
              <a:gd name="connsiteY1" fmla="*/ 439110 h 800669"/>
              <a:gd name="connsiteX2" fmla="*/ 363727 w 736979"/>
              <a:gd name="connsiteY2" fmla="*/ 86222 h 800669"/>
              <a:gd name="connsiteX3" fmla="*/ 736979 w 736979"/>
              <a:gd name="connsiteY3" fmla="*/ 0 h 800669"/>
              <a:gd name="connsiteX0" fmla="*/ 0 w 736979"/>
              <a:gd name="connsiteY0" fmla="*/ 800669 h 800669"/>
              <a:gd name="connsiteX1" fmla="*/ 77409 w 736979"/>
              <a:gd name="connsiteY1" fmla="*/ 612870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29335 w 736979"/>
              <a:gd name="connsiteY2" fmla="*/ 439110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70265 w 736979"/>
              <a:gd name="connsiteY1" fmla="*/ 608108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55977 w 736979"/>
              <a:gd name="connsiteY1" fmla="*/ 596202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  <a:gd name="connsiteX0" fmla="*/ 0 w 736979"/>
              <a:gd name="connsiteY0" fmla="*/ 800669 h 800669"/>
              <a:gd name="connsiteX1" fmla="*/ 63121 w 736979"/>
              <a:gd name="connsiteY1" fmla="*/ 600965 h 800669"/>
              <a:gd name="connsiteX2" fmla="*/ 119810 w 736979"/>
              <a:gd name="connsiteY2" fmla="*/ 436728 h 800669"/>
              <a:gd name="connsiteX3" fmla="*/ 363727 w 736979"/>
              <a:gd name="connsiteY3" fmla="*/ 86222 h 800669"/>
              <a:gd name="connsiteX4" fmla="*/ 736979 w 736979"/>
              <a:gd name="connsiteY4" fmla="*/ 0 h 80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979" h="800669">
                <a:moveTo>
                  <a:pt x="0" y="800669"/>
                </a:moveTo>
                <a:cubicBezTo>
                  <a:pt x="12901" y="769369"/>
                  <a:pt x="41565" y="661225"/>
                  <a:pt x="63121" y="600965"/>
                </a:cubicBezTo>
                <a:cubicBezTo>
                  <a:pt x="84677" y="540705"/>
                  <a:pt x="95903" y="498706"/>
                  <a:pt x="119810" y="436728"/>
                </a:cubicBezTo>
                <a:cubicBezTo>
                  <a:pt x="143717" y="374750"/>
                  <a:pt x="222766" y="159010"/>
                  <a:pt x="363727" y="86222"/>
                </a:cubicBezTo>
                <a:cubicBezTo>
                  <a:pt x="504688" y="13434"/>
                  <a:pt x="552770" y="35292"/>
                  <a:pt x="736979" y="0"/>
                </a:cubicBezTo>
              </a:path>
            </a:pathLst>
          </a:cu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12">
            <a:extLst>
              <a:ext uri="{FF2B5EF4-FFF2-40B4-BE49-F238E27FC236}">
                <a16:creationId xmlns:a16="http://schemas.microsoft.com/office/drawing/2014/main" id="{D7E92F52-268B-446B-9BD8-4F67651A8945}"/>
              </a:ext>
            </a:extLst>
          </p:cNvPr>
          <p:cNvSpPr/>
          <p:nvPr/>
        </p:nvSpPr>
        <p:spPr>
          <a:xfrm>
            <a:off x="3984572" y="2112000"/>
            <a:ext cx="1471672" cy="573743"/>
          </a:xfrm>
          <a:custGeom>
            <a:avLst/>
            <a:gdLst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0 h 290512"/>
              <a:gd name="connsiteX1" fmla="*/ 226219 w 745331"/>
              <a:gd name="connsiteY1" fmla="*/ 83344 h 290512"/>
              <a:gd name="connsiteX2" fmla="*/ 0 w 745331"/>
              <a:gd name="connsiteY2" fmla="*/ 290512 h 290512"/>
              <a:gd name="connsiteX0" fmla="*/ 745331 w 745331"/>
              <a:gd name="connsiteY0" fmla="*/ 61 h 290573"/>
              <a:gd name="connsiteX1" fmla="*/ 226219 w 745331"/>
              <a:gd name="connsiteY1" fmla="*/ 83405 h 290573"/>
              <a:gd name="connsiteX2" fmla="*/ 0 w 745331"/>
              <a:gd name="connsiteY2" fmla="*/ 290573 h 290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5331" h="290573">
                <a:moveTo>
                  <a:pt x="745331" y="61"/>
                </a:moveTo>
                <a:cubicBezTo>
                  <a:pt x="505023" y="-1527"/>
                  <a:pt x="333772" y="27843"/>
                  <a:pt x="226219" y="83405"/>
                </a:cubicBezTo>
                <a:cubicBezTo>
                  <a:pt x="118666" y="138967"/>
                  <a:pt x="50998" y="211198"/>
                  <a:pt x="0" y="290573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3">
            <a:extLst>
              <a:ext uri="{FF2B5EF4-FFF2-40B4-BE49-F238E27FC236}">
                <a16:creationId xmlns:a16="http://schemas.microsoft.com/office/drawing/2014/main" id="{3FCDC622-3A62-4786-B979-F04EE05A157D}"/>
              </a:ext>
            </a:extLst>
          </p:cNvPr>
          <p:cNvSpPr/>
          <p:nvPr/>
        </p:nvSpPr>
        <p:spPr>
          <a:xfrm>
            <a:off x="3660145" y="2685744"/>
            <a:ext cx="324428" cy="1006192"/>
          </a:xfrm>
          <a:custGeom>
            <a:avLst/>
            <a:gdLst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6688 w 166688"/>
              <a:gd name="connsiteY0" fmla="*/ 0 h 509588"/>
              <a:gd name="connsiteX1" fmla="*/ 69057 w 166688"/>
              <a:gd name="connsiteY1" fmla="*/ 238125 h 509588"/>
              <a:gd name="connsiteX2" fmla="*/ 0 w 166688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  <a:gd name="connsiteX0" fmla="*/ 164307 w 164307"/>
              <a:gd name="connsiteY0" fmla="*/ 0 h 509588"/>
              <a:gd name="connsiteX1" fmla="*/ 66676 w 164307"/>
              <a:gd name="connsiteY1" fmla="*/ 238125 h 509588"/>
              <a:gd name="connsiteX2" fmla="*/ 0 w 164307"/>
              <a:gd name="connsiteY2" fmla="*/ 509588 h 509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307" h="509588">
                <a:moveTo>
                  <a:pt x="164307" y="0"/>
                </a:moveTo>
                <a:cubicBezTo>
                  <a:pt x="117475" y="76597"/>
                  <a:pt x="94061" y="153194"/>
                  <a:pt x="66676" y="238125"/>
                </a:cubicBezTo>
                <a:cubicBezTo>
                  <a:pt x="39292" y="323056"/>
                  <a:pt x="12699" y="447279"/>
                  <a:pt x="0" y="509588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6">
            <a:extLst>
              <a:ext uri="{FF2B5EF4-FFF2-40B4-BE49-F238E27FC236}">
                <a16:creationId xmlns:a16="http://schemas.microsoft.com/office/drawing/2014/main" id="{93CB2808-31A4-43E7-88F2-9814394B10DD}"/>
              </a:ext>
            </a:extLst>
          </p:cNvPr>
          <p:cNvSpPr/>
          <p:nvPr/>
        </p:nvSpPr>
        <p:spPr>
          <a:xfrm>
            <a:off x="2566186" y="3696638"/>
            <a:ext cx="1090825" cy="1573546"/>
          </a:xfrm>
          <a:custGeom>
            <a:avLst/>
            <a:gdLst>
              <a:gd name="connsiteX0" fmla="*/ 546100 w 546100"/>
              <a:gd name="connsiteY0" fmla="*/ 0 h 809625"/>
              <a:gd name="connsiteX1" fmla="*/ 428625 w 546100"/>
              <a:gd name="connsiteY1" fmla="*/ 460375 h 809625"/>
              <a:gd name="connsiteX2" fmla="*/ 260350 w 546100"/>
              <a:gd name="connsiteY2" fmla="*/ 717550 h 809625"/>
              <a:gd name="connsiteX3" fmla="*/ 0 w 546100"/>
              <a:gd name="connsiteY3" fmla="*/ 809625 h 809625"/>
              <a:gd name="connsiteX0" fmla="*/ 546100 w 546100"/>
              <a:gd name="connsiteY0" fmla="*/ 0 h 796925"/>
              <a:gd name="connsiteX1" fmla="*/ 428625 w 546100"/>
              <a:gd name="connsiteY1" fmla="*/ 460375 h 796925"/>
              <a:gd name="connsiteX2" fmla="*/ 260350 w 546100"/>
              <a:gd name="connsiteY2" fmla="*/ 717550 h 796925"/>
              <a:gd name="connsiteX3" fmla="*/ 0 w 546100"/>
              <a:gd name="connsiteY3" fmla="*/ 796925 h 796925"/>
              <a:gd name="connsiteX0" fmla="*/ 552450 w 552450"/>
              <a:gd name="connsiteY0" fmla="*/ 0 h 796925"/>
              <a:gd name="connsiteX1" fmla="*/ 428625 w 552450"/>
              <a:gd name="connsiteY1" fmla="*/ 460375 h 796925"/>
              <a:gd name="connsiteX2" fmla="*/ 260350 w 552450"/>
              <a:gd name="connsiteY2" fmla="*/ 717550 h 796925"/>
              <a:gd name="connsiteX3" fmla="*/ 0 w 552450"/>
              <a:gd name="connsiteY3" fmla="*/ 796925 h 79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" h="796925">
                <a:moveTo>
                  <a:pt x="552450" y="0"/>
                </a:moveTo>
                <a:cubicBezTo>
                  <a:pt x="517525" y="170391"/>
                  <a:pt x="477308" y="340783"/>
                  <a:pt x="428625" y="460375"/>
                </a:cubicBezTo>
                <a:cubicBezTo>
                  <a:pt x="379942" y="579967"/>
                  <a:pt x="331787" y="661458"/>
                  <a:pt x="260350" y="717550"/>
                </a:cubicBezTo>
                <a:cubicBezTo>
                  <a:pt x="188913" y="773642"/>
                  <a:pt x="94456" y="779991"/>
                  <a:pt x="0" y="796925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任意多边形 17">
            <a:extLst>
              <a:ext uri="{FF2B5EF4-FFF2-40B4-BE49-F238E27FC236}">
                <a16:creationId xmlns:a16="http://schemas.microsoft.com/office/drawing/2014/main" id="{F262E8F1-CC01-4F82-BA5B-F13FD4C1DF5A}"/>
              </a:ext>
            </a:extLst>
          </p:cNvPr>
          <p:cNvSpPr/>
          <p:nvPr/>
        </p:nvSpPr>
        <p:spPr>
          <a:xfrm>
            <a:off x="2572455" y="4680888"/>
            <a:ext cx="1410549" cy="590548"/>
          </a:xfrm>
          <a:custGeom>
            <a:avLst/>
            <a:gdLst>
              <a:gd name="connsiteX0" fmla="*/ 0 w 714375"/>
              <a:gd name="connsiteY0" fmla="*/ 298450 h 299084"/>
              <a:gd name="connsiteX1" fmla="*/ 292100 w 714375"/>
              <a:gd name="connsiteY1" fmla="*/ 279400 h 299084"/>
              <a:gd name="connsiteX2" fmla="*/ 555625 w 714375"/>
              <a:gd name="connsiteY2" fmla="*/ 168275 h 299084"/>
              <a:gd name="connsiteX3" fmla="*/ 714375 w 714375"/>
              <a:gd name="connsiteY3" fmla="*/ 0 h 299084"/>
              <a:gd name="connsiteX4" fmla="*/ 714375 w 714375"/>
              <a:gd name="connsiteY4" fmla="*/ 0 h 29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375" h="299084">
                <a:moveTo>
                  <a:pt x="0" y="298450"/>
                </a:moveTo>
                <a:cubicBezTo>
                  <a:pt x="99748" y="299773"/>
                  <a:pt x="199496" y="301096"/>
                  <a:pt x="292100" y="279400"/>
                </a:cubicBezTo>
                <a:cubicBezTo>
                  <a:pt x="384704" y="257704"/>
                  <a:pt x="485246" y="214842"/>
                  <a:pt x="555625" y="168275"/>
                </a:cubicBezTo>
                <a:cubicBezTo>
                  <a:pt x="626004" y="121708"/>
                  <a:pt x="714375" y="0"/>
                  <a:pt x="714375" y="0"/>
                </a:cubicBezTo>
                <a:lnTo>
                  <a:pt x="714375" y="0"/>
                </a:ln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8">
            <a:extLst>
              <a:ext uri="{FF2B5EF4-FFF2-40B4-BE49-F238E27FC236}">
                <a16:creationId xmlns:a16="http://schemas.microsoft.com/office/drawing/2014/main" id="{1230242D-72A4-483B-A3D1-CACF5BD084E7}"/>
              </a:ext>
            </a:extLst>
          </p:cNvPr>
          <p:cNvSpPr/>
          <p:nvPr/>
        </p:nvSpPr>
        <p:spPr>
          <a:xfrm>
            <a:off x="3983004" y="3696637"/>
            <a:ext cx="307186" cy="984249"/>
          </a:xfrm>
          <a:custGeom>
            <a:avLst/>
            <a:gdLst>
              <a:gd name="connsiteX0" fmla="*/ 0 w 161925"/>
              <a:gd name="connsiteY0" fmla="*/ 495300 h 495300"/>
              <a:gd name="connsiteX1" fmla="*/ 88900 w 161925"/>
              <a:gd name="connsiteY1" fmla="*/ 285750 h 495300"/>
              <a:gd name="connsiteX2" fmla="*/ 161925 w 161925"/>
              <a:gd name="connsiteY2" fmla="*/ 0 h 495300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  <a:gd name="connsiteX0" fmla="*/ 0 w 155575"/>
              <a:gd name="connsiteY0" fmla="*/ 498475 h 498475"/>
              <a:gd name="connsiteX1" fmla="*/ 88900 w 155575"/>
              <a:gd name="connsiteY1" fmla="*/ 288925 h 498475"/>
              <a:gd name="connsiteX2" fmla="*/ 155575 w 155575"/>
              <a:gd name="connsiteY2" fmla="*/ 0 h 49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75" h="498475">
                <a:moveTo>
                  <a:pt x="0" y="498475"/>
                </a:moveTo>
                <a:cubicBezTo>
                  <a:pt x="30956" y="434975"/>
                  <a:pt x="62971" y="372004"/>
                  <a:pt x="88900" y="288925"/>
                </a:cubicBezTo>
                <a:cubicBezTo>
                  <a:pt x="114829" y="205846"/>
                  <a:pt x="151606" y="53975"/>
                  <a:pt x="155575" y="0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20">
            <a:extLst>
              <a:ext uri="{FF2B5EF4-FFF2-40B4-BE49-F238E27FC236}">
                <a16:creationId xmlns:a16="http://schemas.microsoft.com/office/drawing/2014/main" id="{356CC58D-0E92-4555-9498-28B9A06DF102}"/>
              </a:ext>
            </a:extLst>
          </p:cNvPr>
          <p:cNvSpPr/>
          <p:nvPr/>
        </p:nvSpPr>
        <p:spPr>
          <a:xfrm>
            <a:off x="4290191" y="2123093"/>
            <a:ext cx="1159785" cy="1579815"/>
          </a:xfrm>
          <a:custGeom>
            <a:avLst/>
            <a:gdLst>
              <a:gd name="connsiteX0" fmla="*/ 0 w 587375"/>
              <a:gd name="connsiteY0" fmla="*/ 800100 h 800100"/>
              <a:gd name="connsiteX1" fmla="*/ 57150 w 587375"/>
              <a:gd name="connsiteY1" fmla="*/ 533400 h 800100"/>
              <a:gd name="connsiteX2" fmla="*/ 187325 w 587375"/>
              <a:gd name="connsiteY2" fmla="*/ 196850 h 800100"/>
              <a:gd name="connsiteX3" fmla="*/ 377825 w 587375"/>
              <a:gd name="connsiteY3" fmla="*/ 60325 h 800100"/>
              <a:gd name="connsiteX4" fmla="*/ 587375 w 587375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7375" h="800100">
                <a:moveTo>
                  <a:pt x="0" y="800100"/>
                </a:moveTo>
                <a:cubicBezTo>
                  <a:pt x="12964" y="717021"/>
                  <a:pt x="25929" y="633942"/>
                  <a:pt x="57150" y="533400"/>
                </a:cubicBezTo>
                <a:cubicBezTo>
                  <a:pt x="88371" y="432858"/>
                  <a:pt x="133879" y="275696"/>
                  <a:pt x="187325" y="196850"/>
                </a:cubicBezTo>
                <a:cubicBezTo>
                  <a:pt x="240771" y="118004"/>
                  <a:pt x="311150" y="93133"/>
                  <a:pt x="377825" y="60325"/>
                </a:cubicBezTo>
                <a:cubicBezTo>
                  <a:pt x="444500" y="27517"/>
                  <a:pt x="515937" y="13758"/>
                  <a:pt x="587375" y="0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C693E46-096C-406E-8FA6-9DC2D8853071}"/>
              </a:ext>
            </a:extLst>
          </p:cNvPr>
          <p:cNvCxnSpPr/>
          <p:nvPr/>
        </p:nvCxnSpPr>
        <p:spPr>
          <a:xfrm>
            <a:off x="2566186" y="3691305"/>
            <a:ext cx="6269" cy="1578878"/>
          </a:xfrm>
          <a:prstGeom prst="line">
            <a:avLst/>
          </a:prstGeom>
          <a:ln w="222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0AB166-6654-4D41-87D6-52590D065A02}"/>
              </a:ext>
            </a:extLst>
          </p:cNvPr>
          <p:cNvCxnSpPr/>
          <p:nvPr/>
        </p:nvCxnSpPr>
        <p:spPr>
          <a:xfrm>
            <a:off x="2572455" y="5282722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0F270E2-2B28-4F72-8138-D2C767DC1E93}"/>
              </a:ext>
            </a:extLst>
          </p:cNvPr>
          <p:cNvCxnSpPr/>
          <p:nvPr/>
        </p:nvCxnSpPr>
        <p:spPr>
          <a:xfrm>
            <a:off x="5456244" y="2116824"/>
            <a:ext cx="6269" cy="1578878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4C0594-F156-4245-819C-89A3074263A8}"/>
              </a:ext>
            </a:extLst>
          </p:cNvPr>
          <p:cNvCxnSpPr/>
          <p:nvPr/>
        </p:nvCxnSpPr>
        <p:spPr>
          <a:xfrm>
            <a:off x="3984124" y="2097828"/>
            <a:ext cx="1410549" cy="0"/>
          </a:xfrm>
          <a:prstGeom prst="line">
            <a:avLst/>
          </a:prstGeom>
          <a:ln w="2222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E29C050-4A23-4C42-A7BA-B38C4B1CEB8D}"/>
              </a:ext>
            </a:extLst>
          </p:cNvPr>
          <p:cNvSpPr txBox="1"/>
          <p:nvPr/>
        </p:nvSpPr>
        <p:spPr>
          <a:xfrm>
            <a:off x="5365239" y="1824357"/>
            <a:ext cx="277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94A791-0684-4E9F-8A6B-621F35F1CF02}"/>
              </a:ext>
            </a:extLst>
          </p:cNvPr>
          <p:cNvSpPr txBox="1"/>
          <p:nvPr/>
        </p:nvSpPr>
        <p:spPr>
          <a:xfrm>
            <a:off x="5210007" y="3617252"/>
            <a:ext cx="487499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F462A2-9786-40AA-A139-319E2B552B94}"/>
              </a:ext>
            </a:extLst>
          </p:cNvPr>
          <p:cNvSpPr txBox="1"/>
          <p:nvPr/>
        </p:nvSpPr>
        <p:spPr>
          <a:xfrm>
            <a:off x="4201599" y="3634670"/>
            <a:ext cx="391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Hc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318AB8-3DCB-4241-8995-FFE1D0DA4504}"/>
              </a:ext>
            </a:extLst>
          </p:cNvPr>
          <p:cNvSpPr txBox="1"/>
          <p:nvPr/>
        </p:nvSpPr>
        <p:spPr>
          <a:xfrm>
            <a:off x="3646913" y="3639092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O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23E20B-7C89-4B8B-A932-6DBB7780C877}"/>
              </a:ext>
            </a:extLst>
          </p:cNvPr>
          <p:cNvSpPr txBox="1"/>
          <p:nvPr/>
        </p:nvSpPr>
        <p:spPr>
          <a:xfrm>
            <a:off x="3011679" y="3642065"/>
            <a:ext cx="481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-Hc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BC4A1B-3335-4564-BF06-5C1B20DF64F2}"/>
              </a:ext>
            </a:extLst>
          </p:cNvPr>
          <p:cNvSpPr txBox="1"/>
          <p:nvPr/>
        </p:nvSpPr>
        <p:spPr>
          <a:xfrm>
            <a:off x="3519240" y="2330682"/>
            <a:ext cx="440626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Br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9DC56B8-EC2D-4382-92EC-C8AFBE03EF54}"/>
              </a:ext>
            </a:extLst>
          </p:cNvPr>
          <p:cNvSpPr txBox="1"/>
          <p:nvPr/>
        </p:nvSpPr>
        <p:spPr>
          <a:xfrm>
            <a:off x="3400360" y="4354156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-Br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6CE6F8-2B45-4EBF-9D86-E51BDB96FB9C}"/>
              </a:ext>
            </a:extLst>
          </p:cNvPr>
          <p:cNvSpPr txBox="1"/>
          <p:nvPr/>
        </p:nvSpPr>
        <p:spPr>
          <a:xfrm>
            <a:off x="1988183" y="3636757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-Hs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5078F73-2458-450D-8586-CC5A561F6BCE}"/>
              </a:ext>
            </a:extLst>
          </p:cNvPr>
          <p:cNvSpPr txBox="1"/>
          <p:nvPr/>
        </p:nvSpPr>
        <p:spPr>
          <a:xfrm>
            <a:off x="3534075" y="1854744"/>
            <a:ext cx="45693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86FCB92-9777-4E98-823A-304BD0572AE4}"/>
              </a:ext>
            </a:extLst>
          </p:cNvPr>
          <p:cNvSpPr txBox="1"/>
          <p:nvPr/>
        </p:nvSpPr>
        <p:spPr>
          <a:xfrm>
            <a:off x="3417433" y="4892018"/>
            <a:ext cx="571060" cy="391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-Bs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271888-90C9-41DE-B25C-0EEB6402F726}"/>
              </a:ext>
            </a:extLst>
          </p:cNvPr>
          <p:cNvSpPr txBox="1"/>
          <p:nvPr/>
        </p:nvSpPr>
        <p:spPr>
          <a:xfrm>
            <a:off x="7288060" y="3054589"/>
            <a:ext cx="4346952" cy="1296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永磁体剩磁</a:t>
            </a:r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Br</a:t>
            </a:r>
            <a:r>
              <a:rPr lang="zh-CN" altLang="en-US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大，为硬磁材料</a:t>
            </a:r>
            <a:endParaRPr lang="en-US" altLang="zh-CN" dirty="0">
              <a:solidFill>
                <a:schemeClr val="bg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、电感磁芯剩磁</a:t>
            </a:r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Br</a:t>
            </a:r>
            <a:r>
              <a:rPr lang="zh-CN" altLang="en-US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小，为软磁材料</a:t>
            </a:r>
            <a:endParaRPr lang="en-US" altLang="zh-CN" dirty="0">
              <a:solidFill>
                <a:schemeClr val="bg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、电感电流超过某个值后，电感值下降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9126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1BC890-4F81-45E4-B0A3-53291EFF16F9}"/>
              </a:ext>
            </a:extLst>
          </p:cNvPr>
          <p:cNvSpPr txBox="1"/>
          <p:nvPr/>
        </p:nvSpPr>
        <p:spPr>
          <a:xfrm>
            <a:off x="3722754" y="432775"/>
            <a:ext cx="4746492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4800" dirty="0">
                <a:solidFill>
                  <a:srgbClr val="FFFF00"/>
                </a:solidFill>
              </a:rPr>
              <a:t>电感</a:t>
            </a:r>
            <a:r>
              <a:rPr lang="en-US" altLang="zh-CN" sz="4800" dirty="0">
                <a:solidFill>
                  <a:srgbClr val="FFFF00"/>
                </a:solidFill>
              </a:rPr>
              <a:t>L</a:t>
            </a:r>
            <a:r>
              <a:rPr lang="zh-CN" altLang="en-US" sz="4800" dirty="0">
                <a:solidFill>
                  <a:srgbClr val="FFFF00"/>
                </a:solidFill>
              </a:rPr>
              <a:t>随电流</a:t>
            </a:r>
            <a:r>
              <a:rPr lang="en-US" altLang="zh-CN" sz="4800" dirty="0">
                <a:solidFill>
                  <a:srgbClr val="FFFF00"/>
                </a:solidFill>
              </a:rPr>
              <a:t>I</a:t>
            </a:r>
            <a:r>
              <a:rPr lang="zh-CN" altLang="en-US" sz="4800" dirty="0">
                <a:solidFill>
                  <a:srgbClr val="FFFF00"/>
                </a:solidFill>
              </a:rPr>
              <a:t>变化</a:t>
            </a:r>
          </a:p>
        </p:txBody>
      </p:sp>
    </p:spTree>
    <p:extLst>
      <p:ext uri="{BB962C8B-B14F-4D97-AF65-F5344CB8AC3E}">
        <p14:creationId xmlns:p14="http://schemas.microsoft.com/office/powerpoint/2010/main" val="42459913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1BC890-4F81-45E4-B0A3-53291EFF16F9}"/>
              </a:ext>
            </a:extLst>
          </p:cNvPr>
          <p:cNvSpPr txBox="1"/>
          <p:nvPr/>
        </p:nvSpPr>
        <p:spPr>
          <a:xfrm>
            <a:off x="3722754" y="432775"/>
            <a:ext cx="4746492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4800" dirty="0">
                <a:solidFill>
                  <a:srgbClr val="FFFF00"/>
                </a:solidFill>
              </a:rPr>
              <a:t>电感</a:t>
            </a:r>
            <a:r>
              <a:rPr lang="en-US" altLang="zh-CN" sz="4800" dirty="0">
                <a:solidFill>
                  <a:srgbClr val="FFFF00"/>
                </a:solidFill>
              </a:rPr>
              <a:t>L</a:t>
            </a:r>
            <a:r>
              <a:rPr lang="zh-CN" altLang="en-US" sz="4800" dirty="0">
                <a:solidFill>
                  <a:srgbClr val="FFFF00"/>
                </a:solidFill>
              </a:rPr>
              <a:t>随电流</a:t>
            </a:r>
            <a:r>
              <a:rPr lang="en-US" altLang="zh-CN" sz="4800" dirty="0">
                <a:solidFill>
                  <a:srgbClr val="FFFF00"/>
                </a:solidFill>
              </a:rPr>
              <a:t>I</a:t>
            </a:r>
            <a:r>
              <a:rPr lang="zh-CN" altLang="en-US" sz="4800" dirty="0">
                <a:solidFill>
                  <a:srgbClr val="FFFF00"/>
                </a:solidFill>
              </a:rPr>
              <a:t>变化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8C9CF5-1A15-4F49-B00E-39508EBBDB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924" y="1279139"/>
            <a:ext cx="5378152" cy="467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1702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2829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B2C3A8E-28E1-4322-A9EB-554E3E097C02}"/>
                  </a:ext>
                </a:extLst>
              </p:cNvPr>
              <p:cNvSpPr txBox="1"/>
              <p:nvPr/>
            </p:nvSpPr>
            <p:spPr>
              <a:xfrm>
                <a:off x="5052818" y="543971"/>
                <a:ext cx="208636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4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总结</m:t>
                      </m:r>
                    </m:oMath>
                  </m:oMathPara>
                </a14:m>
                <a:endParaRPr lang="zh-CN" altLang="en-US" sz="4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B2C3A8E-28E1-4322-A9EB-554E3E097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543971"/>
                <a:ext cx="2086364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41230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B2C3A8E-28E1-4322-A9EB-554E3E097C02}"/>
                  </a:ext>
                </a:extLst>
              </p:cNvPr>
              <p:cNvSpPr txBox="1"/>
              <p:nvPr/>
            </p:nvSpPr>
            <p:spPr>
              <a:xfrm>
                <a:off x="5052818" y="543971"/>
                <a:ext cx="208636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4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总结</m:t>
                      </m:r>
                    </m:oMath>
                  </m:oMathPara>
                </a14:m>
                <a:endParaRPr lang="zh-CN" altLang="en-US" sz="4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B2C3A8E-28E1-4322-A9EB-554E3E097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818" y="543971"/>
                <a:ext cx="2086364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E84A9076-4507-4B21-B05E-A3B84D685FB4}"/>
              </a:ext>
            </a:extLst>
          </p:cNvPr>
          <p:cNvSpPr txBox="1"/>
          <p:nvPr/>
        </p:nvSpPr>
        <p:spPr>
          <a:xfrm>
            <a:off x="2011680" y="1768132"/>
            <a:ext cx="8168640" cy="169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电感的磁芯决定了电感的饱和电流，也决定了电感值与电流的变化曲线，磁滞损耗等等。所以对于常用的磁芯，我们对其特性应该有一些了解。</a:t>
            </a:r>
            <a:endParaRPr lang="zh-CN" altLang="zh-C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5853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15140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C10841C-AEE5-4A99-8DD5-735864B68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450" y="1187450"/>
            <a:ext cx="44831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3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2225">
          <a:solidFill>
            <a:srgbClr val="FFFF00"/>
          </a:solidFill>
          <a:prstDash val="dash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2292</TotalTime>
  <Words>747</Words>
  <Application>Microsoft Office PowerPoint</Application>
  <PresentationFormat>宽屏</PresentationFormat>
  <Paragraphs>332</Paragraphs>
  <Slides>62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69" baseType="lpstr">
      <vt:lpstr>等线</vt:lpstr>
      <vt:lpstr>等线 Light</vt:lpstr>
      <vt:lpstr>微软雅黑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322</cp:revision>
  <dcterms:created xsi:type="dcterms:W3CDTF">2020-06-10T12:57:46Z</dcterms:created>
  <dcterms:modified xsi:type="dcterms:W3CDTF">2020-09-13T03:03:03Z</dcterms:modified>
</cp:coreProperties>
</file>