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79" r:id="rId2"/>
    <p:sldId id="386" r:id="rId3"/>
    <p:sldId id="347" r:id="rId4"/>
    <p:sldId id="387" r:id="rId5"/>
    <p:sldId id="378" r:id="rId6"/>
    <p:sldId id="388" r:id="rId7"/>
    <p:sldId id="380" r:id="rId8"/>
    <p:sldId id="390" r:id="rId9"/>
    <p:sldId id="381" r:id="rId10"/>
    <p:sldId id="389" r:id="rId11"/>
    <p:sldId id="382" r:id="rId12"/>
    <p:sldId id="383" r:id="rId13"/>
    <p:sldId id="384" r:id="rId14"/>
    <p:sldId id="38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 userDrawn="1">
          <p15:clr>
            <a:srgbClr val="A4A3A4"/>
          </p15:clr>
        </p15:guide>
        <p15:guide id="2" pos="1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1508"/>
    <a:srgbClr val="C55A11"/>
    <a:srgbClr val="7030A0"/>
    <a:srgbClr val="ED7F34"/>
    <a:srgbClr val="EEC5B4"/>
    <a:srgbClr val="1DF10D"/>
    <a:srgbClr val="5B9BD5"/>
    <a:srgbClr val="7FAED9"/>
    <a:srgbClr val="548235"/>
    <a:srgbClr val="110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1" autoAdjust="0"/>
    <p:restoredTop sz="91129" autoAdjust="0"/>
  </p:normalViewPr>
  <p:slideViewPr>
    <p:cSldViewPr snapToGrid="0">
      <p:cViewPr varScale="1">
        <p:scale>
          <a:sx n="101" d="100"/>
          <a:sy n="101" d="100"/>
        </p:scale>
        <p:origin x="138" y="174"/>
      </p:cViewPr>
      <p:guideLst>
        <p:guide orient="horz" pos="1230"/>
        <p:guide pos="1912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65AE0-690F-4E1E-A814-50BF005BB22A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32911-2138-4BB8-8059-3830608EDD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32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3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3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76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0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1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4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9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7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0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137E7-C718-4E91-A476-3082A6A9DA68}" type="datetimeFigureOut">
              <a:rPr lang="zh-CN" altLang="en-US" smtClean="0"/>
              <a:t>2021/1/8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4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A55E94E-FC4C-4209-860F-374E03A14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200" r="98800">
                        <a14:foregroundMark x1="10400" y1="44500" x2="10400" y2="44500"/>
                        <a14:foregroundMark x1="29600" y1="62500" x2="29600" y2="62500"/>
                        <a14:foregroundMark x1="23600" y1="64000" x2="23600" y2="64000"/>
                        <a14:foregroundMark x1="33200" y1="60500" x2="33200" y2="60500"/>
                        <a14:foregroundMark x1="45200" y1="44500" x2="45200" y2="44500"/>
                        <a14:foregroundMark x1="60000" y1="66500" x2="60000" y2="66500"/>
                        <a14:foregroundMark x1="82400" y1="42500" x2="82400" y2="4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7" t="24625" r="1460" b="26250"/>
          <a:stretch>
            <a:fillRect/>
          </a:stretch>
        </p:blipFill>
        <p:spPr bwMode="auto">
          <a:xfrm rot="526250">
            <a:off x="1408322" y="2801093"/>
            <a:ext cx="3893712" cy="1589296"/>
          </a:xfrm>
          <a:custGeom>
            <a:avLst/>
            <a:gdLst>
              <a:gd name="connsiteX0" fmla="*/ 0 w 2292749"/>
              <a:gd name="connsiteY0" fmla="*/ 0 h 935831"/>
              <a:gd name="connsiteX1" fmla="*/ 2292749 w 2292749"/>
              <a:gd name="connsiteY1" fmla="*/ 0 h 935831"/>
              <a:gd name="connsiteX2" fmla="*/ 2292749 w 2292749"/>
              <a:gd name="connsiteY2" fmla="*/ 935831 h 935831"/>
              <a:gd name="connsiteX3" fmla="*/ 0 w 2292749"/>
              <a:gd name="connsiteY3" fmla="*/ 935831 h 93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2749" h="935831">
                <a:moveTo>
                  <a:pt x="0" y="0"/>
                </a:moveTo>
                <a:lnTo>
                  <a:pt x="2292749" y="0"/>
                </a:lnTo>
                <a:lnTo>
                  <a:pt x="2292749" y="935831"/>
                </a:lnTo>
                <a:lnTo>
                  <a:pt x="0" y="93583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 descr="https://gimg2.baidu.com/image_search/src=http%3A%2F%2Fimg08.hc360.cn%2F08%2Fbusin%2F160%2F663%2Fb%2F08-160663238.jpg&amp;refer=http%3A%2F%2Fimg08.hc360.cn&amp;app=2002&amp;size=f9999,10000&amp;q=a80&amp;n=0&amp;g=0n&amp;fmt=jpeg?sec=1612683635&amp;t=d4664a8a8e4cf7d8beef1d0b7000174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8" t="19908" r="4241" b="24501"/>
          <a:stretch>
            <a:fillRect/>
          </a:stretch>
        </p:blipFill>
        <p:spPr bwMode="auto">
          <a:xfrm>
            <a:off x="6675744" y="2711645"/>
            <a:ext cx="4202711" cy="1768191"/>
          </a:xfrm>
          <a:custGeom>
            <a:avLst/>
            <a:gdLst>
              <a:gd name="connsiteX0" fmla="*/ 0 w 5479144"/>
              <a:gd name="connsiteY0" fmla="*/ 0 h 2305220"/>
              <a:gd name="connsiteX1" fmla="*/ 5479144 w 5479144"/>
              <a:gd name="connsiteY1" fmla="*/ 0 h 2305220"/>
              <a:gd name="connsiteX2" fmla="*/ 5479144 w 5479144"/>
              <a:gd name="connsiteY2" fmla="*/ 2305220 h 2305220"/>
              <a:gd name="connsiteX3" fmla="*/ 0 w 5479144"/>
              <a:gd name="connsiteY3" fmla="*/ 2305220 h 2305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9144" h="2305220">
                <a:moveTo>
                  <a:pt x="0" y="0"/>
                </a:moveTo>
                <a:lnTo>
                  <a:pt x="5479144" y="0"/>
                </a:lnTo>
                <a:lnTo>
                  <a:pt x="5479144" y="2305220"/>
                </a:lnTo>
                <a:lnTo>
                  <a:pt x="0" y="230522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2040747" y="1612482"/>
            <a:ext cx="2628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</a:t>
            </a:r>
            <a:endParaRPr lang="zh-CN" altLang="en-US" sz="2800" b="1" spc="6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7462667" y="1612482"/>
            <a:ext cx="2628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磁珠和磁环的工作原理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4781569" y="2711645"/>
            <a:ext cx="26288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0444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494"/>
    </mc:Choice>
    <mc:Fallback>
      <p:transition spd="slow" advTm="94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408322" y="423120"/>
            <a:ext cx="9470133" cy="4056716"/>
            <a:chOff x="1408322" y="423120"/>
            <a:chExt cx="9470133" cy="4056716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0A55E94E-FC4C-4209-860F-374E03A14F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200" r="98800">
                          <a14:foregroundMark x1="10400" y1="44500" x2="10400" y2="44500"/>
                          <a14:foregroundMark x1="29600" y1="62500" x2="29600" y2="62500"/>
                          <a14:foregroundMark x1="23600" y1="64000" x2="23600" y2="64000"/>
                          <a14:foregroundMark x1="33200" y1="60500" x2="33200" y2="60500"/>
                          <a14:foregroundMark x1="45200" y1="44500" x2="45200" y2="44500"/>
                          <a14:foregroundMark x1="60000" y1="66500" x2="60000" y2="66500"/>
                          <a14:foregroundMark x1="82400" y1="42500" x2="82400" y2="42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7" t="24625" r="1460" b="26250"/>
            <a:stretch>
              <a:fillRect/>
            </a:stretch>
          </p:blipFill>
          <p:spPr bwMode="auto">
            <a:xfrm rot="526250">
              <a:off x="1408322" y="2801093"/>
              <a:ext cx="3893712" cy="1589296"/>
            </a:xfrm>
            <a:custGeom>
              <a:avLst/>
              <a:gdLst>
                <a:gd name="connsiteX0" fmla="*/ 0 w 2292749"/>
                <a:gd name="connsiteY0" fmla="*/ 0 h 935831"/>
                <a:gd name="connsiteX1" fmla="*/ 2292749 w 2292749"/>
                <a:gd name="connsiteY1" fmla="*/ 0 h 935831"/>
                <a:gd name="connsiteX2" fmla="*/ 2292749 w 2292749"/>
                <a:gd name="connsiteY2" fmla="*/ 935831 h 935831"/>
                <a:gd name="connsiteX3" fmla="*/ 0 w 2292749"/>
                <a:gd name="connsiteY3" fmla="*/ 935831 h 93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2749" h="935831">
                  <a:moveTo>
                    <a:pt x="0" y="0"/>
                  </a:moveTo>
                  <a:lnTo>
                    <a:pt x="2292749" y="0"/>
                  </a:lnTo>
                  <a:lnTo>
                    <a:pt x="2292749" y="935831"/>
                  </a:lnTo>
                  <a:lnTo>
                    <a:pt x="0" y="935831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图片 10" descr="https://gimg2.baidu.com/image_search/src=http%3A%2F%2Fimg08.hc360.cn%2F08%2Fbusin%2F160%2F663%2Fb%2F08-160663238.jpg&amp;refer=http%3A%2F%2Fimg08.hc360.cn&amp;app=2002&amp;size=f9999,10000&amp;q=a80&amp;n=0&amp;g=0n&amp;fmt=jpeg?sec=1612683635&amp;t=d4664a8a8e4cf7d8beef1d0b7000174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58" t="19908" r="4241" b="24501"/>
            <a:stretch>
              <a:fillRect/>
            </a:stretch>
          </p:blipFill>
          <p:spPr bwMode="auto">
            <a:xfrm>
              <a:off x="6675744" y="2711645"/>
              <a:ext cx="4202711" cy="1768191"/>
            </a:xfrm>
            <a:custGeom>
              <a:avLst/>
              <a:gdLst>
                <a:gd name="connsiteX0" fmla="*/ 0 w 5479144"/>
                <a:gd name="connsiteY0" fmla="*/ 0 h 2305220"/>
                <a:gd name="connsiteX1" fmla="*/ 5479144 w 5479144"/>
                <a:gd name="connsiteY1" fmla="*/ 0 h 2305220"/>
                <a:gd name="connsiteX2" fmla="*/ 5479144 w 5479144"/>
                <a:gd name="connsiteY2" fmla="*/ 2305220 h 2305220"/>
                <a:gd name="connsiteX3" fmla="*/ 0 w 5479144"/>
                <a:gd name="connsiteY3" fmla="*/ 2305220 h 2305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9144" h="2305220">
                  <a:moveTo>
                    <a:pt x="0" y="0"/>
                  </a:moveTo>
                  <a:lnTo>
                    <a:pt x="5479144" y="0"/>
                  </a:lnTo>
                  <a:lnTo>
                    <a:pt x="5479144" y="2305220"/>
                  </a:lnTo>
                  <a:lnTo>
                    <a:pt x="0" y="230522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2040747" y="1612482"/>
              <a:ext cx="26288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磁珠</a:t>
              </a:r>
              <a:endPara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7462667" y="1612482"/>
              <a:ext cx="26288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磁环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E2B008E-FE9E-4EFA-8326-70B6721BCE6B}"/>
                </a:ext>
              </a:extLst>
            </p:cNvPr>
            <p:cNvSpPr txBox="1"/>
            <p:nvPr/>
          </p:nvSpPr>
          <p:spPr>
            <a:xfrm>
              <a:off x="3501128" y="423120"/>
              <a:ext cx="518974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磁珠和磁环的工作原理</a:t>
              </a:r>
              <a:endPara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4781569" y="2711645"/>
              <a:ext cx="2628863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4000" b="1" spc="600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6963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22"/>
    </mc:Choice>
    <mc:Fallback>
      <p:transition spd="slow" advTm="37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电感和磁珠对比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2200172" y="1612482"/>
            <a:ext cx="2628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7462665" y="1612482"/>
            <a:ext cx="2628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4781569" y="1612482"/>
            <a:ext cx="2628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spc="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endParaRPr lang="zh-CN" altLang="en-US" sz="2800" spc="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00172" y="2463290"/>
            <a:ext cx="7891356" cy="400110"/>
            <a:chOff x="2200172" y="2463290"/>
            <a:chExt cx="7891356" cy="400110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9399D95-E3AA-4FCA-A2DA-85B95E664DA5}"/>
                </a:ext>
              </a:extLst>
            </p:cNvPr>
            <p:cNvSpPr txBox="1"/>
            <p:nvPr/>
          </p:nvSpPr>
          <p:spPr>
            <a:xfrm>
              <a:off x="2200172" y="2463290"/>
              <a:ext cx="262886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单位是亨</a:t>
              </a:r>
              <a:r>
                <a:rPr lang="en-US" altLang="zh-CN" sz="2000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lang="zh-CN" altLang="en-US" sz="2000" spc="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C9399D95-E3AA-4FCA-A2DA-85B95E664DA5}"/>
                </a:ext>
              </a:extLst>
            </p:cNvPr>
            <p:cNvSpPr txBox="1"/>
            <p:nvPr/>
          </p:nvSpPr>
          <p:spPr>
            <a:xfrm>
              <a:off x="7462665" y="2463290"/>
              <a:ext cx="262886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单位是欧姆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200172" y="3154446"/>
            <a:ext cx="7891356" cy="400110"/>
            <a:chOff x="2200172" y="3154446"/>
            <a:chExt cx="7891356" cy="400110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9399D95-E3AA-4FCA-A2DA-85B95E664DA5}"/>
                </a:ext>
              </a:extLst>
            </p:cNvPr>
            <p:cNvSpPr txBox="1"/>
            <p:nvPr/>
          </p:nvSpPr>
          <p:spPr>
            <a:xfrm>
              <a:off x="2200172" y="3154446"/>
              <a:ext cx="262886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储存能量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9399D95-E3AA-4FCA-A2DA-85B95E664DA5}"/>
                </a:ext>
              </a:extLst>
            </p:cNvPr>
            <p:cNvSpPr txBox="1"/>
            <p:nvPr/>
          </p:nvSpPr>
          <p:spPr>
            <a:xfrm>
              <a:off x="7462665" y="3154446"/>
              <a:ext cx="262886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消耗高频能量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096726" y="3845602"/>
            <a:ext cx="8420814" cy="400110"/>
            <a:chOff x="2096726" y="3845602"/>
            <a:chExt cx="8420814" cy="400110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9399D95-E3AA-4FCA-A2DA-85B95E664DA5}"/>
                </a:ext>
              </a:extLst>
            </p:cNvPr>
            <p:cNvSpPr txBox="1"/>
            <p:nvPr/>
          </p:nvSpPr>
          <p:spPr>
            <a:xfrm>
              <a:off x="2096726" y="3845602"/>
              <a:ext cx="28357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通常用作开关电源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9399D95-E3AA-4FCA-A2DA-85B95E664DA5}"/>
                </a:ext>
              </a:extLst>
            </p:cNvPr>
            <p:cNvSpPr txBox="1"/>
            <p:nvPr/>
          </p:nvSpPr>
          <p:spPr>
            <a:xfrm>
              <a:off x="7036653" y="3845602"/>
              <a:ext cx="348088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吸收高频，</a:t>
              </a:r>
              <a:r>
                <a:rPr lang="en-US" altLang="zh-CN" sz="2000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EMC</a:t>
              </a:r>
              <a:r>
                <a:rPr lang="zh-CN" altLang="en-US" sz="2000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对策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096726" y="4536758"/>
            <a:ext cx="8455474" cy="400110"/>
            <a:chOff x="2096726" y="4536758"/>
            <a:chExt cx="8455474" cy="400110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9399D95-E3AA-4FCA-A2DA-85B95E664DA5}"/>
                </a:ext>
              </a:extLst>
            </p:cNvPr>
            <p:cNvSpPr txBox="1"/>
            <p:nvPr/>
          </p:nvSpPr>
          <p:spPr>
            <a:xfrm>
              <a:off x="2096726" y="4536758"/>
              <a:ext cx="28357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希望损耗越小越好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9399D95-E3AA-4FCA-A2DA-85B95E664DA5}"/>
                </a:ext>
              </a:extLst>
            </p:cNvPr>
            <p:cNvSpPr txBox="1"/>
            <p:nvPr/>
          </p:nvSpPr>
          <p:spPr>
            <a:xfrm>
              <a:off x="7001992" y="4536758"/>
              <a:ext cx="355020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利用损耗消耗高频能量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6116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73"/>
    </mc:Choice>
    <mc:Fallback>
      <p:transition spd="slow" advTm="120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2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2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96726" y="423120"/>
            <a:ext cx="8455474" cy="4513748"/>
            <a:chOff x="2096726" y="423120"/>
            <a:chExt cx="8455474" cy="4513748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E2B008E-FE9E-4EFA-8326-70B6721BCE6B}"/>
                </a:ext>
              </a:extLst>
            </p:cNvPr>
            <p:cNvSpPr txBox="1"/>
            <p:nvPr/>
          </p:nvSpPr>
          <p:spPr>
            <a:xfrm>
              <a:off x="3501128" y="423120"/>
              <a:ext cx="518974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电感和磁珠对比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2200172" y="1612482"/>
              <a:ext cx="26288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7462665" y="1612482"/>
              <a:ext cx="26288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磁珠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4781569" y="1612482"/>
              <a:ext cx="26288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spc="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VS</a:t>
              </a:r>
              <a:endParaRPr lang="zh-CN" altLang="en-US" sz="2800" spc="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2200172" y="2463290"/>
              <a:ext cx="7891356" cy="400110"/>
              <a:chOff x="2200172" y="2463290"/>
              <a:chExt cx="7891356" cy="400110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9399D95-E3AA-4FCA-A2DA-85B95E664DA5}"/>
                  </a:ext>
                </a:extLst>
              </p:cNvPr>
              <p:cNvSpPr txBox="1"/>
              <p:nvPr/>
            </p:nvSpPr>
            <p:spPr>
              <a:xfrm>
                <a:off x="2200172" y="2463290"/>
                <a:ext cx="26288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spc="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单位是亨</a:t>
                </a:r>
                <a:r>
                  <a:rPr lang="en-US" altLang="zh-CN" sz="2000" spc="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endParaRPr lang="zh-CN" altLang="en-US" sz="2000" spc="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9399D95-E3AA-4FCA-A2DA-85B95E664DA5}"/>
                  </a:ext>
                </a:extLst>
              </p:cNvPr>
              <p:cNvSpPr txBox="1"/>
              <p:nvPr/>
            </p:nvSpPr>
            <p:spPr>
              <a:xfrm>
                <a:off x="7462665" y="2463290"/>
                <a:ext cx="26288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spc="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单位是欧姆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2200172" y="3154446"/>
              <a:ext cx="7891356" cy="400110"/>
              <a:chOff x="2200172" y="3154446"/>
              <a:chExt cx="7891356" cy="400110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9399D95-E3AA-4FCA-A2DA-85B95E664DA5}"/>
                  </a:ext>
                </a:extLst>
              </p:cNvPr>
              <p:cNvSpPr txBox="1"/>
              <p:nvPr/>
            </p:nvSpPr>
            <p:spPr>
              <a:xfrm>
                <a:off x="2200172" y="3154446"/>
                <a:ext cx="26288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spc="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储存能量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9399D95-E3AA-4FCA-A2DA-85B95E664DA5}"/>
                  </a:ext>
                </a:extLst>
              </p:cNvPr>
              <p:cNvSpPr txBox="1"/>
              <p:nvPr/>
            </p:nvSpPr>
            <p:spPr>
              <a:xfrm>
                <a:off x="7462665" y="3154446"/>
                <a:ext cx="26288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spc="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消耗高频能量</a:t>
                </a: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096726" y="3845602"/>
              <a:ext cx="8420814" cy="400110"/>
              <a:chOff x="2096726" y="3845602"/>
              <a:chExt cx="8420814" cy="400110"/>
            </a:xfrm>
          </p:grpSpPr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9399D95-E3AA-4FCA-A2DA-85B95E664DA5}"/>
                  </a:ext>
                </a:extLst>
              </p:cNvPr>
              <p:cNvSpPr txBox="1"/>
              <p:nvPr/>
            </p:nvSpPr>
            <p:spPr>
              <a:xfrm>
                <a:off x="2096726" y="3845602"/>
                <a:ext cx="283575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spc="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通常用作开关电源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9399D95-E3AA-4FCA-A2DA-85B95E664DA5}"/>
                  </a:ext>
                </a:extLst>
              </p:cNvPr>
              <p:cNvSpPr txBox="1"/>
              <p:nvPr/>
            </p:nvSpPr>
            <p:spPr>
              <a:xfrm>
                <a:off x="7036653" y="3845602"/>
                <a:ext cx="3480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spc="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吸收高频，</a:t>
                </a:r>
                <a:r>
                  <a:rPr lang="en-US" altLang="zh-CN" sz="2000" spc="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EMC</a:t>
                </a:r>
                <a:r>
                  <a:rPr lang="zh-CN" altLang="en-US" sz="2000" spc="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对策</a:t>
                </a: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2096726" y="4536758"/>
              <a:ext cx="8455474" cy="400110"/>
              <a:chOff x="2096726" y="4536758"/>
              <a:chExt cx="8455474" cy="400110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9399D95-E3AA-4FCA-A2DA-85B95E664DA5}"/>
                  </a:ext>
                </a:extLst>
              </p:cNvPr>
              <p:cNvSpPr txBox="1"/>
              <p:nvPr/>
            </p:nvSpPr>
            <p:spPr>
              <a:xfrm>
                <a:off x="2096726" y="4536758"/>
                <a:ext cx="283575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spc="6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希望损耗越小越好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9399D95-E3AA-4FCA-A2DA-85B95E664DA5}"/>
                  </a:ext>
                </a:extLst>
              </p:cNvPr>
              <p:cNvSpPr txBox="1"/>
              <p:nvPr/>
            </p:nvSpPr>
            <p:spPr>
              <a:xfrm>
                <a:off x="7001992" y="4536758"/>
                <a:ext cx="355020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spc="6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利用损耗消耗高频能量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4971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21"/>
    </mc:Choice>
    <mc:Fallback>
      <p:transition spd="slow" advTm="46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磁珠的工作原理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3546028" y="1706349"/>
            <a:ext cx="5099944" cy="3668640"/>
            <a:chOff x="3546028" y="1706349"/>
            <a:chExt cx="5099944" cy="366864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D4F1F7D-FE72-40F0-AD8B-3A252D6A6A33}"/>
                </a:ext>
              </a:extLst>
            </p:cNvPr>
            <p:cNvSpPr/>
            <p:nvPr/>
          </p:nvSpPr>
          <p:spPr>
            <a:xfrm>
              <a:off x="4936460" y="1706349"/>
              <a:ext cx="2070498" cy="3668639"/>
            </a:xfrm>
            <a:prstGeom prst="ellipse">
              <a:avLst/>
            </a:prstGeom>
            <a:solidFill>
              <a:srgbClr val="AFABAB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任意多边形 33">
              <a:extLst>
                <a:ext uri="{FF2B5EF4-FFF2-40B4-BE49-F238E27FC236}">
                  <a16:creationId xmlns:a16="http://schemas.microsoft.com/office/drawing/2014/main" id="{3BD68C1E-1481-4E17-BC38-9386191AC183}"/>
                </a:ext>
              </a:extLst>
            </p:cNvPr>
            <p:cNvSpPr/>
            <p:nvPr/>
          </p:nvSpPr>
          <p:spPr>
            <a:xfrm>
              <a:off x="5971710" y="1706349"/>
              <a:ext cx="2070498" cy="3668640"/>
            </a:xfrm>
            <a:custGeom>
              <a:avLst/>
              <a:gdLst>
                <a:gd name="connsiteX0" fmla="*/ 0 w 1252537"/>
                <a:gd name="connsiteY0" fmla="*/ 2219115 h 2219326"/>
                <a:gd name="connsiteX1" fmla="*/ 2350 w 1252537"/>
                <a:gd name="connsiteY1" fmla="*/ 2219325 h 2219326"/>
                <a:gd name="connsiteX2" fmla="*/ 0 w 1252537"/>
                <a:gd name="connsiteY2" fmla="*/ 2219325 h 2219326"/>
                <a:gd name="connsiteX3" fmla="*/ 0 w 1252537"/>
                <a:gd name="connsiteY3" fmla="*/ 0 h 2219326"/>
                <a:gd name="connsiteX4" fmla="*/ 626268 w 1252537"/>
                <a:gd name="connsiteY4" fmla="*/ 0 h 2219326"/>
                <a:gd name="connsiteX5" fmla="*/ 628652 w 1252537"/>
                <a:gd name="connsiteY5" fmla="*/ 0 h 2219326"/>
                <a:gd name="connsiteX6" fmla="*/ 628652 w 1252537"/>
                <a:gd name="connsiteY6" fmla="*/ 426 h 2219326"/>
                <a:gd name="connsiteX7" fmla="*/ 752483 w 1252537"/>
                <a:gd name="connsiteY7" fmla="*/ 22545 h 2219326"/>
                <a:gd name="connsiteX8" fmla="*/ 1252537 w 1252537"/>
                <a:gd name="connsiteY8" fmla="*/ 1109663 h 2219326"/>
                <a:gd name="connsiteX9" fmla="*/ 752483 w 1252537"/>
                <a:gd name="connsiteY9" fmla="*/ 2196782 h 2219326"/>
                <a:gd name="connsiteX10" fmla="*/ 628652 w 1252537"/>
                <a:gd name="connsiteY10" fmla="*/ 2218900 h 2219326"/>
                <a:gd name="connsiteX11" fmla="*/ 628652 w 1252537"/>
                <a:gd name="connsiteY11" fmla="*/ 2219325 h 2219326"/>
                <a:gd name="connsiteX12" fmla="*/ 626274 w 1252537"/>
                <a:gd name="connsiteY12" fmla="*/ 2219325 h 2219326"/>
                <a:gd name="connsiteX13" fmla="*/ 626268 w 1252537"/>
                <a:gd name="connsiteY13" fmla="*/ 2219326 h 2219326"/>
                <a:gd name="connsiteX14" fmla="*/ 626263 w 1252537"/>
                <a:gd name="connsiteY14" fmla="*/ 2219325 h 2219326"/>
                <a:gd name="connsiteX15" fmla="*/ 2417 w 1252537"/>
                <a:gd name="connsiteY15" fmla="*/ 2219325 h 2219326"/>
                <a:gd name="connsiteX16" fmla="*/ 66416 w 1252537"/>
                <a:gd name="connsiteY16" fmla="*/ 2213599 h 2219326"/>
                <a:gd name="connsiteX17" fmla="*/ 628652 w 1252537"/>
                <a:gd name="connsiteY17" fmla="*/ 1109665 h 2219326"/>
                <a:gd name="connsiteX18" fmla="*/ 2383 w 1252537"/>
                <a:gd name="connsiteY18" fmla="*/ 2 h 2219326"/>
                <a:gd name="connsiteX19" fmla="*/ 0 w 1252537"/>
                <a:gd name="connsiteY19" fmla="*/ 215 h 2219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52537" h="2219326">
                  <a:moveTo>
                    <a:pt x="0" y="2219115"/>
                  </a:moveTo>
                  <a:lnTo>
                    <a:pt x="2350" y="2219325"/>
                  </a:lnTo>
                  <a:lnTo>
                    <a:pt x="0" y="2219325"/>
                  </a:lnTo>
                  <a:close/>
                  <a:moveTo>
                    <a:pt x="0" y="0"/>
                  </a:moveTo>
                  <a:lnTo>
                    <a:pt x="626268" y="0"/>
                  </a:lnTo>
                  <a:lnTo>
                    <a:pt x="628652" y="0"/>
                  </a:lnTo>
                  <a:lnTo>
                    <a:pt x="628652" y="426"/>
                  </a:lnTo>
                  <a:lnTo>
                    <a:pt x="752483" y="22545"/>
                  </a:lnTo>
                  <a:cubicBezTo>
                    <a:pt x="1037864" y="126016"/>
                    <a:pt x="1252537" y="573419"/>
                    <a:pt x="1252537" y="1109663"/>
                  </a:cubicBezTo>
                  <a:cubicBezTo>
                    <a:pt x="1252537" y="1645907"/>
                    <a:pt x="1037864" y="2093310"/>
                    <a:pt x="752483" y="2196782"/>
                  </a:cubicBezTo>
                  <a:lnTo>
                    <a:pt x="628652" y="2218900"/>
                  </a:lnTo>
                  <a:lnTo>
                    <a:pt x="628652" y="2219325"/>
                  </a:lnTo>
                  <a:lnTo>
                    <a:pt x="626274" y="2219325"/>
                  </a:lnTo>
                  <a:lnTo>
                    <a:pt x="626268" y="2219326"/>
                  </a:lnTo>
                  <a:lnTo>
                    <a:pt x="626263" y="2219325"/>
                  </a:lnTo>
                  <a:lnTo>
                    <a:pt x="2417" y="2219325"/>
                  </a:lnTo>
                  <a:lnTo>
                    <a:pt x="66416" y="2213599"/>
                  </a:lnTo>
                  <a:cubicBezTo>
                    <a:pt x="382216" y="2156773"/>
                    <a:pt x="628652" y="1684212"/>
                    <a:pt x="628652" y="1109665"/>
                  </a:cubicBezTo>
                  <a:cubicBezTo>
                    <a:pt x="628652" y="496815"/>
                    <a:pt x="348262" y="2"/>
                    <a:pt x="2383" y="2"/>
                  </a:cubicBezTo>
                  <a:lnTo>
                    <a:pt x="0" y="215"/>
                  </a:lnTo>
                  <a:close/>
                </a:path>
              </a:pathLst>
            </a:custGeom>
            <a:solidFill>
              <a:srgbClr val="7F7F7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7E6D89E-E8D9-4021-B166-124FA4A3C0FC}"/>
                </a:ext>
              </a:extLst>
            </p:cNvPr>
            <p:cNvSpPr/>
            <p:nvPr/>
          </p:nvSpPr>
          <p:spPr>
            <a:xfrm>
              <a:off x="3546028" y="3334948"/>
              <a:ext cx="275752" cy="461933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52">
              <a:extLst>
                <a:ext uri="{FF2B5EF4-FFF2-40B4-BE49-F238E27FC236}">
                  <a16:creationId xmlns:a16="http://schemas.microsoft.com/office/drawing/2014/main" id="{7C2CC3DB-16EA-45B2-9035-3F8844F6AD96}"/>
                </a:ext>
              </a:extLst>
            </p:cNvPr>
            <p:cNvSpPr/>
            <p:nvPr/>
          </p:nvSpPr>
          <p:spPr>
            <a:xfrm>
              <a:off x="8033122" y="3309458"/>
              <a:ext cx="612850" cy="461933"/>
            </a:xfrm>
            <a:custGeom>
              <a:avLst/>
              <a:gdLst>
                <a:gd name="connsiteX0" fmla="*/ 1365 w 1009230"/>
                <a:gd name="connsiteY0" fmla="*/ 0 h 279444"/>
                <a:gd name="connsiteX1" fmla="*/ 925822 w 1009230"/>
                <a:gd name="connsiteY1" fmla="*/ 0 h 279444"/>
                <a:gd name="connsiteX2" fmla="*/ 1009230 w 1009230"/>
                <a:gd name="connsiteY2" fmla="*/ 139722 h 279444"/>
                <a:gd name="connsiteX3" fmla="*/ 925822 w 1009230"/>
                <a:gd name="connsiteY3" fmla="*/ 279444 h 279444"/>
                <a:gd name="connsiteX4" fmla="*/ 0 w 1009230"/>
                <a:gd name="connsiteY4" fmla="*/ 279444 h 279444"/>
                <a:gd name="connsiteX5" fmla="*/ 7640 w 1009230"/>
                <a:gd name="connsiteY5" fmla="*/ 126013 h 27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9230" h="279444">
                  <a:moveTo>
                    <a:pt x="1365" y="0"/>
                  </a:moveTo>
                  <a:lnTo>
                    <a:pt x="925822" y="0"/>
                  </a:lnTo>
                  <a:cubicBezTo>
                    <a:pt x="971887" y="0"/>
                    <a:pt x="1009230" y="62556"/>
                    <a:pt x="1009230" y="139722"/>
                  </a:cubicBezTo>
                  <a:cubicBezTo>
                    <a:pt x="1009230" y="216888"/>
                    <a:pt x="971887" y="279444"/>
                    <a:pt x="925822" y="279444"/>
                  </a:cubicBezTo>
                  <a:lnTo>
                    <a:pt x="0" y="279444"/>
                  </a:lnTo>
                  <a:lnTo>
                    <a:pt x="7640" y="126013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1223DD2-B739-49C4-8A02-5BFED9C80200}"/>
                </a:ext>
              </a:extLst>
            </p:cNvPr>
            <p:cNvSpPr/>
            <p:nvPr/>
          </p:nvSpPr>
          <p:spPr>
            <a:xfrm>
              <a:off x="5375708" y="2520489"/>
              <a:ext cx="1191882" cy="2111851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25">
              <a:extLst>
                <a:ext uri="{FF2B5EF4-FFF2-40B4-BE49-F238E27FC236}">
                  <a16:creationId xmlns:a16="http://schemas.microsoft.com/office/drawing/2014/main" id="{BFFE4F2D-69C3-409A-BE32-22F97ABFEDB1}"/>
                </a:ext>
              </a:extLst>
            </p:cNvPr>
            <p:cNvSpPr/>
            <p:nvPr/>
          </p:nvSpPr>
          <p:spPr>
            <a:xfrm>
              <a:off x="6340664" y="2955555"/>
              <a:ext cx="228685" cy="1241723"/>
            </a:xfrm>
            <a:custGeom>
              <a:avLst/>
              <a:gdLst>
                <a:gd name="connsiteX0" fmla="*/ 164118 w 320845"/>
                <a:gd name="connsiteY0" fmla="*/ 0 h 1742139"/>
                <a:gd name="connsiteX1" fmla="*/ 178425 w 320845"/>
                <a:gd name="connsiteY1" fmla="*/ 33988 h 1742139"/>
                <a:gd name="connsiteX2" fmla="*/ 320845 w 320845"/>
                <a:gd name="connsiteY2" fmla="*/ 862289 h 1742139"/>
                <a:gd name="connsiteX3" fmla="*/ 178425 w 320845"/>
                <a:gd name="connsiteY3" fmla="*/ 1690591 h 1742139"/>
                <a:gd name="connsiteX4" fmla="*/ 156727 w 320845"/>
                <a:gd name="connsiteY4" fmla="*/ 1742139 h 1742139"/>
                <a:gd name="connsiteX5" fmla="*/ 142420 w 320845"/>
                <a:gd name="connsiteY5" fmla="*/ 1708150 h 1742139"/>
                <a:gd name="connsiteX6" fmla="*/ 0 w 320845"/>
                <a:gd name="connsiteY6" fmla="*/ 879849 h 1742139"/>
                <a:gd name="connsiteX7" fmla="*/ 142420 w 320845"/>
                <a:gd name="connsiteY7" fmla="*/ 51548 h 1742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0845" h="1742139">
                  <a:moveTo>
                    <a:pt x="164118" y="0"/>
                  </a:moveTo>
                  <a:lnTo>
                    <a:pt x="178425" y="33988"/>
                  </a:lnTo>
                  <a:cubicBezTo>
                    <a:pt x="268342" y="270431"/>
                    <a:pt x="320845" y="555468"/>
                    <a:pt x="320845" y="862289"/>
                  </a:cubicBezTo>
                  <a:cubicBezTo>
                    <a:pt x="320845" y="1169111"/>
                    <a:pt x="268342" y="1454147"/>
                    <a:pt x="178425" y="1690591"/>
                  </a:cubicBezTo>
                  <a:lnTo>
                    <a:pt x="156727" y="1742139"/>
                  </a:lnTo>
                  <a:lnTo>
                    <a:pt x="142420" y="1708150"/>
                  </a:lnTo>
                  <a:cubicBezTo>
                    <a:pt x="52504" y="1471707"/>
                    <a:pt x="0" y="1186671"/>
                    <a:pt x="0" y="879849"/>
                  </a:cubicBezTo>
                  <a:cubicBezTo>
                    <a:pt x="0" y="573028"/>
                    <a:pt x="52504" y="287991"/>
                    <a:pt x="142420" y="51548"/>
                  </a:cubicBezTo>
                  <a:close/>
                </a:path>
              </a:pathLst>
            </a:custGeom>
            <a:solidFill>
              <a:srgbClr val="E6E6E6"/>
            </a:solidFill>
            <a:ln w="0">
              <a:solidFill>
                <a:srgbClr val="E6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47">
              <a:extLst>
                <a:ext uri="{FF2B5EF4-FFF2-40B4-BE49-F238E27FC236}">
                  <a16:creationId xmlns:a16="http://schemas.microsoft.com/office/drawing/2014/main" id="{01789505-9931-4F43-A384-0A5E66BFD508}"/>
                </a:ext>
              </a:extLst>
            </p:cNvPr>
            <p:cNvSpPr/>
            <p:nvPr/>
          </p:nvSpPr>
          <p:spPr>
            <a:xfrm>
              <a:off x="3681774" y="3333659"/>
              <a:ext cx="2882695" cy="461933"/>
            </a:xfrm>
            <a:custGeom>
              <a:avLst/>
              <a:gdLst>
                <a:gd name="connsiteX0" fmla="*/ 0 w 1743873"/>
                <a:gd name="connsiteY0" fmla="*/ 0 h 279444"/>
                <a:gd name="connsiteX1" fmla="*/ 1733110 w 1743873"/>
                <a:gd name="connsiteY1" fmla="*/ 0 h 279444"/>
                <a:gd name="connsiteX2" fmla="*/ 1739719 w 1743873"/>
                <a:gd name="connsiteY2" fmla="*/ 50811 h 279444"/>
                <a:gd name="connsiteX3" fmla="*/ 1743873 w 1743873"/>
                <a:gd name="connsiteY3" fmla="*/ 148090 h 279444"/>
                <a:gd name="connsiteX4" fmla="*/ 1739719 w 1743873"/>
                <a:gd name="connsiteY4" fmla="*/ 245370 h 279444"/>
                <a:gd name="connsiteX5" fmla="*/ 1735287 w 1743873"/>
                <a:gd name="connsiteY5" fmla="*/ 279444 h 279444"/>
                <a:gd name="connsiteX6" fmla="*/ 0 w 1743873"/>
                <a:gd name="connsiteY6" fmla="*/ 279444 h 279444"/>
                <a:gd name="connsiteX7" fmla="*/ 0 w 1743873"/>
                <a:gd name="connsiteY7" fmla="*/ 278806 h 279444"/>
                <a:gd name="connsiteX8" fmla="*/ 30579 w 1743873"/>
                <a:gd name="connsiteY8" fmla="*/ 268464 h 279444"/>
                <a:gd name="connsiteX9" fmla="*/ 81521 w 1743873"/>
                <a:gd name="connsiteY9" fmla="*/ 139722 h 279444"/>
                <a:gd name="connsiteX10" fmla="*/ 30579 w 1743873"/>
                <a:gd name="connsiteY10" fmla="*/ 10980 h 279444"/>
                <a:gd name="connsiteX11" fmla="*/ 0 w 1743873"/>
                <a:gd name="connsiteY11" fmla="*/ 638 h 27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3873" h="279444">
                  <a:moveTo>
                    <a:pt x="0" y="0"/>
                  </a:moveTo>
                  <a:lnTo>
                    <a:pt x="1733110" y="0"/>
                  </a:lnTo>
                  <a:lnTo>
                    <a:pt x="1739719" y="50811"/>
                  </a:lnTo>
                  <a:cubicBezTo>
                    <a:pt x="1742455" y="82530"/>
                    <a:pt x="1743873" y="115016"/>
                    <a:pt x="1743873" y="148090"/>
                  </a:cubicBezTo>
                  <a:cubicBezTo>
                    <a:pt x="1743873" y="181164"/>
                    <a:pt x="1742455" y="213651"/>
                    <a:pt x="1739719" y="245370"/>
                  </a:cubicBezTo>
                  <a:lnTo>
                    <a:pt x="1735287" y="279444"/>
                  </a:lnTo>
                  <a:lnTo>
                    <a:pt x="0" y="279444"/>
                  </a:lnTo>
                  <a:lnTo>
                    <a:pt x="0" y="278806"/>
                  </a:lnTo>
                  <a:lnTo>
                    <a:pt x="30579" y="268464"/>
                  </a:lnTo>
                  <a:cubicBezTo>
                    <a:pt x="60516" y="247253"/>
                    <a:pt x="81521" y="197597"/>
                    <a:pt x="81521" y="139722"/>
                  </a:cubicBezTo>
                  <a:cubicBezTo>
                    <a:pt x="81521" y="81848"/>
                    <a:pt x="60516" y="32191"/>
                    <a:pt x="30579" y="10980"/>
                  </a:cubicBezTo>
                  <a:lnTo>
                    <a:pt x="0" y="638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4" name="箭头: 左 1">
            <a:extLst>
              <a:ext uri="{FF2B5EF4-FFF2-40B4-BE49-F238E27FC236}">
                <a16:creationId xmlns:a16="http://schemas.microsoft.com/office/drawing/2014/main" id="{89BE1A45-72DF-4873-9EAB-5EE1DA5856CD}"/>
              </a:ext>
            </a:extLst>
          </p:cNvPr>
          <p:cNvSpPr/>
          <p:nvPr/>
        </p:nvSpPr>
        <p:spPr>
          <a:xfrm>
            <a:off x="4705612" y="3449447"/>
            <a:ext cx="556093" cy="199382"/>
          </a:xfrm>
          <a:prstGeom prst="leftArrow">
            <a:avLst/>
          </a:prstGeom>
          <a:solidFill>
            <a:schemeClr val="accent1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7161553" y="3082625"/>
            <a:ext cx="287854" cy="940063"/>
            <a:chOff x="7161553" y="3082625"/>
            <a:chExt cx="287854" cy="940063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D6F014CE-508F-44E8-9628-8C81EB4AA5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9407" y="3082625"/>
              <a:ext cx="0" cy="590278"/>
            </a:xfrm>
            <a:prstGeom prst="straightConnector1">
              <a:avLst/>
            </a:prstGeom>
            <a:ln w="19050">
              <a:solidFill>
                <a:srgbClr val="8457A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9C8C838-16AD-4912-B806-60723B973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2764" y="3090786"/>
              <a:ext cx="0" cy="590278"/>
            </a:xfrm>
            <a:prstGeom prst="straightConnector1">
              <a:avLst/>
            </a:prstGeom>
            <a:ln w="19050">
              <a:solidFill>
                <a:srgbClr val="8457A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0F047F86-4D10-43BD-82F6-1DB04779DB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1553" y="3090786"/>
              <a:ext cx="0" cy="590278"/>
            </a:xfrm>
            <a:prstGeom prst="straightConnector1">
              <a:avLst/>
            </a:prstGeom>
            <a:ln w="19050">
              <a:solidFill>
                <a:srgbClr val="8457A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E7CACE5-00D0-4D27-935E-EA9B2B440ABC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53" y="3795086"/>
              <a:ext cx="0" cy="227602"/>
            </a:xfrm>
            <a:prstGeom prst="line">
              <a:avLst/>
            </a:prstGeom>
            <a:ln w="19050">
              <a:solidFill>
                <a:srgbClr val="8457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407899F2-C120-4D65-B570-D8EBF8494A9E}"/>
                </a:ext>
              </a:extLst>
            </p:cNvPr>
            <p:cNvCxnSpPr>
              <a:cxnSpLocks/>
            </p:cNvCxnSpPr>
            <p:nvPr/>
          </p:nvCxnSpPr>
          <p:spPr>
            <a:xfrm>
              <a:off x="7302764" y="3795086"/>
              <a:ext cx="0" cy="227602"/>
            </a:xfrm>
            <a:prstGeom prst="line">
              <a:avLst/>
            </a:prstGeom>
            <a:ln w="19050">
              <a:solidFill>
                <a:srgbClr val="8457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8577DE5-4BCC-4A11-8EFF-12E4DE82C267}"/>
                </a:ext>
              </a:extLst>
            </p:cNvPr>
            <p:cNvCxnSpPr>
              <a:cxnSpLocks/>
            </p:cNvCxnSpPr>
            <p:nvPr/>
          </p:nvCxnSpPr>
          <p:spPr>
            <a:xfrm>
              <a:off x="7449407" y="3795086"/>
              <a:ext cx="0" cy="227602"/>
            </a:xfrm>
            <a:prstGeom prst="line">
              <a:avLst/>
            </a:prstGeom>
            <a:ln w="19050">
              <a:solidFill>
                <a:srgbClr val="8457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6574987" y="3567827"/>
            <a:ext cx="1460987" cy="227765"/>
            <a:chOff x="6574987" y="3567827"/>
            <a:chExt cx="1460987" cy="227765"/>
          </a:xfrm>
        </p:grpSpPr>
        <p:sp>
          <p:nvSpPr>
            <p:cNvPr id="15" name="平行四边形 8">
              <a:extLst>
                <a:ext uri="{FF2B5EF4-FFF2-40B4-BE49-F238E27FC236}">
                  <a16:creationId xmlns:a16="http://schemas.microsoft.com/office/drawing/2014/main" id="{24ECDB2F-3ACE-4668-AEB6-2BB6D941CD8D}"/>
                </a:ext>
              </a:extLst>
            </p:cNvPr>
            <p:cNvSpPr/>
            <p:nvPr/>
          </p:nvSpPr>
          <p:spPr>
            <a:xfrm>
              <a:off x="6574987" y="3567827"/>
              <a:ext cx="1460987" cy="227765"/>
            </a:xfrm>
            <a:custGeom>
              <a:avLst/>
              <a:gdLst>
                <a:gd name="connsiteX0" fmla="*/ 0 w 1416065"/>
                <a:gd name="connsiteY0" fmla="*/ 694746 h 694746"/>
                <a:gd name="connsiteX1" fmla="*/ 173687 w 1416065"/>
                <a:gd name="connsiteY1" fmla="*/ 0 h 694746"/>
                <a:gd name="connsiteX2" fmla="*/ 1416065 w 1416065"/>
                <a:gd name="connsiteY2" fmla="*/ 0 h 694746"/>
                <a:gd name="connsiteX3" fmla="*/ 1242379 w 1416065"/>
                <a:gd name="connsiteY3" fmla="*/ 694746 h 694746"/>
                <a:gd name="connsiteX4" fmla="*/ 0 w 1416065"/>
                <a:gd name="connsiteY4" fmla="*/ 694746 h 694746"/>
                <a:gd name="connsiteX0" fmla="*/ 651813 w 2067878"/>
                <a:gd name="connsiteY0" fmla="*/ 694746 h 694746"/>
                <a:gd name="connsiteX1" fmla="*/ 0 w 2067878"/>
                <a:gd name="connsiteY1" fmla="*/ 50800 h 694746"/>
                <a:gd name="connsiteX2" fmla="*/ 2067878 w 2067878"/>
                <a:gd name="connsiteY2" fmla="*/ 0 h 694746"/>
                <a:gd name="connsiteX3" fmla="*/ 1894192 w 2067878"/>
                <a:gd name="connsiteY3" fmla="*/ 694746 h 694746"/>
                <a:gd name="connsiteX4" fmla="*/ 651813 w 2067878"/>
                <a:gd name="connsiteY4" fmla="*/ 694746 h 694746"/>
                <a:gd name="connsiteX0" fmla="*/ 651813 w 1894192"/>
                <a:gd name="connsiteY0" fmla="*/ 656646 h 656646"/>
                <a:gd name="connsiteX1" fmla="*/ 0 w 1894192"/>
                <a:gd name="connsiteY1" fmla="*/ 12700 h 656646"/>
                <a:gd name="connsiteX2" fmla="*/ 1356678 w 1894192"/>
                <a:gd name="connsiteY2" fmla="*/ 0 h 656646"/>
                <a:gd name="connsiteX3" fmla="*/ 1894192 w 1894192"/>
                <a:gd name="connsiteY3" fmla="*/ 656646 h 656646"/>
                <a:gd name="connsiteX4" fmla="*/ 651813 w 1894192"/>
                <a:gd name="connsiteY4" fmla="*/ 656646 h 656646"/>
                <a:gd name="connsiteX0" fmla="*/ 651813 w 2084692"/>
                <a:gd name="connsiteY0" fmla="*/ 656646 h 694746"/>
                <a:gd name="connsiteX1" fmla="*/ 0 w 2084692"/>
                <a:gd name="connsiteY1" fmla="*/ 12700 h 694746"/>
                <a:gd name="connsiteX2" fmla="*/ 1356678 w 2084692"/>
                <a:gd name="connsiteY2" fmla="*/ 0 h 694746"/>
                <a:gd name="connsiteX3" fmla="*/ 2084692 w 2084692"/>
                <a:gd name="connsiteY3" fmla="*/ 694746 h 694746"/>
                <a:gd name="connsiteX4" fmla="*/ 651813 w 2084692"/>
                <a:gd name="connsiteY4" fmla="*/ 656646 h 694746"/>
                <a:gd name="connsiteX0" fmla="*/ 651813 w 2097392"/>
                <a:gd name="connsiteY0" fmla="*/ 656646 h 656646"/>
                <a:gd name="connsiteX1" fmla="*/ 0 w 2097392"/>
                <a:gd name="connsiteY1" fmla="*/ 12700 h 656646"/>
                <a:gd name="connsiteX2" fmla="*/ 1356678 w 2097392"/>
                <a:gd name="connsiteY2" fmla="*/ 0 h 656646"/>
                <a:gd name="connsiteX3" fmla="*/ 2097392 w 2097392"/>
                <a:gd name="connsiteY3" fmla="*/ 656646 h 656646"/>
                <a:gd name="connsiteX4" fmla="*/ 651813 w 2097392"/>
                <a:gd name="connsiteY4" fmla="*/ 656646 h 656646"/>
                <a:gd name="connsiteX0" fmla="*/ 651813 w 2081517"/>
                <a:gd name="connsiteY0" fmla="*/ 656646 h 656646"/>
                <a:gd name="connsiteX1" fmla="*/ 0 w 2081517"/>
                <a:gd name="connsiteY1" fmla="*/ 12700 h 656646"/>
                <a:gd name="connsiteX2" fmla="*/ 1356678 w 2081517"/>
                <a:gd name="connsiteY2" fmla="*/ 0 h 656646"/>
                <a:gd name="connsiteX3" fmla="*/ 2081517 w 2081517"/>
                <a:gd name="connsiteY3" fmla="*/ 643946 h 656646"/>
                <a:gd name="connsiteX4" fmla="*/ 651813 w 2081517"/>
                <a:gd name="connsiteY4" fmla="*/ 656646 h 656646"/>
                <a:gd name="connsiteX0" fmla="*/ 651813 w 2081517"/>
                <a:gd name="connsiteY0" fmla="*/ 656646 h 656646"/>
                <a:gd name="connsiteX1" fmla="*/ 0 w 2081517"/>
                <a:gd name="connsiteY1" fmla="*/ 12700 h 656646"/>
                <a:gd name="connsiteX2" fmla="*/ 1356678 w 2081517"/>
                <a:gd name="connsiteY2" fmla="*/ 0 h 656646"/>
                <a:gd name="connsiteX3" fmla="*/ 2081517 w 2081517"/>
                <a:gd name="connsiteY3" fmla="*/ 653471 h 656646"/>
                <a:gd name="connsiteX4" fmla="*/ 651813 w 2081517"/>
                <a:gd name="connsiteY4" fmla="*/ 656646 h 656646"/>
                <a:gd name="connsiteX0" fmla="*/ 629588 w 2081517"/>
                <a:gd name="connsiteY0" fmla="*/ 656646 h 656646"/>
                <a:gd name="connsiteX1" fmla="*/ 0 w 2081517"/>
                <a:gd name="connsiteY1" fmla="*/ 12700 h 656646"/>
                <a:gd name="connsiteX2" fmla="*/ 1356678 w 2081517"/>
                <a:gd name="connsiteY2" fmla="*/ 0 h 656646"/>
                <a:gd name="connsiteX3" fmla="*/ 2081517 w 2081517"/>
                <a:gd name="connsiteY3" fmla="*/ 653471 h 656646"/>
                <a:gd name="connsiteX4" fmla="*/ 629588 w 2081517"/>
                <a:gd name="connsiteY4" fmla="*/ 656646 h 656646"/>
                <a:gd name="connsiteX0" fmla="*/ 629588 w 2081517"/>
                <a:gd name="connsiteY0" fmla="*/ 650296 h 650296"/>
                <a:gd name="connsiteX1" fmla="*/ 0 w 2081517"/>
                <a:gd name="connsiteY1" fmla="*/ 6350 h 650296"/>
                <a:gd name="connsiteX2" fmla="*/ 1343978 w 2081517"/>
                <a:gd name="connsiteY2" fmla="*/ 0 h 650296"/>
                <a:gd name="connsiteX3" fmla="*/ 2081517 w 2081517"/>
                <a:gd name="connsiteY3" fmla="*/ 647121 h 650296"/>
                <a:gd name="connsiteX4" fmla="*/ 629588 w 2081517"/>
                <a:gd name="connsiteY4" fmla="*/ 650296 h 650296"/>
                <a:gd name="connsiteX0" fmla="*/ 607363 w 2059292"/>
                <a:gd name="connsiteY0" fmla="*/ 650296 h 650296"/>
                <a:gd name="connsiteX1" fmla="*/ 0 w 2059292"/>
                <a:gd name="connsiteY1" fmla="*/ 12810 h 650296"/>
                <a:gd name="connsiteX2" fmla="*/ 1321753 w 2059292"/>
                <a:gd name="connsiteY2" fmla="*/ 0 h 650296"/>
                <a:gd name="connsiteX3" fmla="*/ 2059292 w 2059292"/>
                <a:gd name="connsiteY3" fmla="*/ 647121 h 650296"/>
                <a:gd name="connsiteX4" fmla="*/ 607363 w 2059292"/>
                <a:gd name="connsiteY4" fmla="*/ 650296 h 650296"/>
                <a:gd name="connsiteX0" fmla="*/ 597838 w 2049767"/>
                <a:gd name="connsiteY0" fmla="*/ 650296 h 650296"/>
                <a:gd name="connsiteX1" fmla="*/ 0 w 2049767"/>
                <a:gd name="connsiteY1" fmla="*/ 12810 h 650296"/>
                <a:gd name="connsiteX2" fmla="*/ 1312228 w 2049767"/>
                <a:gd name="connsiteY2" fmla="*/ 0 h 650296"/>
                <a:gd name="connsiteX3" fmla="*/ 2049767 w 2049767"/>
                <a:gd name="connsiteY3" fmla="*/ 647121 h 650296"/>
                <a:gd name="connsiteX4" fmla="*/ 597838 w 2049767"/>
                <a:gd name="connsiteY4" fmla="*/ 650296 h 650296"/>
                <a:gd name="connsiteX0" fmla="*/ 597838 w 2049767"/>
                <a:gd name="connsiteY0" fmla="*/ 650296 h 650296"/>
                <a:gd name="connsiteX1" fmla="*/ 0 w 2049767"/>
                <a:gd name="connsiteY1" fmla="*/ 12810 h 650296"/>
                <a:gd name="connsiteX2" fmla="*/ 1324928 w 2049767"/>
                <a:gd name="connsiteY2" fmla="*/ 0 h 650296"/>
                <a:gd name="connsiteX3" fmla="*/ 2049767 w 2049767"/>
                <a:gd name="connsiteY3" fmla="*/ 647121 h 650296"/>
                <a:gd name="connsiteX4" fmla="*/ 597838 w 2049767"/>
                <a:gd name="connsiteY4" fmla="*/ 650296 h 650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9767" h="650296">
                  <a:moveTo>
                    <a:pt x="597838" y="650296"/>
                  </a:moveTo>
                  <a:lnTo>
                    <a:pt x="0" y="12810"/>
                  </a:lnTo>
                  <a:lnTo>
                    <a:pt x="1324928" y="0"/>
                  </a:lnTo>
                  <a:lnTo>
                    <a:pt x="2049767" y="647121"/>
                  </a:lnTo>
                  <a:lnTo>
                    <a:pt x="597838" y="650296"/>
                  </a:lnTo>
                  <a:close/>
                </a:path>
              </a:pathLst>
            </a:custGeom>
            <a:solidFill>
              <a:srgbClr val="FF0000">
                <a:alpha val="37000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E0F2B55-C565-459A-AC95-FB7DA9030E9A}"/>
                </a:ext>
              </a:extLst>
            </p:cNvPr>
            <p:cNvSpPr/>
            <p:nvPr/>
          </p:nvSpPr>
          <p:spPr>
            <a:xfrm>
              <a:off x="6984487" y="3611953"/>
              <a:ext cx="612850" cy="119859"/>
            </a:xfrm>
            <a:prstGeom prst="ellipse">
              <a:avLst/>
            </a:prstGeom>
            <a:noFill/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AF69F98C-A69F-4765-B6EF-908203249FC0}"/>
                </a:ext>
              </a:extLst>
            </p:cNvPr>
            <p:cNvCxnSpPr/>
            <p:nvPr/>
          </p:nvCxnSpPr>
          <p:spPr>
            <a:xfrm>
              <a:off x="7255241" y="3731812"/>
              <a:ext cx="475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3949338" y="1706042"/>
            <a:ext cx="1790491" cy="3696604"/>
            <a:chOff x="3949338" y="1706042"/>
            <a:chExt cx="1790491" cy="3696604"/>
          </a:xfrm>
        </p:grpSpPr>
        <p:sp>
          <p:nvSpPr>
            <p:cNvPr id="3" name="任意多边形 96">
              <a:extLst>
                <a:ext uri="{FF2B5EF4-FFF2-40B4-BE49-F238E27FC236}">
                  <a16:creationId xmlns:a16="http://schemas.microsoft.com/office/drawing/2014/main" id="{B33C79C2-4074-4DD9-89B1-953ABA186707}"/>
                </a:ext>
              </a:extLst>
            </p:cNvPr>
            <p:cNvSpPr/>
            <p:nvPr/>
          </p:nvSpPr>
          <p:spPr>
            <a:xfrm rot="10800000" flipH="1">
              <a:off x="3949338" y="1706042"/>
              <a:ext cx="896635" cy="3696041"/>
            </a:xfrm>
            <a:custGeom>
              <a:avLst/>
              <a:gdLst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59929 w 459929"/>
                <a:gd name="connsiteY0" fmla="*/ 0 h 1712118"/>
                <a:gd name="connsiteX1" fmla="*/ 140842 w 459929"/>
                <a:gd name="connsiteY1" fmla="*/ 235743 h 1712118"/>
                <a:gd name="connsiteX2" fmla="*/ 348 w 459929"/>
                <a:gd name="connsiteY2" fmla="*/ 785812 h 1712118"/>
                <a:gd name="connsiteX3" fmla="*/ 124173 w 459929"/>
                <a:gd name="connsiteY3" fmla="*/ 1445418 h 1712118"/>
                <a:gd name="connsiteX4" fmla="*/ 457548 w 45992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0799 w 460799"/>
                <a:gd name="connsiteY0" fmla="*/ 0 h 1712118"/>
                <a:gd name="connsiteX1" fmla="*/ 141712 w 460799"/>
                <a:gd name="connsiteY1" fmla="*/ 235743 h 1712118"/>
                <a:gd name="connsiteX2" fmla="*/ 1218 w 460799"/>
                <a:gd name="connsiteY2" fmla="*/ 785812 h 1712118"/>
                <a:gd name="connsiteX3" fmla="*/ 125043 w 460799"/>
                <a:gd name="connsiteY3" fmla="*/ 1445418 h 1712118"/>
                <a:gd name="connsiteX4" fmla="*/ 458418 w 460799"/>
                <a:gd name="connsiteY4" fmla="*/ 1712118 h 1712118"/>
                <a:gd name="connsiteX0" fmla="*/ 459625 w 459625"/>
                <a:gd name="connsiteY0" fmla="*/ 0 h 1712118"/>
                <a:gd name="connsiteX1" fmla="*/ 140538 w 459625"/>
                <a:gd name="connsiteY1" fmla="*/ 235743 h 1712118"/>
                <a:gd name="connsiteX2" fmla="*/ 44 w 459625"/>
                <a:gd name="connsiteY2" fmla="*/ 785812 h 1712118"/>
                <a:gd name="connsiteX3" fmla="*/ 123869 w 459625"/>
                <a:gd name="connsiteY3" fmla="*/ 1445418 h 1712118"/>
                <a:gd name="connsiteX4" fmla="*/ 457244 w 459625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60083 w 460083"/>
                <a:gd name="connsiteY0" fmla="*/ 0 h 1712118"/>
                <a:gd name="connsiteX1" fmla="*/ 140996 w 460083"/>
                <a:gd name="connsiteY1" fmla="*/ 235743 h 1712118"/>
                <a:gd name="connsiteX2" fmla="*/ 502 w 460083"/>
                <a:gd name="connsiteY2" fmla="*/ 785812 h 1712118"/>
                <a:gd name="connsiteX3" fmla="*/ 124327 w 460083"/>
                <a:gd name="connsiteY3" fmla="*/ 1445418 h 1712118"/>
                <a:gd name="connsiteX4" fmla="*/ 457702 w 460083"/>
                <a:gd name="connsiteY4" fmla="*/ 1712118 h 171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083" h="1712118">
                  <a:moveTo>
                    <a:pt x="460083" y="0"/>
                  </a:moveTo>
                  <a:cubicBezTo>
                    <a:pt x="298357" y="7144"/>
                    <a:pt x="217593" y="104774"/>
                    <a:pt x="140996" y="235743"/>
                  </a:cubicBezTo>
                  <a:cubicBezTo>
                    <a:pt x="64399" y="366712"/>
                    <a:pt x="24711" y="538954"/>
                    <a:pt x="502" y="785812"/>
                  </a:cubicBezTo>
                  <a:cubicBezTo>
                    <a:pt x="-7039" y="1151732"/>
                    <a:pt x="71940" y="1310084"/>
                    <a:pt x="124327" y="1445418"/>
                  </a:cubicBezTo>
                  <a:cubicBezTo>
                    <a:pt x="176714" y="1580752"/>
                    <a:pt x="307683" y="1710729"/>
                    <a:pt x="457702" y="1712118"/>
                  </a:cubicBezTo>
                </a:path>
              </a:pathLst>
            </a:cu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 97">
              <a:extLst>
                <a:ext uri="{FF2B5EF4-FFF2-40B4-BE49-F238E27FC236}">
                  <a16:creationId xmlns:a16="http://schemas.microsoft.com/office/drawing/2014/main" id="{5BFEA52D-828D-4C80-80FA-D7F781416032}"/>
                </a:ext>
              </a:extLst>
            </p:cNvPr>
            <p:cNvSpPr/>
            <p:nvPr/>
          </p:nvSpPr>
          <p:spPr>
            <a:xfrm rot="10800000" flipH="1">
              <a:off x="4236494" y="2333566"/>
              <a:ext cx="612734" cy="2525767"/>
            </a:xfrm>
            <a:custGeom>
              <a:avLst/>
              <a:gdLst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59929 w 459929"/>
                <a:gd name="connsiteY0" fmla="*/ 0 h 1712118"/>
                <a:gd name="connsiteX1" fmla="*/ 140842 w 459929"/>
                <a:gd name="connsiteY1" fmla="*/ 235743 h 1712118"/>
                <a:gd name="connsiteX2" fmla="*/ 348 w 459929"/>
                <a:gd name="connsiteY2" fmla="*/ 785812 h 1712118"/>
                <a:gd name="connsiteX3" fmla="*/ 124173 w 459929"/>
                <a:gd name="connsiteY3" fmla="*/ 1445418 h 1712118"/>
                <a:gd name="connsiteX4" fmla="*/ 457548 w 45992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0799 w 460799"/>
                <a:gd name="connsiteY0" fmla="*/ 0 h 1712118"/>
                <a:gd name="connsiteX1" fmla="*/ 141712 w 460799"/>
                <a:gd name="connsiteY1" fmla="*/ 235743 h 1712118"/>
                <a:gd name="connsiteX2" fmla="*/ 1218 w 460799"/>
                <a:gd name="connsiteY2" fmla="*/ 785812 h 1712118"/>
                <a:gd name="connsiteX3" fmla="*/ 125043 w 460799"/>
                <a:gd name="connsiteY3" fmla="*/ 1445418 h 1712118"/>
                <a:gd name="connsiteX4" fmla="*/ 458418 w 460799"/>
                <a:gd name="connsiteY4" fmla="*/ 1712118 h 1712118"/>
                <a:gd name="connsiteX0" fmla="*/ 459625 w 459625"/>
                <a:gd name="connsiteY0" fmla="*/ 0 h 1712118"/>
                <a:gd name="connsiteX1" fmla="*/ 140538 w 459625"/>
                <a:gd name="connsiteY1" fmla="*/ 235743 h 1712118"/>
                <a:gd name="connsiteX2" fmla="*/ 44 w 459625"/>
                <a:gd name="connsiteY2" fmla="*/ 785812 h 1712118"/>
                <a:gd name="connsiteX3" fmla="*/ 123869 w 459625"/>
                <a:gd name="connsiteY3" fmla="*/ 1445418 h 1712118"/>
                <a:gd name="connsiteX4" fmla="*/ 457244 w 459625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60083 w 460083"/>
                <a:gd name="connsiteY0" fmla="*/ 0 h 1712118"/>
                <a:gd name="connsiteX1" fmla="*/ 140996 w 460083"/>
                <a:gd name="connsiteY1" fmla="*/ 235743 h 1712118"/>
                <a:gd name="connsiteX2" fmla="*/ 502 w 460083"/>
                <a:gd name="connsiteY2" fmla="*/ 785812 h 1712118"/>
                <a:gd name="connsiteX3" fmla="*/ 124327 w 460083"/>
                <a:gd name="connsiteY3" fmla="*/ 1445418 h 1712118"/>
                <a:gd name="connsiteX4" fmla="*/ 457702 w 460083"/>
                <a:gd name="connsiteY4" fmla="*/ 1712118 h 171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083" h="1712118">
                  <a:moveTo>
                    <a:pt x="460083" y="0"/>
                  </a:moveTo>
                  <a:cubicBezTo>
                    <a:pt x="298357" y="7144"/>
                    <a:pt x="217593" y="104774"/>
                    <a:pt x="140996" y="235743"/>
                  </a:cubicBezTo>
                  <a:cubicBezTo>
                    <a:pt x="64399" y="366712"/>
                    <a:pt x="24711" y="538954"/>
                    <a:pt x="502" y="785812"/>
                  </a:cubicBezTo>
                  <a:cubicBezTo>
                    <a:pt x="-7039" y="1151732"/>
                    <a:pt x="71940" y="1310084"/>
                    <a:pt x="124327" y="1445418"/>
                  </a:cubicBezTo>
                  <a:cubicBezTo>
                    <a:pt x="176714" y="1580752"/>
                    <a:pt x="307683" y="1710729"/>
                    <a:pt x="457702" y="1712118"/>
                  </a:cubicBezTo>
                </a:path>
              </a:pathLst>
            </a:cu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 98">
              <a:extLst>
                <a:ext uri="{FF2B5EF4-FFF2-40B4-BE49-F238E27FC236}">
                  <a16:creationId xmlns:a16="http://schemas.microsoft.com/office/drawing/2014/main" id="{B38EB417-BDDF-4CD9-87AD-31362ED06081}"/>
                </a:ext>
              </a:extLst>
            </p:cNvPr>
            <p:cNvSpPr/>
            <p:nvPr/>
          </p:nvSpPr>
          <p:spPr>
            <a:xfrm rot="10800000" flipH="1">
              <a:off x="4517088" y="2917502"/>
              <a:ext cx="327111" cy="1348394"/>
            </a:xfrm>
            <a:custGeom>
              <a:avLst/>
              <a:gdLst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59929 w 459929"/>
                <a:gd name="connsiteY0" fmla="*/ 0 h 1712118"/>
                <a:gd name="connsiteX1" fmla="*/ 140842 w 459929"/>
                <a:gd name="connsiteY1" fmla="*/ 235743 h 1712118"/>
                <a:gd name="connsiteX2" fmla="*/ 348 w 459929"/>
                <a:gd name="connsiteY2" fmla="*/ 785812 h 1712118"/>
                <a:gd name="connsiteX3" fmla="*/ 124173 w 459929"/>
                <a:gd name="connsiteY3" fmla="*/ 1445418 h 1712118"/>
                <a:gd name="connsiteX4" fmla="*/ 457548 w 45992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0799 w 460799"/>
                <a:gd name="connsiteY0" fmla="*/ 0 h 1712118"/>
                <a:gd name="connsiteX1" fmla="*/ 141712 w 460799"/>
                <a:gd name="connsiteY1" fmla="*/ 235743 h 1712118"/>
                <a:gd name="connsiteX2" fmla="*/ 1218 w 460799"/>
                <a:gd name="connsiteY2" fmla="*/ 785812 h 1712118"/>
                <a:gd name="connsiteX3" fmla="*/ 125043 w 460799"/>
                <a:gd name="connsiteY3" fmla="*/ 1445418 h 1712118"/>
                <a:gd name="connsiteX4" fmla="*/ 458418 w 460799"/>
                <a:gd name="connsiteY4" fmla="*/ 1712118 h 1712118"/>
                <a:gd name="connsiteX0" fmla="*/ 459625 w 459625"/>
                <a:gd name="connsiteY0" fmla="*/ 0 h 1712118"/>
                <a:gd name="connsiteX1" fmla="*/ 140538 w 459625"/>
                <a:gd name="connsiteY1" fmla="*/ 235743 h 1712118"/>
                <a:gd name="connsiteX2" fmla="*/ 44 w 459625"/>
                <a:gd name="connsiteY2" fmla="*/ 785812 h 1712118"/>
                <a:gd name="connsiteX3" fmla="*/ 123869 w 459625"/>
                <a:gd name="connsiteY3" fmla="*/ 1445418 h 1712118"/>
                <a:gd name="connsiteX4" fmla="*/ 457244 w 459625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60083 w 460083"/>
                <a:gd name="connsiteY0" fmla="*/ 0 h 1712118"/>
                <a:gd name="connsiteX1" fmla="*/ 140996 w 460083"/>
                <a:gd name="connsiteY1" fmla="*/ 235743 h 1712118"/>
                <a:gd name="connsiteX2" fmla="*/ 502 w 460083"/>
                <a:gd name="connsiteY2" fmla="*/ 785812 h 1712118"/>
                <a:gd name="connsiteX3" fmla="*/ 124327 w 460083"/>
                <a:gd name="connsiteY3" fmla="*/ 1445418 h 1712118"/>
                <a:gd name="connsiteX4" fmla="*/ 457702 w 460083"/>
                <a:gd name="connsiteY4" fmla="*/ 1712118 h 171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083" h="1712118">
                  <a:moveTo>
                    <a:pt x="460083" y="0"/>
                  </a:moveTo>
                  <a:cubicBezTo>
                    <a:pt x="298357" y="7144"/>
                    <a:pt x="217593" y="104774"/>
                    <a:pt x="140996" y="235743"/>
                  </a:cubicBezTo>
                  <a:cubicBezTo>
                    <a:pt x="64399" y="366712"/>
                    <a:pt x="24711" y="538954"/>
                    <a:pt x="502" y="785812"/>
                  </a:cubicBezTo>
                  <a:cubicBezTo>
                    <a:pt x="-7039" y="1151732"/>
                    <a:pt x="71940" y="1310084"/>
                    <a:pt x="124327" y="1445418"/>
                  </a:cubicBezTo>
                  <a:cubicBezTo>
                    <a:pt x="176714" y="1580752"/>
                    <a:pt x="307683" y="1710729"/>
                    <a:pt x="457702" y="1712118"/>
                  </a:cubicBezTo>
                </a:path>
              </a:pathLst>
            </a:cu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5">
              <a:extLst>
                <a:ext uri="{FF2B5EF4-FFF2-40B4-BE49-F238E27FC236}">
                  <a16:creationId xmlns:a16="http://schemas.microsoft.com/office/drawing/2014/main" id="{957D32D4-0BDC-4EFB-83BC-BD7999CCA5F9}"/>
                </a:ext>
              </a:extLst>
            </p:cNvPr>
            <p:cNvSpPr/>
            <p:nvPr/>
          </p:nvSpPr>
          <p:spPr>
            <a:xfrm flipH="1">
              <a:off x="4843194" y="1706605"/>
              <a:ext cx="896635" cy="3696041"/>
            </a:xfrm>
            <a:custGeom>
              <a:avLst/>
              <a:gdLst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59929 w 459929"/>
                <a:gd name="connsiteY0" fmla="*/ 0 h 1712118"/>
                <a:gd name="connsiteX1" fmla="*/ 140842 w 459929"/>
                <a:gd name="connsiteY1" fmla="*/ 235743 h 1712118"/>
                <a:gd name="connsiteX2" fmla="*/ 348 w 459929"/>
                <a:gd name="connsiteY2" fmla="*/ 785812 h 1712118"/>
                <a:gd name="connsiteX3" fmla="*/ 124173 w 459929"/>
                <a:gd name="connsiteY3" fmla="*/ 1445418 h 1712118"/>
                <a:gd name="connsiteX4" fmla="*/ 457548 w 45992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0799 w 460799"/>
                <a:gd name="connsiteY0" fmla="*/ 0 h 1712118"/>
                <a:gd name="connsiteX1" fmla="*/ 141712 w 460799"/>
                <a:gd name="connsiteY1" fmla="*/ 235743 h 1712118"/>
                <a:gd name="connsiteX2" fmla="*/ 1218 w 460799"/>
                <a:gd name="connsiteY2" fmla="*/ 785812 h 1712118"/>
                <a:gd name="connsiteX3" fmla="*/ 125043 w 460799"/>
                <a:gd name="connsiteY3" fmla="*/ 1445418 h 1712118"/>
                <a:gd name="connsiteX4" fmla="*/ 458418 w 460799"/>
                <a:gd name="connsiteY4" fmla="*/ 1712118 h 1712118"/>
                <a:gd name="connsiteX0" fmla="*/ 459625 w 459625"/>
                <a:gd name="connsiteY0" fmla="*/ 0 h 1712118"/>
                <a:gd name="connsiteX1" fmla="*/ 140538 w 459625"/>
                <a:gd name="connsiteY1" fmla="*/ 235743 h 1712118"/>
                <a:gd name="connsiteX2" fmla="*/ 44 w 459625"/>
                <a:gd name="connsiteY2" fmla="*/ 785812 h 1712118"/>
                <a:gd name="connsiteX3" fmla="*/ 123869 w 459625"/>
                <a:gd name="connsiteY3" fmla="*/ 1445418 h 1712118"/>
                <a:gd name="connsiteX4" fmla="*/ 457244 w 459625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60083 w 460083"/>
                <a:gd name="connsiteY0" fmla="*/ 0 h 1712118"/>
                <a:gd name="connsiteX1" fmla="*/ 140996 w 460083"/>
                <a:gd name="connsiteY1" fmla="*/ 235743 h 1712118"/>
                <a:gd name="connsiteX2" fmla="*/ 502 w 460083"/>
                <a:gd name="connsiteY2" fmla="*/ 785812 h 1712118"/>
                <a:gd name="connsiteX3" fmla="*/ 124327 w 460083"/>
                <a:gd name="connsiteY3" fmla="*/ 1445418 h 1712118"/>
                <a:gd name="connsiteX4" fmla="*/ 457702 w 460083"/>
                <a:gd name="connsiteY4" fmla="*/ 1712118 h 171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083" h="1712118">
                  <a:moveTo>
                    <a:pt x="460083" y="0"/>
                  </a:moveTo>
                  <a:cubicBezTo>
                    <a:pt x="298357" y="7144"/>
                    <a:pt x="217593" y="104774"/>
                    <a:pt x="140996" y="235743"/>
                  </a:cubicBezTo>
                  <a:cubicBezTo>
                    <a:pt x="64399" y="366712"/>
                    <a:pt x="24711" y="538954"/>
                    <a:pt x="502" y="785812"/>
                  </a:cubicBezTo>
                  <a:cubicBezTo>
                    <a:pt x="-7039" y="1151732"/>
                    <a:pt x="71940" y="1310084"/>
                    <a:pt x="124327" y="1445418"/>
                  </a:cubicBezTo>
                  <a:cubicBezTo>
                    <a:pt x="176714" y="1580752"/>
                    <a:pt x="307683" y="1710729"/>
                    <a:pt x="457702" y="1712118"/>
                  </a:cubicBezTo>
                </a:path>
              </a:pathLst>
            </a:cu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92">
              <a:extLst>
                <a:ext uri="{FF2B5EF4-FFF2-40B4-BE49-F238E27FC236}">
                  <a16:creationId xmlns:a16="http://schemas.microsoft.com/office/drawing/2014/main" id="{5E738339-5797-4BD4-B99C-342A49BBF784}"/>
                </a:ext>
              </a:extLst>
            </p:cNvPr>
            <p:cNvSpPr/>
            <p:nvPr/>
          </p:nvSpPr>
          <p:spPr>
            <a:xfrm flipH="1">
              <a:off x="4839939" y="2324750"/>
              <a:ext cx="612734" cy="2525767"/>
            </a:xfrm>
            <a:custGeom>
              <a:avLst/>
              <a:gdLst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59929 w 459929"/>
                <a:gd name="connsiteY0" fmla="*/ 0 h 1712118"/>
                <a:gd name="connsiteX1" fmla="*/ 140842 w 459929"/>
                <a:gd name="connsiteY1" fmla="*/ 235743 h 1712118"/>
                <a:gd name="connsiteX2" fmla="*/ 348 w 459929"/>
                <a:gd name="connsiteY2" fmla="*/ 785812 h 1712118"/>
                <a:gd name="connsiteX3" fmla="*/ 124173 w 459929"/>
                <a:gd name="connsiteY3" fmla="*/ 1445418 h 1712118"/>
                <a:gd name="connsiteX4" fmla="*/ 457548 w 45992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0799 w 460799"/>
                <a:gd name="connsiteY0" fmla="*/ 0 h 1712118"/>
                <a:gd name="connsiteX1" fmla="*/ 141712 w 460799"/>
                <a:gd name="connsiteY1" fmla="*/ 235743 h 1712118"/>
                <a:gd name="connsiteX2" fmla="*/ 1218 w 460799"/>
                <a:gd name="connsiteY2" fmla="*/ 785812 h 1712118"/>
                <a:gd name="connsiteX3" fmla="*/ 125043 w 460799"/>
                <a:gd name="connsiteY3" fmla="*/ 1445418 h 1712118"/>
                <a:gd name="connsiteX4" fmla="*/ 458418 w 460799"/>
                <a:gd name="connsiteY4" fmla="*/ 1712118 h 1712118"/>
                <a:gd name="connsiteX0" fmla="*/ 459625 w 459625"/>
                <a:gd name="connsiteY0" fmla="*/ 0 h 1712118"/>
                <a:gd name="connsiteX1" fmla="*/ 140538 w 459625"/>
                <a:gd name="connsiteY1" fmla="*/ 235743 h 1712118"/>
                <a:gd name="connsiteX2" fmla="*/ 44 w 459625"/>
                <a:gd name="connsiteY2" fmla="*/ 785812 h 1712118"/>
                <a:gd name="connsiteX3" fmla="*/ 123869 w 459625"/>
                <a:gd name="connsiteY3" fmla="*/ 1445418 h 1712118"/>
                <a:gd name="connsiteX4" fmla="*/ 457244 w 459625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60083 w 460083"/>
                <a:gd name="connsiteY0" fmla="*/ 0 h 1712118"/>
                <a:gd name="connsiteX1" fmla="*/ 140996 w 460083"/>
                <a:gd name="connsiteY1" fmla="*/ 235743 h 1712118"/>
                <a:gd name="connsiteX2" fmla="*/ 502 w 460083"/>
                <a:gd name="connsiteY2" fmla="*/ 785812 h 1712118"/>
                <a:gd name="connsiteX3" fmla="*/ 124327 w 460083"/>
                <a:gd name="connsiteY3" fmla="*/ 1445418 h 1712118"/>
                <a:gd name="connsiteX4" fmla="*/ 457702 w 460083"/>
                <a:gd name="connsiteY4" fmla="*/ 1712118 h 171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083" h="1712118">
                  <a:moveTo>
                    <a:pt x="460083" y="0"/>
                  </a:moveTo>
                  <a:cubicBezTo>
                    <a:pt x="298357" y="7144"/>
                    <a:pt x="217593" y="104774"/>
                    <a:pt x="140996" y="235743"/>
                  </a:cubicBezTo>
                  <a:cubicBezTo>
                    <a:pt x="64399" y="366712"/>
                    <a:pt x="24711" y="538954"/>
                    <a:pt x="502" y="785812"/>
                  </a:cubicBezTo>
                  <a:cubicBezTo>
                    <a:pt x="-7039" y="1151732"/>
                    <a:pt x="71940" y="1310084"/>
                    <a:pt x="124327" y="1445418"/>
                  </a:cubicBezTo>
                  <a:cubicBezTo>
                    <a:pt x="176714" y="1580752"/>
                    <a:pt x="307683" y="1710729"/>
                    <a:pt x="457702" y="1712118"/>
                  </a:cubicBezTo>
                </a:path>
              </a:pathLst>
            </a:cu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95">
              <a:extLst>
                <a:ext uri="{FF2B5EF4-FFF2-40B4-BE49-F238E27FC236}">
                  <a16:creationId xmlns:a16="http://schemas.microsoft.com/office/drawing/2014/main" id="{AC3A1F2A-6ED4-4D96-957A-F103E97F334F}"/>
                </a:ext>
              </a:extLst>
            </p:cNvPr>
            <p:cNvSpPr/>
            <p:nvPr/>
          </p:nvSpPr>
          <p:spPr>
            <a:xfrm flipH="1">
              <a:off x="4844967" y="2911332"/>
              <a:ext cx="327111" cy="1348394"/>
            </a:xfrm>
            <a:custGeom>
              <a:avLst/>
              <a:gdLst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59690 w 459690"/>
                <a:gd name="connsiteY0" fmla="*/ 0 h 1712118"/>
                <a:gd name="connsiteX1" fmla="*/ 140603 w 459690"/>
                <a:gd name="connsiteY1" fmla="*/ 235743 h 1712118"/>
                <a:gd name="connsiteX2" fmla="*/ 109 w 459690"/>
                <a:gd name="connsiteY2" fmla="*/ 785812 h 1712118"/>
                <a:gd name="connsiteX3" fmla="*/ 123934 w 459690"/>
                <a:gd name="connsiteY3" fmla="*/ 1445418 h 1712118"/>
                <a:gd name="connsiteX4" fmla="*/ 457309 w 459690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59929 w 459929"/>
                <a:gd name="connsiteY0" fmla="*/ 0 h 1712118"/>
                <a:gd name="connsiteX1" fmla="*/ 140842 w 459929"/>
                <a:gd name="connsiteY1" fmla="*/ 235743 h 1712118"/>
                <a:gd name="connsiteX2" fmla="*/ 348 w 459929"/>
                <a:gd name="connsiteY2" fmla="*/ 785812 h 1712118"/>
                <a:gd name="connsiteX3" fmla="*/ 124173 w 459929"/>
                <a:gd name="connsiteY3" fmla="*/ 1445418 h 1712118"/>
                <a:gd name="connsiteX4" fmla="*/ 457548 w 45992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1189 w 461189"/>
                <a:gd name="connsiteY0" fmla="*/ 0 h 1712118"/>
                <a:gd name="connsiteX1" fmla="*/ 142102 w 461189"/>
                <a:gd name="connsiteY1" fmla="*/ 235743 h 1712118"/>
                <a:gd name="connsiteX2" fmla="*/ 1608 w 461189"/>
                <a:gd name="connsiteY2" fmla="*/ 785812 h 1712118"/>
                <a:gd name="connsiteX3" fmla="*/ 125433 w 461189"/>
                <a:gd name="connsiteY3" fmla="*/ 1445418 h 1712118"/>
                <a:gd name="connsiteX4" fmla="*/ 458808 w 461189"/>
                <a:gd name="connsiteY4" fmla="*/ 1712118 h 1712118"/>
                <a:gd name="connsiteX0" fmla="*/ 460799 w 460799"/>
                <a:gd name="connsiteY0" fmla="*/ 0 h 1712118"/>
                <a:gd name="connsiteX1" fmla="*/ 141712 w 460799"/>
                <a:gd name="connsiteY1" fmla="*/ 235743 h 1712118"/>
                <a:gd name="connsiteX2" fmla="*/ 1218 w 460799"/>
                <a:gd name="connsiteY2" fmla="*/ 785812 h 1712118"/>
                <a:gd name="connsiteX3" fmla="*/ 125043 w 460799"/>
                <a:gd name="connsiteY3" fmla="*/ 1445418 h 1712118"/>
                <a:gd name="connsiteX4" fmla="*/ 458418 w 460799"/>
                <a:gd name="connsiteY4" fmla="*/ 1712118 h 1712118"/>
                <a:gd name="connsiteX0" fmla="*/ 459625 w 459625"/>
                <a:gd name="connsiteY0" fmla="*/ 0 h 1712118"/>
                <a:gd name="connsiteX1" fmla="*/ 140538 w 459625"/>
                <a:gd name="connsiteY1" fmla="*/ 235743 h 1712118"/>
                <a:gd name="connsiteX2" fmla="*/ 44 w 459625"/>
                <a:gd name="connsiteY2" fmla="*/ 785812 h 1712118"/>
                <a:gd name="connsiteX3" fmla="*/ 123869 w 459625"/>
                <a:gd name="connsiteY3" fmla="*/ 1445418 h 1712118"/>
                <a:gd name="connsiteX4" fmla="*/ 457244 w 459625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59656 w 459656"/>
                <a:gd name="connsiteY0" fmla="*/ 0 h 1712118"/>
                <a:gd name="connsiteX1" fmla="*/ 140569 w 459656"/>
                <a:gd name="connsiteY1" fmla="*/ 235743 h 1712118"/>
                <a:gd name="connsiteX2" fmla="*/ 75 w 459656"/>
                <a:gd name="connsiteY2" fmla="*/ 785812 h 1712118"/>
                <a:gd name="connsiteX3" fmla="*/ 123900 w 459656"/>
                <a:gd name="connsiteY3" fmla="*/ 1445418 h 1712118"/>
                <a:gd name="connsiteX4" fmla="*/ 457275 w 459656"/>
                <a:gd name="connsiteY4" fmla="*/ 1712118 h 1712118"/>
                <a:gd name="connsiteX0" fmla="*/ 460083 w 460083"/>
                <a:gd name="connsiteY0" fmla="*/ 0 h 1712118"/>
                <a:gd name="connsiteX1" fmla="*/ 140996 w 460083"/>
                <a:gd name="connsiteY1" fmla="*/ 235743 h 1712118"/>
                <a:gd name="connsiteX2" fmla="*/ 502 w 460083"/>
                <a:gd name="connsiteY2" fmla="*/ 785812 h 1712118"/>
                <a:gd name="connsiteX3" fmla="*/ 124327 w 460083"/>
                <a:gd name="connsiteY3" fmla="*/ 1445418 h 1712118"/>
                <a:gd name="connsiteX4" fmla="*/ 457702 w 460083"/>
                <a:gd name="connsiteY4" fmla="*/ 1712118 h 171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083" h="1712118">
                  <a:moveTo>
                    <a:pt x="460083" y="0"/>
                  </a:moveTo>
                  <a:cubicBezTo>
                    <a:pt x="298357" y="7144"/>
                    <a:pt x="217593" y="104774"/>
                    <a:pt x="140996" y="235743"/>
                  </a:cubicBezTo>
                  <a:cubicBezTo>
                    <a:pt x="64399" y="366712"/>
                    <a:pt x="24711" y="538954"/>
                    <a:pt x="502" y="785812"/>
                  </a:cubicBezTo>
                  <a:cubicBezTo>
                    <a:pt x="-7039" y="1151732"/>
                    <a:pt x="71940" y="1310084"/>
                    <a:pt x="124327" y="1445418"/>
                  </a:cubicBezTo>
                  <a:cubicBezTo>
                    <a:pt x="176714" y="1580752"/>
                    <a:pt x="307683" y="1710729"/>
                    <a:pt x="457702" y="1712118"/>
                  </a:cubicBezTo>
                </a:path>
              </a:pathLst>
            </a:cu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9077458" y="2459504"/>
            <a:ext cx="738664" cy="193899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涡流损耗</a:t>
            </a:r>
          </a:p>
        </p:txBody>
      </p:sp>
    </p:spTree>
    <p:extLst>
      <p:ext uri="{BB962C8B-B14F-4D97-AF65-F5344CB8AC3E}">
        <p14:creationId xmlns:p14="http://schemas.microsoft.com/office/powerpoint/2010/main" val="2076161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49"/>
    </mc:Choice>
    <mc:Fallback>
      <p:transition spd="slow" advTm="86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磁珠的工作原理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2BC005B-FBAC-4165-8D8B-16D4AC706ED9}"/>
              </a:ext>
            </a:extLst>
          </p:cNvPr>
          <p:cNvGrpSpPr/>
          <p:nvPr/>
        </p:nvGrpSpPr>
        <p:grpSpPr>
          <a:xfrm>
            <a:off x="3546028" y="1706042"/>
            <a:ext cx="6270094" cy="3696604"/>
            <a:chOff x="3546028" y="1706042"/>
            <a:chExt cx="6270094" cy="3696604"/>
          </a:xfrm>
        </p:grpSpPr>
        <p:grpSp>
          <p:nvGrpSpPr>
            <p:cNvPr id="31" name="组合 30"/>
            <p:cNvGrpSpPr/>
            <p:nvPr/>
          </p:nvGrpSpPr>
          <p:grpSpPr>
            <a:xfrm>
              <a:off x="3546028" y="1706349"/>
              <a:ext cx="5099944" cy="3668640"/>
              <a:chOff x="3546028" y="1706349"/>
              <a:chExt cx="5099944" cy="3668640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D4F1F7D-FE72-40F0-AD8B-3A252D6A6A33}"/>
                  </a:ext>
                </a:extLst>
              </p:cNvPr>
              <p:cNvSpPr/>
              <p:nvPr/>
            </p:nvSpPr>
            <p:spPr>
              <a:xfrm>
                <a:off x="4936460" y="1706349"/>
                <a:ext cx="2070498" cy="3668639"/>
              </a:xfrm>
              <a:prstGeom prst="ellipse">
                <a:avLst/>
              </a:prstGeom>
              <a:solidFill>
                <a:srgbClr val="AFABAB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任意多边形 33">
                <a:extLst>
                  <a:ext uri="{FF2B5EF4-FFF2-40B4-BE49-F238E27FC236}">
                    <a16:creationId xmlns:a16="http://schemas.microsoft.com/office/drawing/2014/main" id="{3BD68C1E-1481-4E17-BC38-9386191AC183}"/>
                  </a:ext>
                </a:extLst>
              </p:cNvPr>
              <p:cNvSpPr/>
              <p:nvPr/>
            </p:nvSpPr>
            <p:spPr>
              <a:xfrm>
                <a:off x="5971710" y="1706349"/>
                <a:ext cx="2070498" cy="3668640"/>
              </a:xfrm>
              <a:custGeom>
                <a:avLst/>
                <a:gdLst>
                  <a:gd name="connsiteX0" fmla="*/ 0 w 1252537"/>
                  <a:gd name="connsiteY0" fmla="*/ 2219115 h 2219326"/>
                  <a:gd name="connsiteX1" fmla="*/ 2350 w 1252537"/>
                  <a:gd name="connsiteY1" fmla="*/ 2219325 h 2219326"/>
                  <a:gd name="connsiteX2" fmla="*/ 0 w 1252537"/>
                  <a:gd name="connsiteY2" fmla="*/ 2219325 h 2219326"/>
                  <a:gd name="connsiteX3" fmla="*/ 0 w 1252537"/>
                  <a:gd name="connsiteY3" fmla="*/ 0 h 2219326"/>
                  <a:gd name="connsiteX4" fmla="*/ 626268 w 1252537"/>
                  <a:gd name="connsiteY4" fmla="*/ 0 h 2219326"/>
                  <a:gd name="connsiteX5" fmla="*/ 628652 w 1252537"/>
                  <a:gd name="connsiteY5" fmla="*/ 0 h 2219326"/>
                  <a:gd name="connsiteX6" fmla="*/ 628652 w 1252537"/>
                  <a:gd name="connsiteY6" fmla="*/ 426 h 2219326"/>
                  <a:gd name="connsiteX7" fmla="*/ 752483 w 1252537"/>
                  <a:gd name="connsiteY7" fmla="*/ 22545 h 2219326"/>
                  <a:gd name="connsiteX8" fmla="*/ 1252537 w 1252537"/>
                  <a:gd name="connsiteY8" fmla="*/ 1109663 h 2219326"/>
                  <a:gd name="connsiteX9" fmla="*/ 752483 w 1252537"/>
                  <a:gd name="connsiteY9" fmla="*/ 2196782 h 2219326"/>
                  <a:gd name="connsiteX10" fmla="*/ 628652 w 1252537"/>
                  <a:gd name="connsiteY10" fmla="*/ 2218900 h 2219326"/>
                  <a:gd name="connsiteX11" fmla="*/ 628652 w 1252537"/>
                  <a:gd name="connsiteY11" fmla="*/ 2219325 h 2219326"/>
                  <a:gd name="connsiteX12" fmla="*/ 626274 w 1252537"/>
                  <a:gd name="connsiteY12" fmla="*/ 2219325 h 2219326"/>
                  <a:gd name="connsiteX13" fmla="*/ 626268 w 1252537"/>
                  <a:gd name="connsiteY13" fmla="*/ 2219326 h 2219326"/>
                  <a:gd name="connsiteX14" fmla="*/ 626263 w 1252537"/>
                  <a:gd name="connsiteY14" fmla="*/ 2219325 h 2219326"/>
                  <a:gd name="connsiteX15" fmla="*/ 2417 w 1252537"/>
                  <a:gd name="connsiteY15" fmla="*/ 2219325 h 2219326"/>
                  <a:gd name="connsiteX16" fmla="*/ 66416 w 1252537"/>
                  <a:gd name="connsiteY16" fmla="*/ 2213599 h 2219326"/>
                  <a:gd name="connsiteX17" fmla="*/ 628652 w 1252537"/>
                  <a:gd name="connsiteY17" fmla="*/ 1109665 h 2219326"/>
                  <a:gd name="connsiteX18" fmla="*/ 2383 w 1252537"/>
                  <a:gd name="connsiteY18" fmla="*/ 2 h 2219326"/>
                  <a:gd name="connsiteX19" fmla="*/ 0 w 1252537"/>
                  <a:gd name="connsiteY19" fmla="*/ 215 h 2219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252537" h="2219326">
                    <a:moveTo>
                      <a:pt x="0" y="2219115"/>
                    </a:moveTo>
                    <a:lnTo>
                      <a:pt x="2350" y="2219325"/>
                    </a:lnTo>
                    <a:lnTo>
                      <a:pt x="0" y="2219325"/>
                    </a:lnTo>
                    <a:close/>
                    <a:moveTo>
                      <a:pt x="0" y="0"/>
                    </a:moveTo>
                    <a:lnTo>
                      <a:pt x="626268" y="0"/>
                    </a:lnTo>
                    <a:lnTo>
                      <a:pt x="628652" y="0"/>
                    </a:lnTo>
                    <a:lnTo>
                      <a:pt x="628652" y="426"/>
                    </a:lnTo>
                    <a:lnTo>
                      <a:pt x="752483" y="22545"/>
                    </a:lnTo>
                    <a:cubicBezTo>
                      <a:pt x="1037864" y="126016"/>
                      <a:pt x="1252537" y="573419"/>
                      <a:pt x="1252537" y="1109663"/>
                    </a:cubicBezTo>
                    <a:cubicBezTo>
                      <a:pt x="1252537" y="1645907"/>
                      <a:pt x="1037864" y="2093310"/>
                      <a:pt x="752483" y="2196782"/>
                    </a:cubicBezTo>
                    <a:lnTo>
                      <a:pt x="628652" y="2218900"/>
                    </a:lnTo>
                    <a:lnTo>
                      <a:pt x="628652" y="2219325"/>
                    </a:lnTo>
                    <a:lnTo>
                      <a:pt x="626274" y="2219325"/>
                    </a:lnTo>
                    <a:lnTo>
                      <a:pt x="626268" y="2219326"/>
                    </a:lnTo>
                    <a:lnTo>
                      <a:pt x="626263" y="2219325"/>
                    </a:lnTo>
                    <a:lnTo>
                      <a:pt x="2417" y="2219325"/>
                    </a:lnTo>
                    <a:lnTo>
                      <a:pt x="66416" y="2213599"/>
                    </a:lnTo>
                    <a:cubicBezTo>
                      <a:pt x="382216" y="2156773"/>
                      <a:pt x="628652" y="1684212"/>
                      <a:pt x="628652" y="1109665"/>
                    </a:cubicBezTo>
                    <a:cubicBezTo>
                      <a:pt x="628652" y="496815"/>
                      <a:pt x="348262" y="2"/>
                      <a:pt x="2383" y="2"/>
                    </a:cubicBezTo>
                    <a:lnTo>
                      <a:pt x="0" y="215"/>
                    </a:lnTo>
                    <a:close/>
                  </a:path>
                </a:pathLst>
              </a:custGeom>
              <a:solidFill>
                <a:srgbClr val="7F7F7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37E6D89E-E8D9-4021-B166-124FA4A3C0FC}"/>
                  </a:ext>
                </a:extLst>
              </p:cNvPr>
              <p:cNvSpPr/>
              <p:nvPr/>
            </p:nvSpPr>
            <p:spPr>
              <a:xfrm>
                <a:off x="3546028" y="3334948"/>
                <a:ext cx="275752" cy="461933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任意多边形 52">
                <a:extLst>
                  <a:ext uri="{FF2B5EF4-FFF2-40B4-BE49-F238E27FC236}">
                    <a16:creationId xmlns:a16="http://schemas.microsoft.com/office/drawing/2014/main" id="{7C2CC3DB-16EA-45B2-9035-3F8844F6AD96}"/>
                  </a:ext>
                </a:extLst>
              </p:cNvPr>
              <p:cNvSpPr/>
              <p:nvPr/>
            </p:nvSpPr>
            <p:spPr>
              <a:xfrm>
                <a:off x="8033122" y="3309458"/>
                <a:ext cx="612850" cy="461933"/>
              </a:xfrm>
              <a:custGeom>
                <a:avLst/>
                <a:gdLst>
                  <a:gd name="connsiteX0" fmla="*/ 1365 w 1009230"/>
                  <a:gd name="connsiteY0" fmla="*/ 0 h 279444"/>
                  <a:gd name="connsiteX1" fmla="*/ 925822 w 1009230"/>
                  <a:gd name="connsiteY1" fmla="*/ 0 h 279444"/>
                  <a:gd name="connsiteX2" fmla="*/ 1009230 w 1009230"/>
                  <a:gd name="connsiteY2" fmla="*/ 139722 h 279444"/>
                  <a:gd name="connsiteX3" fmla="*/ 925822 w 1009230"/>
                  <a:gd name="connsiteY3" fmla="*/ 279444 h 279444"/>
                  <a:gd name="connsiteX4" fmla="*/ 0 w 1009230"/>
                  <a:gd name="connsiteY4" fmla="*/ 279444 h 279444"/>
                  <a:gd name="connsiteX5" fmla="*/ 7640 w 1009230"/>
                  <a:gd name="connsiteY5" fmla="*/ 126013 h 279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9230" h="279444">
                    <a:moveTo>
                      <a:pt x="1365" y="0"/>
                    </a:moveTo>
                    <a:lnTo>
                      <a:pt x="925822" y="0"/>
                    </a:lnTo>
                    <a:cubicBezTo>
                      <a:pt x="971887" y="0"/>
                      <a:pt x="1009230" y="62556"/>
                      <a:pt x="1009230" y="139722"/>
                    </a:cubicBezTo>
                    <a:cubicBezTo>
                      <a:pt x="1009230" y="216888"/>
                      <a:pt x="971887" y="279444"/>
                      <a:pt x="925822" y="279444"/>
                    </a:cubicBezTo>
                    <a:lnTo>
                      <a:pt x="0" y="279444"/>
                    </a:lnTo>
                    <a:lnTo>
                      <a:pt x="7640" y="126013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D1223DD2-B739-49C4-8A02-5BFED9C80200}"/>
                  </a:ext>
                </a:extLst>
              </p:cNvPr>
              <p:cNvSpPr/>
              <p:nvPr/>
            </p:nvSpPr>
            <p:spPr>
              <a:xfrm>
                <a:off x="5375708" y="2520489"/>
                <a:ext cx="1191882" cy="2111851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任意多边形: 形状 25">
                <a:extLst>
                  <a:ext uri="{FF2B5EF4-FFF2-40B4-BE49-F238E27FC236}">
                    <a16:creationId xmlns:a16="http://schemas.microsoft.com/office/drawing/2014/main" id="{BFFE4F2D-69C3-409A-BE32-22F97ABFEDB1}"/>
                  </a:ext>
                </a:extLst>
              </p:cNvPr>
              <p:cNvSpPr/>
              <p:nvPr/>
            </p:nvSpPr>
            <p:spPr>
              <a:xfrm>
                <a:off x="6340664" y="2955555"/>
                <a:ext cx="228685" cy="1241723"/>
              </a:xfrm>
              <a:custGeom>
                <a:avLst/>
                <a:gdLst>
                  <a:gd name="connsiteX0" fmla="*/ 164118 w 320845"/>
                  <a:gd name="connsiteY0" fmla="*/ 0 h 1742139"/>
                  <a:gd name="connsiteX1" fmla="*/ 178425 w 320845"/>
                  <a:gd name="connsiteY1" fmla="*/ 33988 h 1742139"/>
                  <a:gd name="connsiteX2" fmla="*/ 320845 w 320845"/>
                  <a:gd name="connsiteY2" fmla="*/ 862289 h 1742139"/>
                  <a:gd name="connsiteX3" fmla="*/ 178425 w 320845"/>
                  <a:gd name="connsiteY3" fmla="*/ 1690591 h 1742139"/>
                  <a:gd name="connsiteX4" fmla="*/ 156727 w 320845"/>
                  <a:gd name="connsiteY4" fmla="*/ 1742139 h 1742139"/>
                  <a:gd name="connsiteX5" fmla="*/ 142420 w 320845"/>
                  <a:gd name="connsiteY5" fmla="*/ 1708150 h 1742139"/>
                  <a:gd name="connsiteX6" fmla="*/ 0 w 320845"/>
                  <a:gd name="connsiteY6" fmla="*/ 879849 h 1742139"/>
                  <a:gd name="connsiteX7" fmla="*/ 142420 w 320845"/>
                  <a:gd name="connsiteY7" fmla="*/ 51548 h 1742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0845" h="1742139">
                    <a:moveTo>
                      <a:pt x="164118" y="0"/>
                    </a:moveTo>
                    <a:lnTo>
                      <a:pt x="178425" y="33988"/>
                    </a:lnTo>
                    <a:cubicBezTo>
                      <a:pt x="268342" y="270431"/>
                      <a:pt x="320845" y="555468"/>
                      <a:pt x="320845" y="862289"/>
                    </a:cubicBezTo>
                    <a:cubicBezTo>
                      <a:pt x="320845" y="1169111"/>
                      <a:pt x="268342" y="1454147"/>
                      <a:pt x="178425" y="1690591"/>
                    </a:cubicBezTo>
                    <a:lnTo>
                      <a:pt x="156727" y="1742139"/>
                    </a:lnTo>
                    <a:lnTo>
                      <a:pt x="142420" y="1708150"/>
                    </a:lnTo>
                    <a:cubicBezTo>
                      <a:pt x="52504" y="1471707"/>
                      <a:pt x="0" y="1186671"/>
                      <a:pt x="0" y="879849"/>
                    </a:cubicBezTo>
                    <a:cubicBezTo>
                      <a:pt x="0" y="573028"/>
                      <a:pt x="52504" y="287991"/>
                      <a:pt x="142420" y="51548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任意多边形 47">
                <a:extLst>
                  <a:ext uri="{FF2B5EF4-FFF2-40B4-BE49-F238E27FC236}">
                    <a16:creationId xmlns:a16="http://schemas.microsoft.com/office/drawing/2014/main" id="{01789505-9931-4F43-A384-0A5E66BFD508}"/>
                  </a:ext>
                </a:extLst>
              </p:cNvPr>
              <p:cNvSpPr/>
              <p:nvPr/>
            </p:nvSpPr>
            <p:spPr>
              <a:xfrm>
                <a:off x="3681774" y="3333659"/>
                <a:ext cx="2882695" cy="461933"/>
              </a:xfrm>
              <a:custGeom>
                <a:avLst/>
                <a:gdLst>
                  <a:gd name="connsiteX0" fmla="*/ 0 w 1743873"/>
                  <a:gd name="connsiteY0" fmla="*/ 0 h 279444"/>
                  <a:gd name="connsiteX1" fmla="*/ 1733110 w 1743873"/>
                  <a:gd name="connsiteY1" fmla="*/ 0 h 279444"/>
                  <a:gd name="connsiteX2" fmla="*/ 1739719 w 1743873"/>
                  <a:gd name="connsiteY2" fmla="*/ 50811 h 279444"/>
                  <a:gd name="connsiteX3" fmla="*/ 1743873 w 1743873"/>
                  <a:gd name="connsiteY3" fmla="*/ 148090 h 279444"/>
                  <a:gd name="connsiteX4" fmla="*/ 1739719 w 1743873"/>
                  <a:gd name="connsiteY4" fmla="*/ 245370 h 279444"/>
                  <a:gd name="connsiteX5" fmla="*/ 1735287 w 1743873"/>
                  <a:gd name="connsiteY5" fmla="*/ 279444 h 279444"/>
                  <a:gd name="connsiteX6" fmla="*/ 0 w 1743873"/>
                  <a:gd name="connsiteY6" fmla="*/ 279444 h 279444"/>
                  <a:gd name="connsiteX7" fmla="*/ 0 w 1743873"/>
                  <a:gd name="connsiteY7" fmla="*/ 278806 h 279444"/>
                  <a:gd name="connsiteX8" fmla="*/ 30579 w 1743873"/>
                  <a:gd name="connsiteY8" fmla="*/ 268464 h 279444"/>
                  <a:gd name="connsiteX9" fmla="*/ 81521 w 1743873"/>
                  <a:gd name="connsiteY9" fmla="*/ 139722 h 279444"/>
                  <a:gd name="connsiteX10" fmla="*/ 30579 w 1743873"/>
                  <a:gd name="connsiteY10" fmla="*/ 10980 h 279444"/>
                  <a:gd name="connsiteX11" fmla="*/ 0 w 1743873"/>
                  <a:gd name="connsiteY11" fmla="*/ 638 h 279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43873" h="279444">
                    <a:moveTo>
                      <a:pt x="0" y="0"/>
                    </a:moveTo>
                    <a:lnTo>
                      <a:pt x="1733110" y="0"/>
                    </a:lnTo>
                    <a:lnTo>
                      <a:pt x="1739719" y="50811"/>
                    </a:lnTo>
                    <a:cubicBezTo>
                      <a:pt x="1742455" y="82530"/>
                      <a:pt x="1743873" y="115016"/>
                      <a:pt x="1743873" y="148090"/>
                    </a:cubicBezTo>
                    <a:cubicBezTo>
                      <a:pt x="1743873" y="181164"/>
                      <a:pt x="1742455" y="213651"/>
                      <a:pt x="1739719" y="245370"/>
                    </a:cubicBezTo>
                    <a:lnTo>
                      <a:pt x="1735287" y="279444"/>
                    </a:lnTo>
                    <a:lnTo>
                      <a:pt x="0" y="279444"/>
                    </a:lnTo>
                    <a:lnTo>
                      <a:pt x="0" y="278806"/>
                    </a:lnTo>
                    <a:lnTo>
                      <a:pt x="30579" y="268464"/>
                    </a:lnTo>
                    <a:cubicBezTo>
                      <a:pt x="60516" y="247253"/>
                      <a:pt x="81521" y="197597"/>
                      <a:pt x="81521" y="139722"/>
                    </a:cubicBezTo>
                    <a:cubicBezTo>
                      <a:pt x="81521" y="81848"/>
                      <a:pt x="60516" y="32191"/>
                      <a:pt x="30579" y="10980"/>
                    </a:cubicBezTo>
                    <a:lnTo>
                      <a:pt x="0" y="638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箭头: 左 1">
              <a:extLst>
                <a:ext uri="{FF2B5EF4-FFF2-40B4-BE49-F238E27FC236}">
                  <a16:creationId xmlns:a16="http://schemas.microsoft.com/office/drawing/2014/main" id="{89BE1A45-72DF-4873-9EAB-5EE1DA5856CD}"/>
                </a:ext>
              </a:extLst>
            </p:cNvPr>
            <p:cNvSpPr/>
            <p:nvPr/>
          </p:nvSpPr>
          <p:spPr>
            <a:xfrm>
              <a:off x="4705612" y="3449447"/>
              <a:ext cx="556093" cy="199382"/>
            </a:xfrm>
            <a:prstGeom prst="leftArrow">
              <a:avLst/>
            </a:prstGeom>
            <a:solidFill>
              <a:schemeClr val="accent1"/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7161553" y="3082625"/>
              <a:ext cx="287854" cy="940063"/>
              <a:chOff x="7161553" y="3082625"/>
              <a:chExt cx="287854" cy="940063"/>
            </a:xfrm>
          </p:grpSpPr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D6F014CE-508F-44E8-9628-8C81EB4AA5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49407" y="3082625"/>
                <a:ext cx="0" cy="590278"/>
              </a:xfrm>
              <a:prstGeom prst="straightConnector1">
                <a:avLst/>
              </a:prstGeom>
              <a:ln w="19050">
                <a:solidFill>
                  <a:srgbClr val="8457A4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89C8C838-16AD-4912-B806-60723B973F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2764" y="3090786"/>
                <a:ext cx="0" cy="590278"/>
              </a:xfrm>
              <a:prstGeom prst="straightConnector1">
                <a:avLst/>
              </a:prstGeom>
              <a:ln w="19050">
                <a:solidFill>
                  <a:srgbClr val="8457A4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0F047F86-4D10-43BD-82F6-1DB04779DB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61553" y="3090786"/>
                <a:ext cx="0" cy="590278"/>
              </a:xfrm>
              <a:prstGeom prst="straightConnector1">
                <a:avLst/>
              </a:prstGeom>
              <a:ln w="19050">
                <a:solidFill>
                  <a:srgbClr val="8457A4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E7CACE5-00D0-4D27-935E-EA9B2B440A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1553" y="3795086"/>
                <a:ext cx="0" cy="227602"/>
              </a:xfrm>
              <a:prstGeom prst="line">
                <a:avLst/>
              </a:prstGeom>
              <a:ln w="19050">
                <a:solidFill>
                  <a:srgbClr val="8457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07899F2-C120-4D65-B570-D8EBF8494A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02764" y="3795086"/>
                <a:ext cx="0" cy="227602"/>
              </a:xfrm>
              <a:prstGeom prst="line">
                <a:avLst/>
              </a:prstGeom>
              <a:ln w="19050">
                <a:solidFill>
                  <a:srgbClr val="8457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78577DE5-4BCC-4A11-8EFF-12E4DE82C2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9407" y="3795086"/>
                <a:ext cx="0" cy="227602"/>
              </a:xfrm>
              <a:prstGeom prst="line">
                <a:avLst/>
              </a:prstGeom>
              <a:ln w="19050">
                <a:solidFill>
                  <a:srgbClr val="8457A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组合 33"/>
            <p:cNvGrpSpPr/>
            <p:nvPr/>
          </p:nvGrpSpPr>
          <p:grpSpPr>
            <a:xfrm>
              <a:off x="6574987" y="3567827"/>
              <a:ext cx="1460987" cy="227765"/>
              <a:chOff x="6574987" y="3567827"/>
              <a:chExt cx="1460987" cy="227765"/>
            </a:xfrm>
          </p:grpSpPr>
          <p:sp>
            <p:nvSpPr>
              <p:cNvPr id="15" name="平行四边形 8">
                <a:extLst>
                  <a:ext uri="{FF2B5EF4-FFF2-40B4-BE49-F238E27FC236}">
                    <a16:creationId xmlns:a16="http://schemas.microsoft.com/office/drawing/2014/main" id="{24ECDB2F-3ACE-4668-AEB6-2BB6D941CD8D}"/>
                  </a:ext>
                </a:extLst>
              </p:cNvPr>
              <p:cNvSpPr/>
              <p:nvPr/>
            </p:nvSpPr>
            <p:spPr>
              <a:xfrm>
                <a:off x="6574987" y="3567827"/>
                <a:ext cx="1460987" cy="227765"/>
              </a:xfrm>
              <a:custGeom>
                <a:avLst/>
                <a:gdLst>
                  <a:gd name="connsiteX0" fmla="*/ 0 w 1416065"/>
                  <a:gd name="connsiteY0" fmla="*/ 694746 h 694746"/>
                  <a:gd name="connsiteX1" fmla="*/ 173687 w 1416065"/>
                  <a:gd name="connsiteY1" fmla="*/ 0 h 694746"/>
                  <a:gd name="connsiteX2" fmla="*/ 1416065 w 1416065"/>
                  <a:gd name="connsiteY2" fmla="*/ 0 h 694746"/>
                  <a:gd name="connsiteX3" fmla="*/ 1242379 w 1416065"/>
                  <a:gd name="connsiteY3" fmla="*/ 694746 h 694746"/>
                  <a:gd name="connsiteX4" fmla="*/ 0 w 1416065"/>
                  <a:gd name="connsiteY4" fmla="*/ 694746 h 694746"/>
                  <a:gd name="connsiteX0" fmla="*/ 651813 w 2067878"/>
                  <a:gd name="connsiteY0" fmla="*/ 694746 h 694746"/>
                  <a:gd name="connsiteX1" fmla="*/ 0 w 2067878"/>
                  <a:gd name="connsiteY1" fmla="*/ 50800 h 694746"/>
                  <a:gd name="connsiteX2" fmla="*/ 2067878 w 2067878"/>
                  <a:gd name="connsiteY2" fmla="*/ 0 h 694746"/>
                  <a:gd name="connsiteX3" fmla="*/ 1894192 w 2067878"/>
                  <a:gd name="connsiteY3" fmla="*/ 694746 h 694746"/>
                  <a:gd name="connsiteX4" fmla="*/ 651813 w 2067878"/>
                  <a:gd name="connsiteY4" fmla="*/ 694746 h 694746"/>
                  <a:gd name="connsiteX0" fmla="*/ 651813 w 1894192"/>
                  <a:gd name="connsiteY0" fmla="*/ 656646 h 656646"/>
                  <a:gd name="connsiteX1" fmla="*/ 0 w 1894192"/>
                  <a:gd name="connsiteY1" fmla="*/ 12700 h 656646"/>
                  <a:gd name="connsiteX2" fmla="*/ 1356678 w 1894192"/>
                  <a:gd name="connsiteY2" fmla="*/ 0 h 656646"/>
                  <a:gd name="connsiteX3" fmla="*/ 1894192 w 1894192"/>
                  <a:gd name="connsiteY3" fmla="*/ 656646 h 656646"/>
                  <a:gd name="connsiteX4" fmla="*/ 651813 w 1894192"/>
                  <a:gd name="connsiteY4" fmla="*/ 656646 h 656646"/>
                  <a:gd name="connsiteX0" fmla="*/ 651813 w 2084692"/>
                  <a:gd name="connsiteY0" fmla="*/ 656646 h 694746"/>
                  <a:gd name="connsiteX1" fmla="*/ 0 w 2084692"/>
                  <a:gd name="connsiteY1" fmla="*/ 12700 h 694746"/>
                  <a:gd name="connsiteX2" fmla="*/ 1356678 w 2084692"/>
                  <a:gd name="connsiteY2" fmla="*/ 0 h 694746"/>
                  <a:gd name="connsiteX3" fmla="*/ 2084692 w 2084692"/>
                  <a:gd name="connsiteY3" fmla="*/ 694746 h 694746"/>
                  <a:gd name="connsiteX4" fmla="*/ 651813 w 2084692"/>
                  <a:gd name="connsiteY4" fmla="*/ 656646 h 694746"/>
                  <a:gd name="connsiteX0" fmla="*/ 651813 w 2097392"/>
                  <a:gd name="connsiteY0" fmla="*/ 656646 h 656646"/>
                  <a:gd name="connsiteX1" fmla="*/ 0 w 2097392"/>
                  <a:gd name="connsiteY1" fmla="*/ 12700 h 656646"/>
                  <a:gd name="connsiteX2" fmla="*/ 1356678 w 2097392"/>
                  <a:gd name="connsiteY2" fmla="*/ 0 h 656646"/>
                  <a:gd name="connsiteX3" fmla="*/ 2097392 w 2097392"/>
                  <a:gd name="connsiteY3" fmla="*/ 656646 h 656646"/>
                  <a:gd name="connsiteX4" fmla="*/ 651813 w 2097392"/>
                  <a:gd name="connsiteY4" fmla="*/ 656646 h 656646"/>
                  <a:gd name="connsiteX0" fmla="*/ 651813 w 2081517"/>
                  <a:gd name="connsiteY0" fmla="*/ 656646 h 656646"/>
                  <a:gd name="connsiteX1" fmla="*/ 0 w 2081517"/>
                  <a:gd name="connsiteY1" fmla="*/ 12700 h 656646"/>
                  <a:gd name="connsiteX2" fmla="*/ 1356678 w 2081517"/>
                  <a:gd name="connsiteY2" fmla="*/ 0 h 656646"/>
                  <a:gd name="connsiteX3" fmla="*/ 2081517 w 2081517"/>
                  <a:gd name="connsiteY3" fmla="*/ 643946 h 656646"/>
                  <a:gd name="connsiteX4" fmla="*/ 651813 w 2081517"/>
                  <a:gd name="connsiteY4" fmla="*/ 656646 h 656646"/>
                  <a:gd name="connsiteX0" fmla="*/ 651813 w 2081517"/>
                  <a:gd name="connsiteY0" fmla="*/ 656646 h 656646"/>
                  <a:gd name="connsiteX1" fmla="*/ 0 w 2081517"/>
                  <a:gd name="connsiteY1" fmla="*/ 12700 h 656646"/>
                  <a:gd name="connsiteX2" fmla="*/ 1356678 w 2081517"/>
                  <a:gd name="connsiteY2" fmla="*/ 0 h 656646"/>
                  <a:gd name="connsiteX3" fmla="*/ 2081517 w 2081517"/>
                  <a:gd name="connsiteY3" fmla="*/ 653471 h 656646"/>
                  <a:gd name="connsiteX4" fmla="*/ 651813 w 2081517"/>
                  <a:gd name="connsiteY4" fmla="*/ 656646 h 656646"/>
                  <a:gd name="connsiteX0" fmla="*/ 629588 w 2081517"/>
                  <a:gd name="connsiteY0" fmla="*/ 656646 h 656646"/>
                  <a:gd name="connsiteX1" fmla="*/ 0 w 2081517"/>
                  <a:gd name="connsiteY1" fmla="*/ 12700 h 656646"/>
                  <a:gd name="connsiteX2" fmla="*/ 1356678 w 2081517"/>
                  <a:gd name="connsiteY2" fmla="*/ 0 h 656646"/>
                  <a:gd name="connsiteX3" fmla="*/ 2081517 w 2081517"/>
                  <a:gd name="connsiteY3" fmla="*/ 653471 h 656646"/>
                  <a:gd name="connsiteX4" fmla="*/ 629588 w 2081517"/>
                  <a:gd name="connsiteY4" fmla="*/ 656646 h 656646"/>
                  <a:gd name="connsiteX0" fmla="*/ 629588 w 2081517"/>
                  <a:gd name="connsiteY0" fmla="*/ 650296 h 650296"/>
                  <a:gd name="connsiteX1" fmla="*/ 0 w 2081517"/>
                  <a:gd name="connsiteY1" fmla="*/ 6350 h 650296"/>
                  <a:gd name="connsiteX2" fmla="*/ 1343978 w 2081517"/>
                  <a:gd name="connsiteY2" fmla="*/ 0 h 650296"/>
                  <a:gd name="connsiteX3" fmla="*/ 2081517 w 2081517"/>
                  <a:gd name="connsiteY3" fmla="*/ 647121 h 650296"/>
                  <a:gd name="connsiteX4" fmla="*/ 629588 w 2081517"/>
                  <a:gd name="connsiteY4" fmla="*/ 650296 h 650296"/>
                  <a:gd name="connsiteX0" fmla="*/ 607363 w 2059292"/>
                  <a:gd name="connsiteY0" fmla="*/ 650296 h 650296"/>
                  <a:gd name="connsiteX1" fmla="*/ 0 w 2059292"/>
                  <a:gd name="connsiteY1" fmla="*/ 12810 h 650296"/>
                  <a:gd name="connsiteX2" fmla="*/ 1321753 w 2059292"/>
                  <a:gd name="connsiteY2" fmla="*/ 0 h 650296"/>
                  <a:gd name="connsiteX3" fmla="*/ 2059292 w 2059292"/>
                  <a:gd name="connsiteY3" fmla="*/ 647121 h 650296"/>
                  <a:gd name="connsiteX4" fmla="*/ 607363 w 2059292"/>
                  <a:gd name="connsiteY4" fmla="*/ 650296 h 650296"/>
                  <a:gd name="connsiteX0" fmla="*/ 597838 w 2049767"/>
                  <a:gd name="connsiteY0" fmla="*/ 650296 h 650296"/>
                  <a:gd name="connsiteX1" fmla="*/ 0 w 2049767"/>
                  <a:gd name="connsiteY1" fmla="*/ 12810 h 650296"/>
                  <a:gd name="connsiteX2" fmla="*/ 1312228 w 2049767"/>
                  <a:gd name="connsiteY2" fmla="*/ 0 h 650296"/>
                  <a:gd name="connsiteX3" fmla="*/ 2049767 w 2049767"/>
                  <a:gd name="connsiteY3" fmla="*/ 647121 h 650296"/>
                  <a:gd name="connsiteX4" fmla="*/ 597838 w 2049767"/>
                  <a:gd name="connsiteY4" fmla="*/ 650296 h 650296"/>
                  <a:gd name="connsiteX0" fmla="*/ 597838 w 2049767"/>
                  <a:gd name="connsiteY0" fmla="*/ 650296 h 650296"/>
                  <a:gd name="connsiteX1" fmla="*/ 0 w 2049767"/>
                  <a:gd name="connsiteY1" fmla="*/ 12810 h 650296"/>
                  <a:gd name="connsiteX2" fmla="*/ 1324928 w 2049767"/>
                  <a:gd name="connsiteY2" fmla="*/ 0 h 650296"/>
                  <a:gd name="connsiteX3" fmla="*/ 2049767 w 2049767"/>
                  <a:gd name="connsiteY3" fmla="*/ 647121 h 650296"/>
                  <a:gd name="connsiteX4" fmla="*/ 597838 w 2049767"/>
                  <a:gd name="connsiteY4" fmla="*/ 650296 h 650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49767" h="650296">
                    <a:moveTo>
                      <a:pt x="597838" y="650296"/>
                    </a:moveTo>
                    <a:lnTo>
                      <a:pt x="0" y="12810"/>
                    </a:lnTo>
                    <a:lnTo>
                      <a:pt x="1324928" y="0"/>
                    </a:lnTo>
                    <a:lnTo>
                      <a:pt x="2049767" y="647121"/>
                    </a:lnTo>
                    <a:lnTo>
                      <a:pt x="597838" y="650296"/>
                    </a:lnTo>
                    <a:close/>
                  </a:path>
                </a:pathLst>
              </a:custGeom>
              <a:solidFill>
                <a:srgbClr val="FF0000">
                  <a:alpha val="37000"/>
                </a:srgbClr>
              </a:solidFill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5E0F2B55-C565-459A-AC95-FB7DA9030E9A}"/>
                  </a:ext>
                </a:extLst>
              </p:cNvPr>
              <p:cNvSpPr/>
              <p:nvPr/>
            </p:nvSpPr>
            <p:spPr>
              <a:xfrm>
                <a:off x="6984487" y="3611953"/>
                <a:ext cx="612850" cy="119859"/>
              </a:xfrm>
              <a:prstGeom prst="ellipse">
                <a:avLst/>
              </a:prstGeom>
              <a:noFill/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AF69F98C-A69F-4765-B6EF-908203249FC0}"/>
                  </a:ext>
                </a:extLst>
              </p:cNvPr>
              <p:cNvCxnSpPr/>
              <p:nvPr/>
            </p:nvCxnSpPr>
            <p:spPr>
              <a:xfrm>
                <a:off x="7255241" y="3731812"/>
                <a:ext cx="4752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>
              <a:off x="3949338" y="1706042"/>
              <a:ext cx="1790491" cy="3696604"/>
              <a:chOff x="3949338" y="1706042"/>
              <a:chExt cx="1790491" cy="3696604"/>
            </a:xfrm>
          </p:grpSpPr>
          <p:sp>
            <p:nvSpPr>
              <p:cNvPr id="3" name="任意多边形 96">
                <a:extLst>
                  <a:ext uri="{FF2B5EF4-FFF2-40B4-BE49-F238E27FC236}">
                    <a16:creationId xmlns:a16="http://schemas.microsoft.com/office/drawing/2014/main" id="{B33C79C2-4074-4DD9-89B1-953ABA186707}"/>
                  </a:ext>
                </a:extLst>
              </p:cNvPr>
              <p:cNvSpPr/>
              <p:nvPr/>
            </p:nvSpPr>
            <p:spPr>
              <a:xfrm rot="10800000" flipH="1">
                <a:off x="3949338" y="1706042"/>
                <a:ext cx="896635" cy="3696041"/>
              </a:xfrm>
              <a:custGeom>
                <a:avLst/>
                <a:gdLst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59929 w 459929"/>
                  <a:gd name="connsiteY0" fmla="*/ 0 h 1712118"/>
                  <a:gd name="connsiteX1" fmla="*/ 140842 w 459929"/>
                  <a:gd name="connsiteY1" fmla="*/ 235743 h 1712118"/>
                  <a:gd name="connsiteX2" fmla="*/ 348 w 459929"/>
                  <a:gd name="connsiteY2" fmla="*/ 785812 h 1712118"/>
                  <a:gd name="connsiteX3" fmla="*/ 124173 w 459929"/>
                  <a:gd name="connsiteY3" fmla="*/ 1445418 h 1712118"/>
                  <a:gd name="connsiteX4" fmla="*/ 457548 w 45992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0799 w 460799"/>
                  <a:gd name="connsiteY0" fmla="*/ 0 h 1712118"/>
                  <a:gd name="connsiteX1" fmla="*/ 141712 w 460799"/>
                  <a:gd name="connsiteY1" fmla="*/ 235743 h 1712118"/>
                  <a:gd name="connsiteX2" fmla="*/ 1218 w 460799"/>
                  <a:gd name="connsiteY2" fmla="*/ 785812 h 1712118"/>
                  <a:gd name="connsiteX3" fmla="*/ 125043 w 460799"/>
                  <a:gd name="connsiteY3" fmla="*/ 1445418 h 1712118"/>
                  <a:gd name="connsiteX4" fmla="*/ 458418 w 460799"/>
                  <a:gd name="connsiteY4" fmla="*/ 1712118 h 1712118"/>
                  <a:gd name="connsiteX0" fmla="*/ 459625 w 459625"/>
                  <a:gd name="connsiteY0" fmla="*/ 0 h 1712118"/>
                  <a:gd name="connsiteX1" fmla="*/ 140538 w 459625"/>
                  <a:gd name="connsiteY1" fmla="*/ 235743 h 1712118"/>
                  <a:gd name="connsiteX2" fmla="*/ 44 w 459625"/>
                  <a:gd name="connsiteY2" fmla="*/ 785812 h 1712118"/>
                  <a:gd name="connsiteX3" fmla="*/ 123869 w 459625"/>
                  <a:gd name="connsiteY3" fmla="*/ 1445418 h 1712118"/>
                  <a:gd name="connsiteX4" fmla="*/ 457244 w 459625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60083 w 460083"/>
                  <a:gd name="connsiteY0" fmla="*/ 0 h 1712118"/>
                  <a:gd name="connsiteX1" fmla="*/ 140996 w 460083"/>
                  <a:gd name="connsiteY1" fmla="*/ 235743 h 1712118"/>
                  <a:gd name="connsiteX2" fmla="*/ 502 w 460083"/>
                  <a:gd name="connsiteY2" fmla="*/ 785812 h 1712118"/>
                  <a:gd name="connsiteX3" fmla="*/ 124327 w 460083"/>
                  <a:gd name="connsiteY3" fmla="*/ 1445418 h 1712118"/>
                  <a:gd name="connsiteX4" fmla="*/ 457702 w 460083"/>
                  <a:gd name="connsiteY4" fmla="*/ 1712118 h 1712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083" h="1712118">
                    <a:moveTo>
                      <a:pt x="460083" y="0"/>
                    </a:moveTo>
                    <a:cubicBezTo>
                      <a:pt x="298357" y="7144"/>
                      <a:pt x="217593" y="104774"/>
                      <a:pt x="140996" y="235743"/>
                    </a:cubicBezTo>
                    <a:cubicBezTo>
                      <a:pt x="64399" y="366712"/>
                      <a:pt x="24711" y="538954"/>
                      <a:pt x="502" y="785812"/>
                    </a:cubicBezTo>
                    <a:cubicBezTo>
                      <a:pt x="-7039" y="1151732"/>
                      <a:pt x="71940" y="1310084"/>
                      <a:pt x="124327" y="1445418"/>
                    </a:cubicBezTo>
                    <a:cubicBezTo>
                      <a:pt x="176714" y="1580752"/>
                      <a:pt x="307683" y="1710729"/>
                      <a:pt x="457702" y="1712118"/>
                    </a:cubicBezTo>
                  </a:path>
                </a:pathLst>
              </a:custGeom>
              <a:noFill/>
              <a:ln w="9525">
                <a:solidFill>
                  <a:schemeClr val="tx1">
                    <a:lumMod val="95000"/>
                    <a:lumOff val="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任意多边形 97">
                <a:extLst>
                  <a:ext uri="{FF2B5EF4-FFF2-40B4-BE49-F238E27FC236}">
                    <a16:creationId xmlns:a16="http://schemas.microsoft.com/office/drawing/2014/main" id="{5BFEA52D-828D-4C80-80FA-D7F781416032}"/>
                  </a:ext>
                </a:extLst>
              </p:cNvPr>
              <p:cNvSpPr/>
              <p:nvPr/>
            </p:nvSpPr>
            <p:spPr>
              <a:xfrm rot="10800000" flipH="1">
                <a:off x="4236494" y="2333566"/>
                <a:ext cx="612734" cy="2525767"/>
              </a:xfrm>
              <a:custGeom>
                <a:avLst/>
                <a:gdLst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59929 w 459929"/>
                  <a:gd name="connsiteY0" fmla="*/ 0 h 1712118"/>
                  <a:gd name="connsiteX1" fmla="*/ 140842 w 459929"/>
                  <a:gd name="connsiteY1" fmla="*/ 235743 h 1712118"/>
                  <a:gd name="connsiteX2" fmla="*/ 348 w 459929"/>
                  <a:gd name="connsiteY2" fmla="*/ 785812 h 1712118"/>
                  <a:gd name="connsiteX3" fmla="*/ 124173 w 459929"/>
                  <a:gd name="connsiteY3" fmla="*/ 1445418 h 1712118"/>
                  <a:gd name="connsiteX4" fmla="*/ 457548 w 45992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0799 w 460799"/>
                  <a:gd name="connsiteY0" fmla="*/ 0 h 1712118"/>
                  <a:gd name="connsiteX1" fmla="*/ 141712 w 460799"/>
                  <a:gd name="connsiteY1" fmla="*/ 235743 h 1712118"/>
                  <a:gd name="connsiteX2" fmla="*/ 1218 w 460799"/>
                  <a:gd name="connsiteY2" fmla="*/ 785812 h 1712118"/>
                  <a:gd name="connsiteX3" fmla="*/ 125043 w 460799"/>
                  <a:gd name="connsiteY3" fmla="*/ 1445418 h 1712118"/>
                  <a:gd name="connsiteX4" fmla="*/ 458418 w 460799"/>
                  <a:gd name="connsiteY4" fmla="*/ 1712118 h 1712118"/>
                  <a:gd name="connsiteX0" fmla="*/ 459625 w 459625"/>
                  <a:gd name="connsiteY0" fmla="*/ 0 h 1712118"/>
                  <a:gd name="connsiteX1" fmla="*/ 140538 w 459625"/>
                  <a:gd name="connsiteY1" fmla="*/ 235743 h 1712118"/>
                  <a:gd name="connsiteX2" fmla="*/ 44 w 459625"/>
                  <a:gd name="connsiteY2" fmla="*/ 785812 h 1712118"/>
                  <a:gd name="connsiteX3" fmla="*/ 123869 w 459625"/>
                  <a:gd name="connsiteY3" fmla="*/ 1445418 h 1712118"/>
                  <a:gd name="connsiteX4" fmla="*/ 457244 w 459625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60083 w 460083"/>
                  <a:gd name="connsiteY0" fmla="*/ 0 h 1712118"/>
                  <a:gd name="connsiteX1" fmla="*/ 140996 w 460083"/>
                  <a:gd name="connsiteY1" fmla="*/ 235743 h 1712118"/>
                  <a:gd name="connsiteX2" fmla="*/ 502 w 460083"/>
                  <a:gd name="connsiteY2" fmla="*/ 785812 h 1712118"/>
                  <a:gd name="connsiteX3" fmla="*/ 124327 w 460083"/>
                  <a:gd name="connsiteY3" fmla="*/ 1445418 h 1712118"/>
                  <a:gd name="connsiteX4" fmla="*/ 457702 w 460083"/>
                  <a:gd name="connsiteY4" fmla="*/ 1712118 h 1712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083" h="1712118">
                    <a:moveTo>
                      <a:pt x="460083" y="0"/>
                    </a:moveTo>
                    <a:cubicBezTo>
                      <a:pt x="298357" y="7144"/>
                      <a:pt x="217593" y="104774"/>
                      <a:pt x="140996" y="235743"/>
                    </a:cubicBezTo>
                    <a:cubicBezTo>
                      <a:pt x="64399" y="366712"/>
                      <a:pt x="24711" y="538954"/>
                      <a:pt x="502" y="785812"/>
                    </a:cubicBezTo>
                    <a:cubicBezTo>
                      <a:pt x="-7039" y="1151732"/>
                      <a:pt x="71940" y="1310084"/>
                      <a:pt x="124327" y="1445418"/>
                    </a:cubicBezTo>
                    <a:cubicBezTo>
                      <a:pt x="176714" y="1580752"/>
                      <a:pt x="307683" y="1710729"/>
                      <a:pt x="457702" y="1712118"/>
                    </a:cubicBezTo>
                  </a:path>
                </a:pathLst>
              </a:custGeom>
              <a:noFill/>
              <a:ln w="9525">
                <a:solidFill>
                  <a:schemeClr val="tx1">
                    <a:lumMod val="95000"/>
                    <a:lumOff val="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98">
                <a:extLst>
                  <a:ext uri="{FF2B5EF4-FFF2-40B4-BE49-F238E27FC236}">
                    <a16:creationId xmlns:a16="http://schemas.microsoft.com/office/drawing/2014/main" id="{B38EB417-BDDF-4CD9-87AD-31362ED06081}"/>
                  </a:ext>
                </a:extLst>
              </p:cNvPr>
              <p:cNvSpPr/>
              <p:nvPr/>
            </p:nvSpPr>
            <p:spPr>
              <a:xfrm rot="10800000" flipH="1">
                <a:off x="4517088" y="2917502"/>
                <a:ext cx="327111" cy="1348394"/>
              </a:xfrm>
              <a:custGeom>
                <a:avLst/>
                <a:gdLst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59929 w 459929"/>
                  <a:gd name="connsiteY0" fmla="*/ 0 h 1712118"/>
                  <a:gd name="connsiteX1" fmla="*/ 140842 w 459929"/>
                  <a:gd name="connsiteY1" fmla="*/ 235743 h 1712118"/>
                  <a:gd name="connsiteX2" fmla="*/ 348 w 459929"/>
                  <a:gd name="connsiteY2" fmla="*/ 785812 h 1712118"/>
                  <a:gd name="connsiteX3" fmla="*/ 124173 w 459929"/>
                  <a:gd name="connsiteY3" fmla="*/ 1445418 h 1712118"/>
                  <a:gd name="connsiteX4" fmla="*/ 457548 w 45992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0799 w 460799"/>
                  <a:gd name="connsiteY0" fmla="*/ 0 h 1712118"/>
                  <a:gd name="connsiteX1" fmla="*/ 141712 w 460799"/>
                  <a:gd name="connsiteY1" fmla="*/ 235743 h 1712118"/>
                  <a:gd name="connsiteX2" fmla="*/ 1218 w 460799"/>
                  <a:gd name="connsiteY2" fmla="*/ 785812 h 1712118"/>
                  <a:gd name="connsiteX3" fmla="*/ 125043 w 460799"/>
                  <a:gd name="connsiteY3" fmla="*/ 1445418 h 1712118"/>
                  <a:gd name="connsiteX4" fmla="*/ 458418 w 460799"/>
                  <a:gd name="connsiteY4" fmla="*/ 1712118 h 1712118"/>
                  <a:gd name="connsiteX0" fmla="*/ 459625 w 459625"/>
                  <a:gd name="connsiteY0" fmla="*/ 0 h 1712118"/>
                  <a:gd name="connsiteX1" fmla="*/ 140538 w 459625"/>
                  <a:gd name="connsiteY1" fmla="*/ 235743 h 1712118"/>
                  <a:gd name="connsiteX2" fmla="*/ 44 w 459625"/>
                  <a:gd name="connsiteY2" fmla="*/ 785812 h 1712118"/>
                  <a:gd name="connsiteX3" fmla="*/ 123869 w 459625"/>
                  <a:gd name="connsiteY3" fmla="*/ 1445418 h 1712118"/>
                  <a:gd name="connsiteX4" fmla="*/ 457244 w 459625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60083 w 460083"/>
                  <a:gd name="connsiteY0" fmla="*/ 0 h 1712118"/>
                  <a:gd name="connsiteX1" fmla="*/ 140996 w 460083"/>
                  <a:gd name="connsiteY1" fmla="*/ 235743 h 1712118"/>
                  <a:gd name="connsiteX2" fmla="*/ 502 w 460083"/>
                  <a:gd name="connsiteY2" fmla="*/ 785812 h 1712118"/>
                  <a:gd name="connsiteX3" fmla="*/ 124327 w 460083"/>
                  <a:gd name="connsiteY3" fmla="*/ 1445418 h 1712118"/>
                  <a:gd name="connsiteX4" fmla="*/ 457702 w 460083"/>
                  <a:gd name="connsiteY4" fmla="*/ 1712118 h 1712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083" h="1712118">
                    <a:moveTo>
                      <a:pt x="460083" y="0"/>
                    </a:moveTo>
                    <a:cubicBezTo>
                      <a:pt x="298357" y="7144"/>
                      <a:pt x="217593" y="104774"/>
                      <a:pt x="140996" y="235743"/>
                    </a:cubicBezTo>
                    <a:cubicBezTo>
                      <a:pt x="64399" y="366712"/>
                      <a:pt x="24711" y="538954"/>
                      <a:pt x="502" y="785812"/>
                    </a:cubicBezTo>
                    <a:cubicBezTo>
                      <a:pt x="-7039" y="1151732"/>
                      <a:pt x="71940" y="1310084"/>
                      <a:pt x="124327" y="1445418"/>
                    </a:cubicBezTo>
                    <a:cubicBezTo>
                      <a:pt x="176714" y="1580752"/>
                      <a:pt x="307683" y="1710729"/>
                      <a:pt x="457702" y="1712118"/>
                    </a:cubicBezTo>
                  </a:path>
                </a:pathLst>
              </a:custGeom>
              <a:noFill/>
              <a:ln w="9525">
                <a:solidFill>
                  <a:schemeClr val="tx1">
                    <a:lumMod val="95000"/>
                    <a:lumOff val="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 15">
                <a:extLst>
                  <a:ext uri="{FF2B5EF4-FFF2-40B4-BE49-F238E27FC236}">
                    <a16:creationId xmlns:a16="http://schemas.microsoft.com/office/drawing/2014/main" id="{957D32D4-0BDC-4EFB-83BC-BD7999CCA5F9}"/>
                  </a:ext>
                </a:extLst>
              </p:cNvPr>
              <p:cNvSpPr/>
              <p:nvPr/>
            </p:nvSpPr>
            <p:spPr>
              <a:xfrm flipH="1">
                <a:off x="4843194" y="1706605"/>
                <a:ext cx="896635" cy="3696041"/>
              </a:xfrm>
              <a:custGeom>
                <a:avLst/>
                <a:gdLst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59929 w 459929"/>
                  <a:gd name="connsiteY0" fmla="*/ 0 h 1712118"/>
                  <a:gd name="connsiteX1" fmla="*/ 140842 w 459929"/>
                  <a:gd name="connsiteY1" fmla="*/ 235743 h 1712118"/>
                  <a:gd name="connsiteX2" fmla="*/ 348 w 459929"/>
                  <a:gd name="connsiteY2" fmla="*/ 785812 h 1712118"/>
                  <a:gd name="connsiteX3" fmla="*/ 124173 w 459929"/>
                  <a:gd name="connsiteY3" fmla="*/ 1445418 h 1712118"/>
                  <a:gd name="connsiteX4" fmla="*/ 457548 w 45992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0799 w 460799"/>
                  <a:gd name="connsiteY0" fmla="*/ 0 h 1712118"/>
                  <a:gd name="connsiteX1" fmla="*/ 141712 w 460799"/>
                  <a:gd name="connsiteY1" fmla="*/ 235743 h 1712118"/>
                  <a:gd name="connsiteX2" fmla="*/ 1218 w 460799"/>
                  <a:gd name="connsiteY2" fmla="*/ 785812 h 1712118"/>
                  <a:gd name="connsiteX3" fmla="*/ 125043 w 460799"/>
                  <a:gd name="connsiteY3" fmla="*/ 1445418 h 1712118"/>
                  <a:gd name="connsiteX4" fmla="*/ 458418 w 460799"/>
                  <a:gd name="connsiteY4" fmla="*/ 1712118 h 1712118"/>
                  <a:gd name="connsiteX0" fmla="*/ 459625 w 459625"/>
                  <a:gd name="connsiteY0" fmla="*/ 0 h 1712118"/>
                  <a:gd name="connsiteX1" fmla="*/ 140538 w 459625"/>
                  <a:gd name="connsiteY1" fmla="*/ 235743 h 1712118"/>
                  <a:gd name="connsiteX2" fmla="*/ 44 w 459625"/>
                  <a:gd name="connsiteY2" fmla="*/ 785812 h 1712118"/>
                  <a:gd name="connsiteX3" fmla="*/ 123869 w 459625"/>
                  <a:gd name="connsiteY3" fmla="*/ 1445418 h 1712118"/>
                  <a:gd name="connsiteX4" fmla="*/ 457244 w 459625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60083 w 460083"/>
                  <a:gd name="connsiteY0" fmla="*/ 0 h 1712118"/>
                  <a:gd name="connsiteX1" fmla="*/ 140996 w 460083"/>
                  <a:gd name="connsiteY1" fmla="*/ 235743 h 1712118"/>
                  <a:gd name="connsiteX2" fmla="*/ 502 w 460083"/>
                  <a:gd name="connsiteY2" fmla="*/ 785812 h 1712118"/>
                  <a:gd name="connsiteX3" fmla="*/ 124327 w 460083"/>
                  <a:gd name="connsiteY3" fmla="*/ 1445418 h 1712118"/>
                  <a:gd name="connsiteX4" fmla="*/ 457702 w 460083"/>
                  <a:gd name="connsiteY4" fmla="*/ 1712118 h 1712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083" h="1712118">
                    <a:moveTo>
                      <a:pt x="460083" y="0"/>
                    </a:moveTo>
                    <a:cubicBezTo>
                      <a:pt x="298357" y="7144"/>
                      <a:pt x="217593" y="104774"/>
                      <a:pt x="140996" y="235743"/>
                    </a:cubicBezTo>
                    <a:cubicBezTo>
                      <a:pt x="64399" y="366712"/>
                      <a:pt x="24711" y="538954"/>
                      <a:pt x="502" y="785812"/>
                    </a:cubicBezTo>
                    <a:cubicBezTo>
                      <a:pt x="-7039" y="1151732"/>
                      <a:pt x="71940" y="1310084"/>
                      <a:pt x="124327" y="1445418"/>
                    </a:cubicBezTo>
                    <a:cubicBezTo>
                      <a:pt x="176714" y="1580752"/>
                      <a:pt x="307683" y="1710729"/>
                      <a:pt x="457702" y="1712118"/>
                    </a:cubicBezTo>
                  </a:path>
                </a:pathLst>
              </a:custGeom>
              <a:noFill/>
              <a:ln w="952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任意多边形 92">
                <a:extLst>
                  <a:ext uri="{FF2B5EF4-FFF2-40B4-BE49-F238E27FC236}">
                    <a16:creationId xmlns:a16="http://schemas.microsoft.com/office/drawing/2014/main" id="{5E738339-5797-4BD4-B99C-342A49BBF784}"/>
                  </a:ext>
                </a:extLst>
              </p:cNvPr>
              <p:cNvSpPr/>
              <p:nvPr/>
            </p:nvSpPr>
            <p:spPr>
              <a:xfrm flipH="1">
                <a:off x="4839939" y="2324750"/>
                <a:ext cx="612734" cy="2525767"/>
              </a:xfrm>
              <a:custGeom>
                <a:avLst/>
                <a:gdLst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59929 w 459929"/>
                  <a:gd name="connsiteY0" fmla="*/ 0 h 1712118"/>
                  <a:gd name="connsiteX1" fmla="*/ 140842 w 459929"/>
                  <a:gd name="connsiteY1" fmla="*/ 235743 h 1712118"/>
                  <a:gd name="connsiteX2" fmla="*/ 348 w 459929"/>
                  <a:gd name="connsiteY2" fmla="*/ 785812 h 1712118"/>
                  <a:gd name="connsiteX3" fmla="*/ 124173 w 459929"/>
                  <a:gd name="connsiteY3" fmla="*/ 1445418 h 1712118"/>
                  <a:gd name="connsiteX4" fmla="*/ 457548 w 45992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0799 w 460799"/>
                  <a:gd name="connsiteY0" fmla="*/ 0 h 1712118"/>
                  <a:gd name="connsiteX1" fmla="*/ 141712 w 460799"/>
                  <a:gd name="connsiteY1" fmla="*/ 235743 h 1712118"/>
                  <a:gd name="connsiteX2" fmla="*/ 1218 w 460799"/>
                  <a:gd name="connsiteY2" fmla="*/ 785812 h 1712118"/>
                  <a:gd name="connsiteX3" fmla="*/ 125043 w 460799"/>
                  <a:gd name="connsiteY3" fmla="*/ 1445418 h 1712118"/>
                  <a:gd name="connsiteX4" fmla="*/ 458418 w 460799"/>
                  <a:gd name="connsiteY4" fmla="*/ 1712118 h 1712118"/>
                  <a:gd name="connsiteX0" fmla="*/ 459625 w 459625"/>
                  <a:gd name="connsiteY0" fmla="*/ 0 h 1712118"/>
                  <a:gd name="connsiteX1" fmla="*/ 140538 w 459625"/>
                  <a:gd name="connsiteY1" fmla="*/ 235743 h 1712118"/>
                  <a:gd name="connsiteX2" fmla="*/ 44 w 459625"/>
                  <a:gd name="connsiteY2" fmla="*/ 785812 h 1712118"/>
                  <a:gd name="connsiteX3" fmla="*/ 123869 w 459625"/>
                  <a:gd name="connsiteY3" fmla="*/ 1445418 h 1712118"/>
                  <a:gd name="connsiteX4" fmla="*/ 457244 w 459625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60083 w 460083"/>
                  <a:gd name="connsiteY0" fmla="*/ 0 h 1712118"/>
                  <a:gd name="connsiteX1" fmla="*/ 140996 w 460083"/>
                  <a:gd name="connsiteY1" fmla="*/ 235743 h 1712118"/>
                  <a:gd name="connsiteX2" fmla="*/ 502 w 460083"/>
                  <a:gd name="connsiteY2" fmla="*/ 785812 h 1712118"/>
                  <a:gd name="connsiteX3" fmla="*/ 124327 w 460083"/>
                  <a:gd name="connsiteY3" fmla="*/ 1445418 h 1712118"/>
                  <a:gd name="connsiteX4" fmla="*/ 457702 w 460083"/>
                  <a:gd name="connsiteY4" fmla="*/ 1712118 h 1712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083" h="1712118">
                    <a:moveTo>
                      <a:pt x="460083" y="0"/>
                    </a:moveTo>
                    <a:cubicBezTo>
                      <a:pt x="298357" y="7144"/>
                      <a:pt x="217593" y="104774"/>
                      <a:pt x="140996" y="235743"/>
                    </a:cubicBezTo>
                    <a:cubicBezTo>
                      <a:pt x="64399" y="366712"/>
                      <a:pt x="24711" y="538954"/>
                      <a:pt x="502" y="785812"/>
                    </a:cubicBezTo>
                    <a:cubicBezTo>
                      <a:pt x="-7039" y="1151732"/>
                      <a:pt x="71940" y="1310084"/>
                      <a:pt x="124327" y="1445418"/>
                    </a:cubicBezTo>
                    <a:cubicBezTo>
                      <a:pt x="176714" y="1580752"/>
                      <a:pt x="307683" y="1710729"/>
                      <a:pt x="457702" y="1712118"/>
                    </a:cubicBezTo>
                  </a:path>
                </a:pathLst>
              </a:custGeom>
              <a:noFill/>
              <a:ln w="952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任意多边形 95">
                <a:extLst>
                  <a:ext uri="{FF2B5EF4-FFF2-40B4-BE49-F238E27FC236}">
                    <a16:creationId xmlns:a16="http://schemas.microsoft.com/office/drawing/2014/main" id="{AC3A1F2A-6ED4-4D96-957A-F103E97F334F}"/>
                  </a:ext>
                </a:extLst>
              </p:cNvPr>
              <p:cNvSpPr/>
              <p:nvPr/>
            </p:nvSpPr>
            <p:spPr>
              <a:xfrm flipH="1">
                <a:off x="4844967" y="2911332"/>
                <a:ext cx="327111" cy="1348394"/>
              </a:xfrm>
              <a:custGeom>
                <a:avLst/>
                <a:gdLst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59690 w 459690"/>
                  <a:gd name="connsiteY0" fmla="*/ 0 h 1712118"/>
                  <a:gd name="connsiteX1" fmla="*/ 140603 w 459690"/>
                  <a:gd name="connsiteY1" fmla="*/ 235743 h 1712118"/>
                  <a:gd name="connsiteX2" fmla="*/ 109 w 459690"/>
                  <a:gd name="connsiteY2" fmla="*/ 785812 h 1712118"/>
                  <a:gd name="connsiteX3" fmla="*/ 123934 w 459690"/>
                  <a:gd name="connsiteY3" fmla="*/ 1445418 h 1712118"/>
                  <a:gd name="connsiteX4" fmla="*/ 457309 w 459690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59929 w 459929"/>
                  <a:gd name="connsiteY0" fmla="*/ 0 h 1712118"/>
                  <a:gd name="connsiteX1" fmla="*/ 140842 w 459929"/>
                  <a:gd name="connsiteY1" fmla="*/ 235743 h 1712118"/>
                  <a:gd name="connsiteX2" fmla="*/ 348 w 459929"/>
                  <a:gd name="connsiteY2" fmla="*/ 785812 h 1712118"/>
                  <a:gd name="connsiteX3" fmla="*/ 124173 w 459929"/>
                  <a:gd name="connsiteY3" fmla="*/ 1445418 h 1712118"/>
                  <a:gd name="connsiteX4" fmla="*/ 457548 w 45992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1189 w 461189"/>
                  <a:gd name="connsiteY0" fmla="*/ 0 h 1712118"/>
                  <a:gd name="connsiteX1" fmla="*/ 142102 w 461189"/>
                  <a:gd name="connsiteY1" fmla="*/ 235743 h 1712118"/>
                  <a:gd name="connsiteX2" fmla="*/ 1608 w 461189"/>
                  <a:gd name="connsiteY2" fmla="*/ 785812 h 1712118"/>
                  <a:gd name="connsiteX3" fmla="*/ 125433 w 461189"/>
                  <a:gd name="connsiteY3" fmla="*/ 1445418 h 1712118"/>
                  <a:gd name="connsiteX4" fmla="*/ 458808 w 461189"/>
                  <a:gd name="connsiteY4" fmla="*/ 1712118 h 1712118"/>
                  <a:gd name="connsiteX0" fmla="*/ 460799 w 460799"/>
                  <a:gd name="connsiteY0" fmla="*/ 0 h 1712118"/>
                  <a:gd name="connsiteX1" fmla="*/ 141712 w 460799"/>
                  <a:gd name="connsiteY1" fmla="*/ 235743 h 1712118"/>
                  <a:gd name="connsiteX2" fmla="*/ 1218 w 460799"/>
                  <a:gd name="connsiteY2" fmla="*/ 785812 h 1712118"/>
                  <a:gd name="connsiteX3" fmla="*/ 125043 w 460799"/>
                  <a:gd name="connsiteY3" fmla="*/ 1445418 h 1712118"/>
                  <a:gd name="connsiteX4" fmla="*/ 458418 w 460799"/>
                  <a:gd name="connsiteY4" fmla="*/ 1712118 h 1712118"/>
                  <a:gd name="connsiteX0" fmla="*/ 459625 w 459625"/>
                  <a:gd name="connsiteY0" fmla="*/ 0 h 1712118"/>
                  <a:gd name="connsiteX1" fmla="*/ 140538 w 459625"/>
                  <a:gd name="connsiteY1" fmla="*/ 235743 h 1712118"/>
                  <a:gd name="connsiteX2" fmla="*/ 44 w 459625"/>
                  <a:gd name="connsiteY2" fmla="*/ 785812 h 1712118"/>
                  <a:gd name="connsiteX3" fmla="*/ 123869 w 459625"/>
                  <a:gd name="connsiteY3" fmla="*/ 1445418 h 1712118"/>
                  <a:gd name="connsiteX4" fmla="*/ 457244 w 459625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59656 w 459656"/>
                  <a:gd name="connsiteY0" fmla="*/ 0 h 1712118"/>
                  <a:gd name="connsiteX1" fmla="*/ 140569 w 459656"/>
                  <a:gd name="connsiteY1" fmla="*/ 235743 h 1712118"/>
                  <a:gd name="connsiteX2" fmla="*/ 75 w 459656"/>
                  <a:gd name="connsiteY2" fmla="*/ 785812 h 1712118"/>
                  <a:gd name="connsiteX3" fmla="*/ 123900 w 459656"/>
                  <a:gd name="connsiteY3" fmla="*/ 1445418 h 1712118"/>
                  <a:gd name="connsiteX4" fmla="*/ 457275 w 459656"/>
                  <a:gd name="connsiteY4" fmla="*/ 1712118 h 1712118"/>
                  <a:gd name="connsiteX0" fmla="*/ 460083 w 460083"/>
                  <a:gd name="connsiteY0" fmla="*/ 0 h 1712118"/>
                  <a:gd name="connsiteX1" fmla="*/ 140996 w 460083"/>
                  <a:gd name="connsiteY1" fmla="*/ 235743 h 1712118"/>
                  <a:gd name="connsiteX2" fmla="*/ 502 w 460083"/>
                  <a:gd name="connsiteY2" fmla="*/ 785812 h 1712118"/>
                  <a:gd name="connsiteX3" fmla="*/ 124327 w 460083"/>
                  <a:gd name="connsiteY3" fmla="*/ 1445418 h 1712118"/>
                  <a:gd name="connsiteX4" fmla="*/ 457702 w 460083"/>
                  <a:gd name="connsiteY4" fmla="*/ 1712118 h 1712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083" h="1712118">
                    <a:moveTo>
                      <a:pt x="460083" y="0"/>
                    </a:moveTo>
                    <a:cubicBezTo>
                      <a:pt x="298357" y="7144"/>
                      <a:pt x="217593" y="104774"/>
                      <a:pt x="140996" y="235743"/>
                    </a:cubicBezTo>
                    <a:cubicBezTo>
                      <a:pt x="64399" y="366712"/>
                      <a:pt x="24711" y="538954"/>
                      <a:pt x="502" y="785812"/>
                    </a:cubicBezTo>
                    <a:cubicBezTo>
                      <a:pt x="-7039" y="1151732"/>
                      <a:pt x="71940" y="1310084"/>
                      <a:pt x="124327" y="1445418"/>
                    </a:cubicBezTo>
                    <a:cubicBezTo>
                      <a:pt x="176714" y="1580752"/>
                      <a:pt x="307683" y="1710729"/>
                      <a:pt x="457702" y="1712118"/>
                    </a:cubicBezTo>
                  </a:path>
                </a:pathLst>
              </a:custGeom>
              <a:noFill/>
              <a:ln w="9525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文本框 28"/>
            <p:cNvSpPr txBox="1"/>
            <p:nvPr/>
          </p:nvSpPr>
          <p:spPr>
            <a:xfrm>
              <a:off x="9077458" y="2459504"/>
              <a:ext cx="738664" cy="193899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涡流损耗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0624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68"/>
    </mc:Choice>
    <mc:Fallback>
      <p:transition spd="slow" advTm="43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磁珠的工作原理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39176" y="2369951"/>
            <a:ext cx="6302732" cy="2513372"/>
            <a:chOff x="7184463" y="3361392"/>
            <a:chExt cx="3684885" cy="1147108"/>
          </a:xfrm>
        </p:grpSpPr>
        <p:grpSp>
          <p:nvGrpSpPr>
            <p:cNvPr id="5" name="组合 4"/>
            <p:cNvGrpSpPr/>
            <p:nvPr/>
          </p:nvGrpSpPr>
          <p:grpSpPr>
            <a:xfrm>
              <a:off x="7184463" y="3361392"/>
              <a:ext cx="3684885" cy="1147108"/>
              <a:chOff x="2228798" y="4344326"/>
              <a:chExt cx="6231066" cy="1358545"/>
            </a:xfrm>
          </p:grpSpPr>
          <p:sp>
            <p:nvSpPr>
              <p:cNvPr id="20" name="任意多边形 19"/>
              <p:cNvSpPr/>
              <p:nvPr/>
            </p:nvSpPr>
            <p:spPr>
              <a:xfrm>
                <a:off x="2228798" y="4344326"/>
                <a:ext cx="6231066" cy="1358545"/>
              </a:xfrm>
              <a:custGeom>
                <a:avLst/>
                <a:gdLst>
                  <a:gd name="connsiteX0" fmla="*/ 0 w 4305298"/>
                  <a:gd name="connsiteY0" fmla="*/ 0 h 704850"/>
                  <a:gd name="connsiteX1" fmla="*/ 2152649 w 4305298"/>
                  <a:gd name="connsiteY1" fmla="*/ 0 h 704850"/>
                  <a:gd name="connsiteX2" fmla="*/ 4305298 w 4305298"/>
                  <a:gd name="connsiteY2" fmla="*/ 0 h 704850"/>
                  <a:gd name="connsiteX3" fmla="*/ 4305298 w 4305298"/>
                  <a:gd name="connsiteY3" fmla="*/ 704850 h 704850"/>
                  <a:gd name="connsiteX4" fmla="*/ 2152649 w 4305298"/>
                  <a:gd name="connsiteY4" fmla="*/ 704850 h 704850"/>
                  <a:gd name="connsiteX5" fmla="*/ 0 w 4305298"/>
                  <a:gd name="connsiteY5" fmla="*/ 7048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298" h="704850">
                    <a:moveTo>
                      <a:pt x="0" y="0"/>
                    </a:moveTo>
                    <a:lnTo>
                      <a:pt x="2152649" y="0"/>
                    </a:lnTo>
                    <a:lnTo>
                      <a:pt x="4305298" y="0"/>
                    </a:lnTo>
                    <a:lnTo>
                      <a:pt x="4305298" y="704850"/>
                    </a:lnTo>
                    <a:lnTo>
                      <a:pt x="2152649" y="704850"/>
                    </a:lnTo>
                    <a:lnTo>
                      <a:pt x="0" y="704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>
                <a:off x="2832155" y="4344326"/>
                <a:ext cx="265543" cy="422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2228798" y="4766577"/>
                <a:ext cx="868900" cy="4658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2640070" y="5014368"/>
                <a:ext cx="369100" cy="3793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>
                <a:off x="3009170" y="5393722"/>
                <a:ext cx="88528" cy="3091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3009170" y="5393722"/>
                <a:ext cx="90566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3914833" y="5391511"/>
                <a:ext cx="259738" cy="311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3097698" y="4766577"/>
                <a:ext cx="1068529" cy="1589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flipV="1">
                <a:off x="4166227" y="4344327"/>
                <a:ext cx="876414" cy="5812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4166227" y="4925575"/>
                <a:ext cx="327770" cy="2020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V="1">
                <a:off x="3914834" y="4766578"/>
                <a:ext cx="1363943" cy="6283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>
                <a:endCxn id="20" idx="1"/>
              </p:cNvCxnSpPr>
              <p:nvPr/>
            </p:nvCxnSpPr>
            <p:spPr>
              <a:xfrm flipV="1">
                <a:off x="5271878" y="4344326"/>
                <a:ext cx="72453" cy="4291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5268525" y="4766573"/>
                <a:ext cx="808891" cy="4883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>
                <a:endCxn id="20" idx="4"/>
              </p:cNvCxnSpPr>
              <p:nvPr/>
            </p:nvCxnSpPr>
            <p:spPr>
              <a:xfrm flipH="1">
                <a:off x="5344332" y="5254924"/>
                <a:ext cx="733083" cy="4479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6077415" y="4346539"/>
                <a:ext cx="636299" cy="9083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6405186" y="4780437"/>
                <a:ext cx="645487" cy="5013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H="1">
                <a:off x="6632795" y="5281752"/>
                <a:ext cx="417878" cy="4211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flipV="1">
                <a:off x="7050674" y="5168163"/>
                <a:ext cx="685033" cy="1135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flipH="1" flipV="1">
                <a:off x="7411253" y="4359320"/>
                <a:ext cx="324453" cy="8088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7575860" y="4780437"/>
                <a:ext cx="879019" cy="612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7573479" y="5168163"/>
                <a:ext cx="162228" cy="5347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V="1">
                <a:off x="7654592" y="5354388"/>
                <a:ext cx="805272" cy="811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直接箭头连接符 5"/>
            <p:cNvCxnSpPr/>
            <p:nvPr/>
          </p:nvCxnSpPr>
          <p:spPr>
            <a:xfrm flipV="1">
              <a:off x="7297791" y="3566793"/>
              <a:ext cx="182609" cy="23931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 flipV="1">
              <a:off x="7291389" y="4321523"/>
              <a:ext cx="245357" cy="605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H="1">
              <a:off x="7704632" y="4000622"/>
              <a:ext cx="253811" cy="130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flipH="1" flipV="1">
              <a:off x="8128874" y="3440063"/>
              <a:ext cx="171493" cy="24638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flipH="1">
              <a:off x="8698422" y="4101481"/>
              <a:ext cx="176181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H="1">
              <a:off x="7805780" y="4376398"/>
              <a:ext cx="253811" cy="130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V="1">
              <a:off x="9263998" y="3487128"/>
              <a:ext cx="182609" cy="23931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H="1" flipV="1">
              <a:off x="9629344" y="4022782"/>
              <a:ext cx="4227" cy="35505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H="1" flipV="1">
              <a:off x="10004014" y="3592423"/>
              <a:ext cx="171493" cy="24638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10288974" y="4124887"/>
              <a:ext cx="1162" cy="36209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flipH="1">
              <a:off x="10577162" y="3461003"/>
              <a:ext cx="176181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10556619" y="3872075"/>
              <a:ext cx="180852" cy="25709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V="1">
              <a:off x="10548734" y="4397036"/>
              <a:ext cx="245357" cy="605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V="1">
              <a:off x="8624975" y="3568677"/>
              <a:ext cx="260184" cy="23881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4781569" y="1232139"/>
            <a:ext cx="2628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磁滞损耗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8340171" y="2086760"/>
            <a:ext cx="3115495" cy="2932083"/>
            <a:chOff x="3996694" y="1933648"/>
            <a:chExt cx="1971926" cy="1855837"/>
          </a:xfrm>
        </p:grpSpPr>
        <p:cxnSp>
          <p:nvCxnSpPr>
            <p:cNvPr id="44" name="直接箭头连接符 43"/>
            <p:cNvCxnSpPr/>
            <p:nvPr/>
          </p:nvCxnSpPr>
          <p:spPr>
            <a:xfrm>
              <a:off x="4117074" y="2902424"/>
              <a:ext cx="1851546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 flipV="1">
              <a:off x="5004806" y="1933648"/>
              <a:ext cx="0" cy="185583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任意多边形 45"/>
            <p:cNvSpPr/>
            <p:nvPr/>
          </p:nvSpPr>
          <p:spPr>
            <a:xfrm>
              <a:off x="5008941" y="2101755"/>
              <a:ext cx="736979" cy="800669"/>
            </a:xfrm>
            <a:custGeom>
              <a:avLst/>
              <a:gdLst>
                <a:gd name="connsiteX0" fmla="*/ 0 w 736979"/>
                <a:gd name="connsiteY0" fmla="*/ 800669 h 800669"/>
                <a:gd name="connsiteX1" fmla="*/ 136478 w 736979"/>
                <a:gd name="connsiteY1" fmla="*/ 436729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8490 w 736979"/>
                <a:gd name="connsiteY2" fmla="*/ 90985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129335 w 736979"/>
                <a:gd name="connsiteY1" fmla="*/ 439110 h 800669"/>
                <a:gd name="connsiteX2" fmla="*/ 363727 w 736979"/>
                <a:gd name="connsiteY2" fmla="*/ 86222 h 800669"/>
                <a:gd name="connsiteX3" fmla="*/ 736979 w 736979"/>
                <a:gd name="connsiteY3" fmla="*/ 0 h 800669"/>
                <a:gd name="connsiteX0" fmla="*/ 0 w 736979"/>
                <a:gd name="connsiteY0" fmla="*/ 800669 h 800669"/>
                <a:gd name="connsiteX1" fmla="*/ 77409 w 736979"/>
                <a:gd name="connsiteY1" fmla="*/ 612870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29335 w 736979"/>
                <a:gd name="connsiteY2" fmla="*/ 439110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70265 w 736979"/>
                <a:gd name="connsiteY1" fmla="*/ 608108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55977 w 736979"/>
                <a:gd name="connsiteY1" fmla="*/ 596202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55977 w 736979"/>
                <a:gd name="connsiteY1" fmla="*/ 596202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55977 w 736979"/>
                <a:gd name="connsiteY1" fmla="*/ 596202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63121 w 736979"/>
                <a:gd name="connsiteY1" fmla="*/ 600965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63121 w 736979"/>
                <a:gd name="connsiteY1" fmla="*/ 600965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  <a:gd name="connsiteX0" fmla="*/ 0 w 736979"/>
                <a:gd name="connsiteY0" fmla="*/ 800669 h 800669"/>
                <a:gd name="connsiteX1" fmla="*/ 63121 w 736979"/>
                <a:gd name="connsiteY1" fmla="*/ 600965 h 800669"/>
                <a:gd name="connsiteX2" fmla="*/ 119810 w 736979"/>
                <a:gd name="connsiteY2" fmla="*/ 436728 h 800669"/>
                <a:gd name="connsiteX3" fmla="*/ 363727 w 736979"/>
                <a:gd name="connsiteY3" fmla="*/ 86222 h 800669"/>
                <a:gd name="connsiteX4" fmla="*/ 736979 w 736979"/>
                <a:gd name="connsiteY4" fmla="*/ 0 h 80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979" h="800669">
                  <a:moveTo>
                    <a:pt x="0" y="800669"/>
                  </a:moveTo>
                  <a:cubicBezTo>
                    <a:pt x="12901" y="769369"/>
                    <a:pt x="41565" y="661225"/>
                    <a:pt x="63121" y="600965"/>
                  </a:cubicBezTo>
                  <a:cubicBezTo>
                    <a:pt x="84677" y="540705"/>
                    <a:pt x="95903" y="498706"/>
                    <a:pt x="119810" y="436728"/>
                  </a:cubicBezTo>
                  <a:cubicBezTo>
                    <a:pt x="143717" y="374750"/>
                    <a:pt x="222766" y="159010"/>
                    <a:pt x="363727" y="86222"/>
                  </a:cubicBezTo>
                  <a:cubicBezTo>
                    <a:pt x="504688" y="13434"/>
                    <a:pt x="552770" y="35292"/>
                    <a:pt x="736979" y="0"/>
                  </a:cubicBezTo>
                </a:path>
              </a:pathLst>
            </a:custGeom>
            <a:noFill/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5007769" y="2102582"/>
              <a:ext cx="745331" cy="290573"/>
            </a:xfrm>
            <a:custGeom>
              <a:avLst/>
              <a:gdLst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0 h 290512"/>
                <a:gd name="connsiteX1" fmla="*/ 226219 w 745331"/>
                <a:gd name="connsiteY1" fmla="*/ 83344 h 290512"/>
                <a:gd name="connsiteX2" fmla="*/ 0 w 745331"/>
                <a:gd name="connsiteY2" fmla="*/ 290512 h 290512"/>
                <a:gd name="connsiteX0" fmla="*/ 745331 w 745331"/>
                <a:gd name="connsiteY0" fmla="*/ 61 h 290573"/>
                <a:gd name="connsiteX1" fmla="*/ 226219 w 745331"/>
                <a:gd name="connsiteY1" fmla="*/ 83405 h 290573"/>
                <a:gd name="connsiteX2" fmla="*/ 0 w 745331"/>
                <a:gd name="connsiteY2" fmla="*/ 290573 h 290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5331" h="290573">
                  <a:moveTo>
                    <a:pt x="745331" y="61"/>
                  </a:moveTo>
                  <a:cubicBezTo>
                    <a:pt x="505023" y="-1527"/>
                    <a:pt x="333772" y="27843"/>
                    <a:pt x="226219" y="83405"/>
                  </a:cubicBezTo>
                  <a:cubicBezTo>
                    <a:pt x="118666" y="138967"/>
                    <a:pt x="50998" y="211198"/>
                    <a:pt x="0" y="29057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4843462" y="2393156"/>
              <a:ext cx="164307" cy="509588"/>
            </a:xfrm>
            <a:custGeom>
              <a:avLst/>
              <a:gdLst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6688 w 166688"/>
                <a:gd name="connsiteY0" fmla="*/ 0 h 509588"/>
                <a:gd name="connsiteX1" fmla="*/ 69057 w 166688"/>
                <a:gd name="connsiteY1" fmla="*/ 238125 h 509588"/>
                <a:gd name="connsiteX2" fmla="*/ 0 w 166688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  <a:gd name="connsiteX0" fmla="*/ 164307 w 164307"/>
                <a:gd name="connsiteY0" fmla="*/ 0 h 509588"/>
                <a:gd name="connsiteX1" fmla="*/ 66676 w 164307"/>
                <a:gd name="connsiteY1" fmla="*/ 238125 h 509588"/>
                <a:gd name="connsiteX2" fmla="*/ 0 w 164307"/>
                <a:gd name="connsiteY2" fmla="*/ 509588 h 50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307" h="509588">
                  <a:moveTo>
                    <a:pt x="164307" y="0"/>
                  </a:moveTo>
                  <a:cubicBezTo>
                    <a:pt x="117475" y="76597"/>
                    <a:pt x="94061" y="153194"/>
                    <a:pt x="66676" y="238125"/>
                  </a:cubicBezTo>
                  <a:cubicBezTo>
                    <a:pt x="39292" y="323056"/>
                    <a:pt x="12699" y="447279"/>
                    <a:pt x="0" y="50958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4289425" y="2905125"/>
              <a:ext cx="552450" cy="796925"/>
            </a:xfrm>
            <a:custGeom>
              <a:avLst/>
              <a:gdLst>
                <a:gd name="connsiteX0" fmla="*/ 546100 w 546100"/>
                <a:gd name="connsiteY0" fmla="*/ 0 h 809625"/>
                <a:gd name="connsiteX1" fmla="*/ 428625 w 546100"/>
                <a:gd name="connsiteY1" fmla="*/ 460375 h 809625"/>
                <a:gd name="connsiteX2" fmla="*/ 260350 w 546100"/>
                <a:gd name="connsiteY2" fmla="*/ 717550 h 809625"/>
                <a:gd name="connsiteX3" fmla="*/ 0 w 546100"/>
                <a:gd name="connsiteY3" fmla="*/ 809625 h 809625"/>
                <a:gd name="connsiteX0" fmla="*/ 546100 w 546100"/>
                <a:gd name="connsiteY0" fmla="*/ 0 h 796925"/>
                <a:gd name="connsiteX1" fmla="*/ 428625 w 546100"/>
                <a:gd name="connsiteY1" fmla="*/ 460375 h 796925"/>
                <a:gd name="connsiteX2" fmla="*/ 260350 w 546100"/>
                <a:gd name="connsiteY2" fmla="*/ 717550 h 796925"/>
                <a:gd name="connsiteX3" fmla="*/ 0 w 546100"/>
                <a:gd name="connsiteY3" fmla="*/ 796925 h 796925"/>
                <a:gd name="connsiteX0" fmla="*/ 552450 w 552450"/>
                <a:gd name="connsiteY0" fmla="*/ 0 h 796925"/>
                <a:gd name="connsiteX1" fmla="*/ 428625 w 552450"/>
                <a:gd name="connsiteY1" fmla="*/ 460375 h 796925"/>
                <a:gd name="connsiteX2" fmla="*/ 260350 w 552450"/>
                <a:gd name="connsiteY2" fmla="*/ 717550 h 796925"/>
                <a:gd name="connsiteX3" fmla="*/ 0 w 552450"/>
                <a:gd name="connsiteY3" fmla="*/ 796925 h 796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796925">
                  <a:moveTo>
                    <a:pt x="552450" y="0"/>
                  </a:moveTo>
                  <a:cubicBezTo>
                    <a:pt x="517525" y="170391"/>
                    <a:pt x="477308" y="340783"/>
                    <a:pt x="428625" y="460375"/>
                  </a:cubicBezTo>
                  <a:cubicBezTo>
                    <a:pt x="379942" y="579967"/>
                    <a:pt x="331787" y="661458"/>
                    <a:pt x="260350" y="717550"/>
                  </a:cubicBezTo>
                  <a:cubicBezTo>
                    <a:pt x="188913" y="773642"/>
                    <a:pt x="94456" y="779991"/>
                    <a:pt x="0" y="79692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4292600" y="3403600"/>
              <a:ext cx="714375" cy="299084"/>
            </a:xfrm>
            <a:custGeom>
              <a:avLst/>
              <a:gdLst>
                <a:gd name="connsiteX0" fmla="*/ 0 w 714375"/>
                <a:gd name="connsiteY0" fmla="*/ 298450 h 299084"/>
                <a:gd name="connsiteX1" fmla="*/ 292100 w 714375"/>
                <a:gd name="connsiteY1" fmla="*/ 279400 h 299084"/>
                <a:gd name="connsiteX2" fmla="*/ 555625 w 714375"/>
                <a:gd name="connsiteY2" fmla="*/ 168275 h 299084"/>
                <a:gd name="connsiteX3" fmla="*/ 714375 w 714375"/>
                <a:gd name="connsiteY3" fmla="*/ 0 h 299084"/>
                <a:gd name="connsiteX4" fmla="*/ 714375 w 714375"/>
                <a:gd name="connsiteY4" fmla="*/ 0 h 299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4375" h="299084">
                  <a:moveTo>
                    <a:pt x="0" y="298450"/>
                  </a:moveTo>
                  <a:cubicBezTo>
                    <a:pt x="99748" y="299773"/>
                    <a:pt x="199496" y="301096"/>
                    <a:pt x="292100" y="279400"/>
                  </a:cubicBezTo>
                  <a:cubicBezTo>
                    <a:pt x="384704" y="257704"/>
                    <a:pt x="485246" y="214842"/>
                    <a:pt x="555625" y="168275"/>
                  </a:cubicBezTo>
                  <a:cubicBezTo>
                    <a:pt x="626004" y="121708"/>
                    <a:pt x="714375" y="0"/>
                    <a:pt x="714375" y="0"/>
                  </a:cubicBezTo>
                  <a:lnTo>
                    <a:pt x="714375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5006975" y="2905124"/>
              <a:ext cx="155575" cy="498475"/>
            </a:xfrm>
            <a:custGeom>
              <a:avLst/>
              <a:gdLst>
                <a:gd name="connsiteX0" fmla="*/ 0 w 161925"/>
                <a:gd name="connsiteY0" fmla="*/ 495300 h 495300"/>
                <a:gd name="connsiteX1" fmla="*/ 88900 w 161925"/>
                <a:gd name="connsiteY1" fmla="*/ 285750 h 495300"/>
                <a:gd name="connsiteX2" fmla="*/ 161925 w 161925"/>
                <a:gd name="connsiteY2" fmla="*/ 0 h 495300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  <a:gd name="connsiteX0" fmla="*/ 0 w 155575"/>
                <a:gd name="connsiteY0" fmla="*/ 498475 h 498475"/>
                <a:gd name="connsiteX1" fmla="*/ 88900 w 155575"/>
                <a:gd name="connsiteY1" fmla="*/ 288925 h 498475"/>
                <a:gd name="connsiteX2" fmla="*/ 155575 w 155575"/>
                <a:gd name="connsiteY2" fmla="*/ 0 h 49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575" h="498475">
                  <a:moveTo>
                    <a:pt x="0" y="498475"/>
                  </a:moveTo>
                  <a:cubicBezTo>
                    <a:pt x="30956" y="434975"/>
                    <a:pt x="62971" y="372004"/>
                    <a:pt x="88900" y="288925"/>
                  </a:cubicBezTo>
                  <a:cubicBezTo>
                    <a:pt x="114829" y="205846"/>
                    <a:pt x="151606" y="53975"/>
                    <a:pt x="155575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5162550" y="2108200"/>
              <a:ext cx="587375" cy="800100"/>
            </a:xfrm>
            <a:custGeom>
              <a:avLst/>
              <a:gdLst>
                <a:gd name="connsiteX0" fmla="*/ 0 w 587375"/>
                <a:gd name="connsiteY0" fmla="*/ 800100 h 800100"/>
                <a:gd name="connsiteX1" fmla="*/ 57150 w 587375"/>
                <a:gd name="connsiteY1" fmla="*/ 533400 h 800100"/>
                <a:gd name="connsiteX2" fmla="*/ 187325 w 587375"/>
                <a:gd name="connsiteY2" fmla="*/ 196850 h 800100"/>
                <a:gd name="connsiteX3" fmla="*/ 377825 w 587375"/>
                <a:gd name="connsiteY3" fmla="*/ 60325 h 800100"/>
                <a:gd name="connsiteX4" fmla="*/ 587375 w 587375"/>
                <a:gd name="connsiteY4" fmla="*/ 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375" h="800100">
                  <a:moveTo>
                    <a:pt x="0" y="800100"/>
                  </a:moveTo>
                  <a:cubicBezTo>
                    <a:pt x="12964" y="717021"/>
                    <a:pt x="25929" y="633942"/>
                    <a:pt x="57150" y="533400"/>
                  </a:cubicBezTo>
                  <a:cubicBezTo>
                    <a:pt x="88371" y="432858"/>
                    <a:pt x="133879" y="275696"/>
                    <a:pt x="187325" y="196850"/>
                  </a:cubicBezTo>
                  <a:cubicBezTo>
                    <a:pt x="240771" y="118004"/>
                    <a:pt x="311150" y="93133"/>
                    <a:pt x="377825" y="60325"/>
                  </a:cubicBezTo>
                  <a:cubicBezTo>
                    <a:pt x="444500" y="27517"/>
                    <a:pt x="515937" y="13758"/>
                    <a:pt x="587375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4289425" y="2902424"/>
              <a:ext cx="3175" cy="79962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4292600" y="3708400"/>
              <a:ext cx="71437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5753100" y="2105025"/>
              <a:ext cx="3175" cy="79962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5007542" y="2095405"/>
              <a:ext cx="71437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/>
          </p:nvSpPr>
          <p:spPr>
            <a:xfrm>
              <a:off x="5707010" y="1956905"/>
              <a:ext cx="189934" cy="233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S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5628393" y="2847277"/>
              <a:ext cx="262986" cy="233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Hs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5117683" y="2847277"/>
              <a:ext cx="262986" cy="233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Hc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4836752" y="2844664"/>
              <a:ext cx="189934" cy="233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O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4520207" y="2838314"/>
              <a:ext cx="336038" cy="233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-Hc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4772101" y="2213334"/>
              <a:ext cx="262986" cy="233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Br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4711894" y="3238126"/>
              <a:ext cx="336038" cy="233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-Br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996694" y="2861566"/>
              <a:ext cx="336038" cy="233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-Hs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4779614" y="1972294"/>
              <a:ext cx="262986" cy="233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Bs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720540" y="3510527"/>
              <a:ext cx="336038" cy="233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+mn-ea"/>
                </a:rPr>
                <a:t>-Bs</a:t>
              </a:r>
              <a:endParaRPr lang="zh-CN" altLang="en-US" dirty="0">
                <a:latin typeface="+mn-ea"/>
              </a:endParaRPr>
            </a:p>
          </p:txBody>
        </p:sp>
      </p:grpSp>
      <p:cxnSp>
        <p:nvCxnSpPr>
          <p:cNvPr id="73" name="直接连接符 72"/>
          <p:cNvCxnSpPr/>
          <p:nvPr/>
        </p:nvCxnSpPr>
        <p:spPr>
          <a:xfrm>
            <a:off x="8690873" y="2852692"/>
            <a:ext cx="1218623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C9399D95-E3AA-4FCA-A2DA-85B95E664DA5}"/>
              </a:ext>
            </a:extLst>
          </p:cNvPr>
          <p:cNvSpPr txBox="1"/>
          <p:nvPr/>
        </p:nvSpPr>
        <p:spPr>
          <a:xfrm>
            <a:off x="8434050" y="2544032"/>
            <a:ext cx="9885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spc="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磁滞</a:t>
            </a:r>
          </a:p>
        </p:txBody>
      </p:sp>
    </p:spTree>
    <p:extLst>
      <p:ext uri="{BB962C8B-B14F-4D97-AF65-F5344CB8AC3E}">
        <p14:creationId xmlns:p14="http://schemas.microsoft.com/office/powerpoint/2010/main" val="4047941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44"/>
    </mc:Choice>
    <mc:Fallback>
      <p:transition spd="slow" advTm="90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磁珠的工作原理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658A2BC-F394-42D7-AE75-61743623A316}"/>
              </a:ext>
            </a:extLst>
          </p:cNvPr>
          <p:cNvGrpSpPr/>
          <p:nvPr/>
        </p:nvGrpSpPr>
        <p:grpSpPr>
          <a:xfrm>
            <a:off x="939176" y="1232139"/>
            <a:ext cx="10516490" cy="3786704"/>
            <a:chOff x="939176" y="1232139"/>
            <a:chExt cx="10516490" cy="3786704"/>
          </a:xfrm>
        </p:grpSpPr>
        <p:grpSp>
          <p:nvGrpSpPr>
            <p:cNvPr id="4" name="组合 3"/>
            <p:cNvGrpSpPr/>
            <p:nvPr/>
          </p:nvGrpSpPr>
          <p:grpSpPr>
            <a:xfrm>
              <a:off x="939176" y="2369951"/>
              <a:ext cx="6302732" cy="2513372"/>
              <a:chOff x="7184463" y="3361392"/>
              <a:chExt cx="3684885" cy="1147108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7184463" y="3361392"/>
                <a:ext cx="3684885" cy="1147108"/>
                <a:chOff x="2228798" y="4344326"/>
                <a:chExt cx="6231066" cy="1358545"/>
              </a:xfrm>
            </p:grpSpPr>
            <p:sp>
              <p:nvSpPr>
                <p:cNvPr id="20" name="任意多边形 19"/>
                <p:cNvSpPr/>
                <p:nvPr/>
              </p:nvSpPr>
              <p:spPr>
                <a:xfrm>
                  <a:off x="2228798" y="4344326"/>
                  <a:ext cx="6231066" cy="1358545"/>
                </a:xfrm>
                <a:custGeom>
                  <a:avLst/>
                  <a:gdLst>
                    <a:gd name="connsiteX0" fmla="*/ 0 w 4305298"/>
                    <a:gd name="connsiteY0" fmla="*/ 0 h 704850"/>
                    <a:gd name="connsiteX1" fmla="*/ 2152649 w 4305298"/>
                    <a:gd name="connsiteY1" fmla="*/ 0 h 704850"/>
                    <a:gd name="connsiteX2" fmla="*/ 4305298 w 4305298"/>
                    <a:gd name="connsiteY2" fmla="*/ 0 h 704850"/>
                    <a:gd name="connsiteX3" fmla="*/ 4305298 w 4305298"/>
                    <a:gd name="connsiteY3" fmla="*/ 704850 h 704850"/>
                    <a:gd name="connsiteX4" fmla="*/ 2152649 w 4305298"/>
                    <a:gd name="connsiteY4" fmla="*/ 704850 h 704850"/>
                    <a:gd name="connsiteX5" fmla="*/ 0 w 4305298"/>
                    <a:gd name="connsiteY5" fmla="*/ 704850 h 704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05298" h="704850">
                      <a:moveTo>
                        <a:pt x="0" y="0"/>
                      </a:moveTo>
                      <a:lnTo>
                        <a:pt x="2152649" y="0"/>
                      </a:lnTo>
                      <a:lnTo>
                        <a:pt x="4305298" y="0"/>
                      </a:lnTo>
                      <a:lnTo>
                        <a:pt x="4305298" y="704850"/>
                      </a:lnTo>
                      <a:lnTo>
                        <a:pt x="2152649" y="704850"/>
                      </a:lnTo>
                      <a:lnTo>
                        <a:pt x="0" y="70485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1" name="直接连接符 20"/>
                <p:cNvCxnSpPr/>
                <p:nvPr/>
              </p:nvCxnSpPr>
              <p:spPr>
                <a:xfrm>
                  <a:off x="2832155" y="4344326"/>
                  <a:ext cx="265543" cy="42225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 flipH="1">
                  <a:off x="2228798" y="4766577"/>
                  <a:ext cx="868900" cy="46581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>
                  <a:off x="2640070" y="5014368"/>
                  <a:ext cx="369100" cy="37935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3009170" y="5393722"/>
                  <a:ext cx="88528" cy="3091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3009170" y="5393722"/>
                  <a:ext cx="90566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3914833" y="5391511"/>
                  <a:ext cx="259738" cy="31136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>
                  <a:off x="3097698" y="4766577"/>
                  <a:ext cx="1068529" cy="15899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/>
                <p:nvPr/>
              </p:nvCxnSpPr>
              <p:spPr>
                <a:xfrm flipV="1">
                  <a:off x="4166227" y="4344327"/>
                  <a:ext cx="876414" cy="58124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4166227" y="4925575"/>
                  <a:ext cx="327770" cy="20205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 flipV="1">
                  <a:off x="3914834" y="4766578"/>
                  <a:ext cx="1363943" cy="6283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>
                  <a:endCxn id="20" idx="1"/>
                </p:cNvCxnSpPr>
                <p:nvPr/>
              </p:nvCxnSpPr>
              <p:spPr>
                <a:xfrm flipV="1">
                  <a:off x="5271878" y="4344326"/>
                  <a:ext cx="72453" cy="42917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5268525" y="4766573"/>
                  <a:ext cx="808891" cy="48835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/>
                <p:cNvCxnSpPr>
                  <a:endCxn id="20" idx="4"/>
                </p:cNvCxnSpPr>
                <p:nvPr/>
              </p:nvCxnSpPr>
              <p:spPr>
                <a:xfrm flipH="1">
                  <a:off x="5344332" y="5254924"/>
                  <a:ext cx="733083" cy="4479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 flipV="1">
                  <a:off x="6077415" y="4346539"/>
                  <a:ext cx="636299" cy="90838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6405186" y="4780437"/>
                  <a:ext cx="645487" cy="50131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 flipH="1">
                  <a:off x="6632795" y="5281752"/>
                  <a:ext cx="417878" cy="42111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 flipV="1">
                  <a:off x="7050674" y="5168163"/>
                  <a:ext cx="685033" cy="11358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 flipH="1" flipV="1">
                  <a:off x="7411253" y="4359320"/>
                  <a:ext cx="324453" cy="80884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7575860" y="4780437"/>
                  <a:ext cx="879019" cy="612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 flipH="1">
                  <a:off x="7573479" y="5168163"/>
                  <a:ext cx="162228" cy="53470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 flipV="1">
                  <a:off x="7654592" y="5354388"/>
                  <a:ext cx="805272" cy="8112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" name="直接箭头连接符 5"/>
              <p:cNvCxnSpPr/>
              <p:nvPr/>
            </p:nvCxnSpPr>
            <p:spPr>
              <a:xfrm flipV="1">
                <a:off x="7297791" y="3566793"/>
                <a:ext cx="182609" cy="239316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/>
              <p:cNvCxnSpPr/>
              <p:nvPr/>
            </p:nvCxnSpPr>
            <p:spPr>
              <a:xfrm flipV="1">
                <a:off x="7291389" y="4321523"/>
                <a:ext cx="245357" cy="6056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/>
              <p:cNvCxnSpPr/>
              <p:nvPr/>
            </p:nvCxnSpPr>
            <p:spPr>
              <a:xfrm flipH="1">
                <a:off x="7704632" y="4000622"/>
                <a:ext cx="253811" cy="1302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/>
              <p:cNvCxnSpPr/>
              <p:nvPr/>
            </p:nvCxnSpPr>
            <p:spPr>
              <a:xfrm flipH="1" flipV="1">
                <a:off x="8128874" y="3440063"/>
                <a:ext cx="171493" cy="2463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/>
              <p:cNvCxnSpPr/>
              <p:nvPr/>
            </p:nvCxnSpPr>
            <p:spPr>
              <a:xfrm flipH="1">
                <a:off x="8698422" y="4101481"/>
                <a:ext cx="176181" cy="25709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/>
              <p:nvPr/>
            </p:nvCxnSpPr>
            <p:spPr>
              <a:xfrm flipH="1">
                <a:off x="7805780" y="4376398"/>
                <a:ext cx="253811" cy="1302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/>
            </p:nvCxnSpPr>
            <p:spPr>
              <a:xfrm flipV="1">
                <a:off x="9263998" y="3487128"/>
                <a:ext cx="182609" cy="239316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 flipH="1" flipV="1">
                <a:off x="9629344" y="4022782"/>
                <a:ext cx="4227" cy="35505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/>
              <p:cNvCxnSpPr/>
              <p:nvPr/>
            </p:nvCxnSpPr>
            <p:spPr>
              <a:xfrm flipH="1" flipV="1">
                <a:off x="10004014" y="3592423"/>
                <a:ext cx="171493" cy="24638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/>
              <p:nvPr/>
            </p:nvCxnSpPr>
            <p:spPr>
              <a:xfrm>
                <a:off x="10288974" y="4124887"/>
                <a:ext cx="1162" cy="36209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/>
              <p:cNvCxnSpPr/>
              <p:nvPr/>
            </p:nvCxnSpPr>
            <p:spPr>
              <a:xfrm flipH="1">
                <a:off x="10577162" y="3461003"/>
                <a:ext cx="176181" cy="25709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/>
              <p:nvPr/>
            </p:nvCxnSpPr>
            <p:spPr>
              <a:xfrm>
                <a:off x="10556619" y="3872075"/>
                <a:ext cx="180852" cy="25709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 flipV="1">
                <a:off x="10548734" y="4397036"/>
                <a:ext cx="245357" cy="6056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 flipV="1">
                <a:off x="8624975" y="3568677"/>
                <a:ext cx="260184" cy="23881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4781569" y="1232139"/>
              <a:ext cx="26288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磁滞损耗</a:t>
              </a: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8340171" y="2086760"/>
              <a:ext cx="3115495" cy="2932083"/>
              <a:chOff x="3996694" y="1933648"/>
              <a:chExt cx="1971926" cy="1855837"/>
            </a:xfrm>
          </p:grpSpPr>
          <p:cxnSp>
            <p:nvCxnSpPr>
              <p:cNvPr id="44" name="直接箭头连接符 43"/>
              <p:cNvCxnSpPr/>
              <p:nvPr/>
            </p:nvCxnSpPr>
            <p:spPr>
              <a:xfrm>
                <a:off x="4117074" y="2902424"/>
                <a:ext cx="1851546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/>
              <p:nvPr/>
            </p:nvCxnSpPr>
            <p:spPr>
              <a:xfrm flipV="1">
                <a:off x="5004806" y="1933648"/>
                <a:ext cx="0" cy="185583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任意多边形 45"/>
              <p:cNvSpPr/>
              <p:nvPr/>
            </p:nvSpPr>
            <p:spPr>
              <a:xfrm>
                <a:off x="5008941" y="2101755"/>
                <a:ext cx="736979" cy="800669"/>
              </a:xfrm>
              <a:custGeom>
                <a:avLst/>
                <a:gdLst>
                  <a:gd name="connsiteX0" fmla="*/ 0 w 736979"/>
                  <a:gd name="connsiteY0" fmla="*/ 800669 h 800669"/>
                  <a:gd name="connsiteX1" fmla="*/ 136478 w 736979"/>
                  <a:gd name="connsiteY1" fmla="*/ 436729 h 800669"/>
                  <a:gd name="connsiteX2" fmla="*/ 368490 w 736979"/>
                  <a:gd name="connsiteY2" fmla="*/ 90985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8490 w 736979"/>
                  <a:gd name="connsiteY2" fmla="*/ 90985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8490 w 736979"/>
                  <a:gd name="connsiteY2" fmla="*/ 90985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8490 w 736979"/>
                  <a:gd name="connsiteY2" fmla="*/ 90985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8490 w 736979"/>
                  <a:gd name="connsiteY2" fmla="*/ 90985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8490 w 736979"/>
                  <a:gd name="connsiteY2" fmla="*/ 90985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8490 w 736979"/>
                  <a:gd name="connsiteY2" fmla="*/ 90985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8490 w 736979"/>
                  <a:gd name="connsiteY2" fmla="*/ 90985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3727 w 736979"/>
                  <a:gd name="connsiteY2" fmla="*/ 86222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3727 w 736979"/>
                  <a:gd name="connsiteY2" fmla="*/ 86222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3727 w 736979"/>
                  <a:gd name="connsiteY2" fmla="*/ 86222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3727 w 736979"/>
                  <a:gd name="connsiteY2" fmla="*/ 86222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3727 w 736979"/>
                  <a:gd name="connsiteY2" fmla="*/ 86222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129335 w 736979"/>
                  <a:gd name="connsiteY1" fmla="*/ 439110 h 800669"/>
                  <a:gd name="connsiteX2" fmla="*/ 363727 w 736979"/>
                  <a:gd name="connsiteY2" fmla="*/ 86222 h 800669"/>
                  <a:gd name="connsiteX3" fmla="*/ 736979 w 736979"/>
                  <a:gd name="connsiteY3" fmla="*/ 0 h 800669"/>
                  <a:gd name="connsiteX0" fmla="*/ 0 w 736979"/>
                  <a:gd name="connsiteY0" fmla="*/ 800669 h 800669"/>
                  <a:gd name="connsiteX1" fmla="*/ 77409 w 736979"/>
                  <a:gd name="connsiteY1" fmla="*/ 612870 h 800669"/>
                  <a:gd name="connsiteX2" fmla="*/ 129335 w 736979"/>
                  <a:gd name="connsiteY2" fmla="*/ 439110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70265 w 736979"/>
                  <a:gd name="connsiteY1" fmla="*/ 608108 h 800669"/>
                  <a:gd name="connsiteX2" fmla="*/ 129335 w 736979"/>
                  <a:gd name="connsiteY2" fmla="*/ 439110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70265 w 736979"/>
                  <a:gd name="connsiteY1" fmla="*/ 608108 h 800669"/>
                  <a:gd name="connsiteX2" fmla="*/ 129335 w 736979"/>
                  <a:gd name="connsiteY2" fmla="*/ 439110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70265 w 736979"/>
                  <a:gd name="connsiteY1" fmla="*/ 608108 h 800669"/>
                  <a:gd name="connsiteX2" fmla="*/ 129335 w 736979"/>
                  <a:gd name="connsiteY2" fmla="*/ 439110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70265 w 736979"/>
                  <a:gd name="connsiteY1" fmla="*/ 608108 h 800669"/>
                  <a:gd name="connsiteX2" fmla="*/ 129335 w 736979"/>
                  <a:gd name="connsiteY2" fmla="*/ 439110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70265 w 736979"/>
                  <a:gd name="connsiteY1" fmla="*/ 608108 h 800669"/>
                  <a:gd name="connsiteX2" fmla="*/ 129335 w 736979"/>
                  <a:gd name="connsiteY2" fmla="*/ 439110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70265 w 736979"/>
                  <a:gd name="connsiteY1" fmla="*/ 608108 h 800669"/>
                  <a:gd name="connsiteX2" fmla="*/ 129335 w 736979"/>
                  <a:gd name="connsiteY2" fmla="*/ 439110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70265 w 736979"/>
                  <a:gd name="connsiteY1" fmla="*/ 608108 h 800669"/>
                  <a:gd name="connsiteX2" fmla="*/ 119810 w 736979"/>
                  <a:gd name="connsiteY2" fmla="*/ 436728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70265 w 736979"/>
                  <a:gd name="connsiteY1" fmla="*/ 608108 h 800669"/>
                  <a:gd name="connsiteX2" fmla="*/ 119810 w 736979"/>
                  <a:gd name="connsiteY2" fmla="*/ 436728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70265 w 736979"/>
                  <a:gd name="connsiteY1" fmla="*/ 608108 h 800669"/>
                  <a:gd name="connsiteX2" fmla="*/ 119810 w 736979"/>
                  <a:gd name="connsiteY2" fmla="*/ 436728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55977 w 736979"/>
                  <a:gd name="connsiteY1" fmla="*/ 596202 h 800669"/>
                  <a:gd name="connsiteX2" fmla="*/ 119810 w 736979"/>
                  <a:gd name="connsiteY2" fmla="*/ 436728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55977 w 736979"/>
                  <a:gd name="connsiteY1" fmla="*/ 596202 h 800669"/>
                  <a:gd name="connsiteX2" fmla="*/ 119810 w 736979"/>
                  <a:gd name="connsiteY2" fmla="*/ 436728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55977 w 736979"/>
                  <a:gd name="connsiteY1" fmla="*/ 596202 h 800669"/>
                  <a:gd name="connsiteX2" fmla="*/ 119810 w 736979"/>
                  <a:gd name="connsiteY2" fmla="*/ 436728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63121 w 736979"/>
                  <a:gd name="connsiteY1" fmla="*/ 600965 h 800669"/>
                  <a:gd name="connsiteX2" fmla="*/ 119810 w 736979"/>
                  <a:gd name="connsiteY2" fmla="*/ 436728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63121 w 736979"/>
                  <a:gd name="connsiteY1" fmla="*/ 600965 h 800669"/>
                  <a:gd name="connsiteX2" fmla="*/ 119810 w 736979"/>
                  <a:gd name="connsiteY2" fmla="*/ 436728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  <a:gd name="connsiteX0" fmla="*/ 0 w 736979"/>
                  <a:gd name="connsiteY0" fmla="*/ 800669 h 800669"/>
                  <a:gd name="connsiteX1" fmla="*/ 63121 w 736979"/>
                  <a:gd name="connsiteY1" fmla="*/ 600965 h 800669"/>
                  <a:gd name="connsiteX2" fmla="*/ 119810 w 736979"/>
                  <a:gd name="connsiteY2" fmla="*/ 436728 h 800669"/>
                  <a:gd name="connsiteX3" fmla="*/ 363727 w 736979"/>
                  <a:gd name="connsiteY3" fmla="*/ 86222 h 800669"/>
                  <a:gd name="connsiteX4" fmla="*/ 736979 w 736979"/>
                  <a:gd name="connsiteY4" fmla="*/ 0 h 800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6979" h="800669">
                    <a:moveTo>
                      <a:pt x="0" y="800669"/>
                    </a:moveTo>
                    <a:cubicBezTo>
                      <a:pt x="12901" y="769369"/>
                      <a:pt x="41565" y="661225"/>
                      <a:pt x="63121" y="600965"/>
                    </a:cubicBezTo>
                    <a:cubicBezTo>
                      <a:pt x="84677" y="540705"/>
                      <a:pt x="95903" y="498706"/>
                      <a:pt x="119810" y="436728"/>
                    </a:cubicBezTo>
                    <a:cubicBezTo>
                      <a:pt x="143717" y="374750"/>
                      <a:pt x="222766" y="159010"/>
                      <a:pt x="363727" y="86222"/>
                    </a:cubicBezTo>
                    <a:cubicBezTo>
                      <a:pt x="504688" y="13434"/>
                      <a:pt x="552770" y="35292"/>
                      <a:pt x="736979" y="0"/>
                    </a:cubicBezTo>
                  </a:path>
                </a:pathLst>
              </a:custGeom>
              <a:noFill/>
              <a:ln w="9525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任意多边形 46"/>
              <p:cNvSpPr/>
              <p:nvPr/>
            </p:nvSpPr>
            <p:spPr>
              <a:xfrm>
                <a:off x="5007769" y="2102582"/>
                <a:ext cx="745331" cy="290573"/>
              </a:xfrm>
              <a:custGeom>
                <a:avLst/>
                <a:gdLst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0 h 290512"/>
                  <a:gd name="connsiteX1" fmla="*/ 226219 w 745331"/>
                  <a:gd name="connsiteY1" fmla="*/ 83344 h 290512"/>
                  <a:gd name="connsiteX2" fmla="*/ 0 w 745331"/>
                  <a:gd name="connsiteY2" fmla="*/ 290512 h 290512"/>
                  <a:gd name="connsiteX0" fmla="*/ 745331 w 745331"/>
                  <a:gd name="connsiteY0" fmla="*/ 61 h 290573"/>
                  <a:gd name="connsiteX1" fmla="*/ 226219 w 745331"/>
                  <a:gd name="connsiteY1" fmla="*/ 83405 h 290573"/>
                  <a:gd name="connsiteX2" fmla="*/ 0 w 745331"/>
                  <a:gd name="connsiteY2" fmla="*/ 290573 h 290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5331" h="290573">
                    <a:moveTo>
                      <a:pt x="745331" y="61"/>
                    </a:moveTo>
                    <a:cubicBezTo>
                      <a:pt x="505023" y="-1527"/>
                      <a:pt x="333772" y="27843"/>
                      <a:pt x="226219" y="83405"/>
                    </a:cubicBezTo>
                    <a:cubicBezTo>
                      <a:pt x="118666" y="138967"/>
                      <a:pt x="50998" y="211198"/>
                      <a:pt x="0" y="290573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>
                <a:off x="4843462" y="2393156"/>
                <a:ext cx="164307" cy="509588"/>
              </a:xfrm>
              <a:custGeom>
                <a:avLst/>
                <a:gdLst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6688 w 166688"/>
                  <a:gd name="connsiteY0" fmla="*/ 0 h 509588"/>
                  <a:gd name="connsiteX1" fmla="*/ 69057 w 166688"/>
                  <a:gd name="connsiteY1" fmla="*/ 238125 h 509588"/>
                  <a:gd name="connsiteX2" fmla="*/ 0 w 166688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  <a:gd name="connsiteX0" fmla="*/ 164307 w 164307"/>
                  <a:gd name="connsiteY0" fmla="*/ 0 h 509588"/>
                  <a:gd name="connsiteX1" fmla="*/ 66676 w 164307"/>
                  <a:gd name="connsiteY1" fmla="*/ 238125 h 509588"/>
                  <a:gd name="connsiteX2" fmla="*/ 0 w 164307"/>
                  <a:gd name="connsiteY2" fmla="*/ 509588 h 509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4307" h="509588">
                    <a:moveTo>
                      <a:pt x="164307" y="0"/>
                    </a:moveTo>
                    <a:cubicBezTo>
                      <a:pt x="117475" y="76597"/>
                      <a:pt x="94061" y="153194"/>
                      <a:pt x="66676" y="238125"/>
                    </a:cubicBezTo>
                    <a:cubicBezTo>
                      <a:pt x="39292" y="323056"/>
                      <a:pt x="12699" y="447279"/>
                      <a:pt x="0" y="50958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>
                <a:off x="4289425" y="2905125"/>
                <a:ext cx="552450" cy="796925"/>
              </a:xfrm>
              <a:custGeom>
                <a:avLst/>
                <a:gdLst>
                  <a:gd name="connsiteX0" fmla="*/ 546100 w 546100"/>
                  <a:gd name="connsiteY0" fmla="*/ 0 h 809625"/>
                  <a:gd name="connsiteX1" fmla="*/ 428625 w 546100"/>
                  <a:gd name="connsiteY1" fmla="*/ 460375 h 809625"/>
                  <a:gd name="connsiteX2" fmla="*/ 260350 w 546100"/>
                  <a:gd name="connsiteY2" fmla="*/ 717550 h 809625"/>
                  <a:gd name="connsiteX3" fmla="*/ 0 w 546100"/>
                  <a:gd name="connsiteY3" fmla="*/ 809625 h 809625"/>
                  <a:gd name="connsiteX0" fmla="*/ 546100 w 546100"/>
                  <a:gd name="connsiteY0" fmla="*/ 0 h 796925"/>
                  <a:gd name="connsiteX1" fmla="*/ 428625 w 546100"/>
                  <a:gd name="connsiteY1" fmla="*/ 460375 h 796925"/>
                  <a:gd name="connsiteX2" fmla="*/ 260350 w 546100"/>
                  <a:gd name="connsiteY2" fmla="*/ 717550 h 796925"/>
                  <a:gd name="connsiteX3" fmla="*/ 0 w 546100"/>
                  <a:gd name="connsiteY3" fmla="*/ 796925 h 796925"/>
                  <a:gd name="connsiteX0" fmla="*/ 552450 w 552450"/>
                  <a:gd name="connsiteY0" fmla="*/ 0 h 796925"/>
                  <a:gd name="connsiteX1" fmla="*/ 428625 w 552450"/>
                  <a:gd name="connsiteY1" fmla="*/ 460375 h 796925"/>
                  <a:gd name="connsiteX2" fmla="*/ 260350 w 552450"/>
                  <a:gd name="connsiteY2" fmla="*/ 717550 h 796925"/>
                  <a:gd name="connsiteX3" fmla="*/ 0 w 552450"/>
                  <a:gd name="connsiteY3" fmla="*/ 796925 h 79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796925">
                    <a:moveTo>
                      <a:pt x="552450" y="0"/>
                    </a:moveTo>
                    <a:cubicBezTo>
                      <a:pt x="517525" y="170391"/>
                      <a:pt x="477308" y="340783"/>
                      <a:pt x="428625" y="460375"/>
                    </a:cubicBezTo>
                    <a:cubicBezTo>
                      <a:pt x="379942" y="579967"/>
                      <a:pt x="331787" y="661458"/>
                      <a:pt x="260350" y="717550"/>
                    </a:cubicBezTo>
                    <a:cubicBezTo>
                      <a:pt x="188913" y="773642"/>
                      <a:pt x="94456" y="779991"/>
                      <a:pt x="0" y="79692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>
                <a:off x="4292600" y="3403600"/>
                <a:ext cx="714375" cy="299084"/>
              </a:xfrm>
              <a:custGeom>
                <a:avLst/>
                <a:gdLst>
                  <a:gd name="connsiteX0" fmla="*/ 0 w 714375"/>
                  <a:gd name="connsiteY0" fmla="*/ 298450 h 299084"/>
                  <a:gd name="connsiteX1" fmla="*/ 292100 w 714375"/>
                  <a:gd name="connsiteY1" fmla="*/ 279400 h 299084"/>
                  <a:gd name="connsiteX2" fmla="*/ 555625 w 714375"/>
                  <a:gd name="connsiteY2" fmla="*/ 168275 h 299084"/>
                  <a:gd name="connsiteX3" fmla="*/ 714375 w 714375"/>
                  <a:gd name="connsiteY3" fmla="*/ 0 h 299084"/>
                  <a:gd name="connsiteX4" fmla="*/ 714375 w 714375"/>
                  <a:gd name="connsiteY4" fmla="*/ 0 h 299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4375" h="299084">
                    <a:moveTo>
                      <a:pt x="0" y="298450"/>
                    </a:moveTo>
                    <a:cubicBezTo>
                      <a:pt x="99748" y="299773"/>
                      <a:pt x="199496" y="301096"/>
                      <a:pt x="292100" y="279400"/>
                    </a:cubicBezTo>
                    <a:cubicBezTo>
                      <a:pt x="384704" y="257704"/>
                      <a:pt x="485246" y="214842"/>
                      <a:pt x="555625" y="168275"/>
                    </a:cubicBezTo>
                    <a:cubicBezTo>
                      <a:pt x="626004" y="121708"/>
                      <a:pt x="714375" y="0"/>
                      <a:pt x="714375" y="0"/>
                    </a:cubicBezTo>
                    <a:lnTo>
                      <a:pt x="714375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任意多边形 50"/>
              <p:cNvSpPr/>
              <p:nvPr/>
            </p:nvSpPr>
            <p:spPr>
              <a:xfrm>
                <a:off x="5006975" y="2905124"/>
                <a:ext cx="155575" cy="498475"/>
              </a:xfrm>
              <a:custGeom>
                <a:avLst/>
                <a:gdLst>
                  <a:gd name="connsiteX0" fmla="*/ 0 w 161925"/>
                  <a:gd name="connsiteY0" fmla="*/ 495300 h 495300"/>
                  <a:gd name="connsiteX1" fmla="*/ 88900 w 161925"/>
                  <a:gd name="connsiteY1" fmla="*/ 285750 h 495300"/>
                  <a:gd name="connsiteX2" fmla="*/ 161925 w 161925"/>
                  <a:gd name="connsiteY2" fmla="*/ 0 h 495300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  <a:gd name="connsiteX0" fmla="*/ 0 w 155575"/>
                  <a:gd name="connsiteY0" fmla="*/ 498475 h 498475"/>
                  <a:gd name="connsiteX1" fmla="*/ 88900 w 155575"/>
                  <a:gd name="connsiteY1" fmla="*/ 288925 h 498475"/>
                  <a:gd name="connsiteX2" fmla="*/ 155575 w 155575"/>
                  <a:gd name="connsiteY2" fmla="*/ 0 h 49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575" h="498475">
                    <a:moveTo>
                      <a:pt x="0" y="498475"/>
                    </a:moveTo>
                    <a:cubicBezTo>
                      <a:pt x="30956" y="434975"/>
                      <a:pt x="62971" y="372004"/>
                      <a:pt x="88900" y="288925"/>
                    </a:cubicBezTo>
                    <a:cubicBezTo>
                      <a:pt x="114829" y="205846"/>
                      <a:pt x="151606" y="53975"/>
                      <a:pt x="155575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任意多边形 51"/>
              <p:cNvSpPr/>
              <p:nvPr/>
            </p:nvSpPr>
            <p:spPr>
              <a:xfrm>
                <a:off x="5162550" y="2108200"/>
                <a:ext cx="587375" cy="800100"/>
              </a:xfrm>
              <a:custGeom>
                <a:avLst/>
                <a:gdLst>
                  <a:gd name="connsiteX0" fmla="*/ 0 w 587375"/>
                  <a:gd name="connsiteY0" fmla="*/ 800100 h 800100"/>
                  <a:gd name="connsiteX1" fmla="*/ 57150 w 587375"/>
                  <a:gd name="connsiteY1" fmla="*/ 533400 h 800100"/>
                  <a:gd name="connsiteX2" fmla="*/ 187325 w 587375"/>
                  <a:gd name="connsiteY2" fmla="*/ 196850 h 800100"/>
                  <a:gd name="connsiteX3" fmla="*/ 377825 w 587375"/>
                  <a:gd name="connsiteY3" fmla="*/ 60325 h 800100"/>
                  <a:gd name="connsiteX4" fmla="*/ 587375 w 587375"/>
                  <a:gd name="connsiteY4" fmla="*/ 0 h 800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7375" h="800100">
                    <a:moveTo>
                      <a:pt x="0" y="800100"/>
                    </a:moveTo>
                    <a:cubicBezTo>
                      <a:pt x="12964" y="717021"/>
                      <a:pt x="25929" y="633942"/>
                      <a:pt x="57150" y="533400"/>
                    </a:cubicBezTo>
                    <a:cubicBezTo>
                      <a:pt x="88371" y="432858"/>
                      <a:pt x="133879" y="275696"/>
                      <a:pt x="187325" y="196850"/>
                    </a:cubicBezTo>
                    <a:cubicBezTo>
                      <a:pt x="240771" y="118004"/>
                      <a:pt x="311150" y="93133"/>
                      <a:pt x="377825" y="60325"/>
                    </a:cubicBezTo>
                    <a:cubicBezTo>
                      <a:pt x="444500" y="27517"/>
                      <a:pt x="515937" y="13758"/>
                      <a:pt x="587375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3" name="直接连接符 52"/>
              <p:cNvCxnSpPr/>
              <p:nvPr/>
            </p:nvCxnSpPr>
            <p:spPr>
              <a:xfrm>
                <a:off x="4289425" y="2902424"/>
                <a:ext cx="3175" cy="79962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4292600" y="3708400"/>
                <a:ext cx="714375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5753100" y="2105025"/>
                <a:ext cx="3175" cy="79962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5007542" y="2095405"/>
                <a:ext cx="714375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文本框 56"/>
              <p:cNvSpPr txBox="1"/>
              <p:nvPr/>
            </p:nvSpPr>
            <p:spPr>
              <a:xfrm>
                <a:off x="5707010" y="1956905"/>
                <a:ext cx="189934" cy="233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+mn-ea"/>
                  </a:rPr>
                  <a:t>S</a:t>
                </a:r>
                <a:endParaRPr lang="zh-CN" altLang="en-US" dirty="0">
                  <a:latin typeface="+mn-ea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5628393" y="2847277"/>
                <a:ext cx="262986" cy="233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+mn-ea"/>
                  </a:rPr>
                  <a:t>Hs</a:t>
                </a:r>
                <a:endParaRPr lang="zh-CN" altLang="en-US" dirty="0">
                  <a:latin typeface="+mn-ea"/>
                </a:endParaRP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5117683" y="2847277"/>
                <a:ext cx="262986" cy="233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+mn-ea"/>
                  </a:rPr>
                  <a:t>Hc</a:t>
                </a:r>
                <a:endParaRPr lang="zh-CN" altLang="en-US" dirty="0">
                  <a:latin typeface="+mn-ea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4836752" y="2844664"/>
                <a:ext cx="189934" cy="233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+mn-ea"/>
                  </a:rPr>
                  <a:t>O</a:t>
                </a:r>
                <a:endParaRPr lang="zh-CN" altLang="en-US" dirty="0">
                  <a:latin typeface="+mn-ea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4520207" y="2838314"/>
                <a:ext cx="336038" cy="233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+mn-ea"/>
                  </a:rPr>
                  <a:t>-Hc</a:t>
                </a:r>
                <a:endParaRPr lang="zh-CN" altLang="en-US" dirty="0">
                  <a:latin typeface="+mn-ea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4772101" y="2213334"/>
                <a:ext cx="262986" cy="233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+mn-ea"/>
                  </a:rPr>
                  <a:t>Br</a:t>
                </a:r>
                <a:endParaRPr lang="zh-CN" altLang="en-US" dirty="0">
                  <a:latin typeface="+mn-ea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4711894" y="3238126"/>
                <a:ext cx="336038" cy="233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+mn-ea"/>
                  </a:rPr>
                  <a:t>-Br</a:t>
                </a:r>
                <a:endParaRPr lang="zh-CN" altLang="en-US" dirty="0">
                  <a:latin typeface="+mn-ea"/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3996694" y="2861566"/>
                <a:ext cx="336038" cy="233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+mn-ea"/>
                  </a:rPr>
                  <a:t>-Hs</a:t>
                </a:r>
                <a:endParaRPr lang="zh-CN" altLang="en-US" dirty="0">
                  <a:latin typeface="+mn-ea"/>
                </a:endParaRPr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4779614" y="1972294"/>
                <a:ext cx="262986" cy="233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+mn-ea"/>
                  </a:rPr>
                  <a:t>Bs</a:t>
                </a:r>
                <a:endParaRPr lang="zh-CN" altLang="en-US" dirty="0">
                  <a:latin typeface="+mn-ea"/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4720540" y="3510527"/>
                <a:ext cx="336038" cy="233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+mn-ea"/>
                  </a:rPr>
                  <a:t>-Bs</a:t>
                </a:r>
                <a:endParaRPr lang="zh-CN" altLang="en-US" dirty="0">
                  <a:latin typeface="+mn-ea"/>
                </a:endParaRPr>
              </a:p>
            </p:txBody>
          </p:sp>
        </p:grpSp>
        <p:cxnSp>
          <p:nvCxnSpPr>
            <p:cNvPr id="73" name="直接连接符 72"/>
            <p:cNvCxnSpPr/>
            <p:nvPr/>
          </p:nvCxnSpPr>
          <p:spPr>
            <a:xfrm>
              <a:off x="8690873" y="2852692"/>
              <a:ext cx="1218623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C9399D95-E3AA-4FCA-A2DA-85B95E664DA5}"/>
                </a:ext>
              </a:extLst>
            </p:cNvPr>
            <p:cNvSpPr txBox="1"/>
            <p:nvPr/>
          </p:nvSpPr>
          <p:spPr>
            <a:xfrm>
              <a:off x="8434050" y="2544032"/>
              <a:ext cx="9885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spc="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磁滞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5986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64"/>
    </mc:Choice>
    <mc:Fallback>
      <p:transition spd="slow" advTm="4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磁珠的工作原理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4781569" y="1232139"/>
            <a:ext cx="26288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磁滞损耗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4781568" y="1900586"/>
            <a:ext cx="26288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涡流损耗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7156935" y="1547483"/>
            <a:ext cx="14577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铁损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6821957" y="1394435"/>
            <a:ext cx="334978" cy="706206"/>
          </a:xfrm>
          <a:prstGeom prst="rightBrace">
            <a:avLst/>
          </a:prstGeom>
          <a:ln w="3492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166" y="2586495"/>
            <a:ext cx="4721718" cy="300406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8614714" y="3613200"/>
            <a:ext cx="28065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磁珠</a:t>
            </a:r>
            <a:r>
              <a:rPr lang="en-US" altLang="zh-CN" sz="1600" b="1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1600" b="1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磁芯材料损耗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endParaRPr lang="en-US" altLang="zh-CN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8614714" y="4054898"/>
            <a:ext cx="2607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</a:t>
            </a:r>
            <a:r>
              <a:rPr lang="en-US" altLang="zh-CN" sz="1600" b="1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1600" b="1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磁芯材料损耗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8614713" y="4614453"/>
            <a:ext cx="2607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铁氧体</a:t>
            </a:r>
            <a:r>
              <a:rPr lang="en-US" altLang="zh-CN" sz="1600" b="1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1600" b="1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细分有很多种类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9486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66"/>
    </mc:Choice>
    <mc:Fallback>
      <p:transition spd="slow" advTm="128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EA742B9E-A8A6-46A4-9CFB-15F3EED47E82}"/>
              </a:ext>
            </a:extLst>
          </p:cNvPr>
          <p:cNvGrpSpPr/>
          <p:nvPr/>
        </p:nvGrpSpPr>
        <p:grpSpPr>
          <a:xfrm>
            <a:off x="3501128" y="423120"/>
            <a:ext cx="7920160" cy="5167440"/>
            <a:chOff x="3501128" y="423120"/>
            <a:chExt cx="7920160" cy="516744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E2B008E-FE9E-4EFA-8326-70B6721BCE6B}"/>
                </a:ext>
              </a:extLst>
            </p:cNvPr>
            <p:cNvSpPr txBox="1"/>
            <p:nvPr/>
          </p:nvSpPr>
          <p:spPr>
            <a:xfrm>
              <a:off x="3501128" y="423120"/>
              <a:ext cx="518974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磁珠的工作原理</a:t>
              </a: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20FF561-BED5-478B-BF40-6847211B8A88}"/>
                </a:ext>
              </a:extLst>
            </p:cNvPr>
            <p:cNvGrpSpPr/>
            <p:nvPr/>
          </p:nvGrpSpPr>
          <p:grpSpPr>
            <a:xfrm>
              <a:off x="3725166" y="1232139"/>
              <a:ext cx="7696122" cy="4358421"/>
              <a:chOff x="3725166" y="1232139"/>
              <a:chExt cx="7696122" cy="4358421"/>
            </a:xfrm>
          </p:grpSpPr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92025D3-975A-431C-81FE-B54E2E852AD1}"/>
                  </a:ext>
                </a:extLst>
              </p:cNvPr>
              <p:cNvSpPr txBox="1"/>
              <p:nvPr/>
            </p:nvSpPr>
            <p:spPr>
              <a:xfrm>
                <a:off x="4781569" y="1232139"/>
                <a:ext cx="26288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spc="6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磁滞损耗</a:t>
                </a:r>
              </a:p>
            </p:txBody>
          </p: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92025D3-975A-431C-81FE-B54E2E852AD1}"/>
                  </a:ext>
                </a:extLst>
              </p:cNvPr>
              <p:cNvSpPr txBox="1"/>
              <p:nvPr/>
            </p:nvSpPr>
            <p:spPr>
              <a:xfrm>
                <a:off x="4781568" y="1900586"/>
                <a:ext cx="26288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spc="6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涡流损耗</a:t>
                </a: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92025D3-975A-431C-81FE-B54E2E852AD1}"/>
                  </a:ext>
                </a:extLst>
              </p:cNvPr>
              <p:cNvSpPr txBox="1"/>
              <p:nvPr/>
            </p:nvSpPr>
            <p:spPr>
              <a:xfrm>
                <a:off x="7156935" y="1547483"/>
                <a:ext cx="145777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spc="6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铁损</a:t>
                </a:r>
              </a:p>
            </p:txBody>
          </p:sp>
          <p:sp>
            <p:nvSpPr>
              <p:cNvPr id="6" name="右大括号 5"/>
              <p:cNvSpPr/>
              <p:nvPr/>
            </p:nvSpPr>
            <p:spPr>
              <a:xfrm>
                <a:off x="6821957" y="1394435"/>
                <a:ext cx="334978" cy="706206"/>
              </a:xfrm>
              <a:prstGeom prst="rightBrace">
                <a:avLst/>
              </a:prstGeom>
              <a:ln w="34925">
                <a:solidFill>
                  <a:srgbClr val="C55A1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25166" y="2586495"/>
                <a:ext cx="4721718" cy="3004065"/>
              </a:xfrm>
              <a:prstGeom prst="rect">
                <a:avLst/>
              </a:prstGeom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92025D3-975A-431C-81FE-B54E2E852AD1}"/>
                  </a:ext>
                </a:extLst>
              </p:cNvPr>
              <p:cNvSpPr txBox="1"/>
              <p:nvPr/>
            </p:nvSpPr>
            <p:spPr>
              <a:xfrm>
                <a:off x="8614714" y="3613200"/>
                <a:ext cx="28065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磁珠</a:t>
                </a:r>
                <a:r>
                  <a:rPr lang="en-US" altLang="zh-CN" sz="1600" b="1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---</a:t>
                </a:r>
                <a:r>
                  <a:rPr lang="zh-CN" altLang="en-US" sz="1600" b="1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磁芯材料损耗</a:t>
                </a:r>
                <a:r>
                  <a:rPr lang="zh-CN" altLang="en-US" sz="1600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</a:t>
                </a:r>
                <a:endParaRPr lang="en-US" altLang="zh-CN" sz="1600" b="1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92025D3-975A-431C-81FE-B54E2E852AD1}"/>
                  </a:ext>
                </a:extLst>
              </p:cNvPr>
              <p:cNvSpPr txBox="1"/>
              <p:nvPr/>
            </p:nvSpPr>
            <p:spPr>
              <a:xfrm>
                <a:off x="8614714" y="4054898"/>
                <a:ext cx="260739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电感</a:t>
                </a:r>
                <a:r>
                  <a:rPr lang="en-US" altLang="zh-CN" sz="1600" b="1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---</a:t>
                </a:r>
                <a:r>
                  <a:rPr lang="zh-CN" altLang="en-US" sz="1600" b="1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磁芯材料损耗</a:t>
                </a:r>
                <a:r>
                  <a:rPr lang="zh-CN" altLang="en-US" sz="1600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</a:t>
                </a: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92025D3-975A-431C-81FE-B54E2E852AD1}"/>
                  </a:ext>
                </a:extLst>
              </p:cNvPr>
              <p:cNvSpPr txBox="1"/>
              <p:nvPr/>
            </p:nvSpPr>
            <p:spPr>
              <a:xfrm>
                <a:off x="8614713" y="4614453"/>
                <a:ext cx="260739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铁氧体</a:t>
                </a:r>
                <a:r>
                  <a:rPr lang="en-US" altLang="zh-CN" sz="1600" b="1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---</a:t>
                </a:r>
                <a:r>
                  <a:rPr lang="zh-CN" altLang="en-US" sz="1600" b="1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细分有很多种类</a:t>
                </a:r>
                <a:endParaRPr lang="zh-CN" altLang="en-US" sz="1600" b="1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2421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91"/>
    </mc:Choice>
    <mc:Fallback>
      <p:transition spd="slow" advTm="30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磁环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" t="4388" r="22430" b="13562"/>
          <a:stretch>
            <a:fillRect/>
          </a:stretch>
        </p:blipFill>
        <p:spPr>
          <a:xfrm>
            <a:off x="4228780" y="1585208"/>
            <a:ext cx="3072556" cy="3045641"/>
          </a:xfrm>
          <a:custGeom>
            <a:avLst/>
            <a:gdLst>
              <a:gd name="connsiteX0" fmla="*/ 0 w 3072556"/>
              <a:gd name="connsiteY0" fmla="*/ 0 h 3045641"/>
              <a:gd name="connsiteX1" fmla="*/ 3072556 w 3072556"/>
              <a:gd name="connsiteY1" fmla="*/ 0 h 3045641"/>
              <a:gd name="connsiteX2" fmla="*/ 3072556 w 3072556"/>
              <a:gd name="connsiteY2" fmla="*/ 3045641 h 3045641"/>
              <a:gd name="connsiteX3" fmla="*/ 0 w 3072556"/>
              <a:gd name="connsiteY3" fmla="*/ 3045641 h 3045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2556" h="3045641">
                <a:moveTo>
                  <a:pt x="0" y="0"/>
                </a:moveTo>
                <a:lnTo>
                  <a:pt x="3072556" y="0"/>
                </a:lnTo>
                <a:lnTo>
                  <a:pt x="3072556" y="3045641"/>
                </a:lnTo>
                <a:lnTo>
                  <a:pt x="0" y="3045641"/>
                </a:lnTo>
                <a:close/>
              </a:path>
            </a:pathLst>
          </a:cu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58096EB2-F33D-4BD0-9A01-A6409A2633DE}"/>
              </a:ext>
            </a:extLst>
          </p:cNvPr>
          <p:cNvGrpSpPr/>
          <p:nvPr/>
        </p:nvGrpSpPr>
        <p:grpSpPr>
          <a:xfrm>
            <a:off x="5765058" y="1714500"/>
            <a:ext cx="3072556" cy="1466850"/>
            <a:chOff x="5765058" y="1714500"/>
            <a:chExt cx="3072556" cy="1466850"/>
          </a:xfrm>
        </p:grpSpPr>
        <p:cxnSp>
          <p:nvCxnSpPr>
            <p:cNvPr id="15" name="直接箭头连接符 14"/>
            <p:cNvCxnSpPr>
              <a:stCxn id="13" idx="6"/>
            </p:cNvCxnSpPr>
            <p:nvPr/>
          </p:nvCxnSpPr>
          <p:spPr>
            <a:xfrm>
              <a:off x="7200900" y="2447925"/>
              <a:ext cx="48577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1BF90992-A9F6-4A0D-B7ED-DB37E2DFF60F}"/>
                </a:ext>
              </a:extLst>
            </p:cNvPr>
            <p:cNvGrpSpPr/>
            <p:nvPr/>
          </p:nvGrpSpPr>
          <p:grpSpPr>
            <a:xfrm>
              <a:off x="5765058" y="1714500"/>
              <a:ext cx="3072556" cy="1466850"/>
              <a:chOff x="5765058" y="1714500"/>
              <a:chExt cx="3072556" cy="1466850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5765058" y="1714500"/>
                <a:ext cx="1435842" cy="1466850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92025D3-975A-431C-81FE-B54E2E852AD1}"/>
                  </a:ext>
                </a:extLst>
              </p:cNvPr>
              <p:cNvSpPr txBox="1"/>
              <p:nvPr/>
            </p:nvSpPr>
            <p:spPr>
              <a:xfrm>
                <a:off x="7379835" y="2278648"/>
                <a:ext cx="145777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spc="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磁环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9258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12"/>
    </mc:Choice>
    <mc:Fallback>
      <p:transition spd="slow" advTm="63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F7BC12D-627D-4EF5-9137-0702EB0D853E}"/>
              </a:ext>
            </a:extLst>
          </p:cNvPr>
          <p:cNvSpPr txBox="1"/>
          <p:nvPr/>
        </p:nvSpPr>
        <p:spPr>
          <a:xfrm>
            <a:off x="2238384" y="423120"/>
            <a:ext cx="7715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小结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A82195-EA10-49FD-AD53-1A9906845647}"/>
              </a:ext>
            </a:extLst>
          </p:cNvPr>
          <p:cNvSpPr txBox="1"/>
          <p:nvPr/>
        </p:nvSpPr>
        <p:spPr>
          <a:xfrm>
            <a:off x="1123042" y="1760191"/>
            <a:ext cx="101926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200000"/>
              </a:lnSpc>
            </a:pPr>
            <a:r>
              <a:rPr lang="en-US" altLang="zh-CN" sz="200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、磁珠就是一个高频损耗比价大的电感，它利用的是磁芯的损耗</a:t>
            </a:r>
            <a:endParaRPr lang="en-US" altLang="zh-CN" sz="2000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200000"/>
              </a:lnSpc>
            </a:pPr>
            <a:r>
              <a:rPr lang="en-US" altLang="zh-CN" sz="200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EMI</a:t>
            </a:r>
            <a:r>
              <a:rPr lang="zh-CN" altLang="en-US" sz="200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磁环套上线缆</a:t>
            </a:r>
            <a:r>
              <a:rPr lang="en-US" altLang="zh-CN" sz="200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D8F871-4E24-41F8-B9CF-3147D7A47567}"/>
              </a:ext>
            </a:extLst>
          </p:cNvPr>
          <p:cNvSpPr txBox="1"/>
          <p:nvPr/>
        </p:nvSpPr>
        <p:spPr>
          <a:xfrm>
            <a:off x="2663287" y="3897481"/>
            <a:ext cx="68654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4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如何理解磁珠的</a:t>
            </a:r>
            <a:r>
              <a:rPr lang="en-US" altLang="zh-CN" sz="2800" b="1" spc="4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spc="4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阻抗频率曲线？</a:t>
            </a:r>
            <a:endParaRPr lang="zh-CN" altLang="en-US" sz="2800" b="1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3459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101"/>
    </mc:Choice>
    <mc:Fallback>
      <p:transition spd="slow" advTm="91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246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32"/>
    </mc:Choice>
    <mc:Fallback>
      <p:transition spd="slow" advTm="183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A55E94E-FC4C-4209-860F-374E03A14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200" r="98800">
                        <a14:foregroundMark x1="10400" y1="44500" x2="10400" y2="44500"/>
                        <a14:foregroundMark x1="29600" y1="62500" x2="29600" y2="62500"/>
                        <a14:foregroundMark x1="23600" y1="64000" x2="23600" y2="64000"/>
                        <a14:foregroundMark x1="33200" y1="60500" x2="33200" y2="60500"/>
                        <a14:foregroundMark x1="45200" y1="44500" x2="45200" y2="44500"/>
                        <a14:foregroundMark x1="60000" y1="66500" x2="60000" y2="66500"/>
                        <a14:foregroundMark x1="82400" y1="42500" x2="82400" y2="4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7" t="24625" r="1460" b="26250"/>
          <a:stretch>
            <a:fillRect/>
          </a:stretch>
        </p:blipFill>
        <p:spPr bwMode="auto">
          <a:xfrm>
            <a:off x="700708" y="2770166"/>
            <a:ext cx="5246144" cy="2141318"/>
          </a:xfrm>
          <a:custGeom>
            <a:avLst/>
            <a:gdLst>
              <a:gd name="connsiteX0" fmla="*/ 0 w 2292749"/>
              <a:gd name="connsiteY0" fmla="*/ 0 h 935831"/>
              <a:gd name="connsiteX1" fmla="*/ 2292749 w 2292749"/>
              <a:gd name="connsiteY1" fmla="*/ 0 h 935831"/>
              <a:gd name="connsiteX2" fmla="*/ 2292749 w 2292749"/>
              <a:gd name="connsiteY2" fmla="*/ 935831 h 935831"/>
              <a:gd name="connsiteX3" fmla="*/ 0 w 2292749"/>
              <a:gd name="connsiteY3" fmla="*/ 935831 h 93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2749" h="935831">
                <a:moveTo>
                  <a:pt x="0" y="0"/>
                </a:moveTo>
                <a:lnTo>
                  <a:pt x="2292749" y="0"/>
                </a:lnTo>
                <a:lnTo>
                  <a:pt x="2292749" y="935831"/>
                </a:lnTo>
                <a:lnTo>
                  <a:pt x="0" y="93583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523E481-D326-4313-9CE4-D3234198EB3C}"/>
              </a:ext>
            </a:extLst>
          </p:cNvPr>
          <p:cNvSpPr txBox="1"/>
          <p:nvPr/>
        </p:nvSpPr>
        <p:spPr>
          <a:xfrm>
            <a:off x="530741" y="43567"/>
            <a:ext cx="111305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266700" algn="ctr">
              <a:lnSpc>
                <a:spcPct val="150000"/>
              </a:lnSpc>
            </a:pPr>
            <a:r>
              <a:rPr lang="zh-CN" altLang="en-US" sz="7200" b="1" kern="1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</a:t>
            </a:r>
            <a:r>
              <a:rPr lang="zh-CN" altLang="en-US" sz="5400" b="1" kern="1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7200" b="1" kern="1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磁环</a:t>
            </a:r>
            <a:r>
              <a:rPr lang="zh-CN" altLang="en-US" sz="5400" b="1" kern="1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的工作原理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942243" y="2385308"/>
            <a:ext cx="5179040" cy="3422448"/>
            <a:chOff x="4228780" y="1585208"/>
            <a:chExt cx="4608834" cy="304564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9" t="4388" r="22430" b="13562"/>
            <a:stretch>
              <a:fillRect/>
            </a:stretch>
          </p:blipFill>
          <p:spPr>
            <a:xfrm>
              <a:off x="4228780" y="1585208"/>
              <a:ext cx="3072556" cy="3045641"/>
            </a:xfrm>
            <a:custGeom>
              <a:avLst/>
              <a:gdLst>
                <a:gd name="connsiteX0" fmla="*/ 0 w 3072556"/>
                <a:gd name="connsiteY0" fmla="*/ 0 h 3045641"/>
                <a:gd name="connsiteX1" fmla="*/ 3072556 w 3072556"/>
                <a:gd name="connsiteY1" fmla="*/ 0 h 3045641"/>
                <a:gd name="connsiteX2" fmla="*/ 3072556 w 3072556"/>
                <a:gd name="connsiteY2" fmla="*/ 3045641 h 3045641"/>
                <a:gd name="connsiteX3" fmla="*/ 0 w 3072556"/>
                <a:gd name="connsiteY3" fmla="*/ 3045641 h 3045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2556" h="3045641">
                  <a:moveTo>
                    <a:pt x="0" y="0"/>
                  </a:moveTo>
                  <a:lnTo>
                    <a:pt x="3072556" y="0"/>
                  </a:lnTo>
                  <a:lnTo>
                    <a:pt x="3072556" y="3045641"/>
                  </a:lnTo>
                  <a:lnTo>
                    <a:pt x="0" y="3045641"/>
                  </a:lnTo>
                  <a:close/>
                </a:path>
              </a:pathLst>
            </a:custGeom>
          </p:spPr>
        </p:pic>
        <p:sp>
          <p:nvSpPr>
            <p:cNvPr id="7" name="椭圆 6"/>
            <p:cNvSpPr/>
            <p:nvPr/>
          </p:nvSpPr>
          <p:spPr>
            <a:xfrm>
              <a:off x="5765058" y="1714500"/>
              <a:ext cx="1435842" cy="146685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" name="直接箭头连接符 7"/>
            <p:cNvCxnSpPr>
              <a:stCxn id="7" idx="6"/>
            </p:cNvCxnSpPr>
            <p:nvPr/>
          </p:nvCxnSpPr>
          <p:spPr>
            <a:xfrm>
              <a:off x="7200900" y="2447925"/>
              <a:ext cx="48577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7379835" y="2278648"/>
              <a:ext cx="145777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spc="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磁环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1D57B6BF-90E7-4785-83FD-F747B2EEC671}"/>
              </a:ext>
            </a:extLst>
          </p:cNvPr>
          <p:cNvSpPr txBox="1"/>
          <p:nvPr/>
        </p:nvSpPr>
        <p:spPr>
          <a:xfrm>
            <a:off x="2509922" y="1943181"/>
            <a:ext cx="717215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高频噪声</a:t>
            </a:r>
            <a:endParaRPr lang="en-US" altLang="zh-CN" sz="5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5400" b="1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5400" b="1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是如何被吸收的？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9549B6-ADDA-4FE3-A911-15C7B3530D69}"/>
              </a:ext>
            </a:extLst>
          </p:cNvPr>
          <p:cNvSpPr/>
          <p:nvPr/>
        </p:nvSpPr>
        <p:spPr>
          <a:xfrm>
            <a:off x="0" y="-3614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1">
                  <a:alpha val="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895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32"/>
    </mc:Choice>
    <mc:Fallback>
      <p:transition spd="slow" advTm="4632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  <a:prstDash val="dash"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6992</TotalTime>
  <Words>266</Words>
  <Application>Microsoft Office PowerPoint</Application>
  <PresentationFormat>宽屏</PresentationFormat>
  <Paragraphs>86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828</cp:revision>
  <dcterms:created xsi:type="dcterms:W3CDTF">2020-08-24T03:54:07Z</dcterms:created>
  <dcterms:modified xsi:type="dcterms:W3CDTF">2021-01-08T13:08:50Z</dcterms:modified>
</cp:coreProperties>
</file>