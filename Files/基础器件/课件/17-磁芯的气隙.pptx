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9" r:id="rId3"/>
    <p:sldId id="263" r:id="rId4"/>
    <p:sldId id="257" r:id="rId5"/>
    <p:sldId id="266" r:id="rId6"/>
    <p:sldId id="267" r:id="rId7"/>
    <p:sldId id="268" r:id="rId8"/>
    <p:sldId id="264" r:id="rId9"/>
    <p:sldId id="269" r:id="rId10"/>
    <p:sldId id="272" r:id="rId11"/>
    <p:sldId id="273" r:id="rId12"/>
    <p:sldId id="276" r:id="rId13"/>
    <p:sldId id="275" r:id="rId14"/>
    <p:sldId id="271" r:id="rId15"/>
    <p:sldId id="277" r:id="rId16"/>
    <p:sldId id="281" r:id="rId17"/>
    <p:sldId id="280" r:id="rId18"/>
    <p:sldId id="279" r:id="rId19"/>
    <p:sldId id="28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202524"/>
    <a:srgbClr val="444E4C"/>
    <a:srgbClr val="212625"/>
    <a:srgbClr val="ED7D31"/>
    <a:srgbClr val="00B0F0"/>
    <a:srgbClr val="3B5B75"/>
    <a:srgbClr val="868913"/>
    <a:srgbClr val="614128"/>
    <a:srgbClr val="E77A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27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63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382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32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9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2020/9/26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263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081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2020/9/26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157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165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65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73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E0D5-9702-4085-A96F-38F707CDD7D1}" type="datetimeFigureOut">
              <a:rPr lang="zh-CN" altLang="en-US" smtClean="0"/>
              <a:t>2020/9/26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33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AE0D5-9702-4085-A96F-38F707CDD7D1}" type="datetimeFigureOut">
              <a:rPr lang="zh-CN" altLang="en-US" smtClean="0"/>
              <a:t>2020/9/26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E438E-1FD7-4AAC-A08C-10145EC80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91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221057" y="2819231"/>
            <a:ext cx="1749886" cy="1806803"/>
            <a:chOff x="5221057" y="2819231"/>
            <a:chExt cx="1749886" cy="180680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5482A5C7-2D4F-4355-AF41-20F77CE68F3A}"/>
                </a:ext>
              </a:extLst>
            </p:cNvPr>
            <p:cNvGrpSpPr/>
            <p:nvPr/>
          </p:nvGrpSpPr>
          <p:grpSpPr>
            <a:xfrm>
              <a:off x="5221057" y="2849506"/>
              <a:ext cx="1749886" cy="1776528"/>
              <a:chOff x="4367257" y="2916962"/>
              <a:chExt cx="1321224" cy="1341340"/>
            </a:xfrm>
          </p:grpSpPr>
          <p:sp>
            <p:nvSpPr>
              <p:cNvPr id="24" name="任意多边形 289">
                <a:extLst>
                  <a:ext uri="{FF2B5EF4-FFF2-40B4-BE49-F238E27FC236}">
                    <a16:creationId xmlns:a16="http://schemas.microsoft.com/office/drawing/2014/main" id="{389B8F65-CB4A-4F58-868A-4AC8DCB9D161}"/>
                  </a:ext>
                </a:extLst>
              </p:cNvPr>
              <p:cNvSpPr/>
              <p:nvPr/>
            </p:nvSpPr>
            <p:spPr>
              <a:xfrm rot="21304564">
                <a:off x="4367257" y="2916962"/>
                <a:ext cx="1290677" cy="1315159"/>
              </a:xfrm>
              <a:custGeom>
                <a:avLst/>
                <a:gdLst>
                  <a:gd name="connsiteX0" fmla="*/ 222558 w 1290677"/>
                  <a:gd name="connsiteY0" fmla="*/ 790317 h 1315159"/>
                  <a:gd name="connsiteX1" fmla="*/ 231190 w 1290677"/>
                  <a:gd name="connsiteY1" fmla="*/ 818127 h 1315159"/>
                  <a:gd name="connsiteX2" fmla="*/ 656730 w 1290677"/>
                  <a:gd name="connsiteY2" fmla="*/ 1100194 h 1315159"/>
                  <a:gd name="connsiteX3" fmla="*/ 983295 w 1290677"/>
                  <a:gd name="connsiteY3" fmla="*/ 964926 h 1315159"/>
                  <a:gd name="connsiteX4" fmla="*/ 1001019 w 1290677"/>
                  <a:gd name="connsiteY4" fmla="*/ 943445 h 1315159"/>
                  <a:gd name="connsiteX5" fmla="*/ 983928 w 1290677"/>
                  <a:gd name="connsiteY5" fmla="*/ 974932 h 1315159"/>
                  <a:gd name="connsiteX6" fmla="*/ 636517 w 1290677"/>
                  <a:gd name="connsiteY6" fmla="*/ 1159649 h 1315159"/>
                  <a:gd name="connsiteX7" fmla="*/ 226066 w 1290677"/>
                  <a:gd name="connsiteY7" fmla="*/ 825122 h 1315159"/>
                  <a:gd name="connsiteX8" fmla="*/ 656730 w 1290677"/>
                  <a:gd name="connsiteY8" fmla="*/ 176529 h 1315159"/>
                  <a:gd name="connsiteX9" fmla="*/ 194897 w 1290677"/>
                  <a:gd name="connsiteY9" fmla="*/ 638362 h 1315159"/>
                  <a:gd name="connsiteX10" fmla="*/ 204280 w 1290677"/>
                  <a:gd name="connsiteY10" fmla="*/ 731437 h 1315159"/>
                  <a:gd name="connsiteX11" fmla="*/ 222558 w 1290677"/>
                  <a:gd name="connsiteY11" fmla="*/ 790318 h 1315159"/>
                  <a:gd name="connsiteX12" fmla="*/ 226066 w 1290677"/>
                  <a:gd name="connsiteY12" fmla="*/ 825123 h 1315159"/>
                  <a:gd name="connsiteX13" fmla="*/ 636517 w 1290677"/>
                  <a:gd name="connsiteY13" fmla="*/ 1159650 h 1315159"/>
                  <a:gd name="connsiteX14" fmla="*/ 983928 w 1290677"/>
                  <a:gd name="connsiteY14" fmla="*/ 974933 h 1315159"/>
                  <a:gd name="connsiteX15" fmla="*/ 1001019 w 1290677"/>
                  <a:gd name="connsiteY15" fmla="*/ 943446 h 1315159"/>
                  <a:gd name="connsiteX16" fmla="*/ 1039689 w 1290677"/>
                  <a:gd name="connsiteY16" fmla="*/ 896577 h 1315159"/>
                  <a:gd name="connsiteX17" fmla="*/ 1118563 w 1290677"/>
                  <a:gd name="connsiteY17" fmla="*/ 638362 h 1315159"/>
                  <a:gd name="connsiteX18" fmla="*/ 656730 w 1290677"/>
                  <a:gd name="connsiteY18" fmla="*/ 176529 h 1315159"/>
                  <a:gd name="connsiteX19" fmla="*/ 645186 w 1290677"/>
                  <a:gd name="connsiteY19" fmla="*/ 0 h 1315159"/>
                  <a:gd name="connsiteX20" fmla="*/ 1278785 w 1290677"/>
                  <a:gd name="connsiteY20" fmla="*/ 536005 h 1315159"/>
                  <a:gd name="connsiteX21" fmla="*/ 1290677 w 1290677"/>
                  <a:gd name="connsiteY21" fmla="*/ 658455 h 1315159"/>
                  <a:gd name="connsiteX22" fmla="*/ 1278792 w 1290677"/>
                  <a:gd name="connsiteY22" fmla="*/ 780566 h 1315159"/>
                  <a:gd name="connsiteX23" fmla="*/ 645491 w 1290677"/>
                  <a:gd name="connsiteY23" fmla="*/ 1315159 h 1315159"/>
                  <a:gd name="connsiteX24" fmla="*/ 12190 w 1290677"/>
                  <a:gd name="connsiteY24" fmla="*/ 780566 h 1315159"/>
                  <a:gd name="connsiteX25" fmla="*/ 0 w 1290677"/>
                  <a:gd name="connsiteY25" fmla="*/ 655318 h 1315159"/>
                  <a:gd name="connsiteX26" fmla="*/ 11587 w 1290677"/>
                  <a:gd name="connsiteY26" fmla="*/ 536005 h 1315159"/>
                  <a:gd name="connsiteX27" fmla="*/ 645186 w 1290677"/>
                  <a:gd name="connsiteY27" fmla="*/ 0 h 1315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90677" h="1315159">
                    <a:moveTo>
                      <a:pt x="222558" y="790317"/>
                    </a:moveTo>
                    <a:lnTo>
                      <a:pt x="231190" y="818127"/>
                    </a:lnTo>
                    <a:cubicBezTo>
                      <a:pt x="301301" y="983886"/>
                      <a:pt x="465433" y="1100194"/>
                      <a:pt x="656730" y="1100194"/>
                    </a:cubicBezTo>
                    <a:cubicBezTo>
                      <a:pt x="784262" y="1100194"/>
                      <a:pt x="899720" y="1048502"/>
                      <a:pt x="983295" y="964926"/>
                    </a:cubicBezTo>
                    <a:lnTo>
                      <a:pt x="1001019" y="943445"/>
                    </a:lnTo>
                    <a:lnTo>
                      <a:pt x="983928" y="974932"/>
                    </a:lnTo>
                    <a:cubicBezTo>
                      <a:pt x="908637" y="1086377"/>
                      <a:pt x="781134" y="1159649"/>
                      <a:pt x="636517" y="1159649"/>
                    </a:cubicBezTo>
                    <a:cubicBezTo>
                      <a:pt x="434054" y="1159649"/>
                      <a:pt x="265133" y="1016036"/>
                      <a:pt x="226066" y="825122"/>
                    </a:cubicBezTo>
                    <a:close/>
                    <a:moveTo>
                      <a:pt x="656730" y="176529"/>
                    </a:moveTo>
                    <a:cubicBezTo>
                      <a:pt x="401667" y="176529"/>
                      <a:pt x="194897" y="383299"/>
                      <a:pt x="194897" y="638362"/>
                    </a:cubicBezTo>
                    <a:cubicBezTo>
                      <a:pt x="194897" y="670245"/>
                      <a:pt x="198128" y="701373"/>
                      <a:pt x="204280" y="731437"/>
                    </a:cubicBezTo>
                    <a:lnTo>
                      <a:pt x="222558" y="790318"/>
                    </a:lnTo>
                    <a:lnTo>
                      <a:pt x="226066" y="825123"/>
                    </a:lnTo>
                    <a:cubicBezTo>
                      <a:pt x="265133" y="1016037"/>
                      <a:pt x="434054" y="1159650"/>
                      <a:pt x="636517" y="1159650"/>
                    </a:cubicBezTo>
                    <a:cubicBezTo>
                      <a:pt x="781134" y="1159650"/>
                      <a:pt x="908637" y="1086378"/>
                      <a:pt x="983928" y="974933"/>
                    </a:cubicBezTo>
                    <a:lnTo>
                      <a:pt x="1001019" y="943446"/>
                    </a:lnTo>
                    <a:lnTo>
                      <a:pt x="1039689" y="896577"/>
                    </a:lnTo>
                    <a:cubicBezTo>
                      <a:pt x="1089486" y="822868"/>
                      <a:pt x="1118563" y="734011"/>
                      <a:pt x="1118563" y="638362"/>
                    </a:cubicBezTo>
                    <a:cubicBezTo>
                      <a:pt x="1118563" y="383299"/>
                      <a:pt x="911793" y="176529"/>
                      <a:pt x="656730" y="176529"/>
                    </a:cubicBezTo>
                    <a:close/>
                    <a:moveTo>
                      <a:pt x="645186" y="0"/>
                    </a:moveTo>
                    <a:cubicBezTo>
                      <a:pt x="957722" y="0"/>
                      <a:pt x="1218479" y="230108"/>
                      <a:pt x="1278785" y="536005"/>
                    </a:cubicBezTo>
                    <a:lnTo>
                      <a:pt x="1290677" y="658455"/>
                    </a:lnTo>
                    <a:lnTo>
                      <a:pt x="1278792" y="780566"/>
                    </a:lnTo>
                    <a:cubicBezTo>
                      <a:pt x="1218515" y="1085658"/>
                      <a:pt x="957880" y="1315159"/>
                      <a:pt x="645491" y="1315159"/>
                    </a:cubicBezTo>
                    <a:cubicBezTo>
                      <a:pt x="333102" y="1315159"/>
                      <a:pt x="72468" y="1085658"/>
                      <a:pt x="12190" y="780566"/>
                    </a:cubicBezTo>
                    <a:lnTo>
                      <a:pt x="0" y="655318"/>
                    </a:lnTo>
                    <a:lnTo>
                      <a:pt x="11587" y="536005"/>
                    </a:lnTo>
                    <a:cubicBezTo>
                      <a:pt x="71893" y="230108"/>
                      <a:pt x="332650" y="0"/>
                      <a:pt x="645186" y="0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808080"/>
                  </a:gs>
                  <a:gs pos="100000">
                    <a:srgbClr val="383933"/>
                  </a:gs>
                  <a:gs pos="0">
                    <a:srgbClr val="363632"/>
                  </a:gs>
                </a:gsLst>
                <a:lin ang="111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5" name="任意多边形 290">
                <a:extLst>
                  <a:ext uri="{FF2B5EF4-FFF2-40B4-BE49-F238E27FC236}">
                    <a16:creationId xmlns:a16="http://schemas.microsoft.com/office/drawing/2014/main" id="{80912A01-70AA-4437-84CA-13DDA33B8079}"/>
                  </a:ext>
                </a:extLst>
              </p:cNvPr>
              <p:cNvSpPr/>
              <p:nvPr/>
            </p:nvSpPr>
            <p:spPr>
              <a:xfrm rot="21304564">
                <a:off x="4589424" y="3239246"/>
                <a:ext cx="837926" cy="778471"/>
              </a:xfrm>
              <a:custGeom>
                <a:avLst/>
                <a:gdLst>
                  <a:gd name="connsiteX0" fmla="*/ 418963 w 837926"/>
                  <a:gd name="connsiteY0" fmla="*/ 0 h 778471"/>
                  <a:gd name="connsiteX1" fmla="*/ 837926 w 837926"/>
                  <a:gd name="connsiteY1" fmla="*/ 418963 h 778471"/>
                  <a:gd name="connsiteX2" fmla="*/ 805002 w 837926"/>
                  <a:gd name="connsiteY2" fmla="*/ 582042 h 778471"/>
                  <a:gd name="connsiteX3" fmla="*/ 783465 w 837926"/>
                  <a:gd name="connsiteY3" fmla="*/ 621722 h 778471"/>
                  <a:gd name="connsiteX4" fmla="*/ 765741 w 837926"/>
                  <a:gd name="connsiteY4" fmla="*/ 643203 h 778471"/>
                  <a:gd name="connsiteX5" fmla="*/ 439176 w 837926"/>
                  <a:gd name="connsiteY5" fmla="*/ 778471 h 778471"/>
                  <a:gd name="connsiteX6" fmla="*/ 13636 w 837926"/>
                  <a:gd name="connsiteY6" fmla="*/ 496404 h 778471"/>
                  <a:gd name="connsiteX7" fmla="*/ 5004 w 837926"/>
                  <a:gd name="connsiteY7" fmla="*/ 468594 h 778471"/>
                  <a:gd name="connsiteX8" fmla="*/ 0 w 837926"/>
                  <a:gd name="connsiteY8" fmla="*/ 418963 h 778471"/>
                  <a:gd name="connsiteX9" fmla="*/ 418963 w 837926"/>
                  <a:gd name="connsiteY9" fmla="*/ 0 h 778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7926" h="778471">
                    <a:moveTo>
                      <a:pt x="418963" y="0"/>
                    </a:moveTo>
                    <a:cubicBezTo>
                      <a:pt x="650350" y="0"/>
                      <a:pt x="837926" y="187576"/>
                      <a:pt x="837926" y="418963"/>
                    </a:cubicBezTo>
                    <a:cubicBezTo>
                      <a:pt x="837926" y="476810"/>
                      <a:pt x="826203" y="531918"/>
                      <a:pt x="805002" y="582042"/>
                    </a:cubicBezTo>
                    <a:lnTo>
                      <a:pt x="783465" y="621722"/>
                    </a:lnTo>
                    <a:lnTo>
                      <a:pt x="765741" y="643203"/>
                    </a:lnTo>
                    <a:cubicBezTo>
                      <a:pt x="682166" y="726779"/>
                      <a:pt x="566708" y="778471"/>
                      <a:pt x="439176" y="778471"/>
                    </a:cubicBezTo>
                    <a:cubicBezTo>
                      <a:pt x="247879" y="778471"/>
                      <a:pt x="83747" y="662163"/>
                      <a:pt x="13636" y="496404"/>
                    </a:cubicBezTo>
                    <a:lnTo>
                      <a:pt x="5004" y="468594"/>
                    </a:lnTo>
                    <a:lnTo>
                      <a:pt x="0" y="418963"/>
                    </a:lnTo>
                    <a:cubicBezTo>
                      <a:pt x="0" y="187576"/>
                      <a:pt x="187576" y="0"/>
                      <a:pt x="418963" y="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6" name="任意多边形 291">
                <a:extLst>
                  <a:ext uri="{FF2B5EF4-FFF2-40B4-BE49-F238E27FC236}">
                    <a16:creationId xmlns:a16="http://schemas.microsoft.com/office/drawing/2014/main" id="{149411DD-B4CD-40D0-AD0D-076B19FC1FB1}"/>
                  </a:ext>
                </a:extLst>
              </p:cNvPr>
              <p:cNvSpPr/>
              <p:nvPr/>
            </p:nvSpPr>
            <p:spPr>
              <a:xfrm rot="21304564">
                <a:off x="4553734" y="3092874"/>
                <a:ext cx="923666" cy="766917"/>
              </a:xfrm>
              <a:custGeom>
                <a:avLst/>
                <a:gdLst>
                  <a:gd name="connsiteX0" fmla="*/ 461833 w 923666"/>
                  <a:gd name="connsiteY0" fmla="*/ 0 h 766917"/>
                  <a:gd name="connsiteX1" fmla="*/ 923666 w 923666"/>
                  <a:gd name="connsiteY1" fmla="*/ 461833 h 766917"/>
                  <a:gd name="connsiteX2" fmla="*/ 844792 w 923666"/>
                  <a:gd name="connsiteY2" fmla="*/ 720048 h 766917"/>
                  <a:gd name="connsiteX3" fmla="*/ 806122 w 923666"/>
                  <a:gd name="connsiteY3" fmla="*/ 766917 h 766917"/>
                  <a:gd name="connsiteX4" fmla="*/ 827659 w 923666"/>
                  <a:gd name="connsiteY4" fmla="*/ 727237 h 766917"/>
                  <a:gd name="connsiteX5" fmla="*/ 860583 w 923666"/>
                  <a:gd name="connsiteY5" fmla="*/ 564158 h 766917"/>
                  <a:gd name="connsiteX6" fmla="*/ 441620 w 923666"/>
                  <a:gd name="connsiteY6" fmla="*/ 145195 h 766917"/>
                  <a:gd name="connsiteX7" fmla="*/ 22657 w 923666"/>
                  <a:gd name="connsiteY7" fmla="*/ 564158 h 766917"/>
                  <a:gd name="connsiteX8" fmla="*/ 27661 w 923666"/>
                  <a:gd name="connsiteY8" fmla="*/ 613789 h 766917"/>
                  <a:gd name="connsiteX9" fmla="*/ 9383 w 923666"/>
                  <a:gd name="connsiteY9" fmla="*/ 554908 h 766917"/>
                  <a:gd name="connsiteX10" fmla="*/ 0 w 923666"/>
                  <a:gd name="connsiteY10" fmla="*/ 461833 h 766917"/>
                  <a:gd name="connsiteX11" fmla="*/ 461833 w 923666"/>
                  <a:gd name="connsiteY11" fmla="*/ 0 h 766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23666" h="766917">
                    <a:moveTo>
                      <a:pt x="461833" y="0"/>
                    </a:moveTo>
                    <a:cubicBezTo>
                      <a:pt x="716896" y="0"/>
                      <a:pt x="923666" y="206770"/>
                      <a:pt x="923666" y="461833"/>
                    </a:cubicBezTo>
                    <a:cubicBezTo>
                      <a:pt x="923666" y="557482"/>
                      <a:pt x="894589" y="646339"/>
                      <a:pt x="844792" y="720048"/>
                    </a:cubicBezTo>
                    <a:lnTo>
                      <a:pt x="806122" y="766917"/>
                    </a:lnTo>
                    <a:lnTo>
                      <a:pt x="827659" y="727237"/>
                    </a:lnTo>
                    <a:cubicBezTo>
                      <a:pt x="848860" y="677113"/>
                      <a:pt x="860583" y="622005"/>
                      <a:pt x="860583" y="564158"/>
                    </a:cubicBezTo>
                    <a:cubicBezTo>
                      <a:pt x="860583" y="332771"/>
                      <a:pt x="673007" y="145195"/>
                      <a:pt x="441620" y="145195"/>
                    </a:cubicBezTo>
                    <a:cubicBezTo>
                      <a:pt x="210233" y="145195"/>
                      <a:pt x="22657" y="332771"/>
                      <a:pt x="22657" y="564158"/>
                    </a:cubicBezTo>
                    <a:lnTo>
                      <a:pt x="27661" y="613789"/>
                    </a:lnTo>
                    <a:lnTo>
                      <a:pt x="9383" y="554908"/>
                    </a:lnTo>
                    <a:cubicBezTo>
                      <a:pt x="3231" y="524844"/>
                      <a:pt x="0" y="493716"/>
                      <a:pt x="0" y="461833"/>
                    </a:cubicBezTo>
                    <a:cubicBezTo>
                      <a:pt x="0" y="206770"/>
                      <a:pt x="206770" y="0"/>
                      <a:pt x="461833" y="0"/>
                    </a:cubicBezTo>
                    <a:close/>
                  </a:path>
                </a:pathLst>
              </a:custGeom>
              <a:gradFill>
                <a:gsLst>
                  <a:gs pos="47000">
                    <a:srgbClr val="949A94"/>
                  </a:gs>
                  <a:gs pos="4587">
                    <a:srgbClr val="151515"/>
                  </a:gs>
                  <a:gs pos="95000">
                    <a:srgbClr val="0F0F0F"/>
                  </a:gs>
                </a:gsLst>
                <a:lin ang="108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7" name="任意多边形 292">
                <a:extLst>
                  <a:ext uri="{FF2B5EF4-FFF2-40B4-BE49-F238E27FC236}">
                    <a16:creationId xmlns:a16="http://schemas.microsoft.com/office/drawing/2014/main" id="{06A3673E-1D87-440C-9273-BC925E4189ED}"/>
                  </a:ext>
                </a:extLst>
              </p:cNvPr>
              <p:cNvSpPr/>
              <p:nvPr/>
            </p:nvSpPr>
            <p:spPr>
              <a:xfrm rot="21304564">
                <a:off x="4395005" y="3571032"/>
                <a:ext cx="1293476" cy="687270"/>
              </a:xfrm>
              <a:custGeom>
                <a:avLst/>
                <a:gdLst>
                  <a:gd name="connsiteX0" fmla="*/ 1552 w 1293476"/>
                  <a:gd name="connsiteY0" fmla="*/ 0 h 687270"/>
                  <a:gd name="connsiteX1" fmla="*/ 13742 w 1293476"/>
                  <a:gd name="connsiteY1" fmla="*/ 125248 h 687270"/>
                  <a:gd name="connsiteX2" fmla="*/ 647043 w 1293476"/>
                  <a:gd name="connsiteY2" fmla="*/ 659841 h 687270"/>
                  <a:gd name="connsiteX3" fmla="*/ 1280344 w 1293476"/>
                  <a:gd name="connsiteY3" fmla="*/ 125248 h 687270"/>
                  <a:gd name="connsiteX4" fmla="*/ 1292229 w 1293476"/>
                  <a:gd name="connsiteY4" fmla="*/ 3137 h 687270"/>
                  <a:gd name="connsiteX5" fmla="*/ 1293476 w 1293476"/>
                  <a:gd name="connsiteY5" fmla="*/ 15976 h 687270"/>
                  <a:gd name="connsiteX6" fmla="*/ 646738 w 1293476"/>
                  <a:gd name="connsiteY6" fmla="*/ 687270 h 687270"/>
                  <a:gd name="connsiteX7" fmla="*/ 0 w 1293476"/>
                  <a:gd name="connsiteY7" fmla="*/ 15976 h 687270"/>
                  <a:gd name="connsiteX8" fmla="*/ 1552 w 1293476"/>
                  <a:gd name="connsiteY8" fmla="*/ 0 h 687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3476" h="687270">
                    <a:moveTo>
                      <a:pt x="1552" y="0"/>
                    </a:moveTo>
                    <a:lnTo>
                      <a:pt x="13742" y="125248"/>
                    </a:lnTo>
                    <a:cubicBezTo>
                      <a:pt x="74020" y="430340"/>
                      <a:pt x="334654" y="659841"/>
                      <a:pt x="647043" y="659841"/>
                    </a:cubicBezTo>
                    <a:cubicBezTo>
                      <a:pt x="959432" y="659841"/>
                      <a:pt x="1220067" y="430340"/>
                      <a:pt x="1280344" y="125248"/>
                    </a:cubicBezTo>
                    <a:lnTo>
                      <a:pt x="1292229" y="3137"/>
                    </a:lnTo>
                    <a:lnTo>
                      <a:pt x="1293476" y="15976"/>
                    </a:lnTo>
                    <a:cubicBezTo>
                      <a:pt x="1293476" y="386721"/>
                      <a:pt x="1003922" y="687270"/>
                      <a:pt x="646738" y="687270"/>
                    </a:cubicBezTo>
                    <a:cubicBezTo>
                      <a:pt x="289554" y="687270"/>
                      <a:pt x="0" y="386721"/>
                      <a:pt x="0" y="15976"/>
                    </a:cubicBezTo>
                    <a:lnTo>
                      <a:pt x="1552" y="0"/>
                    </a:lnTo>
                    <a:close/>
                  </a:path>
                </a:pathLst>
              </a:custGeom>
              <a:gradFill>
                <a:gsLst>
                  <a:gs pos="0">
                    <a:srgbClr val="141614"/>
                  </a:gs>
                  <a:gs pos="56000">
                    <a:srgbClr val="A8ABA7"/>
                  </a:gs>
                  <a:gs pos="100000">
                    <a:srgbClr val="111111"/>
                  </a:gs>
                </a:gsLst>
                <a:lin ang="108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98153C0-24EF-42BE-BD42-91B65D3E1606}"/>
                </a:ext>
              </a:extLst>
            </p:cNvPr>
            <p:cNvSpPr/>
            <p:nvPr/>
          </p:nvSpPr>
          <p:spPr>
            <a:xfrm>
              <a:off x="5980564" y="2819231"/>
              <a:ext cx="224563" cy="516322"/>
            </a:xfrm>
            <a:prstGeom prst="rect">
              <a:avLst/>
            </a:prstGeom>
            <a:solidFill>
              <a:srgbClr val="202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980564" y="2237454"/>
            <a:ext cx="224564" cy="775955"/>
            <a:chOff x="5980564" y="2237454"/>
            <a:chExt cx="224564" cy="775955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08B14BF-FAAB-45DC-8E19-1BD694AC6CCD}"/>
                </a:ext>
              </a:extLst>
            </p:cNvPr>
            <p:cNvCxnSpPr/>
            <p:nvPr/>
          </p:nvCxnSpPr>
          <p:spPr>
            <a:xfrm flipH="1" flipV="1">
              <a:off x="5980564" y="2237454"/>
              <a:ext cx="1" cy="775955"/>
            </a:xfrm>
            <a:prstGeom prst="line">
              <a:avLst/>
            </a:prstGeom>
            <a:ln w="158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1A12F75-CA75-41D8-A19B-7F7D188E41F8}"/>
                </a:ext>
              </a:extLst>
            </p:cNvPr>
            <p:cNvCxnSpPr/>
            <p:nvPr/>
          </p:nvCxnSpPr>
          <p:spPr>
            <a:xfrm flipH="1" flipV="1">
              <a:off x="6205127" y="2237454"/>
              <a:ext cx="1" cy="775955"/>
            </a:xfrm>
            <a:prstGeom prst="line">
              <a:avLst/>
            </a:prstGeom>
            <a:ln w="158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A40447B-847E-4C8B-AF31-6954883965BF}"/>
              </a:ext>
            </a:extLst>
          </p:cNvPr>
          <p:cNvCxnSpPr/>
          <p:nvPr/>
        </p:nvCxnSpPr>
        <p:spPr>
          <a:xfrm flipV="1">
            <a:off x="5986873" y="2476546"/>
            <a:ext cx="218255" cy="8410"/>
          </a:xfrm>
          <a:prstGeom prst="straightConnector1">
            <a:avLst/>
          </a:prstGeom>
          <a:ln w="12700">
            <a:solidFill>
              <a:schemeClr val="bg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6230705" y="223196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气隙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5326893" y="2970727"/>
            <a:ext cx="1495642" cy="1486034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5234226" y="74606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什么是气隙</a:t>
            </a:r>
          </a:p>
        </p:txBody>
      </p:sp>
    </p:spTree>
    <p:extLst>
      <p:ext uri="{BB962C8B-B14F-4D97-AF65-F5344CB8AC3E}">
        <p14:creationId xmlns:p14="http://schemas.microsoft.com/office/powerpoint/2010/main" val="116951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5221057" y="2231966"/>
            <a:ext cx="1749886" cy="2394068"/>
            <a:chOff x="5221057" y="2231966"/>
            <a:chExt cx="1749886" cy="2394068"/>
          </a:xfrm>
        </p:grpSpPr>
        <p:grpSp>
          <p:nvGrpSpPr>
            <p:cNvPr id="30" name="组合 29"/>
            <p:cNvGrpSpPr/>
            <p:nvPr/>
          </p:nvGrpSpPr>
          <p:grpSpPr>
            <a:xfrm>
              <a:off x="5221057" y="2819231"/>
              <a:ext cx="1749886" cy="1806803"/>
              <a:chOff x="5221057" y="2819231"/>
              <a:chExt cx="1749886" cy="1806803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5482A5C7-2D4F-4355-AF41-20F77CE68F3A}"/>
                  </a:ext>
                </a:extLst>
              </p:cNvPr>
              <p:cNvGrpSpPr/>
              <p:nvPr/>
            </p:nvGrpSpPr>
            <p:grpSpPr>
              <a:xfrm>
                <a:off x="5221057" y="2849506"/>
                <a:ext cx="1749886" cy="1776528"/>
                <a:chOff x="4367257" y="2916962"/>
                <a:chExt cx="1321224" cy="1341340"/>
              </a:xfrm>
            </p:grpSpPr>
            <p:sp>
              <p:nvSpPr>
                <p:cNvPr id="33" name="任意多边形 289">
                  <a:extLst>
                    <a:ext uri="{FF2B5EF4-FFF2-40B4-BE49-F238E27FC236}">
                      <a16:creationId xmlns:a16="http://schemas.microsoft.com/office/drawing/2014/main" id="{389B8F65-CB4A-4F58-868A-4AC8DCB9D161}"/>
                    </a:ext>
                  </a:extLst>
                </p:cNvPr>
                <p:cNvSpPr/>
                <p:nvPr/>
              </p:nvSpPr>
              <p:spPr>
                <a:xfrm rot="21304564">
                  <a:off x="4367257" y="2916962"/>
                  <a:ext cx="1290677" cy="1315159"/>
                </a:xfrm>
                <a:custGeom>
                  <a:avLst/>
                  <a:gdLst>
                    <a:gd name="connsiteX0" fmla="*/ 222558 w 1290677"/>
                    <a:gd name="connsiteY0" fmla="*/ 790317 h 1315159"/>
                    <a:gd name="connsiteX1" fmla="*/ 231190 w 1290677"/>
                    <a:gd name="connsiteY1" fmla="*/ 818127 h 1315159"/>
                    <a:gd name="connsiteX2" fmla="*/ 656730 w 1290677"/>
                    <a:gd name="connsiteY2" fmla="*/ 1100194 h 1315159"/>
                    <a:gd name="connsiteX3" fmla="*/ 983295 w 1290677"/>
                    <a:gd name="connsiteY3" fmla="*/ 964926 h 1315159"/>
                    <a:gd name="connsiteX4" fmla="*/ 1001019 w 1290677"/>
                    <a:gd name="connsiteY4" fmla="*/ 943445 h 1315159"/>
                    <a:gd name="connsiteX5" fmla="*/ 983928 w 1290677"/>
                    <a:gd name="connsiteY5" fmla="*/ 974932 h 1315159"/>
                    <a:gd name="connsiteX6" fmla="*/ 636517 w 1290677"/>
                    <a:gd name="connsiteY6" fmla="*/ 1159649 h 1315159"/>
                    <a:gd name="connsiteX7" fmla="*/ 226066 w 1290677"/>
                    <a:gd name="connsiteY7" fmla="*/ 825122 h 1315159"/>
                    <a:gd name="connsiteX8" fmla="*/ 656730 w 1290677"/>
                    <a:gd name="connsiteY8" fmla="*/ 176529 h 1315159"/>
                    <a:gd name="connsiteX9" fmla="*/ 194897 w 1290677"/>
                    <a:gd name="connsiteY9" fmla="*/ 638362 h 1315159"/>
                    <a:gd name="connsiteX10" fmla="*/ 204280 w 1290677"/>
                    <a:gd name="connsiteY10" fmla="*/ 731437 h 1315159"/>
                    <a:gd name="connsiteX11" fmla="*/ 222558 w 1290677"/>
                    <a:gd name="connsiteY11" fmla="*/ 790318 h 1315159"/>
                    <a:gd name="connsiteX12" fmla="*/ 226066 w 1290677"/>
                    <a:gd name="connsiteY12" fmla="*/ 825123 h 1315159"/>
                    <a:gd name="connsiteX13" fmla="*/ 636517 w 1290677"/>
                    <a:gd name="connsiteY13" fmla="*/ 1159650 h 1315159"/>
                    <a:gd name="connsiteX14" fmla="*/ 983928 w 1290677"/>
                    <a:gd name="connsiteY14" fmla="*/ 974933 h 1315159"/>
                    <a:gd name="connsiteX15" fmla="*/ 1001019 w 1290677"/>
                    <a:gd name="connsiteY15" fmla="*/ 943446 h 1315159"/>
                    <a:gd name="connsiteX16" fmla="*/ 1039689 w 1290677"/>
                    <a:gd name="connsiteY16" fmla="*/ 896577 h 1315159"/>
                    <a:gd name="connsiteX17" fmla="*/ 1118563 w 1290677"/>
                    <a:gd name="connsiteY17" fmla="*/ 638362 h 1315159"/>
                    <a:gd name="connsiteX18" fmla="*/ 656730 w 1290677"/>
                    <a:gd name="connsiteY18" fmla="*/ 176529 h 1315159"/>
                    <a:gd name="connsiteX19" fmla="*/ 645186 w 1290677"/>
                    <a:gd name="connsiteY19" fmla="*/ 0 h 1315159"/>
                    <a:gd name="connsiteX20" fmla="*/ 1278785 w 1290677"/>
                    <a:gd name="connsiteY20" fmla="*/ 536005 h 1315159"/>
                    <a:gd name="connsiteX21" fmla="*/ 1290677 w 1290677"/>
                    <a:gd name="connsiteY21" fmla="*/ 658455 h 1315159"/>
                    <a:gd name="connsiteX22" fmla="*/ 1278792 w 1290677"/>
                    <a:gd name="connsiteY22" fmla="*/ 780566 h 1315159"/>
                    <a:gd name="connsiteX23" fmla="*/ 645491 w 1290677"/>
                    <a:gd name="connsiteY23" fmla="*/ 1315159 h 1315159"/>
                    <a:gd name="connsiteX24" fmla="*/ 12190 w 1290677"/>
                    <a:gd name="connsiteY24" fmla="*/ 780566 h 1315159"/>
                    <a:gd name="connsiteX25" fmla="*/ 0 w 1290677"/>
                    <a:gd name="connsiteY25" fmla="*/ 655318 h 1315159"/>
                    <a:gd name="connsiteX26" fmla="*/ 11587 w 1290677"/>
                    <a:gd name="connsiteY26" fmla="*/ 536005 h 1315159"/>
                    <a:gd name="connsiteX27" fmla="*/ 645186 w 1290677"/>
                    <a:gd name="connsiteY27" fmla="*/ 0 h 13151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1290677" h="1315159">
                      <a:moveTo>
                        <a:pt x="222558" y="790317"/>
                      </a:moveTo>
                      <a:lnTo>
                        <a:pt x="231190" y="818127"/>
                      </a:lnTo>
                      <a:cubicBezTo>
                        <a:pt x="301301" y="983886"/>
                        <a:pt x="465433" y="1100194"/>
                        <a:pt x="656730" y="1100194"/>
                      </a:cubicBezTo>
                      <a:cubicBezTo>
                        <a:pt x="784262" y="1100194"/>
                        <a:pt x="899720" y="1048502"/>
                        <a:pt x="983295" y="964926"/>
                      </a:cubicBezTo>
                      <a:lnTo>
                        <a:pt x="1001019" y="943445"/>
                      </a:lnTo>
                      <a:lnTo>
                        <a:pt x="983928" y="974932"/>
                      </a:lnTo>
                      <a:cubicBezTo>
                        <a:pt x="908637" y="1086377"/>
                        <a:pt x="781134" y="1159649"/>
                        <a:pt x="636517" y="1159649"/>
                      </a:cubicBezTo>
                      <a:cubicBezTo>
                        <a:pt x="434054" y="1159649"/>
                        <a:pt x="265133" y="1016036"/>
                        <a:pt x="226066" y="825122"/>
                      </a:cubicBezTo>
                      <a:close/>
                      <a:moveTo>
                        <a:pt x="656730" y="176529"/>
                      </a:moveTo>
                      <a:cubicBezTo>
                        <a:pt x="401667" y="176529"/>
                        <a:pt x="194897" y="383299"/>
                        <a:pt x="194897" y="638362"/>
                      </a:cubicBezTo>
                      <a:cubicBezTo>
                        <a:pt x="194897" y="670245"/>
                        <a:pt x="198128" y="701373"/>
                        <a:pt x="204280" y="731437"/>
                      </a:cubicBezTo>
                      <a:lnTo>
                        <a:pt x="222558" y="790318"/>
                      </a:lnTo>
                      <a:lnTo>
                        <a:pt x="226066" y="825123"/>
                      </a:lnTo>
                      <a:cubicBezTo>
                        <a:pt x="265133" y="1016037"/>
                        <a:pt x="434054" y="1159650"/>
                        <a:pt x="636517" y="1159650"/>
                      </a:cubicBezTo>
                      <a:cubicBezTo>
                        <a:pt x="781134" y="1159650"/>
                        <a:pt x="908637" y="1086378"/>
                        <a:pt x="983928" y="974933"/>
                      </a:cubicBezTo>
                      <a:lnTo>
                        <a:pt x="1001019" y="943446"/>
                      </a:lnTo>
                      <a:lnTo>
                        <a:pt x="1039689" y="896577"/>
                      </a:lnTo>
                      <a:cubicBezTo>
                        <a:pt x="1089486" y="822868"/>
                        <a:pt x="1118563" y="734011"/>
                        <a:pt x="1118563" y="638362"/>
                      </a:cubicBezTo>
                      <a:cubicBezTo>
                        <a:pt x="1118563" y="383299"/>
                        <a:pt x="911793" y="176529"/>
                        <a:pt x="656730" y="176529"/>
                      </a:cubicBezTo>
                      <a:close/>
                      <a:moveTo>
                        <a:pt x="645186" y="0"/>
                      </a:moveTo>
                      <a:cubicBezTo>
                        <a:pt x="957722" y="0"/>
                        <a:pt x="1218479" y="230108"/>
                        <a:pt x="1278785" y="536005"/>
                      </a:cubicBezTo>
                      <a:lnTo>
                        <a:pt x="1290677" y="658455"/>
                      </a:lnTo>
                      <a:lnTo>
                        <a:pt x="1278792" y="780566"/>
                      </a:lnTo>
                      <a:cubicBezTo>
                        <a:pt x="1218515" y="1085658"/>
                        <a:pt x="957880" y="1315159"/>
                        <a:pt x="645491" y="1315159"/>
                      </a:cubicBezTo>
                      <a:cubicBezTo>
                        <a:pt x="333102" y="1315159"/>
                        <a:pt x="72468" y="1085658"/>
                        <a:pt x="12190" y="780566"/>
                      </a:cubicBezTo>
                      <a:lnTo>
                        <a:pt x="0" y="655318"/>
                      </a:lnTo>
                      <a:lnTo>
                        <a:pt x="11587" y="536005"/>
                      </a:lnTo>
                      <a:cubicBezTo>
                        <a:pt x="71893" y="230108"/>
                        <a:pt x="332650" y="0"/>
                        <a:pt x="645186" y="0"/>
                      </a:cubicBezTo>
                      <a:close/>
                    </a:path>
                  </a:pathLst>
                </a:custGeom>
                <a:gradFill>
                  <a:gsLst>
                    <a:gs pos="51000">
                      <a:srgbClr val="808080"/>
                    </a:gs>
                    <a:gs pos="100000">
                      <a:srgbClr val="383933"/>
                    </a:gs>
                    <a:gs pos="0">
                      <a:srgbClr val="363632"/>
                    </a:gs>
                  </a:gsLst>
                  <a:lin ang="11100000" scaled="0"/>
                </a:gradFill>
                <a:ln w="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34" name="任意多边形 290">
                  <a:extLst>
                    <a:ext uri="{FF2B5EF4-FFF2-40B4-BE49-F238E27FC236}">
                      <a16:creationId xmlns:a16="http://schemas.microsoft.com/office/drawing/2014/main" id="{80912A01-70AA-4437-84CA-13DDA33B8079}"/>
                    </a:ext>
                  </a:extLst>
                </p:cNvPr>
                <p:cNvSpPr/>
                <p:nvPr/>
              </p:nvSpPr>
              <p:spPr>
                <a:xfrm rot="21304564">
                  <a:off x="4589424" y="3239246"/>
                  <a:ext cx="837926" cy="778471"/>
                </a:xfrm>
                <a:custGeom>
                  <a:avLst/>
                  <a:gdLst>
                    <a:gd name="connsiteX0" fmla="*/ 418963 w 837926"/>
                    <a:gd name="connsiteY0" fmla="*/ 0 h 778471"/>
                    <a:gd name="connsiteX1" fmla="*/ 837926 w 837926"/>
                    <a:gd name="connsiteY1" fmla="*/ 418963 h 778471"/>
                    <a:gd name="connsiteX2" fmla="*/ 805002 w 837926"/>
                    <a:gd name="connsiteY2" fmla="*/ 582042 h 778471"/>
                    <a:gd name="connsiteX3" fmla="*/ 783465 w 837926"/>
                    <a:gd name="connsiteY3" fmla="*/ 621722 h 778471"/>
                    <a:gd name="connsiteX4" fmla="*/ 765741 w 837926"/>
                    <a:gd name="connsiteY4" fmla="*/ 643203 h 778471"/>
                    <a:gd name="connsiteX5" fmla="*/ 439176 w 837926"/>
                    <a:gd name="connsiteY5" fmla="*/ 778471 h 778471"/>
                    <a:gd name="connsiteX6" fmla="*/ 13636 w 837926"/>
                    <a:gd name="connsiteY6" fmla="*/ 496404 h 778471"/>
                    <a:gd name="connsiteX7" fmla="*/ 5004 w 837926"/>
                    <a:gd name="connsiteY7" fmla="*/ 468594 h 778471"/>
                    <a:gd name="connsiteX8" fmla="*/ 0 w 837926"/>
                    <a:gd name="connsiteY8" fmla="*/ 418963 h 778471"/>
                    <a:gd name="connsiteX9" fmla="*/ 418963 w 837926"/>
                    <a:gd name="connsiteY9" fmla="*/ 0 h 778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37926" h="778471">
                      <a:moveTo>
                        <a:pt x="418963" y="0"/>
                      </a:moveTo>
                      <a:cubicBezTo>
                        <a:pt x="650350" y="0"/>
                        <a:pt x="837926" y="187576"/>
                        <a:pt x="837926" y="418963"/>
                      </a:cubicBezTo>
                      <a:cubicBezTo>
                        <a:pt x="837926" y="476810"/>
                        <a:pt x="826203" y="531918"/>
                        <a:pt x="805002" y="582042"/>
                      </a:cubicBezTo>
                      <a:lnTo>
                        <a:pt x="783465" y="621722"/>
                      </a:lnTo>
                      <a:lnTo>
                        <a:pt x="765741" y="643203"/>
                      </a:lnTo>
                      <a:cubicBezTo>
                        <a:pt x="682166" y="726779"/>
                        <a:pt x="566708" y="778471"/>
                        <a:pt x="439176" y="778471"/>
                      </a:cubicBezTo>
                      <a:cubicBezTo>
                        <a:pt x="247879" y="778471"/>
                        <a:pt x="83747" y="662163"/>
                        <a:pt x="13636" y="496404"/>
                      </a:cubicBezTo>
                      <a:lnTo>
                        <a:pt x="5004" y="468594"/>
                      </a:lnTo>
                      <a:lnTo>
                        <a:pt x="0" y="418963"/>
                      </a:lnTo>
                      <a:cubicBezTo>
                        <a:pt x="0" y="187576"/>
                        <a:pt x="187576" y="0"/>
                        <a:pt x="418963" y="0"/>
                      </a:cubicBezTo>
                      <a:close/>
                    </a:path>
                  </a:pathLst>
                </a:custGeom>
                <a:noFill/>
                <a:ln w="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35" name="任意多边形 291">
                  <a:extLst>
                    <a:ext uri="{FF2B5EF4-FFF2-40B4-BE49-F238E27FC236}">
                      <a16:creationId xmlns:a16="http://schemas.microsoft.com/office/drawing/2014/main" id="{149411DD-B4CD-40D0-AD0D-076B19FC1FB1}"/>
                    </a:ext>
                  </a:extLst>
                </p:cNvPr>
                <p:cNvSpPr/>
                <p:nvPr/>
              </p:nvSpPr>
              <p:spPr>
                <a:xfrm rot="21304564">
                  <a:off x="4553734" y="3092874"/>
                  <a:ext cx="923666" cy="766917"/>
                </a:xfrm>
                <a:custGeom>
                  <a:avLst/>
                  <a:gdLst>
                    <a:gd name="connsiteX0" fmla="*/ 461833 w 923666"/>
                    <a:gd name="connsiteY0" fmla="*/ 0 h 766917"/>
                    <a:gd name="connsiteX1" fmla="*/ 923666 w 923666"/>
                    <a:gd name="connsiteY1" fmla="*/ 461833 h 766917"/>
                    <a:gd name="connsiteX2" fmla="*/ 844792 w 923666"/>
                    <a:gd name="connsiteY2" fmla="*/ 720048 h 766917"/>
                    <a:gd name="connsiteX3" fmla="*/ 806122 w 923666"/>
                    <a:gd name="connsiteY3" fmla="*/ 766917 h 766917"/>
                    <a:gd name="connsiteX4" fmla="*/ 827659 w 923666"/>
                    <a:gd name="connsiteY4" fmla="*/ 727237 h 766917"/>
                    <a:gd name="connsiteX5" fmla="*/ 860583 w 923666"/>
                    <a:gd name="connsiteY5" fmla="*/ 564158 h 766917"/>
                    <a:gd name="connsiteX6" fmla="*/ 441620 w 923666"/>
                    <a:gd name="connsiteY6" fmla="*/ 145195 h 766917"/>
                    <a:gd name="connsiteX7" fmla="*/ 22657 w 923666"/>
                    <a:gd name="connsiteY7" fmla="*/ 564158 h 766917"/>
                    <a:gd name="connsiteX8" fmla="*/ 27661 w 923666"/>
                    <a:gd name="connsiteY8" fmla="*/ 613789 h 766917"/>
                    <a:gd name="connsiteX9" fmla="*/ 9383 w 923666"/>
                    <a:gd name="connsiteY9" fmla="*/ 554908 h 766917"/>
                    <a:gd name="connsiteX10" fmla="*/ 0 w 923666"/>
                    <a:gd name="connsiteY10" fmla="*/ 461833 h 766917"/>
                    <a:gd name="connsiteX11" fmla="*/ 461833 w 923666"/>
                    <a:gd name="connsiteY11" fmla="*/ 0 h 766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923666" h="766917">
                      <a:moveTo>
                        <a:pt x="461833" y="0"/>
                      </a:moveTo>
                      <a:cubicBezTo>
                        <a:pt x="716896" y="0"/>
                        <a:pt x="923666" y="206770"/>
                        <a:pt x="923666" y="461833"/>
                      </a:cubicBezTo>
                      <a:cubicBezTo>
                        <a:pt x="923666" y="557482"/>
                        <a:pt x="894589" y="646339"/>
                        <a:pt x="844792" y="720048"/>
                      </a:cubicBezTo>
                      <a:lnTo>
                        <a:pt x="806122" y="766917"/>
                      </a:lnTo>
                      <a:lnTo>
                        <a:pt x="827659" y="727237"/>
                      </a:lnTo>
                      <a:cubicBezTo>
                        <a:pt x="848860" y="677113"/>
                        <a:pt x="860583" y="622005"/>
                        <a:pt x="860583" y="564158"/>
                      </a:cubicBezTo>
                      <a:cubicBezTo>
                        <a:pt x="860583" y="332771"/>
                        <a:pt x="673007" y="145195"/>
                        <a:pt x="441620" y="145195"/>
                      </a:cubicBezTo>
                      <a:cubicBezTo>
                        <a:pt x="210233" y="145195"/>
                        <a:pt x="22657" y="332771"/>
                        <a:pt x="22657" y="564158"/>
                      </a:cubicBezTo>
                      <a:lnTo>
                        <a:pt x="27661" y="613789"/>
                      </a:lnTo>
                      <a:lnTo>
                        <a:pt x="9383" y="554908"/>
                      </a:lnTo>
                      <a:cubicBezTo>
                        <a:pt x="3231" y="524844"/>
                        <a:pt x="0" y="493716"/>
                        <a:pt x="0" y="461833"/>
                      </a:cubicBezTo>
                      <a:cubicBezTo>
                        <a:pt x="0" y="206770"/>
                        <a:pt x="206770" y="0"/>
                        <a:pt x="461833" y="0"/>
                      </a:cubicBezTo>
                      <a:close/>
                    </a:path>
                  </a:pathLst>
                </a:custGeom>
                <a:gradFill>
                  <a:gsLst>
                    <a:gs pos="47000">
                      <a:srgbClr val="949A94"/>
                    </a:gs>
                    <a:gs pos="4587">
                      <a:srgbClr val="151515"/>
                    </a:gs>
                    <a:gs pos="95000">
                      <a:srgbClr val="0F0F0F"/>
                    </a:gs>
                  </a:gsLst>
                  <a:lin ang="10800000" scaled="0"/>
                </a:gradFill>
                <a:ln w="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36" name="任意多边形 292">
                  <a:extLst>
                    <a:ext uri="{FF2B5EF4-FFF2-40B4-BE49-F238E27FC236}">
                      <a16:creationId xmlns:a16="http://schemas.microsoft.com/office/drawing/2014/main" id="{06A3673E-1D87-440C-9273-BC925E4189ED}"/>
                    </a:ext>
                  </a:extLst>
                </p:cNvPr>
                <p:cNvSpPr/>
                <p:nvPr/>
              </p:nvSpPr>
              <p:spPr>
                <a:xfrm rot="21304564">
                  <a:off x="4395005" y="3571032"/>
                  <a:ext cx="1293476" cy="687270"/>
                </a:xfrm>
                <a:custGeom>
                  <a:avLst/>
                  <a:gdLst>
                    <a:gd name="connsiteX0" fmla="*/ 1552 w 1293476"/>
                    <a:gd name="connsiteY0" fmla="*/ 0 h 687270"/>
                    <a:gd name="connsiteX1" fmla="*/ 13742 w 1293476"/>
                    <a:gd name="connsiteY1" fmla="*/ 125248 h 687270"/>
                    <a:gd name="connsiteX2" fmla="*/ 647043 w 1293476"/>
                    <a:gd name="connsiteY2" fmla="*/ 659841 h 687270"/>
                    <a:gd name="connsiteX3" fmla="*/ 1280344 w 1293476"/>
                    <a:gd name="connsiteY3" fmla="*/ 125248 h 687270"/>
                    <a:gd name="connsiteX4" fmla="*/ 1292229 w 1293476"/>
                    <a:gd name="connsiteY4" fmla="*/ 3137 h 687270"/>
                    <a:gd name="connsiteX5" fmla="*/ 1293476 w 1293476"/>
                    <a:gd name="connsiteY5" fmla="*/ 15976 h 687270"/>
                    <a:gd name="connsiteX6" fmla="*/ 646738 w 1293476"/>
                    <a:gd name="connsiteY6" fmla="*/ 687270 h 687270"/>
                    <a:gd name="connsiteX7" fmla="*/ 0 w 1293476"/>
                    <a:gd name="connsiteY7" fmla="*/ 15976 h 687270"/>
                    <a:gd name="connsiteX8" fmla="*/ 1552 w 1293476"/>
                    <a:gd name="connsiteY8" fmla="*/ 0 h 687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93476" h="687270">
                      <a:moveTo>
                        <a:pt x="1552" y="0"/>
                      </a:moveTo>
                      <a:lnTo>
                        <a:pt x="13742" y="125248"/>
                      </a:lnTo>
                      <a:cubicBezTo>
                        <a:pt x="74020" y="430340"/>
                        <a:pt x="334654" y="659841"/>
                        <a:pt x="647043" y="659841"/>
                      </a:cubicBezTo>
                      <a:cubicBezTo>
                        <a:pt x="959432" y="659841"/>
                        <a:pt x="1220067" y="430340"/>
                        <a:pt x="1280344" y="125248"/>
                      </a:cubicBezTo>
                      <a:lnTo>
                        <a:pt x="1292229" y="3137"/>
                      </a:lnTo>
                      <a:lnTo>
                        <a:pt x="1293476" y="15976"/>
                      </a:lnTo>
                      <a:cubicBezTo>
                        <a:pt x="1293476" y="386721"/>
                        <a:pt x="1003922" y="687270"/>
                        <a:pt x="646738" y="687270"/>
                      </a:cubicBezTo>
                      <a:cubicBezTo>
                        <a:pt x="289554" y="687270"/>
                        <a:pt x="0" y="386721"/>
                        <a:pt x="0" y="15976"/>
                      </a:cubicBezTo>
                      <a:lnTo>
                        <a:pt x="155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141614"/>
                    </a:gs>
                    <a:gs pos="56000">
                      <a:srgbClr val="A8ABA7"/>
                    </a:gs>
                    <a:gs pos="100000">
                      <a:srgbClr val="111111"/>
                    </a:gs>
                  </a:gsLst>
                  <a:lin ang="10800000" scaled="0"/>
                </a:gradFill>
                <a:ln w="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98153C0-24EF-42BE-BD42-91B65D3E1606}"/>
                  </a:ext>
                </a:extLst>
              </p:cNvPr>
              <p:cNvSpPr/>
              <p:nvPr/>
            </p:nvSpPr>
            <p:spPr>
              <a:xfrm>
                <a:off x="5980564" y="2819231"/>
                <a:ext cx="224563" cy="516322"/>
              </a:xfrm>
              <a:prstGeom prst="rect">
                <a:avLst/>
              </a:prstGeom>
              <a:solidFill>
                <a:srgbClr val="2025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5980564" y="2237454"/>
              <a:ext cx="224564" cy="775955"/>
              <a:chOff x="5980564" y="2237454"/>
              <a:chExt cx="224564" cy="775955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008B14BF-FAAB-45DC-8E19-1BD694AC6CCD}"/>
                  </a:ext>
                </a:extLst>
              </p:cNvPr>
              <p:cNvCxnSpPr/>
              <p:nvPr/>
            </p:nvCxnSpPr>
            <p:spPr>
              <a:xfrm flipH="1" flipV="1">
                <a:off x="5980564" y="2237454"/>
                <a:ext cx="1" cy="775955"/>
              </a:xfrm>
              <a:prstGeom prst="line">
                <a:avLst/>
              </a:prstGeom>
              <a:ln w="15875">
                <a:solidFill>
                  <a:schemeClr val="bg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E1A12F75-CA75-41D8-A19B-7F7D188E41F8}"/>
                  </a:ext>
                </a:extLst>
              </p:cNvPr>
              <p:cNvCxnSpPr/>
              <p:nvPr/>
            </p:nvCxnSpPr>
            <p:spPr>
              <a:xfrm flipH="1" flipV="1">
                <a:off x="6205127" y="2237454"/>
                <a:ext cx="1" cy="775955"/>
              </a:xfrm>
              <a:prstGeom prst="line">
                <a:avLst/>
              </a:prstGeom>
              <a:ln w="15875">
                <a:solidFill>
                  <a:schemeClr val="bg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2A40447B-847E-4C8B-AF31-6954883965BF}"/>
                </a:ext>
              </a:extLst>
            </p:cNvPr>
            <p:cNvCxnSpPr/>
            <p:nvPr/>
          </p:nvCxnSpPr>
          <p:spPr>
            <a:xfrm flipV="1">
              <a:off x="5986873" y="2476546"/>
              <a:ext cx="218255" cy="8410"/>
            </a:xfrm>
            <a:prstGeom prst="straightConnector1">
              <a:avLst/>
            </a:prstGeom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9AA2D497-EE08-4DD0-9E00-52767BD86B5E}"/>
                </a:ext>
              </a:extLst>
            </p:cNvPr>
            <p:cNvSpPr txBox="1"/>
            <p:nvPr/>
          </p:nvSpPr>
          <p:spPr>
            <a:xfrm>
              <a:off x="6230705" y="2231966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气隙</a:t>
              </a: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620B1A8-7066-47FF-B829-970BB04EB030}"/>
                </a:ext>
              </a:extLst>
            </p:cNvPr>
            <p:cNvSpPr/>
            <p:nvPr/>
          </p:nvSpPr>
          <p:spPr>
            <a:xfrm>
              <a:off x="5326893" y="2970727"/>
              <a:ext cx="1495642" cy="1486034"/>
            </a:xfrm>
            <a:prstGeom prst="ellipse">
              <a:avLst/>
            </a:prstGeom>
            <a:noFill/>
            <a:ln w="15875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44" name="图片 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7" t="14513" r="27926" b="9180"/>
          <a:stretch>
            <a:fillRect/>
          </a:stretch>
        </p:blipFill>
        <p:spPr>
          <a:xfrm>
            <a:off x="6999972" y="2892239"/>
            <a:ext cx="1660023" cy="1805638"/>
          </a:xfrm>
          <a:custGeom>
            <a:avLst/>
            <a:gdLst>
              <a:gd name="connsiteX0" fmla="*/ 0 w 2606040"/>
              <a:gd name="connsiteY0" fmla="*/ 2769147 h 2834639"/>
              <a:gd name="connsiteX1" fmla="*/ 149496 w 2606040"/>
              <a:gd name="connsiteY1" fmla="*/ 2834639 h 2834639"/>
              <a:gd name="connsiteX2" fmla="*/ 0 w 2606040"/>
              <a:gd name="connsiteY2" fmla="*/ 2834639 h 2834639"/>
              <a:gd name="connsiteX3" fmla="*/ 0 w 2606040"/>
              <a:gd name="connsiteY3" fmla="*/ 0 h 2834639"/>
              <a:gd name="connsiteX4" fmla="*/ 2606040 w 2606040"/>
              <a:gd name="connsiteY4" fmla="*/ 0 h 2834639"/>
              <a:gd name="connsiteX5" fmla="*/ 2606040 w 2606040"/>
              <a:gd name="connsiteY5" fmla="*/ 2834639 h 2834639"/>
              <a:gd name="connsiteX6" fmla="*/ 403605 w 2606040"/>
              <a:gd name="connsiteY6" fmla="*/ 2834639 h 2834639"/>
              <a:gd name="connsiteX7" fmla="*/ 45720 w 2606040"/>
              <a:gd name="connsiteY7" fmla="*/ 106679 h 2834639"/>
              <a:gd name="connsiteX8" fmla="*/ 0 w 2606040"/>
              <a:gd name="connsiteY8" fmla="*/ 106679 h 2834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06040" h="2834639">
                <a:moveTo>
                  <a:pt x="0" y="2769147"/>
                </a:moveTo>
                <a:lnTo>
                  <a:pt x="149496" y="2834639"/>
                </a:lnTo>
                <a:lnTo>
                  <a:pt x="0" y="2834639"/>
                </a:lnTo>
                <a:close/>
                <a:moveTo>
                  <a:pt x="0" y="0"/>
                </a:moveTo>
                <a:lnTo>
                  <a:pt x="2606040" y="0"/>
                </a:lnTo>
                <a:lnTo>
                  <a:pt x="2606040" y="2834639"/>
                </a:lnTo>
                <a:lnTo>
                  <a:pt x="403605" y="2834639"/>
                </a:lnTo>
                <a:lnTo>
                  <a:pt x="45720" y="106679"/>
                </a:lnTo>
                <a:lnTo>
                  <a:pt x="0" y="106679"/>
                </a:lnTo>
                <a:close/>
              </a:path>
            </a:pathLst>
          </a:custGeom>
        </p:spPr>
      </p:pic>
      <p:cxnSp>
        <p:nvCxnSpPr>
          <p:cNvPr id="49" name="直接连接符 48"/>
          <p:cNvCxnSpPr/>
          <p:nvPr/>
        </p:nvCxnSpPr>
        <p:spPr>
          <a:xfrm flipV="1">
            <a:off x="8060387" y="2775897"/>
            <a:ext cx="165100" cy="992543"/>
          </a:xfrm>
          <a:prstGeom prst="line">
            <a:avLst/>
          </a:prstGeom>
          <a:ln w="158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8225487" y="2775897"/>
            <a:ext cx="1104900" cy="0"/>
          </a:xfrm>
          <a:prstGeom prst="line">
            <a:avLst/>
          </a:prstGeom>
          <a:ln w="158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8684056" y="240779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气隙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5234226" y="74606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什么是气隙</a:t>
            </a:r>
          </a:p>
        </p:txBody>
      </p:sp>
    </p:spTree>
    <p:extLst>
      <p:ext uri="{BB962C8B-B14F-4D97-AF65-F5344CB8AC3E}">
        <p14:creationId xmlns:p14="http://schemas.microsoft.com/office/powerpoint/2010/main" val="397130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2419350" y="2277160"/>
            <a:ext cx="35337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减小磁导率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μ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419350" y="2788593"/>
            <a:ext cx="2355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增大饱和电流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Isat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19350" y="3300026"/>
            <a:ext cx="2627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增大储存能量的能力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19350" y="3811458"/>
            <a:ext cx="17283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减小剩磁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Br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5234225" y="746066"/>
            <a:ext cx="1723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气隙的作用</a:t>
            </a:r>
          </a:p>
        </p:txBody>
      </p:sp>
      <p:sp>
        <p:nvSpPr>
          <p:cNvPr id="20" name="右箭头 19"/>
          <p:cNvSpPr/>
          <p:nvPr/>
        </p:nvSpPr>
        <p:spPr>
          <a:xfrm>
            <a:off x="5486400" y="2952750"/>
            <a:ext cx="476250" cy="347276"/>
          </a:xfrm>
          <a:prstGeom prst="rightArrow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6494355" y="2895555"/>
            <a:ext cx="1745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But Why</a:t>
            </a:r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54717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62">
            <a:extLst>
              <a:ext uri="{FF2B5EF4-FFF2-40B4-BE49-F238E27FC236}">
                <a16:creationId xmlns:a16="http://schemas.microsoft.com/office/drawing/2014/main" id="{02DFCFA7-553E-4CDB-8129-E3571AB77067}"/>
              </a:ext>
            </a:extLst>
          </p:cNvPr>
          <p:cNvSpPr/>
          <p:nvPr/>
        </p:nvSpPr>
        <p:spPr>
          <a:xfrm>
            <a:off x="4812298" y="1952537"/>
            <a:ext cx="2108392" cy="2108391"/>
          </a:xfrm>
          <a:custGeom>
            <a:avLst/>
            <a:gdLst>
              <a:gd name="connsiteX0" fmla="*/ 1501379 w 3002758"/>
              <a:gd name="connsiteY0" fmla="*/ 0 h 3002758"/>
              <a:gd name="connsiteX1" fmla="*/ 3002758 w 3002758"/>
              <a:gd name="connsiteY1" fmla="*/ 1501379 h 3002758"/>
              <a:gd name="connsiteX2" fmla="*/ 1501379 w 3002758"/>
              <a:gd name="connsiteY2" fmla="*/ 3002758 h 3002758"/>
              <a:gd name="connsiteX3" fmla="*/ 0 w 3002758"/>
              <a:gd name="connsiteY3" fmla="*/ 1501379 h 3002758"/>
              <a:gd name="connsiteX4" fmla="*/ 1501379 w 3002758"/>
              <a:gd name="connsiteY4" fmla="*/ 0 h 3002758"/>
              <a:gd name="connsiteX5" fmla="*/ 1483520 w 3002758"/>
              <a:gd name="connsiteY5" fmla="*/ 516732 h 3002758"/>
              <a:gd name="connsiteX6" fmla="*/ 488157 w 3002758"/>
              <a:gd name="connsiteY6" fmla="*/ 1512095 h 3002758"/>
              <a:gd name="connsiteX7" fmla="*/ 1483520 w 3002758"/>
              <a:gd name="connsiteY7" fmla="*/ 2507458 h 3002758"/>
              <a:gd name="connsiteX8" fmla="*/ 2478883 w 3002758"/>
              <a:gd name="connsiteY8" fmla="*/ 1512095 h 3002758"/>
              <a:gd name="connsiteX9" fmla="*/ 1483520 w 3002758"/>
              <a:gd name="connsiteY9" fmla="*/ 516732 h 3002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02758" h="3002758">
                <a:moveTo>
                  <a:pt x="1501379" y="0"/>
                </a:moveTo>
                <a:cubicBezTo>
                  <a:pt x="2330568" y="0"/>
                  <a:pt x="3002758" y="672190"/>
                  <a:pt x="3002758" y="1501379"/>
                </a:cubicBezTo>
                <a:cubicBezTo>
                  <a:pt x="3002758" y="2330568"/>
                  <a:pt x="2330568" y="3002758"/>
                  <a:pt x="1501379" y="3002758"/>
                </a:cubicBezTo>
                <a:cubicBezTo>
                  <a:pt x="672190" y="3002758"/>
                  <a:pt x="0" y="2330568"/>
                  <a:pt x="0" y="1501379"/>
                </a:cubicBezTo>
                <a:cubicBezTo>
                  <a:pt x="0" y="672190"/>
                  <a:pt x="672190" y="0"/>
                  <a:pt x="1501379" y="0"/>
                </a:cubicBezTo>
                <a:close/>
                <a:moveTo>
                  <a:pt x="1483520" y="516732"/>
                </a:moveTo>
                <a:cubicBezTo>
                  <a:pt x="933796" y="516732"/>
                  <a:pt x="488157" y="962371"/>
                  <a:pt x="488157" y="1512095"/>
                </a:cubicBezTo>
                <a:cubicBezTo>
                  <a:pt x="488157" y="2061819"/>
                  <a:pt x="933796" y="2507458"/>
                  <a:pt x="1483520" y="2507458"/>
                </a:cubicBezTo>
                <a:cubicBezTo>
                  <a:pt x="2033244" y="2507458"/>
                  <a:pt x="2478883" y="2061819"/>
                  <a:pt x="2478883" y="1512095"/>
                </a:cubicBezTo>
                <a:cubicBezTo>
                  <a:pt x="2478883" y="962371"/>
                  <a:pt x="2033244" y="516732"/>
                  <a:pt x="1483520" y="516732"/>
                </a:cubicBezTo>
                <a:close/>
              </a:path>
            </a:pathLst>
          </a:custGeom>
          <a:gradFill flip="none" rotWithShape="1">
            <a:gsLst>
              <a:gs pos="60000">
                <a:srgbClr val="696969"/>
              </a:gs>
              <a:gs pos="70000">
                <a:schemeClr val="tx1">
                  <a:lumMod val="65000"/>
                  <a:lumOff val="35000"/>
                </a:schemeClr>
              </a:gs>
              <a:gs pos="45000">
                <a:schemeClr val="tx1">
                  <a:lumMod val="75000"/>
                  <a:lumOff val="2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4050103" y="2995643"/>
            <a:ext cx="1155633" cy="548886"/>
            <a:chOff x="3975675" y="2836155"/>
            <a:chExt cx="1155633" cy="548886"/>
          </a:xfrm>
        </p:grpSpPr>
        <p:sp>
          <p:nvSpPr>
            <p:cNvPr id="5" name="任意多边形 106">
              <a:extLst>
                <a:ext uri="{FF2B5EF4-FFF2-40B4-BE49-F238E27FC236}">
                  <a16:creationId xmlns:a16="http://schemas.microsoft.com/office/drawing/2014/main" id="{506A1572-EF9E-4925-88C2-6FD363387233}"/>
                </a:ext>
              </a:extLst>
            </p:cNvPr>
            <p:cNvSpPr/>
            <p:nvPr/>
          </p:nvSpPr>
          <p:spPr>
            <a:xfrm rot="17923035">
              <a:off x="4345670" y="2599402"/>
              <a:ext cx="548886" cy="1022391"/>
            </a:xfrm>
            <a:custGeom>
              <a:avLst/>
              <a:gdLst>
                <a:gd name="connsiteX0" fmla="*/ 106922 w 572814"/>
                <a:gd name="connsiteY0" fmla="*/ 17915 h 632614"/>
                <a:gd name="connsiteX1" fmla="*/ 30722 w 572814"/>
                <a:gd name="connsiteY1" fmla="*/ 65540 h 632614"/>
                <a:gd name="connsiteX2" fmla="*/ 554597 w 572814"/>
                <a:gd name="connsiteY2" fmla="*/ 551315 h 632614"/>
                <a:gd name="connsiteX3" fmla="*/ 402197 w 572814"/>
                <a:gd name="connsiteY3" fmla="*/ 627515 h 632614"/>
                <a:gd name="connsiteX0" fmla="*/ 106922 w 580681"/>
                <a:gd name="connsiteY0" fmla="*/ 17915 h 632614"/>
                <a:gd name="connsiteX1" fmla="*/ 30722 w 580681"/>
                <a:gd name="connsiteY1" fmla="*/ 65540 h 632614"/>
                <a:gd name="connsiteX2" fmla="*/ 554597 w 580681"/>
                <a:gd name="connsiteY2" fmla="*/ 551315 h 632614"/>
                <a:gd name="connsiteX3" fmla="*/ 440297 w 580681"/>
                <a:gd name="connsiteY3" fmla="*/ 627515 h 632614"/>
                <a:gd name="connsiteX0" fmla="*/ 47478 w 514431"/>
                <a:gd name="connsiteY0" fmla="*/ 3545 h 616077"/>
                <a:gd name="connsiteX1" fmla="*/ 66997 w 514431"/>
                <a:gd name="connsiteY1" fmla="*/ 144231 h 616077"/>
                <a:gd name="connsiteX2" fmla="*/ 495153 w 514431"/>
                <a:gd name="connsiteY2" fmla="*/ 536945 h 616077"/>
                <a:gd name="connsiteX3" fmla="*/ 380853 w 514431"/>
                <a:gd name="connsiteY3" fmla="*/ 613145 h 616077"/>
                <a:gd name="connsiteX0" fmla="*/ 118575 w 465481"/>
                <a:gd name="connsiteY0" fmla="*/ 7373 h 558799"/>
                <a:gd name="connsiteX1" fmla="*/ 18047 w 465481"/>
                <a:gd name="connsiteY1" fmla="*/ 86953 h 558799"/>
                <a:gd name="connsiteX2" fmla="*/ 446203 w 465481"/>
                <a:gd name="connsiteY2" fmla="*/ 479667 h 558799"/>
                <a:gd name="connsiteX3" fmla="*/ 331903 w 465481"/>
                <a:gd name="connsiteY3" fmla="*/ 555867 h 558799"/>
                <a:gd name="connsiteX0" fmla="*/ 118575 w 476348"/>
                <a:gd name="connsiteY0" fmla="*/ 7373 h 587098"/>
                <a:gd name="connsiteX1" fmla="*/ 18047 w 476348"/>
                <a:gd name="connsiteY1" fmla="*/ 86953 h 587098"/>
                <a:gd name="connsiteX2" fmla="*/ 446203 w 476348"/>
                <a:gd name="connsiteY2" fmla="*/ 479667 h 587098"/>
                <a:gd name="connsiteX3" fmla="*/ 369967 w 476348"/>
                <a:gd name="connsiteY3" fmla="*/ 585696 h 587098"/>
                <a:gd name="connsiteX0" fmla="*/ 13179 w 787427"/>
                <a:gd name="connsiteY0" fmla="*/ 476 h 1340364"/>
                <a:gd name="connsiteX1" fmla="*/ 329126 w 787427"/>
                <a:gd name="connsiteY1" fmla="*/ 840219 h 1340364"/>
                <a:gd name="connsiteX2" fmla="*/ 757282 w 787427"/>
                <a:gd name="connsiteY2" fmla="*/ 1232933 h 1340364"/>
                <a:gd name="connsiteX3" fmla="*/ 681046 w 787427"/>
                <a:gd name="connsiteY3" fmla="*/ 1338962 h 1340364"/>
                <a:gd name="connsiteX0" fmla="*/ 0 w 458301"/>
                <a:gd name="connsiteY0" fmla="*/ 0 h 500145"/>
                <a:gd name="connsiteX1" fmla="*/ 428156 w 458301"/>
                <a:gd name="connsiteY1" fmla="*/ 392714 h 500145"/>
                <a:gd name="connsiteX2" fmla="*/ 351920 w 458301"/>
                <a:gd name="connsiteY2" fmla="*/ 498743 h 500145"/>
                <a:gd name="connsiteX0" fmla="*/ 0 w 458301"/>
                <a:gd name="connsiteY0" fmla="*/ 0 h 500145"/>
                <a:gd name="connsiteX1" fmla="*/ 428156 w 458301"/>
                <a:gd name="connsiteY1" fmla="*/ 392714 h 500145"/>
                <a:gd name="connsiteX2" fmla="*/ 351920 w 458301"/>
                <a:gd name="connsiteY2" fmla="*/ 498743 h 500145"/>
                <a:gd name="connsiteX0" fmla="*/ 0 w 457801"/>
                <a:gd name="connsiteY0" fmla="*/ 0 h 659316"/>
                <a:gd name="connsiteX1" fmla="*/ 427690 w 457801"/>
                <a:gd name="connsiteY1" fmla="*/ 550452 h 659316"/>
                <a:gd name="connsiteX2" fmla="*/ 351454 w 457801"/>
                <a:gd name="connsiteY2" fmla="*/ 656481 h 659316"/>
                <a:gd name="connsiteX0" fmla="*/ 0 w 457801"/>
                <a:gd name="connsiteY0" fmla="*/ 0 h 659316"/>
                <a:gd name="connsiteX1" fmla="*/ 427690 w 457801"/>
                <a:gd name="connsiteY1" fmla="*/ 550452 h 659316"/>
                <a:gd name="connsiteX2" fmla="*/ 351454 w 457801"/>
                <a:gd name="connsiteY2" fmla="*/ 656481 h 659316"/>
                <a:gd name="connsiteX0" fmla="*/ 0 w 419146"/>
                <a:gd name="connsiteY0" fmla="*/ 0 h 723635"/>
                <a:gd name="connsiteX1" fmla="*/ 391699 w 419146"/>
                <a:gd name="connsiteY1" fmla="*/ 613614 h 723635"/>
                <a:gd name="connsiteX2" fmla="*/ 315463 w 419146"/>
                <a:gd name="connsiteY2" fmla="*/ 719643 h 723635"/>
                <a:gd name="connsiteX0" fmla="*/ 0 w 420005"/>
                <a:gd name="connsiteY0" fmla="*/ 0 h 745413"/>
                <a:gd name="connsiteX1" fmla="*/ 392499 w 420005"/>
                <a:gd name="connsiteY1" fmla="*/ 634898 h 745413"/>
                <a:gd name="connsiteX2" fmla="*/ 316263 w 420005"/>
                <a:gd name="connsiteY2" fmla="*/ 740927 h 745413"/>
                <a:gd name="connsiteX0" fmla="*/ 0 w 427542"/>
                <a:gd name="connsiteY0" fmla="*/ 0 h 744295"/>
                <a:gd name="connsiteX1" fmla="*/ 392499 w 427542"/>
                <a:gd name="connsiteY1" fmla="*/ 634898 h 744295"/>
                <a:gd name="connsiteX2" fmla="*/ 316263 w 427542"/>
                <a:gd name="connsiteY2" fmla="*/ 740927 h 744295"/>
                <a:gd name="connsiteX0" fmla="*/ 0 w 807589"/>
                <a:gd name="connsiteY0" fmla="*/ 0 h 1479585"/>
                <a:gd name="connsiteX1" fmla="*/ 753366 w 807589"/>
                <a:gd name="connsiteY1" fmla="*/ 1333210 h 1479585"/>
                <a:gd name="connsiteX2" fmla="*/ 677130 w 807589"/>
                <a:gd name="connsiteY2" fmla="*/ 1439239 h 1479585"/>
                <a:gd name="connsiteX0" fmla="*/ 0 w 795088"/>
                <a:gd name="connsiteY0" fmla="*/ 0 h 1486766"/>
                <a:gd name="connsiteX1" fmla="*/ 753366 w 795088"/>
                <a:gd name="connsiteY1" fmla="*/ 1333210 h 1486766"/>
                <a:gd name="connsiteX2" fmla="*/ 677130 w 795088"/>
                <a:gd name="connsiteY2" fmla="*/ 1439239 h 1486766"/>
                <a:gd name="connsiteX0" fmla="*/ 0 w 781720"/>
                <a:gd name="connsiteY0" fmla="*/ 0 h 1456083"/>
                <a:gd name="connsiteX1" fmla="*/ 753366 w 781720"/>
                <a:gd name="connsiteY1" fmla="*/ 1333210 h 1456083"/>
                <a:gd name="connsiteX2" fmla="*/ 677130 w 781720"/>
                <a:gd name="connsiteY2" fmla="*/ 1439239 h 14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1720" h="1456083">
                  <a:moveTo>
                    <a:pt x="0" y="0"/>
                  </a:moveTo>
                  <a:cubicBezTo>
                    <a:pt x="124017" y="205409"/>
                    <a:pt x="622099" y="1102896"/>
                    <a:pt x="753366" y="1333210"/>
                  </a:cubicBezTo>
                  <a:cubicBezTo>
                    <a:pt x="834873" y="1476218"/>
                    <a:pt x="718947" y="1467477"/>
                    <a:pt x="677130" y="1439239"/>
                  </a:cubicBezTo>
                </a:path>
              </a:pathLst>
            </a:cu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23F27CB2-D40C-488D-AE96-BFAB1DB48A24}"/>
                </a:ext>
              </a:extLst>
            </p:cNvPr>
            <p:cNvSpPr/>
            <p:nvPr/>
          </p:nvSpPr>
          <p:spPr>
            <a:xfrm>
              <a:off x="3975675" y="3076789"/>
              <a:ext cx="64253" cy="64253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6" name="组合 65"/>
          <p:cNvGrpSpPr/>
          <p:nvPr/>
        </p:nvGrpSpPr>
        <p:grpSpPr>
          <a:xfrm rot="1274151" flipH="1" flipV="1">
            <a:off x="4873857" y="3032276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67" name="任意多边形 66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 70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78" name="组合 77"/>
          <p:cNvGrpSpPr/>
          <p:nvPr/>
        </p:nvGrpSpPr>
        <p:grpSpPr>
          <a:xfrm rot="6181331" flipH="1" flipV="1">
            <a:off x="4973249" y="3300210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79" name="任意多边形 78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任意多边形 80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任意多边形 81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4" name="组合 83"/>
          <p:cNvGrpSpPr/>
          <p:nvPr/>
        </p:nvGrpSpPr>
        <p:grpSpPr>
          <a:xfrm rot="17890745" flipH="1" flipV="1">
            <a:off x="5133966" y="3548734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85" name="任意多边形 84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 86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任意多边形 87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任意多边形 88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0" name="组合 89"/>
          <p:cNvGrpSpPr/>
          <p:nvPr/>
        </p:nvGrpSpPr>
        <p:grpSpPr>
          <a:xfrm rot="1281113" flipH="1" flipV="1">
            <a:off x="5337015" y="3741332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91" name="任意多边形 90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任意多边形 92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任意多边形 93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任意多边形 94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11" name="组合 210"/>
          <p:cNvGrpSpPr/>
          <p:nvPr/>
        </p:nvGrpSpPr>
        <p:grpSpPr>
          <a:xfrm rot="3940618" flipH="1" flipV="1">
            <a:off x="5830643" y="3856986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212" name="任意多边形 21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矩形 21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任意多边形 21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任意多边形 21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任意多边形 21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17" name="组合 216"/>
          <p:cNvGrpSpPr/>
          <p:nvPr/>
        </p:nvGrpSpPr>
        <p:grpSpPr>
          <a:xfrm rot="20852557" flipH="1" flipV="1">
            <a:off x="5560658" y="3842744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218" name="任意多边形 21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矩形 21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任意多边形 21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任意多边形 220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任意多边形 221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23" name="组合 222"/>
          <p:cNvGrpSpPr/>
          <p:nvPr/>
        </p:nvGrpSpPr>
        <p:grpSpPr>
          <a:xfrm flipH="1" flipV="1">
            <a:off x="6087659" y="3807668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224" name="任意多边形 223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矩形 224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任意多边形 225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任意多边形 22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任意多边形 22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 rot="17890745" flipH="1" flipV="1">
            <a:off x="6299893" y="3655422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230" name="任意多边形 22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矩形 23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任意多边形 23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任意多边形 23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任意多边形 23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rot="3040093" flipH="1" flipV="1">
            <a:off x="6472584" y="3461522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236" name="任意多边形 23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矩形 23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任意多边形 23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任意多边形 23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任意多边形 23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41" name="组合 240"/>
          <p:cNvGrpSpPr/>
          <p:nvPr/>
        </p:nvGrpSpPr>
        <p:grpSpPr>
          <a:xfrm rot="21213269" flipH="1" flipV="1">
            <a:off x="6636894" y="3266297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242" name="任意多边形 24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矩形 24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任意多边形 24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任意多边形 24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任意多边形 24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47" name="组合 246"/>
          <p:cNvGrpSpPr/>
          <p:nvPr/>
        </p:nvGrpSpPr>
        <p:grpSpPr>
          <a:xfrm rot="20078824" flipH="1" flipV="1">
            <a:off x="6639933" y="3029251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248" name="任意多边形 24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矩形 24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任意多边形 24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1" name="任意多边形 250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2" name="任意多边形 251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59" name="组合 258"/>
          <p:cNvGrpSpPr/>
          <p:nvPr/>
        </p:nvGrpSpPr>
        <p:grpSpPr>
          <a:xfrm rot="2144681" flipH="1" flipV="1">
            <a:off x="6655870" y="2774759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260" name="任意多边形 25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矩形 26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任意多边形 26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任意多边形 26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任意多边形 26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65" name="组合 264"/>
          <p:cNvGrpSpPr/>
          <p:nvPr/>
        </p:nvGrpSpPr>
        <p:grpSpPr>
          <a:xfrm rot="11719739" flipH="1" flipV="1">
            <a:off x="6583033" y="2550546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266" name="任意多边形 26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矩形 26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任意多边形 26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任意多边形 26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任意多边形 26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1" name="组合 270"/>
          <p:cNvGrpSpPr/>
          <p:nvPr/>
        </p:nvGrpSpPr>
        <p:grpSpPr>
          <a:xfrm rot="13766273" flipH="1" flipV="1">
            <a:off x="6426918" y="2309334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272" name="任意多边形 27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矩形 27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任意多边形 27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5" name="任意多边形 27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任意多边形 27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7" name="组合 276"/>
          <p:cNvGrpSpPr/>
          <p:nvPr/>
        </p:nvGrpSpPr>
        <p:grpSpPr>
          <a:xfrm rot="14818484" flipH="1" flipV="1">
            <a:off x="5912130" y="2089894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278" name="任意多边形 27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9" name="矩形 27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任意多边形 27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任意多边形 280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任意多边形 281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 rot="3904940" flipH="1" flipV="1">
            <a:off x="6181489" y="2139122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284" name="任意多边形 283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矩形 284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6" name="任意多边形 285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7" name="任意多边形 28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任意多边形 28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01" name="组合 300"/>
          <p:cNvGrpSpPr/>
          <p:nvPr/>
        </p:nvGrpSpPr>
        <p:grpSpPr>
          <a:xfrm rot="18883715" flipH="1" flipV="1">
            <a:off x="5600724" y="2095430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302" name="任意多边形 30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矩形 30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" name="任意多边形 30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任意多边形 30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6" name="任意多边形 30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 rot="14818484" flipH="1" flipV="1">
            <a:off x="5297486" y="2183152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320" name="任意多边形 31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1" name="矩形 32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2" name="任意多边形 32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任意多边形 32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任意多边形 32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5" name="组合 324"/>
          <p:cNvGrpSpPr/>
          <p:nvPr/>
        </p:nvGrpSpPr>
        <p:grpSpPr>
          <a:xfrm rot="5915589" flipH="1" flipV="1">
            <a:off x="5092181" y="2365818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326" name="任意多边形 32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7" name="矩形 32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8" name="任意多边形 32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任意多边形 32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0" name="任意多边形 32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 rot="16623293" flipH="1" flipV="1">
            <a:off x="4930522" y="2681558"/>
            <a:ext cx="175663" cy="95522"/>
            <a:chOff x="1406718" y="4056765"/>
            <a:chExt cx="3039525" cy="827195"/>
          </a:xfrm>
          <a:effectLst>
            <a:outerShdw blurRad="50800" dist="50800" dir="5400000" sx="1000" sy="1000" algn="ctr" rotWithShape="0">
              <a:srgbClr val="000000"/>
            </a:outerShdw>
          </a:effectLst>
        </p:grpSpPr>
        <p:sp>
          <p:nvSpPr>
            <p:cNvPr id="332" name="任意多边形 33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3" name="矩形 33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" name="任意多边形 33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5" name="任意多边形 33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6" name="任意多边形 33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任意多边形 78">
            <a:extLst>
              <a:ext uri="{FF2B5EF4-FFF2-40B4-BE49-F238E27FC236}">
                <a16:creationId xmlns:a16="http://schemas.microsoft.com/office/drawing/2014/main" id="{112AF28E-3083-4BF6-9A40-865C75E2AD94}"/>
              </a:ext>
            </a:extLst>
          </p:cNvPr>
          <p:cNvSpPr/>
          <p:nvPr/>
        </p:nvSpPr>
        <p:spPr>
          <a:xfrm rot="17923035">
            <a:off x="4991309" y="3307988"/>
            <a:ext cx="334469" cy="41223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18575 w 476348"/>
              <a:gd name="connsiteY0" fmla="*/ 7373 h 587098"/>
              <a:gd name="connsiteX1" fmla="*/ 18047 w 476348"/>
              <a:gd name="connsiteY1" fmla="*/ 86953 h 587098"/>
              <a:gd name="connsiteX2" fmla="*/ 446203 w 476348"/>
              <a:gd name="connsiteY2" fmla="*/ 479667 h 587098"/>
              <a:gd name="connsiteX3" fmla="*/ 369967 w 476348"/>
              <a:gd name="connsiteY3" fmla="*/ 585696 h 587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348" h="587098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87550" y="396543"/>
                  <a:pt x="446203" y="479667"/>
                </a:cubicBezTo>
                <a:cubicBezTo>
                  <a:pt x="504856" y="562791"/>
                  <a:pt x="477123" y="594427"/>
                  <a:pt x="369967" y="585696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17">
            <a:extLst>
              <a:ext uri="{FF2B5EF4-FFF2-40B4-BE49-F238E27FC236}">
                <a16:creationId xmlns:a16="http://schemas.microsoft.com/office/drawing/2014/main" id="{AD61CD7C-43E7-4E66-94D3-32AF6403289A}"/>
              </a:ext>
            </a:extLst>
          </p:cNvPr>
          <p:cNvSpPr/>
          <p:nvPr/>
        </p:nvSpPr>
        <p:spPr>
          <a:xfrm rot="20469177">
            <a:off x="4872885" y="2542726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66">
            <a:extLst>
              <a:ext uri="{FF2B5EF4-FFF2-40B4-BE49-F238E27FC236}">
                <a16:creationId xmlns:a16="http://schemas.microsoft.com/office/drawing/2014/main" id="{9AF94499-0328-4779-B7F9-535853A4C7C3}"/>
              </a:ext>
            </a:extLst>
          </p:cNvPr>
          <p:cNvSpPr/>
          <p:nvPr/>
        </p:nvSpPr>
        <p:spPr>
          <a:xfrm rot="20906147">
            <a:off x="4954689" y="2327381"/>
            <a:ext cx="320881" cy="36841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65936 w 456996"/>
              <a:gd name="connsiteY0" fmla="*/ 17099 h 524690"/>
              <a:gd name="connsiteX1" fmla="*/ 9562 w 456996"/>
              <a:gd name="connsiteY1" fmla="*/ 52844 h 524690"/>
              <a:gd name="connsiteX2" fmla="*/ 437718 w 456996"/>
              <a:gd name="connsiteY2" fmla="*/ 445558 h 524690"/>
              <a:gd name="connsiteX3" fmla="*/ 323418 w 456996"/>
              <a:gd name="connsiteY3" fmla="*/ 521758 h 524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996" h="524690">
                <a:moveTo>
                  <a:pt x="165936" y="17099"/>
                </a:moveTo>
                <a:cubicBezTo>
                  <a:pt x="90529" y="-3539"/>
                  <a:pt x="-35735" y="-18566"/>
                  <a:pt x="9562" y="52844"/>
                </a:cubicBezTo>
                <a:cubicBezTo>
                  <a:pt x="54859" y="124254"/>
                  <a:pt x="385409" y="367406"/>
                  <a:pt x="437718" y="445558"/>
                </a:cubicBezTo>
                <a:cubicBezTo>
                  <a:pt x="490027" y="523710"/>
                  <a:pt x="430574" y="530489"/>
                  <a:pt x="323418" y="521758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67">
            <a:extLst>
              <a:ext uri="{FF2B5EF4-FFF2-40B4-BE49-F238E27FC236}">
                <a16:creationId xmlns:a16="http://schemas.microsoft.com/office/drawing/2014/main" id="{4A744829-951B-48F7-A0ED-030527A15F75}"/>
              </a:ext>
            </a:extLst>
          </p:cNvPr>
          <p:cNvSpPr/>
          <p:nvPr/>
        </p:nvSpPr>
        <p:spPr>
          <a:xfrm>
            <a:off x="5121235" y="2153782"/>
            <a:ext cx="323017" cy="374227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4882 w 460038"/>
              <a:gd name="connsiteY0" fmla="*/ 13296 h 532972"/>
              <a:gd name="connsiteX1" fmla="*/ 12604 w 460038"/>
              <a:gd name="connsiteY1" fmla="*/ 61126 h 532972"/>
              <a:gd name="connsiteX2" fmla="*/ 440760 w 460038"/>
              <a:gd name="connsiteY2" fmla="*/ 453840 h 532972"/>
              <a:gd name="connsiteX3" fmla="*/ 326460 w 460038"/>
              <a:gd name="connsiteY3" fmla="*/ 530040 h 53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038" h="532972">
                <a:moveTo>
                  <a:pt x="144882" y="13296"/>
                </a:moveTo>
                <a:cubicBezTo>
                  <a:pt x="69475" y="-7342"/>
                  <a:pt x="-36709" y="-12298"/>
                  <a:pt x="12604" y="61126"/>
                </a:cubicBezTo>
                <a:cubicBezTo>
                  <a:pt x="61917" y="134550"/>
                  <a:pt x="388451" y="375688"/>
                  <a:pt x="440760" y="453840"/>
                </a:cubicBezTo>
                <a:cubicBezTo>
                  <a:pt x="493069" y="531992"/>
                  <a:pt x="433616" y="538771"/>
                  <a:pt x="326460" y="530040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68">
            <a:extLst>
              <a:ext uri="{FF2B5EF4-FFF2-40B4-BE49-F238E27FC236}">
                <a16:creationId xmlns:a16="http://schemas.microsoft.com/office/drawing/2014/main" id="{9F0CE6CA-4EDC-4F36-B55B-F779C637A2DE}"/>
              </a:ext>
            </a:extLst>
          </p:cNvPr>
          <p:cNvSpPr/>
          <p:nvPr/>
        </p:nvSpPr>
        <p:spPr>
          <a:xfrm rot="330716">
            <a:off x="6317325" y="3426714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69">
            <a:extLst>
              <a:ext uri="{FF2B5EF4-FFF2-40B4-BE49-F238E27FC236}">
                <a16:creationId xmlns:a16="http://schemas.microsoft.com/office/drawing/2014/main" id="{2DD18C0D-113A-41A7-A8C0-41EF511819B8}"/>
              </a:ext>
            </a:extLst>
          </p:cNvPr>
          <p:cNvSpPr/>
          <p:nvPr/>
        </p:nvSpPr>
        <p:spPr>
          <a:xfrm rot="11632424">
            <a:off x="6126308" y="3582669"/>
            <a:ext cx="293914" cy="395519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0758 w 460749"/>
              <a:gd name="connsiteY0" fmla="*/ 16036 h 526697"/>
              <a:gd name="connsiteX1" fmla="*/ 13315 w 460749"/>
              <a:gd name="connsiteY1" fmla="*/ 54851 h 526697"/>
              <a:gd name="connsiteX2" fmla="*/ 441471 w 460749"/>
              <a:gd name="connsiteY2" fmla="*/ 447565 h 526697"/>
              <a:gd name="connsiteX3" fmla="*/ 327171 w 460749"/>
              <a:gd name="connsiteY3" fmla="*/ 523765 h 526697"/>
              <a:gd name="connsiteX0" fmla="*/ 140758 w 459649"/>
              <a:gd name="connsiteY0" fmla="*/ 16036 h 496248"/>
              <a:gd name="connsiteX1" fmla="*/ 13315 w 459649"/>
              <a:gd name="connsiteY1" fmla="*/ 54851 h 496248"/>
              <a:gd name="connsiteX2" fmla="*/ 441471 w 459649"/>
              <a:gd name="connsiteY2" fmla="*/ 447565 h 496248"/>
              <a:gd name="connsiteX3" fmla="*/ 322236 w 459649"/>
              <a:gd name="connsiteY3" fmla="*/ 484407 h 496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649" h="496248">
                <a:moveTo>
                  <a:pt x="140758" y="16036"/>
                </a:moveTo>
                <a:cubicBezTo>
                  <a:pt x="65351" y="-4602"/>
                  <a:pt x="-36804" y="-17070"/>
                  <a:pt x="13315" y="54851"/>
                </a:cubicBezTo>
                <a:cubicBezTo>
                  <a:pt x="63434" y="126773"/>
                  <a:pt x="389984" y="375972"/>
                  <a:pt x="441471" y="447565"/>
                </a:cubicBezTo>
                <a:cubicBezTo>
                  <a:pt x="492958" y="519158"/>
                  <a:pt x="429392" y="493138"/>
                  <a:pt x="322236" y="48440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73">
            <a:extLst>
              <a:ext uri="{FF2B5EF4-FFF2-40B4-BE49-F238E27FC236}">
                <a16:creationId xmlns:a16="http://schemas.microsoft.com/office/drawing/2014/main" id="{D1819BB8-0BC0-4A94-8119-31613E63F5DF}"/>
              </a:ext>
            </a:extLst>
          </p:cNvPr>
          <p:cNvSpPr/>
          <p:nvPr/>
        </p:nvSpPr>
        <p:spPr>
          <a:xfrm rot="13319087">
            <a:off x="5858273" y="3660250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75">
            <a:extLst>
              <a:ext uri="{FF2B5EF4-FFF2-40B4-BE49-F238E27FC236}">
                <a16:creationId xmlns:a16="http://schemas.microsoft.com/office/drawing/2014/main" id="{D227644A-1C4F-403F-8F57-9CA1B1C8BB46}"/>
              </a:ext>
            </a:extLst>
          </p:cNvPr>
          <p:cNvSpPr/>
          <p:nvPr/>
        </p:nvSpPr>
        <p:spPr>
          <a:xfrm rot="16403266">
            <a:off x="5217298" y="3534137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76">
            <a:extLst>
              <a:ext uri="{FF2B5EF4-FFF2-40B4-BE49-F238E27FC236}">
                <a16:creationId xmlns:a16="http://schemas.microsoft.com/office/drawing/2014/main" id="{86A03856-29E5-4FB7-B34D-300AF8E4CC6B}"/>
              </a:ext>
            </a:extLst>
          </p:cNvPr>
          <p:cNvSpPr/>
          <p:nvPr/>
        </p:nvSpPr>
        <p:spPr>
          <a:xfrm rot="14873629">
            <a:off x="5535659" y="3663509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79">
            <a:extLst>
              <a:ext uri="{FF2B5EF4-FFF2-40B4-BE49-F238E27FC236}">
                <a16:creationId xmlns:a16="http://schemas.microsoft.com/office/drawing/2014/main" id="{D18A7DF9-3412-4891-B6AE-556D2AD792ED}"/>
              </a:ext>
            </a:extLst>
          </p:cNvPr>
          <p:cNvSpPr/>
          <p:nvPr/>
        </p:nvSpPr>
        <p:spPr>
          <a:xfrm rot="1254252">
            <a:off x="5355828" y="2007015"/>
            <a:ext cx="322774" cy="392031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6978 w 459693"/>
              <a:gd name="connsiteY0" fmla="*/ 7437 h 558328"/>
              <a:gd name="connsiteX1" fmla="*/ 12259 w 459693"/>
              <a:gd name="connsiteY1" fmla="*/ 86482 h 558328"/>
              <a:gd name="connsiteX2" fmla="*/ 440415 w 459693"/>
              <a:gd name="connsiteY2" fmla="*/ 479196 h 558328"/>
              <a:gd name="connsiteX3" fmla="*/ 326115 w 459693"/>
              <a:gd name="connsiteY3" fmla="*/ 555396 h 55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693" h="558328">
                <a:moveTo>
                  <a:pt x="146978" y="7437"/>
                </a:moveTo>
                <a:cubicBezTo>
                  <a:pt x="71571" y="-13201"/>
                  <a:pt x="-36647" y="7856"/>
                  <a:pt x="12259" y="86482"/>
                </a:cubicBezTo>
                <a:cubicBezTo>
                  <a:pt x="61165" y="165109"/>
                  <a:pt x="388106" y="401044"/>
                  <a:pt x="440415" y="479196"/>
                </a:cubicBezTo>
                <a:cubicBezTo>
                  <a:pt x="492724" y="557348"/>
                  <a:pt x="433271" y="564127"/>
                  <a:pt x="326115" y="555396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80">
            <a:extLst>
              <a:ext uri="{FF2B5EF4-FFF2-40B4-BE49-F238E27FC236}">
                <a16:creationId xmlns:a16="http://schemas.microsoft.com/office/drawing/2014/main" id="{DE3638DA-AFBB-4048-A6C6-9757CB0424E9}"/>
              </a:ext>
            </a:extLst>
          </p:cNvPr>
          <p:cNvSpPr/>
          <p:nvPr/>
        </p:nvSpPr>
        <p:spPr>
          <a:xfrm rot="2191978">
            <a:off x="5632715" y="1936582"/>
            <a:ext cx="321477" cy="38252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59414 w 457845"/>
              <a:gd name="connsiteY0" fmla="*/ 9829 h 544785"/>
              <a:gd name="connsiteX1" fmla="*/ 10411 w 457845"/>
              <a:gd name="connsiteY1" fmla="*/ 72939 h 544785"/>
              <a:gd name="connsiteX2" fmla="*/ 438567 w 457845"/>
              <a:gd name="connsiteY2" fmla="*/ 465653 h 544785"/>
              <a:gd name="connsiteX3" fmla="*/ 324267 w 457845"/>
              <a:gd name="connsiteY3" fmla="*/ 541853 h 54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845" h="544785">
                <a:moveTo>
                  <a:pt x="159414" y="9829"/>
                </a:moveTo>
                <a:cubicBezTo>
                  <a:pt x="84007" y="-10809"/>
                  <a:pt x="-36115" y="-3032"/>
                  <a:pt x="10411" y="72939"/>
                </a:cubicBezTo>
                <a:cubicBezTo>
                  <a:pt x="56937" y="148910"/>
                  <a:pt x="386258" y="387501"/>
                  <a:pt x="438567" y="465653"/>
                </a:cubicBezTo>
                <a:cubicBezTo>
                  <a:pt x="490876" y="543805"/>
                  <a:pt x="431423" y="550584"/>
                  <a:pt x="324267" y="541853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88">
            <a:extLst>
              <a:ext uri="{FF2B5EF4-FFF2-40B4-BE49-F238E27FC236}">
                <a16:creationId xmlns:a16="http://schemas.microsoft.com/office/drawing/2014/main" id="{1D2B3A61-D7BB-49AC-9ED4-61DFD8B72ADC}"/>
              </a:ext>
            </a:extLst>
          </p:cNvPr>
          <p:cNvSpPr/>
          <p:nvPr/>
        </p:nvSpPr>
        <p:spPr>
          <a:xfrm rot="3652982">
            <a:off x="5932370" y="1965068"/>
            <a:ext cx="321164" cy="383606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62752 w 457401"/>
              <a:gd name="connsiteY0" fmla="*/ 9490 h 546329"/>
              <a:gd name="connsiteX1" fmla="*/ 9967 w 457401"/>
              <a:gd name="connsiteY1" fmla="*/ 74483 h 546329"/>
              <a:gd name="connsiteX2" fmla="*/ 438123 w 457401"/>
              <a:gd name="connsiteY2" fmla="*/ 467197 h 546329"/>
              <a:gd name="connsiteX3" fmla="*/ 323823 w 457401"/>
              <a:gd name="connsiteY3" fmla="*/ 543397 h 546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401" h="546329">
                <a:moveTo>
                  <a:pt x="162752" y="9490"/>
                </a:moveTo>
                <a:cubicBezTo>
                  <a:pt x="87345" y="-11148"/>
                  <a:pt x="-35928" y="-1802"/>
                  <a:pt x="9967" y="74483"/>
                </a:cubicBezTo>
                <a:cubicBezTo>
                  <a:pt x="55862" y="150768"/>
                  <a:pt x="385814" y="389045"/>
                  <a:pt x="438123" y="467197"/>
                </a:cubicBezTo>
                <a:cubicBezTo>
                  <a:pt x="490432" y="545349"/>
                  <a:pt x="430979" y="552128"/>
                  <a:pt x="323823" y="54339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89">
            <a:extLst>
              <a:ext uri="{FF2B5EF4-FFF2-40B4-BE49-F238E27FC236}">
                <a16:creationId xmlns:a16="http://schemas.microsoft.com/office/drawing/2014/main" id="{4B381D8A-982C-4456-9590-81584707C9A2}"/>
              </a:ext>
            </a:extLst>
          </p:cNvPr>
          <p:cNvSpPr/>
          <p:nvPr/>
        </p:nvSpPr>
        <p:spPr>
          <a:xfrm rot="4412649">
            <a:off x="6206254" y="2102929"/>
            <a:ext cx="321739" cy="374997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9355 w 459314"/>
              <a:gd name="connsiteY0" fmla="*/ 13721 h 531872"/>
              <a:gd name="connsiteX1" fmla="*/ 11880 w 459314"/>
              <a:gd name="connsiteY1" fmla="*/ 60026 h 531872"/>
              <a:gd name="connsiteX2" fmla="*/ 440036 w 459314"/>
              <a:gd name="connsiteY2" fmla="*/ 452740 h 531872"/>
              <a:gd name="connsiteX3" fmla="*/ 325736 w 459314"/>
              <a:gd name="connsiteY3" fmla="*/ 528940 h 531872"/>
              <a:gd name="connsiteX0" fmla="*/ 156714 w 458219"/>
              <a:gd name="connsiteY0" fmla="*/ 12892 h 534069"/>
              <a:gd name="connsiteX1" fmla="*/ 10785 w 458219"/>
              <a:gd name="connsiteY1" fmla="*/ 62223 h 534069"/>
              <a:gd name="connsiteX2" fmla="*/ 438941 w 458219"/>
              <a:gd name="connsiteY2" fmla="*/ 454937 h 534069"/>
              <a:gd name="connsiteX3" fmla="*/ 324641 w 458219"/>
              <a:gd name="connsiteY3" fmla="*/ 531137 h 53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219" h="534069">
                <a:moveTo>
                  <a:pt x="156714" y="12892"/>
                </a:moveTo>
                <a:cubicBezTo>
                  <a:pt x="81307" y="-7746"/>
                  <a:pt x="-36253" y="-11451"/>
                  <a:pt x="10785" y="62223"/>
                </a:cubicBezTo>
                <a:cubicBezTo>
                  <a:pt x="57823" y="135897"/>
                  <a:pt x="386632" y="376785"/>
                  <a:pt x="438941" y="454937"/>
                </a:cubicBezTo>
                <a:cubicBezTo>
                  <a:pt x="491250" y="533089"/>
                  <a:pt x="431797" y="539868"/>
                  <a:pt x="324641" y="53113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90">
            <a:extLst>
              <a:ext uri="{FF2B5EF4-FFF2-40B4-BE49-F238E27FC236}">
                <a16:creationId xmlns:a16="http://schemas.microsoft.com/office/drawing/2014/main" id="{7891FAC3-CF5E-4777-8801-7C35A91401F7}"/>
              </a:ext>
            </a:extLst>
          </p:cNvPr>
          <p:cNvSpPr/>
          <p:nvPr/>
        </p:nvSpPr>
        <p:spPr>
          <a:xfrm rot="5869972">
            <a:off x="6417551" y="2317459"/>
            <a:ext cx="325150" cy="379250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28851 w 463076"/>
              <a:gd name="connsiteY0" fmla="*/ 10991 h 540125"/>
              <a:gd name="connsiteX1" fmla="*/ 15642 w 463076"/>
              <a:gd name="connsiteY1" fmla="*/ 68279 h 540125"/>
              <a:gd name="connsiteX2" fmla="*/ 443798 w 463076"/>
              <a:gd name="connsiteY2" fmla="*/ 460993 h 540125"/>
              <a:gd name="connsiteX3" fmla="*/ 329498 w 463076"/>
              <a:gd name="connsiteY3" fmla="*/ 537193 h 54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076" h="540125">
                <a:moveTo>
                  <a:pt x="128851" y="10991"/>
                </a:moveTo>
                <a:cubicBezTo>
                  <a:pt x="53444" y="-9647"/>
                  <a:pt x="-36849" y="-6721"/>
                  <a:pt x="15642" y="68279"/>
                </a:cubicBezTo>
                <a:cubicBezTo>
                  <a:pt x="68133" y="143279"/>
                  <a:pt x="391489" y="382841"/>
                  <a:pt x="443798" y="460993"/>
                </a:cubicBezTo>
                <a:cubicBezTo>
                  <a:pt x="496107" y="539145"/>
                  <a:pt x="436654" y="545924"/>
                  <a:pt x="329498" y="537193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91">
            <a:extLst>
              <a:ext uri="{FF2B5EF4-FFF2-40B4-BE49-F238E27FC236}">
                <a16:creationId xmlns:a16="http://schemas.microsoft.com/office/drawing/2014/main" id="{8E24D1DE-8A7B-4BA7-9C53-978A08782429}"/>
              </a:ext>
            </a:extLst>
          </p:cNvPr>
          <p:cNvSpPr/>
          <p:nvPr/>
        </p:nvSpPr>
        <p:spPr>
          <a:xfrm rot="7237128">
            <a:off x="6533655" y="2578139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92">
            <a:extLst>
              <a:ext uri="{FF2B5EF4-FFF2-40B4-BE49-F238E27FC236}">
                <a16:creationId xmlns:a16="http://schemas.microsoft.com/office/drawing/2014/main" id="{3AEAA3DB-6A2D-432C-A94B-C8F53068EB67}"/>
              </a:ext>
            </a:extLst>
          </p:cNvPr>
          <p:cNvSpPr/>
          <p:nvPr/>
        </p:nvSpPr>
        <p:spPr>
          <a:xfrm rot="8611987">
            <a:off x="6562859" y="2872126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93">
            <a:extLst>
              <a:ext uri="{FF2B5EF4-FFF2-40B4-BE49-F238E27FC236}">
                <a16:creationId xmlns:a16="http://schemas.microsoft.com/office/drawing/2014/main" id="{F111AB35-A908-47BA-A69F-4422F2EB31EF}"/>
              </a:ext>
            </a:extLst>
          </p:cNvPr>
          <p:cNvSpPr/>
          <p:nvPr/>
        </p:nvSpPr>
        <p:spPr>
          <a:xfrm rot="9242669">
            <a:off x="6485227" y="3182991"/>
            <a:ext cx="321109" cy="379221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18575 w 457320"/>
              <a:gd name="connsiteY0" fmla="*/ 7373 h 540085"/>
              <a:gd name="connsiteX1" fmla="*/ 18047 w 457320"/>
              <a:gd name="connsiteY1" fmla="*/ 86953 h 540085"/>
              <a:gd name="connsiteX2" fmla="*/ 446203 w 457320"/>
              <a:gd name="connsiteY2" fmla="*/ 479667 h 540085"/>
              <a:gd name="connsiteX3" fmla="*/ 286227 w 457320"/>
              <a:gd name="connsiteY3" fmla="*/ 533633 h 540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320" h="540085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401506" y="405220"/>
                  <a:pt x="446203" y="479667"/>
                </a:cubicBezTo>
                <a:cubicBezTo>
                  <a:pt x="490900" y="554114"/>
                  <a:pt x="393383" y="542364"/>
                  <a:pt x="286227" y="533633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E59B1C6-8A0B-4213-B837-2BE719F22B27}"/>
              </a:ext>
            </a:extLst>
          </p:cNvPr>
          <p:cNvCxnSpPr/>
          <p:nvPr/>
        </p:nvCxnSpPr>
        <p:spPr>
          <a:xfrm flipV="1">
            <a:off x="4105170" y="2881741"/>
            <a:ext cx="713101" cy="4459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74F37268-5F01-4B5C-A7A1-A0118A95017B}"/>
              </a:ext>
            </a:extLst>
          </p:cNvPr>
          <p:cNvSpPr/>
          <p:nvPr/>
        </p:nvSpPr>
        <p:spPr>
          <a:xfrm>
            <a:off x="4038289" y="2854075"/>
            <a:ext cx="64253" cy="64253"/>
          </a:xfrm>
          <a:prstGeom prst="ellipse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5310290" y="5086225"/>
            <a:ext cx="1174060" cy="261610"/>
            <a:chOff x="5310290" y="5086225"/>
            <a:chExt cx="1174060" cy="261610"/>
          </a:xfrm>
        </p:grpSpPr>
        <p:sp>
          <p:nvSpPr>
            <p:cNvPr id="165" name="矩形 164"/>
            <p:cNvSpPr/>
            <p:nvPr/>
          </p:nvSpPr>
          <p:spPr>
            <a:xfrm>
              <a:off x="5310290" y="5086225"/>
              <a:ext cx="1174060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内部磁畴：</a:t>
              </a:r>
            </a:p>
          </p:txBody>
        </p:sp>
        <p:grpSp>
          <p:nvGrpSpPr>
            <p:cNvPr id="166" name="组合 165"/>
            <p:cNvGrpSpPr/>
            <p:nvPr/>
          </p:nvGrpSpPr>
          <p:grpSpPr>
            <a:xfrm rot="10800000" flipH="1" flipV="1">
              <a:off x="6188546" y="5169269"/>
              <a:ext cx="175663" cy="95522"/>
              <a:chOff x="1406718" y="4056765"/>
              <a:chExt cx="3039525" cy="827195"/>
            </a:xfrm>
          </p:grpSpPr>
          <p:sp>
            <p:nvSpPr>
              <p:cNvPr id="167" name="任意多边形 166"/>
              <p:cNvSpPr/>
              <p:nvPr/>
            </p:nvSpPr>
            <p:spPr>
              <a:xfrm>
                <a:off x="1551864" y="4252904"/>
                <a:ext cx="2894379" cy="631056"/>
              </a:xfrm>
              <a:custGeom>
                <a:avLst/>
                <a:gdLst>
                  <a:gd name="connsiteX0" fmla="*/ 0 w 4305298"/>
                  <a:gd name="connsiteY0" fmla="*/ 0 h 704850"/>
                  <a:gd name="connsiteX1" fmla="*/ 2152649 w 4305298"/>
                  <a:gd name="connsiteY1" fmla="*/ 0 h 704850"/>
                  <a:gd name="connsiteX2" fmla="*/ 4305298 w 4305298"/>
                  <a:gd name="connsiteY2" fmla="*/ 0 h 704850"/>
                  <a:gd name="connsiteX3" fmla="*/ 4305298 w 4305298"/>
                  <a:gd name="connsiteY3" fmla="*/ 704850 h 704850"/>
                  <a:gd name="connsiteX4" fmla="*/ 2152649 w 4305298"/>
                  <a:gd name="connsiteY4" fmla="*/ 704850 h 704850"/>
                  <a:gd name="connsiteX5" fmla="*/ 0 w 4305298"/>
                  <a:gd name="connsiteY5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298" h="704850">
                    <a:moveTo>
                      <a:pt x="0" y="0"/>
                    </a:moveTo>
                    <a:lnTo>
                      <a:pt x="2152649" y="0"/>
                    </a:lnTo>
                    <a:lnTo>
                      <a:pt x="4305298" y="0"/>
                    </a:lnTo>
                    <a:lnTo>
                      <a:pt x="4305298" y="704850"/>
                    </a:lnTo>
                    <a:lnTo>
                      <a:pt x="2152649" y="704850"/>
                    </a:lnTo>
                    <a:lnTo>
                      <a:pt x="0" y="704850"/>
                    </a:lnTo>
                    <a:close/>
                  </a:path>
                </a:pathLst>
              </a:custGeom>
              <a:solidFill>
                <a:srgbClr val="E09C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2999053" y="4252903"/>
                <a:ext cx="1447190" cy="631056"/>
              </a:xfrm>
              <a:prstGeom prst="rect">
                <a:avLst/>
              </a:prstGeom>
              <a:solidFill>
                <a:srgbClr val="85B4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任意多边形 168"/>
              <p:cNvSpPr/>
              <p:nvPr/>
            </p:nvSpPr>
            <p:spPr>
              <a:xfrm>
                <a:off x="2853908" y="4056765"/>
                <a:ext cx="1592334" cy="196139"/>
              </a:xfrm>
              <a:custGeom>
                <a:avLst/>
                <a:gdLst>
                  <a:gd name="connsiteX0" fmla="*/ 0 w 2368547"/>
                  <a:gd name="connsiteY0" fmla="*/ 0 h 219075"/>
                  <a:gd name="connsiteX1" fmla="*/ 2145563 w 2368547"/>
                  <a:gd name="connsiteY1" fmla="*/ 0 h 219075"/>
                  <a:gd name="connsiteX2" fmla="*/ 2368546 w 2368547"/>
                  <a:gd name="connsiteY2" fmla="*/ 219073 h 219075"/>
                  <a:gd name="connsiteX3" fmla="*/ 2368547 w 2368547"/>
                  <a:gd name="connsiteY3" fmla="*/ 219075 h 219075"/>
                  <a:gd name="connsiteX4" fmla="*/ 215899 w 2368547"/>
                  <a:gd name="connsiteY4" fmla="*/ 219075 h 219075"/>
                  <a:gd name="connsiteX5" fmla="*/ 0 w 2368547"/>
                  <a:gd name="connsiteY5" fmla="*/ 6962 h 21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68547" h="219075">
                    <a:moveTo>
                      <a:pt x="0" y="0"/>
                    </a:moveTo>
                    <a:lnTo>
                      <a:pt x="2145563" y="0"/>
                    </a:lnTo>
                    <a:lnTo>
                      <a:pt x="2368546" y="219073"/>
                    </a:lnTo>
                    <a:lnTo>
                      <a:pt x="2368547" y="219075"/>
                    </a:lnTo>
                    <a:lnTo>
                      <a:pt x="215899" y="219075"/>
                    </a:lnTo>
                    <a:lnTo>
                      <a:pt x="0" y="6962"/>
                    </a:lnTo>
                    <a:close/>
                  </a:path>
                </a:pathLst>
              </a:custGeom>
              <a:solidFill>
                <a:srgbClr val="85B4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任意多边形 169"/>
              <p:cNvSpPr/>
              <p:nvPr/>
            </p:nvSpPr>
            <p:spPr>
              <a:xfrm>
                <a:off x="1406719" y="4056765"/>
                <a:ext cx="1592334" cy="196139"/>
              </a:xfrm>
              <a:custGeom>
                <a:avLst/>
                <a:gdLst>
                  <a:gd name="connsiteX0" fmla="*/ 0 w 2368547"/>
                  <a:gd name="connsiteY0" fmla="*/ 0 h 219075"/>
                  <a:gd name="connsiteX1" fmla="*/ 2145563 w 2368547"/>
                  <a:gd name="connsiteY1" fmla="*/ 0 h 219075"/>
                  <a:gd name="connsiteX2" fmla="*/ 2368546 w 2368547"/>
                  <a:gd name="connsiteY2" fmla="*/ 219073 h 219075"/>
                  <a:gd name="connsiteX3" fmla="*/ 2368547 w 2368547"/>
                  <a:gd name="connsiteY3" fmla="*/ 219075 h 219075"/>
                  <a:gd name="connsiteX4" fmla="*/ 215899 w 2368547"/>
                  <a:gd name="connsiteY4" fmla="*/ 219075 h 219075"/>
                  <a:gd name="connsiteX5" fmla="*/ 0 w 2368547"/>
                  <a:gd name="connsiteY5" fmla="*/ 6962 h 21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68547" h="219075">
                    <a:moveTo>
                      <a:pt x="0" y="0"/>
                    </a:moveTo>
                    <a:lnTo>
                      <a:pt x="2145563" y="0"/>
                    </a:lnTo>
                    <a:lnTo>
                      <a:pt x="2368546" y="219073"/>
                    </a:lnTo>
                    <a:lnTo>
                      <a:pt x="2368547" y="219075"/>
                    </a:lnTo>
                    <a:lnTo>
                      <a:pt x="215899" y="219075"/>
                    </a:lnTo>
                    <a:lnTo>
                      <a:pt x="0" y="6962"/>
                    </a:lnTo>
                    <a:close/>
                  </a:path>
                </a:pathLst>
              </a:custGeom>
              <a:solidFill>
                <a:srgbClr val="E09C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任意多边形 170"/>
              <p:cNvSpPr/>
              <p:nvPr/>
            </p:nvSpPr>
            <p:spPr>
              <a:xfrm>
                <a:off x="1406718" y="4062998"/>
                <a:ext cx="145145" cy="820961"/>
              </a:xfrm>
              <a:custGeom>
                <a:avLst/>
                <a:gdLst>
                  <a:gd name="connsiteX0" fmla="*/ 0 w 215899"/>
                  <a:gd name="connsiteY0" fmla="*/ 0 h 916963"/>
                  <a:gd name="connsiteX1" fmla="*/ 215899 w 215899"/>
                  <a:gd name="connsiteY1" fmla="*/ 212113 h 916963"/>
                  <a:gd name="connsiteX2" fmla="*/ 215899 w 215899"/>
                  <a:gd name="connsiteY2" fmla="*/ 916963 h 916963"/>
                  <a:gd name="connsiteX3" fmla="*/ 210738 w 215899"/>
                  <a:gd name="connsiteY3" fmla="*/ 916963 h 916963"/>
                  <a:gd name="connsiteX4" fmla="*/ 0 w 215899"/>
                  <a:gd name="connsiteY4" fmla="*/ 709921 h 91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899" h="916963">
                    <a:moveTo>
                      <a:pt x="0" y="0"/>
                    </a:moveTo>
                    <a:lnTo>
                      <a:pt x="215899" y="212113"/>
                    </a:lnTo>
                    <a:lnTo>
                      <a:pt x="215899" y="916963"/>
                    </a:lnTo>
                    <a:lnTo>
                      <a:pt x="210738" y="916963"/>
                    </a:lnTo>
                    <a:lnTo>
                      <a:pt x="0" y="709921"/>
                    </a:lnTo>
                    <a:close/>
                  </a:path>
                </a:pathLst>
              </a:custGeom>
              <a:solidFill>
                <a:srgbClr val="E09C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147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00"/>
                            </p:stCondLst>
                            <p:childTnLst>
                              <p:par>
                                <p:cTn id="8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0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00"/>
                            </p:stCondLst>
                            <p:childTnLst>
                              <p:par>
                                <p:cTn id="9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10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200"/>
                            </p:stCondLst>
                            <p:childTnLst>
                              <p:par>
                                <p:cTn id="10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3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4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600"/>
                            </p:stCondLst>
                            <p:childTnLst>
                              <p:par>
                                <p:cTn id="1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700"/>
                            </p:stCondLst>
                            <p:childTnLst>
                              <p:par>
                                <p:cTn id="1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8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900"/>
                            </p:stCondLst>
                            <p:childTnLst>
                              <p:par>
                                <p:cTn id="1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62">
            <a:extLst>
              <a:ext uri="{FF2B5EF4-FFF2-40B4-BE49-F238E27FC236}">
                <a16:creationId xmlns:a16="http://schemas.microsoft.com/office/drawing/2014/main" id="{02DFCFA7-553E-4CDB-8129-E3571AB77067}"/>
              </a:ext>
            </a:extLst>
          </p:cNvPr>
          <p:cNvSpPr/>
          <p:nvPr/>
        </p:nvSpPr>
        <p:spPr>
          <a:xfrm>
            <a:off x="4812298" y="1952537"/>
            <a:ext cx="2108392" cy="2108391"/>
          </a:xfrm>
          <a:custGeom>
            <a:avLst/>
            <a:gdLst>
              <a:gd name="connsiteX0" fmla="*/ 1501379 w 3002758"/>
              <a:gd name="connsiteY0" fmla="*/ 0 h 3002758"/>
              <a:gd name="connsiteX1" fmla="*/ 3002758 w 3002758"/>
              <a:gd name="connsiteY1" fmla="*/ 1501379 h 3002758"/>
              <a:gd name="connsiteX2" fmla="*/ 1501379 w 3002758"/>
              <a:gd name="connsiteY2" fmla="*/ 3002758 h 3002758"/>
              <a:gd name="connsiteX3" fmla="*/ 0 w 3002758"/>
              <a:gd name="connsiteY3" fmla="*/ 1501379 h 3002758"/>
              <a:gd name="connsiteX4" fmla="*/ 1501379 w 3002758"/>
              <a:gd name="connsiteY4" fmla="*/ 0 h 3002758"/>
              <a:gd name="connsiteX5" fmla="*/ 1483520 w 3002758"/>
              <a:gd name="connsiteY5" fmla="*/ 516732 h 3002758"/>
              <a:gd name="connsiteX6" fmla="*/ 488157 w 3002758"/>
              <a:gd name="connsiteY6" fmla="*/ 1512095 h 3002758"/>
              <a:gd name="connsiteX7" fmla="*/ 1483520 w 3002758"/>
              <a:gd name="connsiteY7" fmla="*/ 2507458 h 3002758"/>
              <a:gd name="connsiteX8" fmla="*/ 2478883 w 3002758"/>
              <a:gd name="connsiteY8" fmla="*/ 1512095 h 3002758"/>
              <a:gd name="connsiteX9" fmla="*/ 1483520 w 3002758"/>
              <a:gd name="connsiteY9" fmla="*/ 516732 h 3002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02758" h="3002758">
                <a:moveTo>
                  <a:pt x="1501379" y="0"/>
                </a:moveTo>
                <a:cubicBezTo>
                  <a:pt x="2330568" y="0"/>
                  <a:pt x="3002758" y="672190"/>
                  <a:pt x="3002758" y="1501379"/>
                </a:cubicBezTo>
                <a:cubicBezTo>
                  <a:pt x="3002758" y="2330568"/>
                  <a:pt x="2330568" y="3002758"/>
                  <a:pt x="1501379" y="3002758"/>
                </a:cubicBezTo>
                <a:cubicBezTo>
                  <a:pt x="672190" y="3002758"/>
                  <a:pt x="0" y="2330568"/>
                  <a:pt x="0" y="1501379"/>
                </a:cubicBezTo>
                <a:cubicBezTo>
                  <a:pt x="0" y="672190"/>
                  <a:pt x="672190" y="0"/>
                  <a:pt x="1501379" y="0"/>
                </a:cubicBezTo>
                <a:close/>
                <a:moveTo>
                  <a:pt x="1483520" y="516732"/>
                </a:moveTo>
                <a:cubicBezTo>
                  <a:pt x="933796" y="516732"/>
                  <a:pt x="488157" y="962371"/>
                  <a:pt x="488157" y="1512095"/>
                </a:cubicBezTo>
                <a:cubicBezTo>
                  <a:pt x="488157" y="2061819"/>
                  <a:pt x="933796" y="2507458"/>
                  <a:pt x="1483520" y="2507458"/>
                </a:cubicBezTo>
                <a:cubicBezTo>
                  <a:pt x="2033244" y="2507458"/>
                  <a:pt x="2478883" y="2061819"/>
                  <a:pt x="2478883" y="1512095"/>
                </a:cubicBezTo>
                <a:cubicBezTo>
                  <a:pt x="2478883" y="962371"/>
                  <a:pt x="2033244" y="516732"/>
                  <a:pt x="1483520" y="516732"/>
                </a:cubicBezTo>
                <a:close/>
              </a:path>
            </a:pathLst>
          </a:custGeom>
          <a:gradFill flip="none" rotWithShape="1">
            <a:gsLst>
              <a:gs pos="60000">
                <a:srgbClr val="696969"/>
              </a:gs>
              <a:gs pos="70000">
                <a:schemeClr val="tx1">
                  <a:lumMod val="65000"/>
                  <a:lumOff val="35000"/>
                </a:schemeClr>
              </a:gs>
              <a:gs pos="45000">
                <a:schemeClr val="tx1">
                  <a:lumMod val="75000"/>
                  <a:lumOff val="2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4050103" y="2995643"/>
            <a:ext cx="1155633" cy="548886"/>
            <a:chOff x="3975675" y="2836155"/>
            <a:chExt cx="1155633" cy="548886"/>
          </a:xfrm>
        </p:grpSpPr>
        <p:sp>
          <p:nvSpPr>
            <p:cNvPr id="5" name="任意多边形 106">
              <a:extLst>
                <a:ext uri="{FF2B5EF4-FFF2-40B4-BE49-F238E27FC236}">
                  <a16:creationId xmlns:a16="http://schemas.microsoft.com/office/drawing/2014/main" id="{506A1572-EF9E-4925-88C2-6FD363387233}"/>
                </a:ext>
              </a:extLst>
            </p:cNvPr>
            <p:cNvSpPr/>
            <p:nvPr/>
          </p:nvSpPr>
          <p:spPr>
            <a:xfrm rot="17923035">
              <a:off x="4345670" y="2599402"/>
              <a:ext cx="548886" cy="1022391"/>
            </a:xfrm>
            <a:custGeom>
              <a:avLst/>
              <a:gdLst>
                <a:gd name="connsiteX0" fmla="*/ 106922 w 572814"/>
                <a:gd name="connsiteY0" fmla="*/ 17915 h 632614"/>
                <a:gd name="connsiteX1" fmla="*/ 30722 w 572814"/>
                <a:gd name="connsiteY1" fmla="*/ 65540 h 632614"/>
                <a:gd name="connsiteX2" fmla="*/ 554597 w 572814"/>
                <a:gd name="connsiteY2" fmla="*/ 551315 h 632614"/>
                <a:gd name="connsiteX3" fmla="*/ 402197 w 572814"/>
                <a:gd name="connsiteY3" fmla="*/ 627515 h 632614"/>
                <a:gd name="connsiteX0" fmla="*/ 106922 w 580681"/>
                <a:gd name="connsiteY0" fmla="*/ 17915 h 632614"/>
                <a:gd name="connsiteX1" fmla="*/ 30722 w 580681"/>
                <a:gd name="connsiteY1" fmla="*/ 65540 h 632614"/>
                <a:gd name="connsiteX2" fmla="*/ 554597 w 580681"/>
                <a:gd name="connsiteY2" fmla="*/ 551315 h 632614"/>
                <a:gd name="connsiteX3" fmla="*/ 440297 w 580681"/>
                <a:gd name="connsiteY3" fmla="*/ 627515 h 632614"/>
                <a:gd name="connsiteX0" fmla="*/ 47478 w 514431"/>
                <a:gd name="connsiteY0" fmla="*/ 3545 h 616077"/>
                <a:gd name="connsiteX1" fmla="*/ 66997 w 514431"/>
                <a:gd name="connsiteY1" fmla="*/ 144231 h 616077"/>
                <a:gd name="connsiteX2" fmla="*/ 495153 w 514431"/>
                <a:gd name="connsiteY2" fmla="*/ 536945 h 616077"/>
                <a:gd name="connsiteX3" fmla="*/ 380853 w 514431"/>
                <a:gd name="connsiteY3" fmla="*/ 613145 h 616077"/>
                <a:gd name="connsiteX0" fmla="*/ 118575 w 465481"/>
                <a:gd name="connsiteY0" fmla="*/ 7373 h 558799"/>
                <a:gd name="connsiteX1" fmla="*/ 18047 w 465481"/>
                <a:gd name="connsiteY1" fmla="*/ 86953 h 558799"/>
                <a:gd name="connsiteX2" fmla="*/ 446203 w 465481"/>
                <a:gd name="connsiteY2" fmla="*/ 479667 h 558799"/>
                <a:gd name="connsiteX3" fmla="*/ 331903 w 465481"/>
                <a:gd name="connsiteY3" fmla="*/ 555867 h 558799"/>
                <a:gd name="connsiteX0" fmla="*/ 118575 w 476348"/>
                <a:gd name="connsiteY0" fmla="*/ 7373 h 587098"/>
                <a:gd name="connsiteX1" fmla="*/ 18047 w 476348"/>
                <a:gd name="connsiteY1" fmla="*/ 86953 h 587098"/>
                <a:gd name="connsiteX2" fmla="*/ 446203 w 476348"/>
                <a:gd name="connsiteY2" fmla="*/ 479667 h 587098"/>
                <a:gd name="connsiteX3" fmla="*/ 369967 w 476348"/>
                <a:gd name="connsiteY3" fmla="*/ 585696 h 587098"/>
                <a:gd name="connsiteX0" fmla="*/ 13179 w 787427"/>
                <a:gd name="connsiteY0" fmla="*/ 476 h 1340364"/>
                <a:gd name="connsiteX1" fmla="*/ 329126 w 787427"/>
                <a:gd name="connsiteY1" fmla="*/ 840219 h 1340364"/>
                <a:gd name="connsiteX2" fmla="*/ 757282 w 787427"/>
                <a:gd name="connsiteY2" fmla="*/ 1232933 h 1340364"/>
                <a:gd name="connsiteX3" fmla="*/ 681046 w 787427"/>
                <a:gd name="connsiteY3" fmla="*/ 1338962 h 1340364"/>
                <a:gd name="connsiteX0" fmla="*/ 0 w 458301"/>
                <a:gd name="connsiteY0" fmla="*/ 0 h 500145"/>
                <a:gd name="connsiteX1" fmla="*/ 428156 w 458301"/>
                <a:gd name="connsiteY1" fmla="*/ 392714 h 500145"/>
                <a:gd name="connsiteX2" fmla="*/ 351920 w 458301"/>
                <a:gd name="connsiteY2" fmla="*/ 498743 h 500145"/>
                <a:gd name="connsiteX0" fmla="*/ 0 w 458301"/>
                <a:gd name="connsiteY0" fmla="*/ 0 h 500145"/>
                <a:gd name="connsiteX1" fmla="*/ 428156 w 458301"/>
                <a:gd name="connsiteY1" fmla="*/ 392714 h 500145"/>
                <a:gd name="connsiteX2" fmla="*/ 351920 w 458301"/>
                <a:gd name="connsiteY2" fmla="*/ 498743 h 500145"/>
                <a:gd name="connsiteX0" fmla="*/ 0 w 457801"/>
                <a:gd name="connsiteY0" fmla="*/ 0 h 659316"/>
                <a:gd name="connsiteX1" fmla="*/ 427690 w 457801"/>
                <a:gd name="connsiteY1" fmla="*/ 550452 h 659316"/>
                <a:gd name="connsiteX2" fmla="*/ 351454 w 457801"/>
                <a:gd name="connsiteY2" fmla="*/ 656481 h 659316"/>
                <a:gd name="connsiteX0" fmla="*/ 0 w 457801"/>
                <a:gd name="connsiteY0" fmla="*/ 0 h 659316"/>
                <a:gd name="connsiteX1" fmla="*/ 427690 w 457801"/>
                <a:gd name="connsiteY1" fmla="*/ 550452 h 659316"/>
                <a:gd name="connsiteX2" fmla="*/ 351454 w 457801"/>
                <a:gd name="connsiteY2" fmla="*/ 656481 h 659316"/>
                <a:gd name="connsiteX0" fmla="*/ 0 w 419146"/>
                <a:gd name="connsiteY0" fmla="*/ 0 h 723635"/>
                <a:gd name="connsiteX1" fmla="*/ 391699 w 419146"/>
                <a:gd name="connsiteY1" fmla="*/ 613614 h 723635"/>
                <a:gd name="connsiteX2" fmla="*/ 315463 w 419146"/>
                <a:gd name="connsiteY2" fmla="*/ 719643 h 723635"/>
                <a:gd name="connsiteX0" fmla="*/ 0 w 420005"/>
                <a:gd name="connsiteY0" fmla="*/ 0 h 745413"/>
                <a:gd name="connsiteX1" fmla="*/ 392499 w 420005"/>
                <a:gd name="connsiteY1" fmla="*/ 634898 h 745413"/>
                <a:gd name="connsiteX2" fmla="*/ 316263 w 420005"/>
                <a:gd name="connsiteY2" fmla="*/ 740927 h 745413"/>
                <a:gd name="connsiteX0" fmla="*/ 0 w 427542"/>
                <a:gd name="connsiteY0" fmla="*/ 0 h 744295"/>
                <a:gd name="connsiteX1" fmla="*/ 392499 w 427542"/>
                <a:gd name="connsiteY1" fmla="*/ 634898 h 744295"/>
                <a:gd name="connsiteX2" fmla="*/ 316263 w 427542"/>
                <a:gd name="connsiteY2" fmla="*/ 740927 h 744295"/>
                <a:gd name="connsiteX0" fmla="*/ 0 w 807589"/>
                <a:gd name="connsiteY0" fmla="*/ 0 h 1479585"/>
                <a:gd name="connsiteX1" fmla="*/ 753366 w 807589"/>
                <a:gd name="connsiteY1" fmla="*/ 1333210 h 1479585"/>
                <a:gd name="connsiteX2" fmla="*/ 677130 w 807589"/>
                <a:gd name="connsiteY2" fmla="*/ 1439239 h 1479585"/>
                <a:gd name="connsiteX0" fmla="*/ 0 w 795088"/>
                <a:gd name="connsiteY0" fmla="*/ 0 h 1486766"/>
                <a:gd name="connsiteX1" fmla="*/ 753366 w 795088"/>
                <a:gd name="connsiteY1" fmla="*/ 1333210 h 1486766"/>
                <a:gd name="connsiteX2" fmla="*/ 677130 w 795088"/>
                <a:gd name="connsiteY2" fmla="*/ 1439239 h 1486766"/>
                <a:gd name="connsiteX0" fmla="*/ 0 w 781720"/>
                <a:gd name="connsiteY0" fmla="*/ 0 h 1456083"/>
                <a:gd name="connsiteX1" fmla="*/ 753366 w 781720"/>
                <a:gd name="connsiteY1" fmla="*/ 1333210 h 1456083"/>
                <a:gd name="connsiteX2" fmla="*/ 677130 w 781720"/>
                <a:gd name="connsiteY2" fmla="*/ 1439239 h 14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1720" h="1456083">
                  <a:moveTo>
                    <a:pt x="0" y="0"/>
                  </a:moveTo>
                  <a:cubicBezTo>
                    <a:pt x="124017" y="205409"/>
                    <a:pt x="622099" y="1102896"/>
                    <a:pt x="753366" y="1333210"/>
                  </a:cubicBezTo>
                  <a:cubicBezTo>
                    <a:pt x="834873" y="1476218"/>
                    <a:pt x="718947" y="1467477"/>
                    <a:pt x="677130" y="1439239"/>
                  </a:cubicBezTo>
                </a:path>
              </a:pathLst>
            </a:cu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23F27CB2-D40C-488D-AE96-BFAB1DB48A24}"/>
                </a:ext>
              </a:extLst>
            </p:cNvPr>
            <p:cNvSpPr/>
            <p:nvPr/>
          </p:nvSpPr>
          <p:spPr>
            <a:xfrm>
              <a:off x="3975675" y="3076789"/>
              <a:ext cx="64253" cy="64253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6" name="组合 65"/>
          <p:cNvGrpSpPr/>
          <p:nvPr/>
        </p:nvGrpSpPr>
        <p:grpSpPr>
          <a:xfrm rot="1274151" flipH="1" flipV="1">
            <a:off x="4873857" y="3032276"/>
            <a:ext cx="175663" cy="95522"/>
            <a:chOff x="1406718" y="4056765"/>
            <a:chExt cx="3039525" cy="827195"/>
          </a:xfrm>
        </p:grpSpPr>
        <p:sp>
          <p:nvSpPr>
            <p:cNvPr id="67" name="任意多边形 66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 70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78" name="组合 77"/>
          <p:cNvGrpSpPr/>
          <p:nvPr/>
        </p:nvGrpSpPr>
        <p:grpSpPr>
          <a:xfrm rot="6181331" flipH="1" flipV="1">
            <a:off x="4973249" y="3300210"/>
            <a:ext cx="175663" cy="95522"/>
            <a:chOff x="1406718" y="4056765"/>
            <a:chExt cx="3039525" cy="827195"/>
          </a:xfrm>
        </p:grpSpPr>
        <p:sp>
          <p:nvSpPr>
            <p:cNvPr id="79" name="任意多边形 78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任意多边形 80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任意多边形 81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4" name="组合 83"/>
          <p:cNvGrpSpPr/>
          <p:nvPr/>
        </p:nvGrpSpPr>
        <p:grpSpPr>
          <a:xfrm rot="17890745" flipH="1" flipV="1">
            <a:off x="5133966" y="3548734"/>
            <a:ext cx="175663" cy="95522"/>
            <a:chOff x="1406718" y="4056765"/>
            <a:chExt cx="3039525" cy="827195"/>
          </a:xfrm>
        </p:grpSpPr>
        <p:sp>
          <p:nvSpPr>
            <p:cNvPr id="85" name="任意多边形 84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 86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任意多边形 87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任意多边形 88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0" name="组合 89"/>
          <p:cNvGrpSpPr/>
          <p:nvPr/>
        </p:nvGrpSpPr>
        <p:grpSpPr>
          <a:xfrm rot="1281113" flipH="1" flipV="1">
            <a:off x="5337015" y="3741332"/>
            <a:ext cx="175663" cy="95522"/>
            <a:chOff x="1406718" y="4056765"/>
            <a:chExt cx="3039525" cy="827195"/>
          </a:xfrm>
        </p:grpSpPr>
        <p:sp>
          <p:nvSpPr>
            <p:cNvPr id="91" name="任意多边形 90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任意多边形 92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任意多边形 93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任意多边形 94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11" name="组合 210"/>
          <p:cNvGrpSpPr/>
          <p:nvPr/>
        </p:nvGrpSpPr>
        <p:grpSpPr>
          <a:xfrm rot="3940618" flipH="1" flipV="1">
            <a:off x="5830643" y="3856986"/>
            <a:ext cx="175663" cy="95522"/>
            <a:chOff x="1406718" y="4056765"/>
            <a:chExt cx="3039525" cy="827195"/>
          </a:xfrm>
        </p:grpSpPr>
        <p:sp>
          <p:nvSpPr>
            <p:cNvPr id="212" name="任意多边形 21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矩形 21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任意多边形 21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任意多边形 21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任意多边形 21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17" name="组合 216"/>
          <p:cNvGrpSpPr/>
          <p:nvPr/>
        </p:nvGrpSpPr>
        <p:grpSpPr>
          <a:xfrm rot="20852557" flipH="1" flipV="1">
            <a:off x="5560658" y="3842744"/>
            <a:ext cx="175663" cy="95522"/>
            <a:chOff x="1406718" y="4056765"/>
            <a:chExt cx="3039525" cy="827195"/>
          </a:xfrm>
        </p:grpSpPr>
        <p:sp>
          <p:nvSpPr>
            <p:cNvPr id="218" name="任意多边形 21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矩形 21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任意多边形 21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任意多边形 220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任意多边形 221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23" name="组合 222"/>
          <p:cNvGrpSpPr/>
          <p:nvPr/>
        </p:nvGrpSpPr>
        <p:grpSpPr>
          <a:xfrm flipH="1" flipV="1">
            <a:off x="6087659" y="3807668"/>
            <a:ext cx="175663" cy="95522"/>
            <a:chOff x="1406718" y="4056765"/>
            <a:chExt cx="3039525" cy="827195"/>
          </a:xfrm>
        </p:grpSpPr>
        <p:sp>
          <p:nvSpPr>
            <p:cNvPr id="224" name="任意多边形 223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矩形 224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任意多边形 225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任意多边形 22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任意多边形 22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 rot="17890745" flipH="1" flipV="1">
            <a:off x="6299893" y="3655422"/>
            <a:ext cx="175663" cy="95522"/>
            <a:chOff x="1406718" y="4056765"/>
            <a:chExt cx="3039525" cy="827195"/>
          </a:xfrm>
        </p:grpSpPr>
        <p:sp>
          <p:nvSpPr>
            <p:cNvPr id="230" name="任意多边形 22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矩形 23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任意多边形 23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任意多边形 23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任意多边形 23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rot="3040093" flipH="1" flipV="1">
            <a:off x="6472584" y="3461522"/>
            <a:ext cx="175663" cy="95522"/>
            <a:chOff x="1406718" y="4056765"/>
            <a:chExt cx="3039525" cy="827195"/>
          </a:xfrm>
        </p:grpSpPr>
        <p:sp>
          <p:nvSpPr>
            <p:cNvPr id="236" name="任意多边形 23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矩形 23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任意多边形 23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任意多边形 23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任意多边形 23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41" name="组合 240"/>
          <p:cNvGrpSpPr/>
          <p:nvPr/>
        </p:nvGrpSpPr>
        <p:grpSpPr>
          <a:xfrm rot="21213269" flipH="1" flipV="1">
            <a:off x="6636894" y="3266297"/>
            <a:ext cx="175663" cy="95522"/>
            <a:chOff x="1406718" y="4056765"/>
            <a:chExt cx="3039525" cy="827195"/>
          </a:xfrm>
        </p:grpSpPr>
        <p:sp>
          <p:nvSpPr>
            <p:cNvPr id="242" name="任意多边形 24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矩形 24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任意多边形 24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任意多边形 24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任意多边形 24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47" name="组合 246"/>
          <p:cNvGrpSpPr/>
          <p:nvPr/>
        </p:nvGrpSpPr>
        <p:grpSpPr>
          <a:xfrm rot="20078824" flipH="1" flipV="1">
            <a:off x="6639933" y="3029251"/>
            <a:ext cx="175663" cy="95522"/>
            <a:chOff x="1406718" y="4056765"/>
            <a:chExt cx="3039525" cy="827195"/>
          </a:xfrm>
        </p:grpSpPr>
        <p:sp>
          <p:nvSpPr>
            <p:cNvPr id="248" name="任意多边形 24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矩形 24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任意多边形 24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1" name="任意多边形 250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2" name="任意多边形 251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59" name="组合 258"/>
          <p:cNvGrpSpPr/>
          <p:nvPr/>
        </p:nvGrpSpPr>
        <p:grpSpPr>
          <a:xfrm rot="2144681" flipH="1" flipV="1">
            <a:off x="6655870" y="2774759"/>
            <a:ext cx="175663" cy="95522"/>
            <a:chOff x="1406718" y="4056765"/>
            <a:chExt cx="3039525" cy="827195"/>
          </a:xfrm>
        </p:grpSpPr>
        <p:sp>
          <p:nvSpPr>
            <p:cNvPr id="260" name="任意多边形 25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矩形 26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任意多边形 26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任意多边形 26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任意多边形 26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65" name="组合 264"/>
          <p:cNvGrpSpPr/>
          <p:nvPr/>
        </p:nvGrpSpPr>
        <p:grpSpPr>
          <a:xfrm rot="11719739" flipH="1" flipV="1">
            <a:off x="6583033" y="2550546"/>
            <a:ext cx="175663" cy="95522"/>
            <a:chOff x="1406718" y="4056765"/>
            <a:chExt cx="3039525" cy="827195"/>
          </a:xfrm>
        </p:grpSpPr>
        <p:sp>
          <p:nvSpPr>
            <p:cNvPr id="266" name="任意多边形 26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矩形 26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任意多边形 26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任意多边形 26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任意多边形 26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1" name="组合 270"/>
          <p:cNvGrpSpPr/>
          <p:nvPr/>
        </p:nvGrpSpPr>
        <p:grpSpPr>
          <a:xfrm rot="13766273" flipH="1" flipV="1">
            <a:off x="6426918" y="2309334"/>
            <a:ext cx="175663" cy="95522"/>
            <a:chOff x="1406718" y="4056765"/>
            <a:chExt cx="3039525" cy="827195"/>
          </a:xfrm>
        </p:grpSpPr>
        <p:sp>
          <p:nvSpPr>
            <p:cNvPr id="272" name="任意多边形 27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矩形 27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任意多边形 27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5" name="任意多边形 27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任意多边形 27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7" name="组合 276"/>
          <p:cNvGrpSpPr/>
          <p:nvPr/>
        </p:nvGrpSpPr>
        <p:grpSpPr>
          <a:xfrm rot="14818484" flipH="1" flipV="1">
            <a:off x="5912130" y="2089894"/>
            <a:ext cx="175663" cy="95522"/>
            <a:chOff x="1406718" y="4056765"/>
            <a:chExt cx="3039525" cy="827195"/>
          </a:xfrm>
        </p:grpSpPr>
        <p:sp>
          <p:nvSpPr>
            <p:cNvPr id="278" name="任意多边形 27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9" name="矩形 27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任意多边形 27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任意多边形 280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任意多边形 281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 rot="3904940" flipH="1" flipV="1">
            <a:off x="6181489" y="2139122"/>
            <a:ext cx="175663" cy="95522"/>
            <a:chOff x="1406718" y="4056765"/>
            <a:chExt cx="3039525" cy="827195"/>
          </a:xfrm>
        </p:grpSpPr>
        <p:sp>
          <p:nvSpPr>
            <p:cNvPr id="284" name="任意多边形 283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矩形 284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6" name="任意多边形 285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7" name="任意多边形 28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任意多边形 28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01" name="组合 300"/>
          <p:cNvGrpSpPr/>
          <p:nvPr/>
        </p:nvGrpSpPr>
        <p:grpSpPr>
          <a:xfrm rot="18883715" flipH="1" flipV="1">
            <a:off x="5600724" y="2095430"/>
            <a:ext cx="175663" cy="95522"/>
            <a:chOff x="1406718" y="4056765"/>
            <a:chExt cx="3039525" cy="827195"/>
          </a:xfrm>
        </p:grpSpPr>
        <p:sp>
          <p:nvSpPr>
            <p:cNvPr id="302" name="任意多边形 30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矩形 30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" name="任意多边形 30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任意多边形 30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6" name="任意多边形 30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 rot="14818484" flipH="1" flipV="1">
            <a:off x="5297486" y="2183152"/>
            <a:ext cx="175663" cy="95522"/>
            <a:chOff x="1406718" y="4056765"/>
            <a:chExt cx="3039525" cy="827195"/>
          </a:xfrm>
        </p:grpSpPr>
        <p:sp>
          <p:nvSpPr>
            <p:cNvPr id="320" name="任意多边形 31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1" name="矩形 32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2" name="任意多边形 32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任意多边形 32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任意多边形 32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5" name="组合 324"/>
          <p:cNvGrpSpPr/>
          <p:nvPr/>
        </p:nvGrpSpPr>
        <p:grpSpPr>
          <a:xfrm rot="5915589" flipH="1" flipV="1">
            <a:off x="5092181" y="2365818"/>
            <a:ext cx="175663" cy="95522"/>
            <a:chOff x="1406718" y="4056765"/>
            <a:chExt cx="3039525" cy="827195"/>
          </a:xfrm>
        </p:grpSpPr>
        <p:sp>
          <p:nvSpPr>
            <p:cNvPr id="326" name="任意多边形 32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7" name="矩形 32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8" name="任意多边形 32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任意多边形 32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0" name="任意多边形 32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 rot="16623293" flipH="1" flipV="1">
            <a:off x="4930522" y="2681558"/>
            <a:ext cx="175663" cy="95522"/>
            <a:chOff x="1406718" y="4056765"/>
            <a:chExt cx="3039525" cy="827195"/>
          </a:xfrm>
        </p:grpSpPr>
        <p:sp>
          <p:nvSpPr>
            <p:cNvPr id="332" name="任意多边形 33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3" name="矩形 33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" name="任意多边形 33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5" name="任意多边形 33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6" name="任意多边形 33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E59B1C6-8A0B-4213-B837-2BE719F22B27}"/>
              </a:ext>
            </a:extLst>
          </p:cNvPr>
          <p:cNvCxnSpPr/>
          <p:nvPr/>
        </p:nvCxnSpPr>
        <p:spPr>
          <a:xfrm flipV="1">
            <a:off x="4105170" y="2881741"/>
            <a:ext cx="713101" cy="4459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74F37268-5F01-4B5C-A7A1-A0118A95017B}"/>
              </a:ext>
            </a:extLst>
          </p:cNvPr>
          <p:cNvSpPr/>
          <p:nvPr/>
        </p:nvSpPr>
        <p:spPr>
          <a:xfrm>
            <a:off x="4038289" y="2854075"/>
            <a:ext cx="64253" cy="64253"/>
          </a:xfrm>
          <a:prstGeom prst="ellipse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58"/>
          <p:cNvSpPr/>
          <p:nvPr/>
        </p:nvSpPr>
        <p:spPr>
          <a:xfrm>
            <a:off x="4406372" y="2282629"/>
            <a:ext cx="190703" cy="287964"/>
          </a:xfrm>
          <a:custGeom>
            <a:avLst/>
            <a:gdLst>
              <a:gd name="connsiteX0" fmla="*/ 0 w 891788"/>
              <a:gd name="connsiteY0" fmla="*/ 0 h 2889485"/>
              <a:gd name="connsiteX1" fmla="*/ 891788 w 891788"/>
              <a:gd name="connsiteY1" fmla="*/ 0 h 2889485"/>
              <a:gd name="connsiteX2" fmla="*/ 891788 w 891788"/>
              <a:gd name="connsiteY2" fmla="*/ 2889485 h 2889485"/>
              <a:gd name="connsiteX3" fmla="*/ 0 w 891788"/>
              <a:gd name="connsiteY3" fmla="*/ 2889485 h 2889485"/>
              <a:gd name="connsiteX4" fmla="*/ 0 w 891788"/>
              <a:gd name="connsiteY4" fmla="*/ 0 h 2889485"/>
              <a:gd name="connsiteX0" fmla="*/ 0 w 1820476"/>
              <a:gd name="connsiteY0" fmla="*/ 0 h 2889485"/>
              <a:gd name="connsiteX1" fmla="*/ 1820476 w 1820476"/>
              <a:gd name="connsiteY1" fmla="*/ 133350 h 2889485"/>
              <a:gd name="connsiteX2" fmla="*/ 891788 w 1820476"/>
              <a:gd name="connsiteY2" fmla="*/ 2889485 h 2889485"/>
              <a:gd name="connsiteX3" fmla="*/ 0 w 1820476"/>
              <a:gd name="connsiteY3" fmla="*/ 2889485 h 2889485"/>
              <a:gd name="connsiteX4" fmla="*/ 0 w 1820476"/>
              <a:gd name="connsiteY4" fmla="*/ 0 h 288948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938212 w 1820476"/>
              <a:gd name="connsiteY4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938212 w 1820476"/>
              <a:gd name="connsiteY5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439351 w 1820476"/>
              <a:gd name="connsiteY5" fmla="*/ 1446447 h 2756135"/>
              <a:gd name="connsiteX6" fmla="*/ 938212 w 1820476"/>
              <a:gd name="connsiteY6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439351 w 1820476"/>
              <a:gd name="connsiteY5" fmla="*/ 1446447 h 2756135"/>
              <a:gd name="connsiteX6" fmla="*/ 938212 w 1820476"/>
              <a:gd name="connsiteY6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439351 w 1820476"/>
              <a:gd name="connsiteY5" fmla="*/ 1446447 h 2756135"/>
              <a:gd name="connsiteX6" fmla="*/ 938212 w 1820476"/>
              <a:gd name="connsiteY6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938212 w 1820476"/>
              <a:gd name="connsiteY6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742563 w 1820476"/>
              <a:gd name="connsiteY6" fmla="*/ 54474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1096576 w 1820476"/>
              <a:gd name="connsiteY7" fmla="*/ 77228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39402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39402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39402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39402 w 1820476"/>
              <a:gd name="connsiteY7" fmla="*/ 301066 h 2756135"/>
              <a:gd name="connsiteX8" fmla="*/ 938212 w 1820476"/>
              <a:gd name="connsiteY8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891788 w 1825239"/>
              <a:gd name="connsiteY2" fmla="*/ 2756135 h 2756135"/>
              <a:gd name="connsiteX3" fmla="*/ 0 w 1825239"/>
              <a:gd name="connsiteY3" fmla="*/ 2756135 h 2756135"/>
              <a:gd name="connsiteX4" fmla="*/ 101213 w 1825239"/>
              <a:gd name="connsiteY4" fmla="*/ 2451335 h 2756135"/>
              <a:gd name="connsiteX5" fmla="*/ 372676 w 1825239"/>
              <a:gd name="connsiteY5" fmla="*/ 2465622 h 2756135"/>
              <a:gd name="connsiteX6" fmla="*/ 1104513 w 1825239"/>
              <a:gd name="connsiteY6" fmla="*/ 297097 h 2756135"/>
              <a:gd name="connsiteX7" fmla="*/ 839402 w 1825239"/>
              <a:gd name="connsiteY7" fmla="*/ 301066 h 2756135"/>
              <a:gd name="connsiteX8" fmla="*/ 938212 w 1825239"/>
              <a:gd name="connsiteY8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980688 w 1825239"/>
              <a:gd name="connsiteY2" fmla="*/ 2462447 h 2756135"/>
              <a:gd name="connsiteX3" fmla="*/ 891788 w 1825239"/>
              <a:gd name="connsiteY3" fmla="*/ 2756135 h 2756135"/>
              <a:gd name="connsiteX4" fmla="*/ 0 w 1825239"/>
              <a:gd name="connsiteY4" fmla="*/ 2756135 h 2756135"/>
              <a:gd name="connsiteX5" fmla="*/ 101213 w 1825239"/>
              <a:gd name="connsiteY5" fmla="*/ 2451335 h 2756135"/>
              <a:gd name="connsiteX6" fmla="*/ 372676 w 1825239"/>
              <a:gd name="connsiteY6" fmla="*/ 2465622 h 2756135"/>
              <a:gd name="connsiteX7" fmla="*/ 1104513 w 1825239"/>
              <a:gd name="connsiteY7" fmla="*/ 297097 h 2756135"/>
              <a:gd name="connsiteX8" fmla="*/ 839402 w 1825239"/>
              <a:gd name="connsiteY8" fmla="*/ 301066 h 2756135"/>
              <a:gd name="connsiteX9" fmla="*/ 938212 w 1825239"/>
              <a:gd name="connsiteY9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063238 w 1825239"/>
              <a:gd name="connsiteY2" fmla="*/ 2205272 h 2756135"/>
              <a:gd name="connsiteX3" fmla="*/ 980688 w 1825239"/>
              <a:gd name="connsiteY3" fmla="*/ 2462447 h 2756135"/>
              <a:gd name="connsiteX4" fmla="*/ 891788 w 1825239"/>
              <a:gd name="connsiteY4" fmla="*/ 2756135 h 2756135"/>
              <a:gd name="connsiteX5" fmla="*/ 0 w 1825239"/>
              <a:gd name="connsiteY5" fmla="*/ 2756135 h 2756135"/>
              <a:gd name="connsiteX6" fmla="*/ 101213 w 1825239"/>
              <a:gd name="connsiteY6" fmla="*/ 2451335 h 2756135"/>
              <a:gd name="connsiteX7" fmla="*/ 372676 w 1825239"/>
              <a:gd name="connsiteY7" fmla="*/ 2465622 h 2756135"/>
              <a:gd name="connsiteX8" fmla="*/ 1104513 w 1825239"/>
              <a:gd name="connsiteY8" fmla="*/ 297097 h 2756135"/>
              <a:gd name="connsiteX9" fmla="*/ 839402 w 1825239"/>
              <a:gd name="connsiteY9" fmla="*/ 301066 h 2756135"/>
              <a:gd name="connsiteX10" fmla="*/ 938212 w 1825239"/>
              <a:gd name="connsiteY10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1063238 w 1825239"/>
              <a:gd name="connsiteY3" fmla="*/ 2205272 h 2756135"/>
              <a:gd name="connsiteX4" fmla="*/ 980688 w 1825239"/>
              <a:gd name="connsiteY4" fmla="*/ 2462447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1063238 w 1825239"/>
              <a:gd name="connsiteY3" fmla="*/ 220527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736213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733038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733038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37913 w 1825239"/>
              <a:gd name="connsiteY2" fmla="*/ 478072 h 2756135"/>
              <a:gd name="connsiteX3" fmla="*/ 733038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3313 w 1825239"/>
              <a:gd name="connsiteY2" fmla="*/ 478072 h 2756135"/>
              <a:gd name="connsiteX3" fmla="*/ 733038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3313 w 1825239"/>
              <a:gd name="connsiteY2" fmla="*/ 478072 h 2756135"/>
              <a:gd name="connsiteX3" fmla="*/ 17236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3313 w 1825239"/>
              <a:gd name="connsiteY2" fmla="*/ 478072 h 2756135"/>
              <a:gd name="connsiteX3" fmla="*/ 17236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3313 w 1825239"/>
              <a:gd name="connsiteY2" fmla="*/ 478072 h 2756135"/>
              <a:gd name="connsiteX3" fmla="*/ 17236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825238 w 1825239"/>
              <a:gd name="connsiteY2" fmla="*/ 547922 h 2756135"/>
              <a:gd name="connsiteX3" fmla="*/ 17236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825238 w 1825239"/>
              <a:gd name="connsiteY2" fmla="*/ 547922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36338 w 1825239"/>
              <a:gd name="connsiteY2" fmla="*/ 312972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36338 w 1825239"/>
              <a:gd name="connsiteY2" fmla="*/ 312972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25239" h="2756135">
                <a:moveTo>
                  <a:pt x="938212" y="0"/>
                </a:moveTo>
                <a:lnTo>
                  <a:pt x="1825239" y="0"/>
                </a:lnTo>
                <a:cubicBezTo>
                  <a:pt x="1760946" y="196928"/>
                  <a:pt x="1773644" y="139818"/>
                  <a:pt x="1729194" y="296304"/>
                </a:cubicBezTo>
                <a:cubicBezTo>
                  <a:pt x="1581292" y="301634"/>
                  <a:pt x="1619922" y="301330"/>
                  <a:pt x="1456938" y="303447"/>
                </a:cubicBezTo>
                <a:cubicBezTo>
                  <a:pt x="1427304" y="390495"/>
                  <a:pt x="855276" y="2093618"/>
                  <a:pt x="733038" y="2452922"/>
                </a:cubicBezTo>
                <a:lnTo>
                  <a:pt x="990213" y="2459272"/>
                </a:lnTo>
                <a:lnTo>
                  <a:pt x="891788" y="2756135"/>
                </a:lnTo>
                <a:lnTo>
                  <a:pt x="0" y="2756135"/>
                </a:lnTo>
                <a:lnTo>
                  <a:pt x="101213" y="2451335"/>
                </a:lnTo>
                <a:lnTo>
                  <a:pt x="372676" y="2465622"/>
                </a:lnTo>
                <a:cubicBezTo>
                  <a:pt x="508143" y="2081182"/>
                  <a:pt x="738594" y="1381359"/>
                  <a:pt x="1104513" y="297097"/>
                </a:cubicBezTo>
                <a:cubicBezTo>
                  <a:pt x="932667" y="298288"/>
                  <a:pt x="967132" y="302957"/>
                  <a:pt x="839402" y="301066"/>
                </a:cubicBezTo>
                <a:cubicBezTo>
                  <a:pt x="873597" y="203925"/>
                  <a:pt x="884237" y="153364"/>
                  <a:pt x="938212" y="0"/>
                </a:cubicBezTo>
                <a:close/>
              </a:path>
            </a:pathLst>
          </a:custGeom>
          <a:solidFill>
            <a:srgbClr val="FFFF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357287" y="2703466"/>
            <a:ext cx="331968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矩形 193"/>
          <p:cNvSpPr/>
          <p:nvPr/>
        </p:nvSpPr>
        <p:spPr>
          <a:xfrm>
            <a:off x="5310290" y="5086225"/>
            <a:ext cx="117406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内部磁畴：</a:t>
            </a:r>
          </a:p>
        </p:txBody>
      </p:sp>
      <p:grpSp>
        <p:nvGrpSpPr>
          <p:cNvPr id="195" name="组合 194"/>
          <p:cNvGrpSpPr/>
          <p:nvPr/>
        </p:nvGrpSpPr>
        <p:grpSpPr>
          <a:xfrm rot="5400000" flipH="1" flipV="1">
            <a:off x="4874141" y="3049290"/>
            <a:ext cx="175663" cy="95522"/>
            <a:chOff x="1406718" y="4056765"/>
            <a:chExt cx="3039525" cy="827195"/>
          </a:xfrm>
        </p:grpSpPr>
        <p:sp>
          <p:nvSpPr>
            <p:cNvPr id="196" name="任意多边形 19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矩形 19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任意多边形 19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任意多边形 19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任意多边形 19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01" name="组合 200"/>
          <p:cNvGrpSpPr/>
          <p:nvPr/>
        </p:nvGrpSpPr>
        <p:grpSpPr>
          <a:xfrm rot="4065100" flipH="1" flipV="1">
            <a:off x="4973533" y="3317224"/>
            <a:ext cx="175663" cy="95522"/>
            <a:chOff x="1406718" y="4056765"/>
            <a:chExt cx="3039525" cy="827195"/>
          </a:xfrm>
        </p:grpSpPr>
        <p:sp>
          <p:nvSpPr>
            <p:cNvPr id="202" name="任意多边形 20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 20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任意多边形 20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任意多边形 20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任意多边形 20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07" name="组合 206"/>
          <p:cNvGrpSpPr/>
          <p:nvPr/>
        </p:nvGrpSpPr>
        <p:grpSpPr>
          <a:xfrm rot="2569264" flipH="1" flipV="1">
            <a:off x="5134250" y="3565748"/>
            <a:ext cx="175663" cy="95522"/>
            <a:chOff x="1406718" y="4056765"/>
            <a:chExt cx="3039525" cy="827195"/>
          </a:xfrm>
        </p:grpSpPr>
        <p:sp>
          <p:nvSpPr>
            <p:cNvPr id="208" name="任意多边形 20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矩形 20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任意多边形 20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任意多边形 28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任意多边形 28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91" name="组合 290"/>
          <p:cNvGrpSpPr/>
          <p:nvPr/>
        </p:nvGrpSpPr>
        <p:grpSpPr>
          <a:xfrm rot="2244221" flipH="1" flipV="1">
            <a:off x="5337299" y="3758346"/>
            <a:ext cx="175663" cy="95522"/>
            <a:chOff x="1406718" y="4056765"/>
            <a:chExt cx="3039525" cy="827195"/>
          </a:xfrm>
        </p:grpSpPr>
        <p:sp>
          <p:nvSpPr>
            <p:cNvPr id="292" name="任意多边形 29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矩形 29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任意多边形 29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任意多边形 29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任意多边形 29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97" name="组合 296"/>
          <p:cNvGrpSpPr/>
          <p:nvPr/>
        </p:nvGrpSpPr>
        <p:grpSpPr>
          <a:xfrm rot="21168057" flipH="1" flipV="1">
            <a:off x="5830927" y="3874000"/>
            <a:ext cx="175663" cy="95522"/>
            <a:chOff x="1406718" y="4056765"/>
            <a:chExt cx="3039525" cy="827195"/>
          </a:xfrm>
        </p:grpSpPr>
        <p:sp>
          <p:nvSpPr>
            <p:cNvPr id="298" name="任意多边形 29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矩形 29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任意多边形 29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任意多边形 30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任意多边形 30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09" name="组合 308"/>
          <p:cNvGrpSpPr/>
          <p:nvPr/>
        </p:nvGrpSpPr>
        <p:grpSpPr>
          <a:xfrm rot="480038" flipH="1" flipV="1">
            <a:off x="5560942" y="3859758"/>
            <a:ext cx="175663" cy="95522"/>
            <a:chOff x="1406718" y="4056765"/>
            <a:chExt cx="3039525" cy="827195"/>
          </a:xfrm>
        </p:grpSpPr>
        <p:sp>
          <p:nvSpPr>
            <p:cNvPr id="310" name="任意多边形 30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1" name="矩形 31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任意多边形 31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3" name="任意多边形 31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任意多边形 31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5" name="组合 314"/>
          <p:cNvGrpSpPr/>
          <p:nvPr/>
        </p:nvGrpSpPr>
        <p:grpSpPr>
          <a:xfrm rot="20369844" flipH="1" flipV="1">
            <a:off x="6087943" y="3824682"/>
            <a:ext cx="175663" cy="95522"/>
            <a:chOff x="1406718" y="4056765"/>
            <a:chExt cx="3039525" cy="827195"/>
          </a:xfrm>
        </p:grpSpPr>
        <p:sp>
          <p:nvSpPr>
            <p:cNvPr id="316" name="任意多边形 31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7" name="矩形 31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8" name="任意多边形 31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7" name="任意多边形 33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8" name="任意多边形 33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39" name="组合 338"/>
          <p:cNvGrpSpPr/>
          <p:nvPr/>
        </p:nvGrpSpPr>
        <p:grpSpPr>
          <a:xfrm rot="18859629" flipH="1" flipV="1">
            <a:off x="6324995" y="3685525"/>
            <a:ext cx="175663" cy="95522"/>
            <a:chOff x="1406718" y="4056765"/>
            <a:chExt cx="3039525" cy="827195"/>
          </a:xfrm>
        </p:grpSpPr>
        <p:sp>
          <p:nvSpPr>
            <p:cNvPr id="340" name="任意多边形 33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1" name="矩形 34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" name="任意多边形 34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" name="任意多边形 34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任意多边形 34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45" name="组合 344"/>
          <p:cNvGrpSpPr/>
          <p:nvPr/>
        </p:nvGrpSpPr>
        <p:grpSpPr>
          <a:xfrm rot="18008050" flipH="1" flipV="1">
            <a:off x="6512086" y="3518348"/>
            <a:ext cx="175663" cy="95522"/>
            <a:chOff x="1406718" y="4056765"/>
            <a:chExt cx="3039525" cy="827195"/>
          </a:xfrm>
        </p:grpSpPr>
        <p:sp>
          <p:nvSpPr>
            <p:cNvPr id="346" name="任意多边形 34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矩形 34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8" name="任意多边形 34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任意多边形 34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0" name="任意多边形 34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51" name="组合 350"/>
          <p:cNvGrpSpPr/>
          <p:nvPr/>
        </p:nvGrpSpPr>
        <p:grpSpPr>
          <a:xfrm rot="17420823" flipH="1" flipV="1">
            <a:off x="6637178" y="3283311"/>
            <a:ext cx="175663" cy="95522"/>
            <a:chOff x="1406718" y="4056765"/>
            <a:chExt cx="3039525" cy="827195"/>
          </a:xfrm>
        </p:grpSpPr>
        <p:sp>
          <p:nvSpPr>
            <p:cNvPr id="352" name="任意多边形 35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3" name="矩形 35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4" name="任意多边形 35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5" name="任意多边形 35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6" name="任意多边形 35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57" name="组合 356"/>
          <p:cNvGrpSpPr/>
          <p:nvPr/>
        </p:nvGrpSpPr>
        <p:grpSpPr>
          <a:xfrm rot="15331559" flipH="1" flipV="1">
            <a:off x="6656154" y="2791773"/>
            <a:ext cx="175663" cy="95522"/>
            <a:chOff x="1406718" y="4056765"/>
            <a:chExt cx="3039525" cy="827195"/>
          </a:xfrm>
        </p:grpSpPr>
        <p:sp>
          <p:nvSpPr>
            <p:cNvPr id="358" name="任意多边形 35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" name="矩形 35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0" name="任意多边形 35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1" name="任意多边形 360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2" name="任意多边形 361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63" name="组合 362"/>
          <p:cNvGrpSpPr/>
          <p:nvPr/>
        </p:nvGrpSpPr>
        <p:grpSpPr>
          <a:xfrm rot="14708027" flipH="1" flipV="1">
            <a:off x="6583317" y="2567560"/>
            <a:ext cx="175663" cy="95522"/>
            <a:chOff x="1406718" y="4056765"/>
            <a:chExt cx="3039525" cy="827195"/>
          </a:xfrm>
        </p:grpSpPr>
        <p:sp>
          <p:nvSpPr>
            <p:cNvPr id="364" name="任意多边形 363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矩形 364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6" name="任意多边形 365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任意多边形 36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8" name="任意多边形 36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69" name="组合 368"/>
          <p:cNvGrpSpPr/>
          <p:nvPr/>
        </p:nvGrpSpPr>
        <p:grpSpPr>
          <a:xfrm rot="13766273" flipH="1" flipV="1">
            <a:off x="6427202" y="2326348"/>
            <a:ext cx="175663" cy="95522"/>
            <a:chOff x="1406718" y="4056765"/>
            <a:chExt cx="3039525" cy="827195"/>
          </a:xfrm>
        </p:grpSpPr>
        <p:sp>
          <p:nvSpPr>
            <p:cNvPr id="370" name="任意多边形 36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1" name="矩形 37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任意多边形 37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任意多边形 37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任意多边形 37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75" name="组合 374"/>
          <p:cNvGrpSpPr/>
          <p:nvPr/>
        </p:nvGrpSpPr>
        <p:grpSpPr>
          <a:xfrm rot="11095668" flipH="1" flipV="1">
            <a:off x="5912414" y="2106908"/>
            <a:ext cx="175663" cy="95522"/>
            <a:chOff x="1406718" y="4056765"/>
            <a:chExt cx="3039525" cy="827195"/>
          </a:xfrm>
        </p:grpSpPr>
        <p:sp>
          <p:nvSpPr>
            <p:cNvPr id="376" name="任意多边形 37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矩形 37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8" name="任意多边形 37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9" name="任意多边形 37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任意多边形 37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81" name="组合 380"/>
          <p:cNvGrpSpPr/>
          <p:nvPr/>
        </p:nvGrpSpPr>
        <p:grpSpPr>
          <a:xfrm rot="11982394" flipH="1" flipV="1">
            <a:off x="6181773" y="2156136"/>
            <a:ext cx="175663" cy="95522"/>
            <a:chOff x="1406718" y="4056765"/>
            <a:chExt cx="3039525" cy="827195"/>
          </a:xfrm>
        </p:grpSpPr>
        <p:sp>
          <p:nvSpPr>
            <p:cNvPr id="382" name="任意多边形 38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3" name="矩形 38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4" name="任意多边形 38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5" name="任意多边形 38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6" name="任意多边形 38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87" name="组合 386"/>
          <p:cNvGrpSpPr/>
          <p:nvPr/>
        </p:nvGrpSpPr>
        <p:grpSpPr>
          <a:xfrm rot="10406480" flipH="1" flipV="1">
            <a:off x="5601008" y="2112444"/>
            <a:ext cx="175663" cy="95522"/>
            <a:chOff x="1406718" y="4056765"/>
            <a:chExt cx="3039525" cy="827195"/>
          </a:xfrm>
        </p:grpSpPr>
        <p:sp>
          <p:nvSpPr>
            <p:cNvPr id="388" name="任意多边形 38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9" name="矩形 38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0" name="任意多边形 38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1" name="任意多边形 390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2" name="任意多边形 391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93" name="组合 392"/>
          <p:cNvGrpSpPr/>
          <p:nvPr/>
        </p:nvGrpSpPr>
        <p:grpSpPr>
          <a:xfrm rot="8937617" flipH="1" flipV="1">
            <a:off x="5297770" y="2200166"/>
            <a:ext cx="175663" cy="95522"/>
            <a:chOff x="1406718" y="4056765"/>
            <a:chExt cx="3039525" cy="827195"/>
          </a:xfrm>
        </p:grpSpPr>
        <p:sp>
          <p:nvSpPr>
            <p:cNvPr id="394" name="任意多边形 393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5" name="矩形 394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6" name="任意多边形 395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7" name="任意多边形 39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8" name="任意多边形 39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99" name="组合 398"/>
          <p:cNvGrpSpPr/>
          <p:nvPr/>
        </p:nvGrpSpPr>
        <p:grpSpPr>
          <a:xfrm rot="7271311" flipH="1" flipV="1">
            <a:off x="5092465" y="2382832"/>
            <a:ext cx="175663" cy="95522"/>
            <a:chOff x="1406718" y="4056765"/>
            <a:chExt cx="3039525" cy="827195"/>
          </a:xfrm>
        </p:grpSpPr>
        <p:sp>
          <p:nvSpPr>
            <p:cNvPr id="400" name="任意多边形 39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1" name="矩形 40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2" name="任意多边形 40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3" name="任意多边形 40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4" name="任意多边形 40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05" name="组合 404"/>
          <p:cNvGrpSpPr/>
          <p:nvPr/>
        </p:nvGrpSpPr>
        <p:grpSpPr>
          <a:xfrm rot="5809130" flipH="1" flipV="1">
            <a:off x="4930806" y="2698572"/>
            <a:ext cx="175663" cy="95522"/>
            <a:chOff x="1406718" y="4056765"/>
            <a:chExt cx="3039525" cy="827195"/>
          </a:xfrm>
        </p:grpSpPr>
        <p:sp>
          <p:nvSpPr>
            <p:cNvPr id="406" name="任意多边形 40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7" name="矩形 40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8" name="任意多边形 40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9" name="任意多边形 40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0" name="任意多边形 40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18" name="组合 417"/>
          <p:cNvGrpSpPr/>
          <p:nvPr/>
        </p:nvGrpSpPr>
        <p:grpSpPr>
          <a:xfrm rot="16200000" flipH="1" flipV="1">
            <a:off x="6685881" y="3038820"/>
            <a:ext cx="175663" cy="95522"/>
            <a:chOff x="1406718" y="4056765"/>
            <a:chExt cx="3039525" cy="827195"/>
          </a:xfrm>
        </p:grpSpPr>
        <p:sp>
          <p:nvSpPr>
            <p:cNvPr id="419" name="任意多边形 418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0" name="矩形 419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1" name="任意多边形 420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2" name="任意多边形 421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3" name="任意多边形 422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24" name="椭圆 423">
            <a:extLst>
              <a:ext uri="{FF2B5EF4-FFF2-40B4-BE49-F238E27FC236}">
                <a16:creationId xmlns:a16="http://schemas.microsoft.com/office/drawing/2014/main" id="{31000EAC-12C4-4564-B88B-DA79C65BC83C}"/>
              </a:ext>
            </a:extLst>
          </p:cNvPr>
          <p:cNvSpPr/>
          <p:nvPr/>
        </p:nvSpPr>
        <p:spPr>
          <a:xfrm>
            <a:off x="4897814" y="2043599"/>
            <a:ext cx="1912767" cy="1912767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5" name="椭圆 424">
            <a:extLst>
              <a:ext uri="{FF2B5EF4-FFF2-40B4-BE49-F238E27FC236}">
                <a16:creationId xmlns:a16="http://schemas.microsoft.com/office/drawing/2014/main" id="{9EEC4C5D-0E06-4917-A064-84B20B9F3C66}"/>
              </a:ext>
            </a:extLst>
          </p:cNvPr>
          <p:cNvSpPr/>
          <p:nvPr/>
        </p:nvSpPr>
        <p:spPr>
          <a:xfrm>
            <a:off x="5024211" y="2189721"/>
            <a:ext cx="1648146" cy="1632142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椭圆 425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4958007" y="2109802"/>
            <a:ext cx="1785695" cy="1785695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 78">
            <a:extLst>
              <a:ext uri="{FF2B5EF4-FFF2-40B4-BE49-F238E27FC236}">
                <a16:creationId xmlns:a16="http://schemas.microsoft.com/office/drawing/2014/main" id="{112AF28E-3083-4BF6-9A40-865C75E2AD94}"/>
              </a:ext>
            </a:extLst>
          </p:cNvPr>
          <p:cNvSpPr/>
          <p:nvPr/>
        </p:nvSpPr>
        <p:spPr>
          <a:xfrm rot="17923035">
            <a:off x="4991309" y="3307988"/>
            <a:ext cx="334469" cy="41223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18575 w 476348"/>
              <a:gd name="connsiteY0" fmla="*/ 7373 h 587098"/>
              <a:gd name="connsiteX1" fmla="*/ 18047 w 476348"/>
              <a:gd name="connsiteY1" fmla="*/ 86953 h 587098"/>
              <a:gd name="connsiteX2" fmla="*/ 446203 w 476348"/>
              <a:gd name="connsiteY2" fmla="*/ 479667 h 587098"/>
              <a:gd name="connsiteX3" fmla="*/ 369967 w 476348"/>
              <a:gd name="connsiteY3" fmla="*/ 585696 h 587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348" h="587098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87550" y="396543"/>
                  <a:pt x="446203" y="479667"/>
                </a:cubicBezTo>
                <a:cubicBezTo>
                  <a:pt x="504856" y="562791"/>
                  <a:pt x="477123" y="594427"/>
                  <a:pt x="369967" y="585696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17">
            <a:extLst>
              <a:ext uri="{FF2B5EF4-FFF2-40B4-BE49-F238E27FC236}">
                <a16:creationId xmlns:a16="http://schemas.microsoft.com/office/drawing/2014/main" id="{AD61CD7C-43E7-4E66-94D3-32AF6403289A}"/>
              </a:ext>
            </a:extLst>
          </p:cNvPr>
          <p:cNvSpPr/>
          <p:nvPr/>
        </p:nvSpPr>
        <p:spPr>
          <a:xfrm rot="20469177">
            <a:off x="4872885" y="2542726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66">
            <a:extLst>
              <a:ext uri="{FF2B5EF4-FFF2-40B4-BE49-F238E27FC236}">
                <a16:creationId xmlns:a16="http://schemas.microsoft.com/office/drawing/2014/main" id="{9AF94499-0328-4779-B7F9-535853A4C7C3}"/>
              </a:ext>
            </a:extLst>
          </p:cNvPr>
          <p:cNvSpPr/>
          <p:nvPr/>
        </p:nvSpPr>
        <p:spPr>
          <a:xfrm rot="20906147">
            <a:off x="4954689" y="2327381"/>
            <a:ext cx="320881" cy="36841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65936 w 456996"/>
              <a:gd name="connsiteY0" fmla="*/ 17099 h 524690"/>
              <a:gd name="connsiteX1" fmla="*/ 9562 w 456996"/>
              <a:gd name="connsiteY1" fmla="*/ 52844 h 524690"/>
              <a:gd name="connsiteX2" fmla="*/ 437718 w 456996"/>
              <a:gd name="connsiteY2" fmla="*/ 445558 h 524690"/>
              <a:gd name="connsiteX3" fmla="*/ 323418 w 456996"/>
              <a:gd name="connsiteY3" fmla="*/ 521758 h 524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996" h="524690">
                <a:moveTo>
                  <a:pt x="165936" y="17099"/>
                </a:moveTo>
                <a:cubicBezTo>
                  <a:pt x="90529" y="-3539"/>
                  <a:pt x="-35735" y="-18566"/>
                  <a:pt x="9562" y="52844"/>
                </a:cubicBezTo>
                <a:cubicBezTo>
                  <a:pt x="54859" y="124254"/>
                  <a:pt x="385409" y="367406"/>
                  <a:pt x="437718" y="445558"/>
                </a:cubicBezTo>
                <a:cubicBezTo>
                  <a:pt x="490027" y="523710"/>
                  <a:pt x="430574" y="530489"/>
                  <a:pt x="323418" y="521758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67">
            <a:extLst>
              <a:ext uri="{FF2B5EF4-FFF2-40B4-BE49-F238E27FC236}">
                <a16:creationId xmlns:a16="http://schemas.microsoft.com/office/drawing/2014/main" id="{4A744829-951B-48F7-A0ED-030527A15F75}"/>
              </a:ext>
            </a:extLst>
          </p:cNvPr>
          <p:cNvSpPr/>
          <p:nvPr/>
        </p:nvSpPr>
        <p:spPr>
          <a:xfrm>
            <a:off x="5121235" y="2153782"/>
            <a:ext cx="323017" cy="374227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4882 w 460038"/>
              <a:gd name="connsiteY0" fmla="*/ 13296 h 532972"/>
              <a:gd name="connsiteX1" fmla="*/ 12604 w 460038"/>
              <a:gd name="connsiteY1" fmla="*/ 61126 h 532972"/>
              <a:gd name="connsiteX2" fmla="*/ 440760 w 460038"/>
              <a:gd name="connsiteY2" fmla="*/ 453840 h 532972"/>
              <a:gd name="connsiteX3" fmla="*/ 326460 w 460038"/>
              <a:gd name="connsiteY3" fmla="*/ 530040 h 53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038" h="532972">
                <a:moveTo>
                  <a:pt x="144882" y="13296"/>
                </a:moveTo>
                <a:cubicBezTo>
                  <a:pt x="69475" y="-7342"/>
                  <a:pt x="-36709" y="-12298"/>
                  <a:pt x="12604" y="61126"/>
                </a:cubicBezTo>
                <a:cubicBezTo>
                  <a:pt x="61917" y="134550"/>
                  <a:pt x="388451" y="375688"/>
                  <a:pt x="440760" y="453840"/>
                </a:cubicBezTo>
                <a:cubicBezTo>
                  <a:pt x="493069" y="531992"/>
                  <a:pt x="433616" y="538771"/>
                  <a:pt x="326460" y="530040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68">
            <a:extLst>
              <a:ext uri="{FF2B5EF4-FFF2-40B4-BE49-F238E27FC236}">
                <a16:creationId xmlns:a16="http://schemas.microsoft.com/office/drawing/2014/main" id="{9F0CE6CA-4EDC-4F36-B55B-F779C637A2DE}"/>
              </a:ext>
            </a:extLst>
          </p:cNvPr>
          <p:cNvSpPr/>
          <p:nvPr/>
        </p:nvSpPr>
        <p:spPr>
          <a:xfrm rot="330716">
            <a:off x="6317325" y="3426714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69">
            <a:extLst>
              <a:ext uri="{FF2B5EF4-FFF2-40B4-BE49-F238E27FC236}">
                <a16:creationId xmlns:a16="http://schemas.microsoft.com/office/drawing/2014/main" id="{2DD18C0D-113A-41A7-A8C0-41EF511819B8}"/>
              </a:ext>
            </a:extLst>
          </p:cNvPr>
          <p:cNvSpPr/>
          <p:nvPr/>
        </p:nvSpPr>
        <p:spPr>
          <a:xfrm rot="11632424">
            <a:off x="6126308" y="3582669"/>
            <a:ext cx="293914" cy="395519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0758 w 460749"/>
              <a:gd name="connsiteY0" fmla="*/ 16036 h 526697"/>
              <a:gd name="connsiteX1" fmla="*/ 13315 w 460749"/>
              <a:gd name="connsiteY1" fmla="*/ 54851 h 526697"/>
              <a:gd name="connsiteX2" fmla="*/ 441471 w 460749"/>
              <a:gd name="connsiteY2" fmla="*/ 447565 h 526697"/>
              <a:gd name="connsiteX3" fmla="*/ 327171 w 460749"/>
              <a:gd name="connsiteY3" fmla="*/ 523765 h 526697"/>
              <a:gd name="connsiteX0" fmla="*/ 140758 w 459649"/>
              <a:gd name="connsiteY0" fmla="*/ 16036 h 496248"/>
              <a:gd name="connsiteX1" fmla="*/ 13315 w 459649"/>
              <a:gd name="connsiteY1" fmla="*/ 54851 h 496248"/>
              <a:gd name="connsiteX2" fmla="*/ 441471 w 459649"/>
              <a:gd name="connsiteY2" fmla="*/ 447565 h 496248"/>
              <a:gd name="connsiteX3" fmla="*/ 322236 w 459649"/>
              <a:gd name="connsiteY3" fmla="*/ 484407 h 496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649" h="496248">
                <a:moveTo>
                  <a:pt x="140758" y="16036"/>
                </a:moveTo>
                <a:cubicBezTo>
                  <a:pt x="65351" y="-4602"/>
                  <a:pt x="-36804" y="-17070"/>
                  <a:pt x="13315" y="54851"/>
                </a:cubicBezTo>
                <a:cubicBezTo>
                  <a:pt x="63434" y="126773"/>
                  <a:pt x="389984" y="375972"/>
                  <a:pt x="441471" y="447565"/>
                </a:cubicBezTo>
                <a:cubicBezTo>
                  <a:pt x="492958" y="519158"/>
                  <a:pt x="429392" y="493138"/>
                  <a:pt x="322236" y="48440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73">
            <a:extLst>
              <a:ext uri="{FF2B5EF4-FFF2-40B4-BE49-F238E27FC236}">
                <a16:creationId xmlns:a16="http://schemas.microsoft.com/office/drawing/2014/main" id="{D1819BB8-0BC0-4A94-8119-31613E63F5DF}"/>
              </a:ext>
            </a:extLst>
          </p:cNvPr>
          <p:cNvSpPr/>
          <p:nvPr/>
        </p:nvSpPr>
        <p:spPr>
          <a:xfrm rot="13319087">
            <a:off x="5858273" y="3660250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75">
            <a:extLst>
              <a:ext uri="{FF2B5EF4-FFF2-40B4-BE49-F238E27FC236}">
                <a16:creationId xmlns:a16="http://schemas.microsoft.com/office/drawing/2014/main" id="{D227644A-1C4F-403F-8F57-9CA1B1C8BB46}"/>
              </a:ext>
            </a:extLst>
          </p:cNvPr>
          <p:cNvSpPr/>
          <p:nvPr/>
        </p:nvSpPr>
        <p:spPr>
          <a:xfrm rot="16403266">
            <a:off x="5217298" y="3534137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76">
            <a:extLst>
              <a:ext uri="{FF2B5EF4-FFF2-40B4-BE49-F238E27FC236}">
                <a16:creationId xmlns:a16="http://schemas.microsoft.com/office/drawing/2014/main" id="{86A03856-29E5-4FB7-B34D-300AF8E4CC6B}"/>
              </a:ext>
            </a:extLst>
          </p:cNvPr>
          <p:cNvSpPr/>
          <p:nvPr/>
        </p:nvSpPr>
        <p:spPr>
          <a:xfrm rot="14873629">
            <a:off x="5535659" y="3663509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79">
            <a:extLst>
              <a:ext uri="{FF2B5EF4-FFF2-40B4-BE49-F238E27FC236}">
                <a16:creationId xmlns:a16="http://schemas.microsoft.com/office/drawing/2014/main" id="{D18A7DF9-3412-4891-B6AE-556D2AD792ED}"/>
              </a:ext>
            </a:extLst>
          </p:cNvPr>
          <p:cNvSpPr/>
          <p:nvPr/>
        </p:nvSpPr>
        <p:spPr>
          <a:xfrm rot="1254252">
            <a:off x="5355828" y="2007015"/>
            <a:ext cx="322774" cy="392031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6978 w 459693"/>
              <a:gd name="connsiteY0" fmla="*/ 7437 h 558328"/>
              <a:gd name="connsiteX1" fmla="*/ 12259 w 459693"/>
              <a:gd name="connsiteY1" fmla="*/ 86482 h 558328"/>
              <a:gd name="connsiteX2" fmla="*/ 440415 w 459693"/>
              <a:gd name="connsiteY2" fmla="*/ 479196 h 558328"/>
              <a:gd name="connsiteX3" fmla="*/ 326115 w 459693"/>
              <a:gd name="connsiteY3" fmla="*/ 555396 h 55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693" h="558328">
                <a:moveTo>
                  <a:pt x="146978" y="7437"/>
                </a:moveTo>
                <a:cubicBezTo>
                  <a:pt x="71571" y="-13201"/>
                  <a:pt x="-36647" y="7856"/>
                  <a:pt x="12259" y="86482"/>
                </a:cubicBezTo>
                <a:cubicBezTo>
                  <a:pt x="61165" y="165109"/>
                  <a:pt x="388106" y="401044"/>
                  <a:pt x="440415" y="479196"/>
                </a:cubicBezTo>
                <a:cubicBezTo>
                  <a:pt x="492724" y="557348"/>
                  <a:pt x="433271" y="564127"/>
                  <a:pt x="326115" y="555396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80">
            <a:extLst>
              <a:ext uri="{FF2B5EF4-FFF2-40B4-BE49-F238E27FC236}">
                <a16:creationId xmlns:a16="http://schemas.microsoft.com/office/drawing/2014/main" id="{DE3638DA-AFBB-4048-A6C6-9757CB0424E9}"/>
              </a:ext>
            </a:extLst>
          </p:cNvPr>
          <p:cNvSpPr/>
          <p:nvPr/>
        </p:nvSpPr>
        <p:spPr>
          <a:xfrm rot="2191978">
            <a:off x="5632715" y="1936582"/>
            <a:ext cx="321477" cy="38252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59414 w 457845"/>
              <a:gd name="connsiteY0" fmla="*/ 9829 h 544785"/>
              <a:gd name="connsiteX1" fmla="*/ 10411 w 457845"/>
              <a:gd name="connsiteY1" fmla="*/ 72939 h 544785"/>
              <a:gd name="connsiteX2" fmla="*/ 438567 w 457845"/>
              <a:gd name="connsiteY2" fmla="*/ 465653 h 544785"/>
              <a:gd name="connsiteX3" fmla="*/ 324267 w 457845"/>
              <a:gd name="connsiteY3" fmla="*/ 541853 h 54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845" h="544785">
                <a:moveTo>
                  <a:pt x="159414" y="9829"/>
                </a:moveTo>
                <a:cubicBezTo>
                  <a:pt x="84007" y="-10809"/>
                  <a:pt x="-36115" y="-3032"/>
                  <a:pt x="10411" y="72939"/>
                </a:cubicBezTo>
                <a:cubicBezTo>
                  <a:pt x="56937" y="148910"/>
                  <a:pt x="386258" y="387501"/>
                  <a:pt x="438567" y="465653"/>
                </a:cubicBezTo>
                <a:cubicBezTo>
                  <a:pt x="490876" y="543805"/>
                  <a:pt x="431423" y="550584"/>
                  <a:pt x="324267" y="541853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88">
            <a:extLst>
              <a:ext uri="{FF2B5EF4-FFF2-40B4-BE49-F238E27FC236}">
                <a16:creationId xmlns:a16="http://schemas.microsoft.com/office/drawing/2014/main" id="{1D2B3A61-D7BB-49AC-9ED4-61DFD8B72ADC}"/>
              </a:ext>
            </a:extLst>
          </p:cNvPr>
          <p:cNvSpPr/>
          <p:nvPr/>
        </p:nvSpPr>
        <p:spPr>
          <a:xfrm rot="3652982">
            <a:off x="5932370" y="1965068"/>
            <a:ext cx="321164" cy="383606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62752 w 457401"/>
              <a:gd name="connsiteY0" fmla="*/ 9490 h 546329"/>
              <a:gd name="connsiteX1" fmla="*/ 9967 w 457401"/>
              <a:gd name="connsiteY1" fmla="*/ 74483 h 546329"/>
              <a:gd name="connsiteX2" fmla="*/ 438123 w 457401"/>
              <a:gd name="connsiteY2" fmla="*/ 467197 h 546329"/>
              <a:gd name="connsiteX3" fmla="*/ 323823 w 457401"/>
              <a:gd name="connsiteY3" fmla="*/ 543397 h 546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401" h="546329">
                <a:moveTo>
                  <a:pt x="162752" y="9490"/>
                </a:moveTo>
                <a:cubicBezTo>
                  <a:pt x="87345" y="-11148"/>
                  <a:pt x="-35928" y="-1802"/>
                  <a:pt x="9967" y="74483"/>
                </a:cubicBezTo>
                <a:cubicBezTo>
                  <a:pt x="55862" y="150768"/>
                  <a:pt x="385814" y="389045"/>
                  <a:pt x="438123" y="467197"/>
                </a:cubicBezTo>
                <a:cubicBezTo>
                  <a:pt x="490432" y="545349"/>
                  <a:pt x="430979" y="552128"/>
                  <a:pt x="323823" y="54339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89">
            <a:extLst>
              <a:ext uri="{FF2B5EF4-FFF2-40B4-BE49-F238E27FC236}">
                <a16:creationId xmlns:a16="http://schemas.microsoft.com/office/drawing/2014/main" id="{4B381D8A-982C-4456-9590-81584707C9A2}"/>
              </a:ext>
            </a:extLst>
          </p:cNvPr>
          <p:cNvSpPr/>
          <p:nvPr/>
        </p:nvSpPr>
        <p:spPr>
          <a:xfrm rot="4412649">
            <a:off x="6206254" y="2102929"/>
            <a:ext cx="321739" cy="374997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9355 w 459314"/>
              <a:gd name="connsiteY0" fmla="*/ 13721 h 531872"/>
              <a:gd name="connsiteX1" fmla="*/ 11880 w 459314"/>
              <a:gd name="connsiteY1" fmla="*/ 60026 h 531872"/>
              <a:gd name="connsiteX2" fmla="*/ 440036 w 459314"/>
              <a:gd name="connsiteY2" fmla="*/ 452740 h 531872"/>
              <a:gd name="connsiteX3" fmla="*/ 325736 w 459314"/>
              <a:gd name="connsiteY3" fmla="*/ 528940 h 531872"/>
              <a:gd name="connsiteX0" fmla="*/ 156714 w 458219"/>
              <a:gd name="connsiteY0" fmla="*/ 12892 h 534069"/>
              <a:gd name="connsiteX1" fmla="*/ 10785 w 458219"/>
              <a:gd name="connsiteY1" fmla="*/ 62223 h 534069"/>
              <a:gd name="connsiteX2" fmla="*/ 438941 w 458219"/>
              <a:gd name="connsiteY2" fmla="*/ 454937 h 534069"/>
              <a:gd name="connsiteX3" fmla="*/ 324641 w 458219"/>
              <a:gd name="connsiteY3" fmla="*/ 531137 h 53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219" h="534069">
                <a:moveTo>
                  <a:pt x="156714" y="12892"/>
                </a:moveTo>
                <a:cubicBezTo>
                  <a:pt x="81307" y="-7746"/>
                  <a:pt x="-36253" y="-11451"/>
                  <a:pt x="10785" y="62223"/>
                </a:cubicBezTo>
                <a:cubicBezTo>
                  <a:pt x="57823" y="135897"/>
                  <a:pt x="386632" y="376785"/>
                  <a:pt x="438941" y="454937"/>
                </a:cubicBezTo>
                <a:cubicBezTo>
                  <a:pt x="491250" y="533089"/>
                  <a:pt x="431797" y="539868"/>
                  <a:pt x="324641" y="53113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90">
            <a:extLst>
              <a:ext uri="{FF2B5EF4-FFF2-40B4-BE49-F238E27FC236}">
                <a16:creationId xmlns:a16="http://schemas.microsoft.com/office/drawing/2014/main" id="{7891FAC3-CF5E-4777-8801-7C35A91401F7}"/>
              </a:ext>
            </a:extLst>
          </p:cNvPr>
          <p:cNvSpPr/>
          <p:nvPr/>
        </p:nvSpPr>
        <p:spPr>
          <a:xfrm rot="5869972">
            <a:off x="6417551" y="2317459"/>
            <a:ext cx="325150" cy="379250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28851 w 463076"/>
              <a:gd name="connsiteY0" fmla="*/ 10991 h 540125"/>
              <a:gd name="connsiteX1" fmla="*/ 15642 w 463076"/>
              <a:gd name="connsiteY1" fmla="*/ 68279 h 540125"/>
              <a:gd name="connsiteX2" fmla="*/ 443798 w 463076"/>
              <a:gd name="connsiteY2" fmla="*/ 460993 h 540125"/>
              <a:gd name="connsiteX3" fmla="*/ 329498 w 463076"/>
              <a:gd name="connsiteY3" fmla="*/ 537193 h 54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076" h="540125">
                <a:moveTo>
                  <a:pt x="128851" y="10991"/>
                </a:moveTo>
                <a:cubicBezTo>
                  <a:pt x="53444" y="-9647"/>
                  <a:pt x="-36849" y="-6721"/>
                  <a:pt x="15642" y="68279"/>
                </a:cubicBezTo>
                <a:cubicBezTo>
                  <a:pt x="68133" y="143279"/>
                  <a:pt x="391489" y="382841"/>
                  <a:pt x="443798" y="460993"/>
                </a:cubicBezTo>
                <a:cubicBezTo>
                  <a:pt x="496107" y="539145"/>
                  <a:pt x="436654" y="545924"/>
                  <a:pt x="329498" y="537193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91">
            <a:extLst>
              <a:ext uri="{FF2B5EF4-FFF2-40B4-BE49-F238E27FC236}">
                <a16:creationId xmlns:a16="http://schemas.microsoft.com/office/drawing/2014/main" id="{8E24D1DE-8A7B-4BA7-9C53-978A08782429}"/>
              </a:ext>
            </a:extLst>
          </p:cNvPr>
          <p:cNvSpPr/>
          <p:nvPr/>
        </p:nvSpPr>
        <p:spPr>
          <a:xfrm rot="7237128">
            <a:off x="6533655" y="2578139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92">
            <a:extLst>
              <a:ext uri="{FF2B5EF4-FFF2-40B4-BE49-F238E27FC236}">
                <a16:creationId xmlns:a16="http://schemas.microsoft.com/office/drawing/2014/main" id="{3AEAA3DB-6A2D-432C-A94B-C8F53068EB67}"/>
              </a:ext>
            </a:extLst>
          </p:cNvPr>
          <p:cNvSpPr/>
          <p:nvPr/>
        </p:nvSpPr>
        <p:spPr>
          <a:xfrm rot="8611987">
            <a:off x="6562859" y="2872126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93">
            <a:extLst>
              <a:ext uri="{FF2B5EF4-FFF2-40B4-BE49-F238E27FC236}">
                <a16:creationId xmlns:a16="http://schemas.microsoft.com/office/drawing/2014/main" id="{F111AB35-A908-47BA-A69F-4422F2EB31EF}"/>
              </a:ext>
            </a:extLst>
          </p:cNvPr>
          <p:cNvSpPr/>
          <p:nvPr/>
        </p:nvSpPr>
        <p:spPr>
          <a:xfrm rot="9242669">
            <a:off x="6485227" y="3182991"/>
            <a:ext cx="321109" cy="379221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18575 w 457320"/>
              <a:gd name="connsiteY0" fmla="*/ 7373 h 540085"/>
              <a:gd name="connsiteX1" fmla="*/ 18047 w 457320"/>
              <a:gd name="connsiteY1" fmla="*/ 86953 h 540085"/>
              <a:gd name="connsiteX2" fmla="*/ 446203 w 457320"/>
              <a:gd name="connsiteY2" fmla="*/ 479667 h 540085"/>
              <a:gd name="connsiteX3" fmla="*/ 286227 w 457320"/>
              <a:gd name="connsiteY3" fmla="*/ 533633 h 540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320" h="540085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401506" y="405220"/>
                  <a:pt x="446203" y="479667"/>
                </a:cubicBezTo>
                <a:cubicBezTo>
                  <a:pt x="490900" y="554114"/>
                  <a:pt x="393383" y="542364"/>
                  <a:pt x="286227" y="533633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1" name="组合 410"/>
          <p:cNvGrpSpPr/>
          <p:nvPr/>
        </p:nvGrpSpPr>
        <p:grpSpPr>
          <a:xfrm rot="10800000" flipH="1" flipV="1">
            <a:off x="6188546" y="5169269"/>
            <a:ext cx="175663" cy="95522"/>
            <a:chOff x="1406718" y="4056765"/>
            <a:chExt cx="3039525" cy="827195"/>
          </a:xfrm>
        </p:grpSpPr>
        <p:sp>
          <p:nvSpPr>
            <p:cNvPr id="412" name="任意多边形 41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3" name="矩形 41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4" name="任意多边形 41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5" name="任意多边形 41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6" name="任意多边形 41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3320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25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24" grpId="0" animBg="1"/>
      <p:bldP spid="425" grpId="0" animBg="1"/>
      <p:bldP spid="4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62">
            <a:extLst>
              <a:ext uri="{FF2B5EF4-FFF2-40B4-BE49-F238E27FC236}">
                <a16:creationId xmlns:a16="http://schemas.microsoft.com/office/drawing/2014/main" id="{02DFCFA7-553E-4CDB-8129-E3571AB77067}"/>
              </a:ext>
            </a:extLst>
          </p:cNvPr>
          <p:cNvSpPr/>
          <p:nvPr/>
        </p:nvSpPr>
        <p:spPr>
          <a:xfrm>
            <a:off x="4812298" y="1952537"/>
            <a:ext cx="2108392" cy="2108391"/>
          </a:xfrm>
          <a:custGeom>
            <a:avLst/>
            <a:gdLst>
              <a:gd name="connsiteX0" fmla="*/ 1501379 w 3002758"/>
              <a:gd name="connsiteY0" fmla="*/ 0 h 3002758"/>
              <a:gd name="connsiteX1" fmla="*/ 3002758 w 3002758"/>
              <a:gd name="connsiteY1" fmla="*/ 1501379 h 3002758"/>
              <a:gd name="connsiteX2" fmla="*/ 1501379 w 3002758"/>
              <a:gd name="connsiteY2" fmla="*/ 3002758 h 3002758"/>
              <a:gd name="connsiteX3" fmla="*/ 0 w 3002758"/>
              <a:gd name="connsiteY3" fmla="*/ 1501379 h 3002758"/>
              <a:gd name="connsiteX4" fmla="*/ 1501379 w 3002758"/>
              <a:gd name="connsiteY4" fmla="*/ 0 h 3002758"/>
              <a:gd name="connsiteX5" fmla="*/ 1483520 w 3002758"/>
              <a:gd name="connsiteY5" fmla="*/ 516732 h 3002758"/>
              <a:gd name="connsiteX6" fmla="*/ 488157 w 3002758"/>
              <a:gd name="connsiteY6" fmla="*/ 1512095 h 3002758"/>
              <a:gd name="connsiteX7" fmla="*/ 1483520 w 3002758"/>
              <a:gd name="connsiteY7" fmla="*/ 2507458 h 3002758"/>
              <a:gd name="connsiteX8" fmla="*/ 2478883 w 3002758"/>
              <a:gd name="connsiteY8" fmla="*/ 1512095 h 3002758"/>
              <a:gd name="connsiteX9" fmla="*/ 1483520 w 3002758"/>
              <a:gd name="connsiteY9" fmla="*/ 516732 h 3002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02758" h="3002758">
                <a:moveTo>
                  <a:pt x="1501379" y="0"/>
                </a:moveTo>
                <a:cubicBezTo>
                  <a:pt x="2330568" y="0"/>
                  <a:pt x="3002758" y="672190"/>
                  <a:pt x="3002758" y="1501379"/>
                </a:cubicBezTo>
                <a:cubicBezTo>
                  <a:pt x="3002758" y="2330568"/>
                  <a:pt x="2330568" y="3002758"/>
                  <a:pt x="1501379" y="3002758"/>
                </a:cubicBezTo>
                <a:cubicBezTo>
                  <a:pt x="672190" y="3002758"/>
                  <a:pt x="0" y="2330568"/>
                  <a:pt x="0" y="1501379"/>
                </a:cubicBezTo>
                <a:cubicBezTo>
                  <a:pt x="0" y="672190"/>
                  <a:pt x="672190" y="0"/>
                  <a:pt x="1501379" y="0"/>
                </a:cubicBezTo>
                <a:close/>
                <a:moveTo>
                  <a:pt x="1483520" y="516732"/>
                </a:moveTo>
                <a:cubicBezTo>
                  <a:pt x="933796" y="516732"/>
                  <a:pt x="488157" y="962371"/>
                  <a:pt x="488157" y="1512095"/>
                </a:cubicBezTo>
                <a:cubicBezTo>
                  <a:pt x="488157" y="2061819"/>
                  <a:pt x="933796" y="2507458"/>
                  <a:pt x="1483520" y="2507458"/>
                </a:cubicBezTo>
                <a:cubicBezTo>
                  <a:pt x="2033244" y="2507458"/>
                  <a:pt x="2478883" y="2061819"/>
                  <a:pt x="2478883" y="1512095"/>
                </a:cubicBezTo>
                <a:cubicBezTo>
                  <a:pt x="2478883" y="962371"/>
                  <a:pt x="2033244" y="516732"/>
                  <a:pt x="1483520" y="516732"/>
                </a:cubicBezTo>
                <a:close/>
              </a:path>
            </a:pathLst>
          </a:custGeom>
          <a:gradFill flip="none" rotWithShape="1">
            <a:gsLst>
              <a:gs pos="60000">
                <a:srgbClr val="696969"/>
              </a:gs>
              <a:gs pos="70000">
                <a:schemeClr val="tx1">
                  <a:lumMod val="65000"/>
                  <a:lumOff val="35000"/>
                </a:schemeClr>
              </a:gs>
              <a:gs pos="45000">
                <a:schemeClr val="tx1">
                  <a:lumMod val="75000"/>
                  <a:lumOff val="2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1" name="矩形 3"/>
          <p:cNvSpPr/>
          <p:nvPr/>
        </p:nvSpPr>
        <p:spPr>
          <a:xfrm>
            <a:off x="4810491" y="2987421"/>
            <a:ext cx="364730" cy="211370"/>
          </a:xfrm>
          <a:custGeom>
            <a:avLst/>
            <a:gdLst>
              <a:gd name="connsiteX0" fmla="*/ 0 w 362923"/>
              <a:gd name="connsiteY0" fmla="*/ 0 h 154484"/>
              <a:gd name="connsiteX1" fmla="*/ 362923 w 362923"/>
              <a:gd name="connsiteY1" fmla="*/ 0 h 154484"/>
              <a:gd name="connsiteX2" fmla="*/ 362923 w 362923"/>
              <a:gd name="connsiteY2" fmla="*/ 154484 h 154484"/>
              <a:gd name="connsiteX3" fmla="*/ 0 w 362923"/>
              <a:gd name="connsiteY3" fmla="*/ 154484 h 154484"/>
              <a:gd name="connsiteX4" fmla="*/ 0 w 362923"/>
              <a:gd name="connsiteY4" fmla="*/ 0 h 154484"/>
              <a:gd name="connsiteX0" fmla="*/ 0 w 362923"/>
              <a:gd name="connsiteY0" fmla="*/ 0 h 154484"/>
              <a:gd name="connsiteX1" fmla="*/ 346255 w 362923"/>
              <a:gd name="connsiteY1" fmla="*/ 4763 h 154484"/>
              <a:gd name="connsiteX2" fmla="*/ 362923 w 362923"/>
              <a:gd name="connsiteY2" fmla="*/ 154484 h 154484"/>
              <a:gd name="connsiteX3" fmla="*/ 0 w 362923"/>
              <a:gd name="connsiteY3" fmla="*/ 154484 h 154484"/>
              <a:gd name="connsiteX4" fmla="*/ 0 w 362923"/>
              <a:gd name="connsiteY4" fmla="*/ 0 h 154484"/>
              <a:gd name="connsiteX0" fmla="*/ 0 w 362923"/>
              <a:gd name="connsiteY0" fmla="*/ 0 h 154484"/>
              <a:gd name="connsiteX1" fmla="*/ 346255 w 362923"/>
              <a:gd name="connsiteY1" fmla="*/ 4763 h 154484"/>
              <a:gd name="connsiteX2" fmla="*/ 362923 w 362923"/>
              <a:gd name="connsiteY2" fmla="*/ 154484 h 154484"/>
              <a:gd name="connsiteX3" fmla="*/ 7144 w 362923"/>
              <a:gd name="connsiteY3" fmla="*/ 152102 h 154484"/>
              <a:gd name="connsiteX4" fmla="*/ 0 w 362923"/>
              <a:gd name="connsiteY4" fmla="*/ 0 h 154484"/>
              <a:gd name="connsiteX0" fmla="*/ 0 w 353398"/>
              <a:gd name="connsiteY0" fmla="*/ 0 h 152102"/>
              <a:gd name="connsiteX1" fmla="*/ 346255 w 353398"/>
              <a:gd name="connsiteY1" fmla="*/ 4763 h 152102"/>
              <a:gd name="connsiteX2" fmla="*/ 353398 w 353398"/>
              <a:gd name="connsiteY2" fmla="*/ 149721 h 152102"/>
              <a:gd name="connsiteX3" fmla="*/ 7144 w 353398"/>
              <a:gd name="connsiteY3" fmla="*/ 152102 h 152102"/>
              <a:gd name="connsiteX4" fmla="*/ 0 w 353398"/>
              <a:gd name="connsiteY4" fmla="*/ 0 h 152102"/>
              <a:gd name="connsiteX0" fmla="*/ 0 w 353398"/>
              <a:gd name="connsiteY0" fmla="*/ 0 h 152102"/>
              <a:gd name="connsiteX1" fmla="*/ 346255 w 353398"/>
              <a:gd name="connsiteY1" fmla="*/ 4763 h 152102"/>
              <a:gd name="connsiteX2" fmla="*/ 353398 w 353398"/>
              <a:gd name="connsiteY2" fmla="*/ 149721 h 152102"/>
              <a:gd name="connsiteX3" fmla="*/ 7144 w 353398"/>
              <a:gd name="connsiteY3" fmla="*/ 152102 h 152102"/>
              <a:gd name="connsiteX4" fmla="*/ 0 w 353398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36826 w 344633"/>
              <a:gd name="connsiteY0" fmla="*/ 666 h 147773"/>
              <a:gd name="connsiteX1" fmla="*/ 339872 w 344633"/>
              <a:gd name="connsiteY1" fmla="*/ 434 h 147773"/>
              <a:gd name="connsiteX2" fmla="*/ 344633 w 344633"/>
              <a:gd name="connsiteY2" fmla="*/ 140630 h 147773"/>
              <a:gd name="connsiteX3" fmla="*/ 761 w 344633"/>
              <a:gd name="connsiteY3" fmla="*/ 147773 h 147773"/>
              <a:gd name="connsiteX4" fmla="*/ 36826 w 344633"/>
              <a:gd name="connsiteY4" fmla="*/ 666 h 147773"/>
              <a:gd name="connsiteX0" fmla="*/ 0 w 307807"/>
              <a:gd name="connsiteY0" fmla="*/ 666 h 147773"/>
              <a:gd name="connsiteX1" fmla="*/ 303046 w 307807"/>
              <a:gd name="connsiteY1" fmla="*/ 434 h 147773"/>
              <a:gd name="connsiteX2" fmla="*/ 307807 w 307807"/>
              <a:gd name="connsiteY2" fmla="*/ 140630 h 147773"/>
              <a:gd name="connsiteX3" fmla="*/ 12780 w 307807"/>
              <a:gd name="connsiteY3" fmla="*/ 147773 h 147773"/>
              <a:gd name="connsiteX4" fmla="*/ 0 w 307807"/>
              <a:gd name="connsiteY4" fmla="*/ 666 h 147773"/>
              <a:gd name="connsiteX0" fmla="*/ 0 w 303046"/>
              <a:gd name="connsiteY0" fmla="*/ 666 h 147773"/>
              <a:gd name="connsiteX1" fmla="*/ 303046 w 303046"/>
              <a:gd name="connsiteY1" fmla="*/ 434 h 147773"/>
              <a:gd name="connsiteX2" fmla="*/ 290899 w 303046"/>
              <a:gd name="connsiteY2" fmla="*/ 140630 h 147773"/>
              <a:gd name="connsiteX3" fmla="*/ 12780 w 303046"/>
              <a:gd name="connsiteY3" fmla="*/ 147773 h 147773"/>
              <a:gd name="connsiteX4" fmla="*/ 0 w 303046"/>
              <a:gd name="connsiteY4" fmla="*/ 666 h 147773"/>
              <a:gd name="connsiteX0" fmla="*/ 0 w 290899"/>
              <a:gd name="connsiteY0" fmla="*/ 666 h 147773"/>
              <a:gd name="connsiteX1" fmla="*/ 274866 w 290899"/>
              <a:gd name="connsiteY1" fmla="*/ 434 h 147773"/>
              <a:gd name="connsiteX2" fmla="*/ 290899 w 290899"/>
              <a:gd name="connsiteY2" fmla="*/ 140630 h 147773"/>
              <a:gd name="connsiteX3" fmla="*/ 12780 w 290899"/>
              <a:gd name="connsiteY3" fmla="*/ 147773 h 147773"/>
              <a:gd name="connsiteX4" fmla="*/ 0 w 290899"/>
              <a:gd name="connsiteY4" fmla="*/ 666 h 147773"/>
              <a:gd name="connsiteX0" fmla="*/ 0 w 290899"/>
              <a:gd name="connsiteY0" fmla="*/ 666 h 147773"/>
              <a:gd name="connsiteX1" fmla="*/ 274866 w 290899"/>
              <a:gd name="connsiteY1" fmla="*/ 434 h 147773"/>
              <a:gd name="connsiteX2" fmla="*/ 290899 w 290899"/>
              <a:gd name="connsiteY2" fmla="*/ 140630 h 147773"/>
              <a:gd name="connsiteX3" fmla="*/ 12780 w 290899"/>
              <a:gd name="connsiteY3" fmla="*/ 147773 h 147773"/>
              <a:gd name="connsiteX4" fmla="*/ 0 w 290899"/>
              <a:gd name="connsiteY4" fmla="*/ 666 h 147773"/>
              <a:gd name="connsiteX0" fmla="*/ 0 w 289021"/>
              <a:gd name="connsiteY0" fmla="*/ 666 h 147773"/>
              <a:gd name="connsiteX1" fmla="*/ 274866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2988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021" h="147773">
                <a:moveTo>
                  <a:pt x="0" y="666"/>
                </a:moveTo>
                <a:cubicBezTo>
                  <a:pt x="115418" y="2254"/>
                  <a:pt x="155692" y="-1154"/>
                  <a:pt x="271110" y="434"/>
                </a:cubicBezTo>
                <a:cubicBezTo>
                  <a:pt x="268729" y="51134"/>
                  <a:pt x="271610" y="100635"/>
                  <a:pt x="289021" y="140630"/>
                </a:cubicBezTo>
                <a:lnTo>
                  <a:pt x="12780" y="147773"/>
                </a:lnTo>
                <a:cubicBezTo>
                  <a:pt x="-1878" y="97072"/>
                  <a:pt x="2381" y="51367"/>
                  <a:pt x="0" y="666"/>
                </a:cubicBezTo>
                <a:close/>
              </a:path>
            </a:pathLst>
          </a:cu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E59B1C6-8A0B-4213-B837-2BE719F22B27}"/>
              </a:ext>
            </a:extLst>
          </p:cNvPr>
          <p:cNvCxnSpPr/>
          <p:nvPr/>
        </p:nvCxnSpPr>
        <p:spPr>
          <a:xfrm flipV="1">
            <a:off x="4105170" y="2881741"/>
            <a:ext cx="713101" cy="4459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74F37268-5F01-4B5C-A7A1-A0118A95017B}"/>
              </a:ext>
            </a:extLst>
          </p:cNvPr>
          <p:cNvSpPr/>
          <p:nvPr/>
        </p:nvSpPr>
        <p:spPr>
          <a:xfrm>
            <a:off x="4038289" y="2854075"/>
            <a:ext cx="64253" cy="64253"/>
          </a:xfrm>
          <a:prstGeom prst="ellipse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58"/>
          <p:cNvSpPr/>
          <p:nvPr/>
        </p:nvSpPr>
        <p:spPr>
          <a:xfrm>
            <a:off x="4406372" y="2282629"/>
            <a:ext cx="190703" cy="287964"/>
          </a:xfrm>
          <a:custGeom>
            <a:avLst/>
            <a:gdLst>
              <a:gd name="connsiteX0" fmla="*/ 0 w 891788"/>
              <a:gd name="connsiteY0" fmla="*/ 0 h 2889485"/>
              <a:gd name="connsiteX1" fmla="*/ 891788 w 891788"/>
              <a:gd name="connsiteY1" fmla="*/ 0 h 2889485"/>
              <a:gd name="connsiteX2" fmla="*/ 891788 w 891788"/>
              <a:gd name="connsiteY2" fmla="*/ 2889485 h 2889485"/>
              <a:gd name="connsiteX3" fmla="*/ 0 w 891788"/>
              <a:gd name="connsiteY3" fmla="*/ 2889485 h 2889485"/>
              <a:gd name="connsiteX4" fmla="*/ 0 w 891788"/>
              <a:gd name="connsiteY4" fmla="*/ 0 h 2889485"/>
              <a:gd name="connsiteX0" fmla="*/ 0 w 1820476"/>
              <a:gd name="connsiteY0" fmla="*/ 0 h 2889485"/>
              <a:gd name="connsiteX1" fmla="*/ 1820476 w 1820476"/>
              <a:gd name="connsiteY1" fmla="*/ 133350 h 2889485"/>
              <a:gd name="connsiteX2" fmla="*/ 891788 w 1820476"/>
              <a:gd name="connsiteY2" fmla="*/ 2889485 h 2889485"/>
              <a:gd name="connsiteX3" fmla="*/ 0 w 1820476"/>
              <a:gd name="connsiteY3" fmla="*/ 2889485 h 2889485"/>
              <a:gd name="connsiteX4" fmla="*/ 0 w 1820476"/>
              <a:gd name="connsiteY4" fmla="*/ 0 h 288948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938212 w 1820476"/>
              <a:gd name="connsiteY4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938212 w 1820476"/>
              <a:gd name="connsiteY5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439351 w 1820476"/>
              <a:gd name="connsiteY5" fmla="*/ 1446447 h 2756135"/>
              <a:gd name="connsiteX6" fmla="*/ 938212 w 1820476"/>
              <a:gd name="connsiteY6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439351 w 1820476"/>
              <a:gd name="connsiteY5" fmla="*/ 1446447 h 2756135"/>
              <a:gd name="connsiteX6" fmla="*/ 938212 w 1820476"/>
              <a:gd name="connsiteY6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439351 w 1820476"/>
              <a:gd name="connsiteY5" fmla="*/ 1446447 h 2756135"/>
              <a:gd name="connsiteX6" fmla="*/ 938212 w 1820476"/>
              <a:gd name="connsiteY6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938212 w 1820476"/>
              <a:gd name="connsiteY6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742563 w 1820476"/>
              <a:gd name="connsiteY6" fmla="*/ 54474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1096576 w 1820476"/>
              <a:gd name="connsiteY7" fmla="*/ 77228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39402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39402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39402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39402 w 1820476"/>
              <a:gd name="connsiteY7" fmla="*/ 301066 h 2756135"/>
              <a:gd name="connsiteX8" fmla="*/ 938212 w 1820476"/>
              <a:gd name="connsiteY8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891788 w 1825239"/>
              <a:gd name="connsiteY2" fmla="*/ 2756135 h 2756135"/>
              <a:gd name="connsiteX3" fmla="*/ 0 w 1825239"/>
              <a:gd name="connsiteY3" fmla="*/ 2756135 h 2756135"/>
              <a:gd name="connsiteX4" fmla="*/ 101213 w 1825239"/>
              <a:gd name="connsiteY4" fmla="*/ 2451335 h 2756135"/>
              <a:gd name="connsiteX5" fmla="*/ 372676 w 1825239"/>
              <a:gd name="connsiteY5" fmla="*/ 2465622 h 2756135"/>
              <a:gd name="connsiteX6" fmla="*/ 1104513 w 1825239"/>
              <a:gd name="connsiteY6" fmla="*/ 297097 h 2756135"/>
              <a:gd name="connsiteX7" fmla="*/ 839402 w 1825239"/>
              <a:gd name="connsiteY7" fmla="*/ 301066 h 2756135"/>
              <a:gd name="connsiteX8" fmla="*/ 938212 w 1825239"/>
              <a:gd name="connsiteY8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980688 w 1825239"/>
              <a:gd name="connsiteY2" fmla="*/ 2462447 h 2756135"/>
              <a:gd name="connsiteX3" fmla="*/ 891788 w 1825239"/>
              <a:gd name="connsiteY3" fmla="*/ 2756135 h 2756135"/>
              <a:gd name="connsiteX4" fmla="*/ 0 w 1825239"/>
              <a:gd name="connsiteY4" fmla="*/ 2756135 h 2756135"/>
              <a:gd name="connsiteX5" fmla="*/ 101213 w 1825239"/>
              <a:gd name="connsiteY5" fmla="*/ 2451335 h 2756135"/>
              <a:gd name="connsiteX6" fmla="*/ 372676 w 1825239"/>
              <a:gd name="connsiteY6" fmla="*/ 2465622 h 2756135"/>
              <a:gd name="connsiteX7" fmla="*/ 1104513 w 1825239"/>
              <a:gd name="connsiteY7" fmla="*/ 297097 h 2756135"/>
              <a:gd name="connsiteX8" fmla="*/ 839402 w 1825239"/>
              <a:gd name="connsiteY8" fmla="*/ 301066 h 2756135"/>
              <a:gd name="connsiteX9" fmla="*/ 938212 w 1825239"/>
              <a:gd name="connsiteY9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063238 w 1825239"/>
              <a:gd name="connsiteY2" fmla="*/ 2205272 h 2756135"/>
              <a:gd name="connsiteX3" fmla="*/ 980688 w 1825239"/>
              <a:gd name="connsiteY3" fmla="*/ 2462447 h 2756135"/>
              <a:gd name="connsiteX4" fmla="*/ 891788 w 1825239"/>
              <a:gd name="connsiteY4" fmla="*/ 2756135 h 2756135"/>
              <a:gd name="connsiteX5" fmla="*/ 0 w 1825239"/>
              <a:gd name="connsiteY5" fmla="*/ 2756135 h 2756135"/>
              <a:gd name="connsiteX6" fmla="*/ 101213 w 1825239"/>
              <a:gd name="connsiteY6" fmla="*/ 2451335 h 2756135"/>
              <a:gd name="connsiteX7" fmla="*/ 372676 w 1825239"/>
              <a:gd name="connsiteY7" fmla="*/ 2465622 h 2756135"/>
              <a:gd name="connsiteX8" fmla="*/ 1104513 w 1825239"/>
              <a:gd name="connsiteY8" fmla="*/ 297097 h 2756135"/>
              <a:gd name="connsiteX9" fmla="*/ 839402 w 1825239"/>
              <a:gd name="connsiteY9" fmla="*/ 301066 h 2756135"/>
              <a:gd name="connsiteX10" fmla="*/ 938212 w 1825239"/>
              <a:gd name="connsiteY10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1063238 w 1825239"/>
              <a:gd name="connsiteY3" fmla="*/ 2205272 h 2756135"/>
              <a:gd name="connsiteX4" fmla="*/ 980688 w 1825239"/>
              <a:gd name="connsiteY4" fmla="*/ 2462447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1063238 w 1825239"/>
              <a:gd name="connsiteY3" fmla="*/ 220527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736213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733038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733038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37913 w 1825239"/>
              <a:gd name="connsiteY2" fmla="*/ 478072 h 2756135"/>
              <a:gd name="connsiteX3" fmla="*/ 733038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3313 w 1825239"/>
              <a:gd name="connsiteY2" fmla="*/ 478072 h 2756135"/>
              <a:gd name="connsiteX3" fmla="*/ 733038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3313 w 1825239"/>
              <a:gd name="connsiteY2" fmla="*/ 478072 h 2756135"/>
              <a:gd name="connsiteX3" fmla="*/ 17236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3313 w 1825239"/>
              <a:gd name="connsiteY2" fmla="*/ 478072 h 2756135"/>
              <a:gd name="connsiteX3" fmla="*/ 17236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3313 w 1825239"/>
              <a:gd name="connsiteY2" fmla="*/ 478072 h 2756135"/>
              <a:gd name="connsiteX3" fmla="*/ 17236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825238 w 1825239"/>
              <a:gd name="connsiteY2" fmla="*/ 547922 h 2756135"/>
              <a:gd name="connsiteX3" fmla="*/ 17236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825238 w 1825239"/>
              <a:gd name="connsiteY2" fmla="*/ 547922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36338 w 1825239"/>
              <a:gd name="connsiteY2" fmla="*/ 312972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36338 w 1825239"/>
              <a:gd name="connsiteY2" fmla="*/ 312972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25239" h="2756135">
                <a:moveTo>
                  <a:pt x="938212" y="0"/>
                </a:moveTo>
                <a:lnTo>
                  <a:pt x="1825239" y="0"/>
                </a:lnTo>
                <a:cubicBezTo>
                  <a:pt x="1760946" y="196928"/>
                  <a:pt x="1773644" y="139818"/>
                  <a:pt x="1729194" y="296304"/>
                </a:cubicBezTo>
                <a:cubicBezTo>
                  <a:pt x="1581292" y="301634"/>
                  <a:pt x="1619922" y="301330"/>
                  <a:pt x="1456938" y="303447"/>
                </a:cubicBezTo>
                <a:cubicBezTo>
                  <a:pt x="1427304" y="390495"/>
                  <a:pt x="855276" y="2093618"/>
                  <a:pt x="733038" y="2452922"/>
                </a:cubicBezTo>
                <a:lnTo>
                  <a:pt x="990213" y="2459272"/>
                </a:lnTo>
                <a:lnTo>
                  <a:pt x="891788" y="2756135"/>
                </a:lnTo>
                <a:lnTo>
                  <a:pt x="0" y="2756135"/>
                </a:lnTo>
                <a:lnTo>
                  <a:pt x="101213" y="2451335"/>
                </a:lnTo>
                <a:lnTo>
                  <a:pt x="372676" y="2465622"/>
                </a:lnTo>
                <a:cubicBezTo>
                  <a:pt x="508143" y="2081182"/>
                  <a:pt x="738594" y="1381359"/>
                  <a:pt x="1104513" y="297097"/>
                </a:cubicBezTo>
                <a:cubicBezTo>
                  <a:pt x="932667" y="298288"/>
                  <a:pt x="967132" y="302957"/>
                  <a:pt x="839402" y="301066"/>
                </a:cubicBezTo>
                <a:cubicBezTo>
                  <a:pt x="873597" y="203925"/>
                  <a:pt x="884237" y="153364"/>
                  <a:pt x="938212" y="0"/>
                </a:cubicBezTo>
                <a:close/>
              </a:path>
            </a:pathLst>
          </a:custGeom>
          <a:solidFill>
            <a:srgbClr val="FFFF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357287" y="2703466"/>
            <a:ext cx="331968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组合 194"/>
          <p:cNvGrpSpPr/>
          <p:nvPr/>
        </p:nvGrpSpPr>
        <p:grpSpPr>
          <a:xfrm rot="5400000" flipH="1" flipV="1">
            <a:off x="4874141" y="3049290"/>
            <a:ext cx="175663" cy="95522"/>
            <a:chOff x="1406718" y="4056765"/>
            <a:chExt cx="3039525" cy="827195"/>
          </a:xfrm>
        </p:grpSpPr>
        <p:sp>
          <p:nvSpPr>
            <p:cNvPr id="196" name="任意多边形 19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矩形 19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任意多边形 19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任意多边形 19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任意多边形 19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01" name="组合 200"/>
          <p:cNvGrpSpPr/>
          <p:nvPr/>
        </p:nvGrpSpPr>
        <p:grpSpPr>
          <a:xfrm rot="4065100" flipH="1" flipV="1">
            <a:off x="4973533" y="3317224"/>
            <a:ext cx="175663" cy="95522"/>
            <a:chOff x="1406718" y="4056765"/>
            <a:chExt cx="3039525" cy="827195"/>
          </a:xfrm>
        </p:grpSpPr>
        <p:sp>
          <p:nvSpPr>
            <p:cNvPr id="202" name="任意多边形 20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 20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任意多边形 20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任意多边形 20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任意多边形 20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07" name="组合 206"/>
          <p:cNvGrpSpPr/>
          <p:nvPr/>
        </p:nvGrpSpPr>
        <p:grpSpPr>
          <a:xfrm rot="2569264" flipH="1" flipV="1">
            <a:off x="5134250" y="3565748"/>
            <a:ext cx="175663" cy="95522"/>
            <a:chOff x="1406718" y="4056765"/>
            <a:chExt cx="3039525" cy="827195"/>
          </a:xfrm>
        </p:grpSpPr>
        <p:sp>
          <p:nvSpPr>
            <p:cNvPr id="208" name="任意多边形 20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矩形 20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任意多边形 20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任意多边形 28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任意多边形 28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91" name="组合 290"/>
          <p:cNvGrpSpPr/>
          <p:nvPr/>
        </p:nvGrpSpPr>
        <p:grpSpPr>
          <a:xfrm rot="2244221" flipH="1" flipV="1">
            <a:off x="5337299" y="3758346"/>
            <a:ext cx="175663" cy="95522"/>
            <a:chOff x="1406718" y="4056765"/>
            <a:chExt cx="3039525" cy="827195"/>
          </a:xfrm>
        </p:grpSpPr>
        <p:sp>
          <p:nvSpPr>
            <p:cNvPr id="292" name="任意多边形 29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矩形 29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任意多边形 29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任意多边形 29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任意多边形 29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97" name="组合 296"/>
          <p:cNvGrpSpPr/>
          <p:nvPr/>
        </p:nvGrpSpPr>
        <p:grpSpPr>
          <a:xfrm rot="21168057" flipH="1" flipV="1">
            <a:off x="5830927" y="3874000"/>
            <a:ext cx="175663" cy="95522"/>
            <a:chOff x="1406718" y="4056765"/>
            <a:chExt cx="3039525" cy="827195"/>
          </a:xfrm>
        </p:grpSpPr>
        <p:sp>
          <p:nvSpPr>
            <p:cNvPr id="298" name="任意多边形 29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矩形 29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任意多边形 29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任意多边形 30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任意多边形 30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09" name="组合 308"/>
          <p:cNvGrpSpPr/>
          <p:nvPr/>
        </p:nvGrpSpPr>
        <p:grpSpPr>
          <a:xfrm rot="480038" flipH="1" flipV="1">
            <a:off x="5560942" y="3859758"/>
            <a:ext cx="175663" cy="95522"/>
            <a:chOff x="1406718" y="4056765"/>
            <a:chExt cx="3039525" cy="827195"/>
          </a:xfrm>
        </p:grpSpPr>
        <p:sp>
          <p:nvSpPr>
            <p:cNvPr id="310" name="任意多边形 30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1" name="矩形 31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任意多边形 31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3" name="任意多边形 31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任意多边形 31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5" name="组合 314"/>
          <p:cNvGrpSpPr/>
          <p:nvPr/>
        </p:nvGrpSpPr>
        <p:grpSpPr>
          <a:xfrm rot="20369844" flipH="1" flipV="1">
            <a:off x="6087943" y="3824682"/>
            <a:ext cx="175663" cy="95522"/>
            <a:chOff x="1406718" y="4056765"/>
            <a:chExt cx="3039525" cy="827195"/>
          </a:xfrm>
        </p:grpSpPr>
        <p:sp>
          <p:nvSpPr>
            <p:cNvPr id="316" name="任意多边形 31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7" name="矩形 31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8" name="任意多边形 31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7" name="任意多边形 33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8" name="任意多边形 33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39" name="组合 338"/>
          <p:cNvGrpSpPr/>
          <p:nvPr/>
        </p:nvGrpSpPr>
        <p:grpSpPr>
          <a:xfrm rot="18859629" flipH="1" flipV="1">
            <a:off x="6324995" y="3685525"/>
            <a:ext cx="175663" cy="95522"/>
            <a:chOff x="1406718" y="4056765"/>
            <a:chExt cx="3039525" cy="827195"/>
          </a:xfrm>
        </p:grpSpPr>
        <p:sp>
          <p:nvSpPr>
            <p:cNvPr id="340" name="任意多边形 33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1" name="矩形 34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" name="任意多边形 34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" name="任意多边形 34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任意多边形 34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45" name="组合 344"/>
          <p:cNvGrpSpPr/>
          <p:nvPr/>
        </p:nvGrpSpPr>
        <p:grpSpPr>
          <a:xfrm rot="18008050" flipH="1" flipV="1">
            <a:off x="6512086" y="3518348"/>
            <a:ext cx="175663" cy="95522"/>
            <a:chOff x="1406718" y="4056765"/>
            <a:chExt cx="3039525" cy="827195"/>
          </a:xfrm>
        </p:grpSpPr>
        <p:sp>
          <p:nvSpPr>
            <p:cNvPr id="346" name="任意多边形 34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矩形 34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8" name="任意多边形 34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任意多边形 34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0" name="任意多边形 34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51" name="组合 350"/>
          <p:cNvGrpSpPr/>
          <p:nvPr/>
        </p:nvGrpSpPr>
        <p:grpSpPr>
          <a:xfrm rot="17420823" flipH="1" flipV="1">
            <a:off x="6637178" y="3283311"/>
            <a:ext cx="175663" cy="95522"/>
            <a:chOff x="1406718" y="4056765"/>
            <a:chExt cx="3039525" cy="827195"/>
          </a:xfrm>
        </p:grpSpPr>
        <p:sp>
          <p:nvSpPr>
            <p:cNvPr id="352" name="任意多边形 35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3" name="矩形 35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4" name="任意多边形 35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5" name="任意多边形 35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6" name="任意多边形 35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57" name="组合 356"/>
          <p:cNvGrpSpPr/>
          <p:nvPr/>
        </p:nvGrpSpPr>
        <p:grpSpPr>
          <a:xfrm rot="15331559" flipH="1" flipV="1">
            <a:off x="6656154" y="2791773"/>
            <a:ext cx="175663" cy="95522"/>
            <a:chOff x="1406718" y="4056765"/>
            <a:chExt cx="3039525" cy="827195"/>
          </a:xfrm>
        </p:grpSpPr>
        <p:sp>
          <p:nvSpPr>
            <p:cNvPr id="358" name="任意多边形 35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" name="矩形 35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0" name="任意多边形 35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1" name="任意多边形 360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2" name="任意多边形 361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63" name="组合 362"/>
          <p:cNvGrpSpPr/>
          <p:nvPr/>
        </p:nvGrpSpPr>
        <p:grpSpPr>
          <a:xfrm rot="14708027" flipH="1" flipV="1">
            <a:off x="6583317" y="2567560"/>
            <a:ext cx="175663" cy="95522"/>
            <a:chOff x="1406718" y="4056765"/>
            <a:chExt cx="3039525" cy="827195"/>
          </a:xfrm>
        </p:grpSpPr>
        <p:sp>
          <p:nvSpPr>
            <p:cNvPr id="364" name="任意多边形 363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矩形 364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6" name="任意多边形 365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任意多边形 36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8" name="任意多边形 36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69" name="组合 368"/>
          <p:cNvGrpSpPr/>
          <p:nvPr/>
        </p:nvGrpSpPr>
        <p:grpSpPr>
          <a:xfrm rot="13766273" flipH="1" flipV="1">
            <a:off x="6427202" y="2326348"/>
            <a:ext cx="175663" cy="95522"/>
            <a:chOff x="1406718" y="4056765"/>
            <a:chExt cx="3039525" cy="827195"/>
          </a:xfrm>
        </p:grpSpPr>
        <p:sp>
          <p:nvSpPr>
            <p:cNvPr id="370" name="任意多边形 36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1" name="矩形 37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任意多边形 37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任意多边形 37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任意多边形 37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75" name="组合 374"/>
          <p:cNvGrpSpPr/>
          <p:nvPr/>
        </p:nvGrpSpPr>
        <p:grpSpPr>
          <a:xfrm rot="11095668" flipH="1" flipV="1">
            <a:off x="5912414" y="2106908"/>
            <a:ext cx="175663" cy="95522"/>
            <a:chOff x="1406718" y="4056765"/>
            <a:chExt cx="3039525" cy="827195"/>
          </a:xfrm>
        </p:grpSpPr>
        <p:sp>
          <p:nvSpPr>
            <p:cNvPr id="376" name="任意多边形 37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矩形 37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8" name="任意多边形 37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9" name="任意多边形 37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任意多边形 37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81" name="组合 380"/>
          <p:cNvGrpSpPr/>
          <p:nvPr/>
        </p:nvGrpSpPr>
        <p:grpSpPr>
          <a:xfrm rot="11982394" flipH="1" flipV="1">
            <a:off x="6181773" y="2156136"/>
            <a:ext cx="175663" cy="95522"/>
            <a:chOff x="1406718" y="4056765"/>
            <a:chExt cx="3039525" cy="827195"/>
          </a:xfrm>
        </p:grpSpPr>
        <p:sp>
          <p:nvSpPr>
            <p:cNvPr id="382" name="任意多边形 38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3" name="矩形 38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4" name="任意多边形 38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5" name="任意多边形 38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6" name="任意多边形 38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87" name="组合 386"/>
          <p:cNvGrpSpPr/>
          <p:nvPr/>
        </p:nvGrpSpPr>
        <p:grpSpPr>
          <a:xfrm rot="10406480" flipH="1" flipV="1">
            <a:off x="5601008" y="2112444"/>
            <a:ext cx="175663" cy="95522"/>
            <a:chOff x="1406718" y="4056765"/>
            <a:chExt cx="3039525" cy="827195"/>
          </a:xfrm>
        </p:grpSpPr>
        <p:sp>
          <p:nvSpPr>
            <p:cNvPr id="388" name="任意多边形 38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9" name="矩形 38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0" name="任意多边形 38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1" name="任意多边形 390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2" name="任意多边形 391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93" name="组合 392"/>
          <p:cNvGrpSpPr/>
          <p:nvPr/>
        </p:nvGrpSpPr>
        <p:grpSpPr>
          <a:xfrm rot="8937617" flipH="1" flipV="1">
            <a:off x="5297770" y="2200166"/>
            <a:ext cx="175663" cy="95522"/>
            <a:chOff x="1406718" y="4056765"/>
            <a:chExt cx="3039525" cy="827195"/>
          </a:xfrm>
        </p:grpSpPr>
        <p:sp>
          <p:nvSpPr>
            <p:cNvPr id="394" name="任意多边形 393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5" name="矩形 394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6" name="任意多边形 395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7" name="任意多边形 39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8" name="任意多边形 39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99" name="组合 398"/>
          <p:cNvGrpSpPr/>
          <p:nvPr/>
        </p:nvGrpSpPr>
        <p:grpSpPr>
          <a:xfrm rot="7271311" flipH="1" flipV="1">
            <a:off x="5092465" y="2382832"/>
            <a:ext cx="175663" cy="95522"/>
            <a:chOff x="1406718" y="4056765"/>
            <a:chExt cx="3039525" cy="827195"/>
          </a:xfrm>
        </p:grpSpPr>
        <p:sp>
          <p:nvSpPr>
            <p:cNvPr id="400" name="任意多边形 39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1" name="矩形 40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2" name="任意多边形 40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3" name="任意多边形 40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4" name="任意多边形 40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05" name="组合 404"/>
          <p:cNvGrpSpPr/>
          <p:nvPr/>
        </p:nvGrpSpPr>
        <p:grpSpPr>
          <a:xfrm rot="5809130" flipH="1" flipV="1">
            <a:off x="4930806" y="2698572"/>
            <a:ext cx="175663" cy="95522"/>
            <a:chOff x="1406718" y="4056765"/>
            <a:chExt cx="3039525" cy="827195"/>
          </a:xfrm>
        </p:grpSpPr>
        <p:sp>
          <p:nvSpPr>
            <p:cNvPr id="406" name="任意多边形 40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7" name="矩形 40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8" name="任意多边形 40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9" name="任意多边形 40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0" name="任意多边形 40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18" name="组合 417"/>
          <p:cNvGrpSpPr/>
          <p:nvPr/>
        </p:nvGrpSpPr>
        <p:grpSpPr>
          <a:xfrm rot="16200000" flipH="1" flipV="1">
            <a:off x="6685881" y="3038820"/>
            <a:ext cx="175663" cy="95522"/>
            <a:chOff x="1406718" y="4056765"/>
            <a:chExt cx="3039525" cy="827195"/>
          </a:xfrm>
        </p:grpSpPr>
        <p:sp>
          <p:nvSpPr>
            <p:cNvPr id="419" name="任意多边形 418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0" name="矩形 419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1" name="任意多边形 420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2" name="任意多边形 421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3" name="任意多边形 422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24" name="椭圆 423">
            <a:extLst>
              <a:ext uri="{FF2B5EF4-FFF2-40B4-BE49-F238E27FC236}">
                <a16:creationId xmlns:a16="http://schemas.microsoft.com/office/drawing/2014/main" id="{31000EAC-12C4-4564-B88B-DA79C65BC83C}"/>
              </a:ext>
            </a:extLst>
          </p:cNvPr>
          <p:cNvSpPr/>
          <p:nvPr/>
        </p:nvSpPr>
        <p:spPr>
          <a:xfrm>
            <a:off x="4897814" y="2043599"/>
            <a:ext cx="1912767" cy="1912767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5" name="椭圆 424">
            <a:extLst>
              <a:ext uri="{FF2B5EF4-FFF2-40B4-BE49-F238E27FC236}">
                <a16:creationId xmlns:a16="http://schemas.microsoft.com/office/drawing/2014/main" id="{9EEC4C5D-0E06-4917-A064-84B20B9F3C66}"/>
              </a:ext>
            </a:extLst>
          </p:cNvPr>
          <p:cNvSpPr/>
          <p:nvPr/>
        </p:nvSpPr>
        <p:spPr>
          <a:xfrm>
            <a:off x="5024211" y="2189721"/>
            <a:ext cx="1648146" cy="1632142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椭圆 425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4958007" y="2109802"/>
            <a:ext cx="1785695" cy="1785695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 78">
            <a:extLst>
              <a:ext uri="{FF2B5EF4-FFF2-40B4-BE49-F238E27FC236}">
                <a16:creationId xmlns:a16="http://schemas.microsoft.com/office/drawing/2014/main" id="{112AF28E-3083-4BF6-9A40-865C75E2AD94}"/>
              </a:ext>
            </a:extLst>
          </p:cNvPr>
          <p:cNvSpPr/>
          <p:nvPr/>
        </p:nvSpPr>
        <p:spPr>
          <a:xfrm rot="17923035">
            <a:off x="4991309" y="3307988"/>
            <a:ext cx="334469" cy="41223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18575 w 476348"/>
              <a:gd name="connsiteY0" fmla="*/ 7373 h 587098"/>
              <a:gd name="connsiteX1" fmla="*/ 18047 w 476348"/>
              <a:gd name="connsiteY1" fmla="*/ 86953 h 587098"/>
              <a:gd name="connsiteX2" fmla="*/ 446203 w 476348"/>
              <a:gd name="connsiteY2" fmla="*/ 479667 h 587098"/>
              <a:gd name="connsiteX3" fmla="*/ 369967 w 476348"/>
              <a:gd name="connsiteY3" fmla="*/ 585696 h 587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348" h="587098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87550" y="396543"/>
                  <a:pt x="446203" y="479667"/>
                </a:cubicBezTo>
                <a:cubicBezTo>
                  <a:pt x="504856" y="562791"/>
                  <a:pt x="477123" y="594427"/>
                  <a:pt x="369967" y="585696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17">
            <a:extLst>
              <a:ext uri="{FF2B5EF4-FFF2-40B4-BE49-F238E27FC236}">
                <a16:creationId xmlns:a16="http://schemas.microsoft.com/office/drawing/2014/main" id="{AD61CD7C-43E7-4E66-94D3-32AF6403289A}"/>
              </a:ext>
            </a:extLst>
          </p:cNvPr>
          <p:cNvSpPr/>
          <p:nvPr/>
        </p:nvSpPr>
        <p:spPr>
          <a:xfrm rot="20469177">
            <a:off x="4872885" y="2542726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66">
            <a:extLst>
              <a:ext uri="{FF2B5EF4-FFF2-40B4-BE49-F238E27FC236}">
                <a16:creationId xmlns:a16="http://schemas.microsoft.com/office/drawing/2014/main" id="{9AF94499-0328-4779-B7F9-535853A4C7C3}"/>
              </a:ext>
            </a:extLst>
          </p:cNvPr>
          <p:cNvSpPr/>
          <p:nvPr/>
        </p:nvSpPr>
        <p:spPr>
          <a:xfrm rot="20906147">
            <a:off x="4954689" y="2327381"/>
            <a:ext cx="320881" cy="36841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65936 w 456996"/>
              <a:gd name="connsiteY0" fmla="*/ 17099 h 524690"/>
              <a:gd name="connsiteX1" fmla="*/ 9562 w 456996"/>
              <a:gd name="connsiteY1" fmla="*/ 52844 h 524690"/>
              <a:gd name="connsiteX2" fmla="*/ 437718 w 456996"/>
              <a:gd name="connsiteY2" fmla="*/ 445558 h 524690"/>
              <a:gd name="connsiteX3" fmla="*/ 323418 w 456996"/>
              <a:gd name="connsiteY3" fmla="*/ 521758 h 524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996" h="524690">
                <a:moveTo>
                  <a:pt x="165936" y="17099"/>
                </a:moveTo>
                <a:cubicBezTo>
                  <a:pt x="90529" y="-3539"/>
                  <a:pt x="-35735" y="-18566"/>
                  <a:pt x="9562" y="52844"/>
                </a:cubicBezTo>
                <a:cubicBezTo>
                  <a:pt x="54859" y="124254"/>
                  <a:pt x="385409" y="367406"/>
                  <a:pt x="437718" y="445558"/>
                </a:cubicBezTo>
                <a:cubicBezTo>
                  <a:pt x="490027" y="523710"/>
                  <a:pt x="430574" y="530489"/>
                  <a:pt x="323418" y="521758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67">
            <a:extLst>
              <a:ext uri="{FF2B5EF4-FFF2-40B4-BE49-F238E27FC236}">
                <a16:creationId xmlns:a16="http://schemas.microsoft.com/office/drawing/2014/main" id="{4A744829-951B-48F7-A0ED-030527A15F75}"/>
              </a:ext>
            </a:extLst>
          </p:cNvPr>
          <p:cNvSpPr/>
          <p:nvPr/>
        </p:nvSpPr>
        <p:spPr>
          <a:xfrm>
            <a:off x="5121235" y="2153782"/>
            <a:ext cx="323017" cy="374227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4882 w 460038"/>
              <a:gd name="connsiteY0" fmla="*/ 13296 h 532972"/>
              <a:gd name="connsiteX1" fmla="*/ 12604 w 460038"/>
              <a:gd name="connsiteY1" fmla="*/ 61126 h 532972"/>
              <a:gd name="connsiteX2" fmla="*/ 440760 w 460038"/>
              <a:gd name="connsiteY2" fmla="*/ 453840 h 532972"/>
              <a:gd name="connsiteX3" fmla="*/ 326460 w 460038"/>
              <a:gd name="connsiteY3" fmla="*/ 530040 h 53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038" h="532972">
                <a:moveTo>
                  <a:pt x="144882" y="13296"/>
                </a:moveTo>
                <a:cubicBezTo>
                  <a:pt x="69475" y="-7342"/>
                  <a:pt x="-36709" y="-12298"/>
                  <a:pt x="12604" y="61126"/>
                </a:cubicBezTo>
                <a:cubicBezTo>
                  <a:pt x="61917" y="134550"/>
                  <a:pt x="388451" y="375688"/>
                  <a:pt x="440760" y="453840"/>
                </a:cubicBezTo>
                <a:cubicBezTo>
                  <a:pt x="493069" y="531992"/>
                  <a:pt x="433616" y="538771"/>
                  <a:pt x="326460" y="530040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68">
            <a:extLst>
              <a:ext uri="{FF2B5EF4-FFF2-40B4-BE49-F238E27FC236}">
                <a16:creationId xmlns:a16="http://schemas.microsoft.com/office/drawing/2014/main" id="{9F0CE6CA-4EDC-4F36-B55B-F779C637A2DE}"/>
              </a:ext>
            </a:extLst>
          </p:cNvPr>
          <p:cNvSpPr/>
          <p:nvPr/>
        </p:nvSpPr>
        <p:spPr>
          <a:xfrm rot="330716">
            <a:off x="6317325" y="3426714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69">
            <a:extLst>
              <a:ext uri="{FF2B5EF4-FFF2-40B4-BE49-F238E27FC236}">
                <a16:creationId xmlns:a16="http://schemas.microsoft.com/office/drawing/2014/main" id="{2DD18C0D-113A-41A7-A8C0-41EF511819B8}"/>
              </a:ext>
            </a:extLst>
          </p:cNvPr>
          <p:cNvSpPr/>
          <p:nvPr/>
        </p:nvSpPr>
        <p:spPr>
          <a:xfrm rot="11632424">
            <a:off x="6126308" y="3582669"/>
            <a:ext cx="293914" cy="395519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0758 w 460749"/>
              <a:gd name="connsiteY0" fmla="*/ 16036 h 526697"/>
              <a:gd name="connsiteX1" fmla="*/ 13315 w 460749"/>
              <a:gd name="connsiteY1" fmla="*/ 54851 h 526697"/>
              <a:gd name="connsiteX2" fmla="*/ 441471 w 460749"/>
              <a:gd name="connsiteY2" fmla="*/ 447565 h 526697"/>
              <a:gd name="connsiteX3" fmla="*/ 327171 w 460749"/>
              <a:gd name="connsiteY3" fmla="*/ 523765 h 526697"/>
              <a:gd name="connsiteX0" fmla="*/ 140758 w 459649"/>
              <a:gd name="connsiteY0" fmla="*/ 16036 h 496248"/>
              <a:gd name="connsiteX1" fmla="*/ 13315 w 459649"/>
              <a:gd name="connsiteY1" fmla="*/ 54851 h 496248"/>
              <a:gd name="connsiteX2" fmla="*/ 441471 w 459649"/>
              <a:gd name="connsiteY2" fmla="*/ 447565 h 496248"/>
              <a:gd name="connsiteX3" fmla="*/ 322236 w 459649"/>
              <a:gd name="connsiteY3" fmla="*/ 484407 h 496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649" h="496248">
                <a:moveTo>
                  <a:pt x="140758" y="16036"/>
                </a:moveTo>
                <a:cubicBezTo>
                  <a:pt x="65351" y="-4602"/>
                  <a:pt x="-36804" y="-17070"/>
                  <a:pt x="13315" y="54851"/>
                </a:cubicBezTo>
                <a:cubicBezTo>
                  <a:pt x="63434" y="126773"/>
                  <a:pt x="389984" y="375972"/>
                  <a:pt x="441471" y="447565"/>
                </a:cubicBezTo>
                <a:cubicBezTo>
                  <a:pt x="492958" y="519158"/>
                  <a:pt x="429392" y="493138"/>
                  <a:pt x="322236" y="48440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73">
            <a:extLst>
              <a:ext uri="{FF2B5EF4-FFF2-40B4-BE49-F238E27FC236}">
                <a16:creationId xmlns:a16="http://schemas.microsoft.com/office/drawing/2014/main" id="{D1819BB8-0BC0-4A94-8119-31613E63F5DF}"/>
              </a:ext>
            </a:extLst>
          </p:cNvPr>
          <p:cNvSpPr/>
          <p:nvPr/>
        </p:nvSpPr>
        <p:spPr>
          <a:xfrm rot="13319087">
            <a:off x="5858273" y="3660250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75">
            <a:extLst>
              <a:ext uri="{FF2B5EF4-FFF2-40B4-BE49-F238E27FC236}">
                <a16:creationId xmlns:a16="http://schemas.microsoft.com/office/drawing/2014/main" id="{D227644A-1C4F-403F-8F57-9CA1B1C8BB46}"/>
              </a:ext>
            </a:extLst>
          </p:cNvPr>
          <p:cNvSpPr/>
          <p:nvPr/>
        </p:nvSpPr>
        <p:spPr>
          <a:xfrm rot="16403266">
            <a:off x="5217298" y="3534137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>
            <a:off x="5076502" y="3436249"/>
            <a:ext cx="0" cy="872948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矩形 411"/>
          <p:cNvSpPr/>
          <p:nvPr/>
        </p:nvSpPr>
        <p:spPr>
          <a:xfrm>
            <a:off x="4773143" y="4319582"/>
            <a:ext cx="123538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不能保持正向偏转</a:t>
            </a:r>
          </a:p>
        </p:txBody>
      </p:sp>
      <p:grpSp>
        <p:nvGrpSpPr>
          <p:cNvPr id="428" name="组合 427"/>
          <p:cNvGrpSpPr/>
          <p:nvPr/>
        </p:nvGrpSpPr>
        <p:grpSpPr>
          <a:xfrm rot="9431444" flipH="1" flipV="1">
            <a:off x="4973249" y="3300210"/>
            <a:ext cx="175663" cy="95522"/>
            <a:chOff x="1406718" y="4056765"/>
            <a:chExt cx="3039525" cy="827195"/>
          </a:xfrm>
        </p:grpSpPr>
        <p:sp>
          <p:nvSpPr>
            <p:cNvPr id="429" name="任意多边形 428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0" name="矩形 429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1" name="任意多边形 430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2" name="任意多边形 431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3" name="任意多边形 432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2" name="右箭头 31"/>
          <p:cNvSpPr/>
          <p:nvPr/>
        </p:nvSpPr>
        <p:spPr>
          <a:xfrm>
            <a:off x="6095623" y="4385542"/>
            <a:ext cx="144512" cy="114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矩形 433"/>
          <p:cNvSpPr/>
          <p:nvPr/>
        </p:nvSpPr>
        <p:spPr>
          <a:xfrm>
            <a:off x="6328696" y="4315734"/>
            <a:ext cx="90890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没有磁饱和</a:t>
            </a:r>
          </a:p>
        </p:txBody>
      </p:sp>
      <p:sp>
        <p:nvSpPr>
          <p:cNvPr id="16" name="任意多边形 76">
            <a:extLst>
              <a:ext uri="{FF2B5EF4-FFF2-40B4-BE49-F238E27FC236}">
                <a16:creationId xmlns:a16="http://schemas.microsoft.com/office/drawing/2014/main" id="{86A03856-29E5-4FB7-B34D-300AF8E4CC6B}"/>
              </a:ext>
            </a:extLst>
          </p:cNvPr>
          <p:cNvSpPr/>
          <p:nvPr/>
        </p:nvSpPr>
        <p:spPr>
          <a:xfrm rot="14873629">
            <a:off x="5535659" y="3663509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79">
            <a:extLst>
              <a:ext uri="{FF2B5EF4-FFF2-40B4-BE49-F238E27FC236}">
                <a16:creationId xmlns:a16="http://schemas.microsoft.com/office/drawing/2014/main" id="{D18A7DF9-3412-4891-B6AE-556D2AD792ED}"/>
              </a:ext>
            </a:extLst>
          </p:cNvPr>
          <p:cNvSpPr/>
          <p:nvPr/>
        </p:nvSpPr>
        <p:spPr>
          <a:xfrm rot="1254252">
            <a:off x="5355828" y="2007015"/>
            <a:ext cx="322774" cy="392031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6978 w 459693"/>
              <a:gd name="connsiteY0" fmla="*/ 7437 h 558328"/>
              <a:gd name="connsiteX1" fmla="*/ 12259 w 459693"/>
              <a:gd name="connsiteY1" fmla="*/ 86482 h 558328"/>
              <a:gd name="connsiteX2" fmla="*/ 440415 w 459693"/>
              <a:gd name="connsiteY2" fmla="*/ 479196 h 558328"/>
              <a:gd name="connsiteX3" fmla="*/ 326115 w 459693"/>
              <a:gd name="connsiteY3" fmla="*/ 555396 h 55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693" h="558328">
                <a:moveTo>
                  <a:pt x="146978" y="7437"/>
                </a:moveTo>
                <a:cubicBezTo>
                  <a:pt x="71571" y="-13201"/>
                  <a:pt x="-36647" y="7856"/>
                  <a:pt x="12259" y="86482"/>
                </a:cubicBezTo>
                <a:cubicBezTo>
                  <a:pt x="61165" y="165109"/>
                  <a:pt x="388106" y="401044"/>
                  <a:pt x="440415" y="479196"/>
                </a:cubicBezTo>
                <a:cubicBezTo>
                  <a:pt x="492724" y="557348"/>
                  <a:pt x="433271" y="564127"/>
                  <a:pt x="326115" y="555396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80">
            <a:extLst>
              <a:ext uri="{FF2B5EF4-FFF2-40B4-BE49-F238E27FC236}">
                <a16:creationId xmlns:a16="http://schemas.microsoft.com/office/drawing/2014/main" id="{DE3638DA-AFBB-4048-A6C6-9757CB0424E9}"/>
              </a:ext>
            </a:extLst>
          </p:cNvPr>
          <p:cNvSpPr/>
          <p:nvPr/>
        </p:nvSpPr>
        <p:spPr>
          <a:xfrm rot="2191978">
            <a:off x="5632715" y="1936582"/>
            <a:ext cx="321477" cy="38252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59414 w 457845"/>
              <a:gd name="connsiteY0" fmla="*/ 9829 h 544785"/>
              <a:gd name="connsiteX1" fmla="*/ 10411 w 457845"/>
              <a:gd name="connsiteY1" fmla="*/ 72939 h 544785"/>
              <a:gd name="connsiteX2" fmla="*/ 438567 w 457845"/>
              <a:gd name="connsiteY2" fmla="*/ 465653 h 544785"/>
              <a:gd name="connsiteX3" fmla="*/ 324267 w 457845"/>
              <a:gd name="connsiteY3" fmla="*/ 541853 h 54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845" h="544785">
                <a:moveTo>
                  <a:pt x="159414" y="9829"/>
                </a:moveTo>
                <a:cubicBezTo>
                  <a:pt x="84007" y="-10809"/>
                  <a:pt x="-36115" y="-3032"/>
                  <a:pt x="10411" y="72939"/>
                </a:cubicBezTo>
                <a:cubicBezTo>
                  <a:pt x="56937" y="148910"/>
                  <a:pt x="386258" y="387501"/>
                  <a:pt x="438567" y="465653"/>
                </a:cubicBezTo>
                <a:cubicBezTo>
                  <a:pt x="490876" y="543805"/>
                  <a:pt x="431423" y="550584"/>
                  <a:pt x="324267" y="541853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88">
            <a:extLst>
              <a:ext uri="{FF2B5EF4-FFF2-40B4-BE49-F238E27FC236}">
                <a16:creationId xmlns:a16="http://schemas.microsoft.com/office/drawing/2014/main" id="{1D2B3A61-D7BB-49AC-9ED4-61DFD8B72ADC}"/>
              </a:ext>
            </a:extLst>
          </p:cNvPr>
          <p:cNvSpPr/>
          <p:nvPr/>
        </p:nvSpPr>
        <p:spPr>
          <a:xfrm rot="3652982">
            <a:off x="5932370" y="1965068"/>
            <a:ext cx="321164" cy="383606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62752 w 457401"/>
              <a:gd name="connsiteY0" fmla="*/ 9490 h 546329"/>
              <a:gd name="connsiteX1" fmla="*/ 9967 w 457401"/>
              <a:gd name="connsiteY1" fmla="*/ 74483 h 546329"/>
              <a:gd name="connsiteX2" fmla="*/ 438123 w 457401"/>
              <a:gd name="connsiteY2" fmla="*/ 467197 h 546329"/>
              <a:gd name="connsiteX3" fmla="*/ 323823 w 457401"/>
              <a:gd name="connsiteY3" fmla="*/ 543397 h 546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401" h="546329">
                <a:moveTo>
                  <a:pt x="162752" y="9490"/>
                </a:moveTo>
                <a:cubicBezTo>
                  <a:pt x="87345" y="-11148"/>
                  <a:pt x="-35928" y="-1802"/>
                  <a:pt x="9967" y="74483"/>
                </a:cubicBezTo>
                <a:cubicBezTo>
                  <a:pt x="55862" y="150768"/>
                  <a:pt x="385814" y="389045"/>
                  <a:pt x="438123" y="467197"/>
                </a:cubicBezTo>
                <a:cubicBezTo>
                  <a:pt x="490432" y="545349"/>
                  <a:pt x="430979" y="552128"/>
                  <a:pt x="323823" y="54339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89">
            <a:extLst>
              <a:ext uri="{FF2B5EF4-FFF2-40B4-BE49-F238E27FC236}">
                <a16:creationId xmlns:a16="http://schemas.microsoft.com/office/drawing/2014/main" id="{4B381D8A-982C-4456-9590-81584707C9A2}"/>
              </a:ext>
            </a:extLst>
          </p:cNvPr>
          <p:cNvSpPr/>
          <p:nvPr/>
        </p:nvSpPr>
        <p:spPr>
          <a:xfrm rot="4412649">
            <a:off x="6206254" y="2102929"/>
            <a:ext cx="321739" cy="374997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9355 w 459314"/>
              <a:gd name="connsiteY0" fmla="*/ 13721 h 531872"/>
              <a:gd name="connsiteX1" fmla="*/ 11880 w 459314"/>
              <a:gd name="connsiteY1" fmla="*/ 60026 h 531872"/>
              <a:gd name="connsiteX2" fmla="*/ 440036 w 459314"/>
              <a:gd name="connsiteY2" fmla="*/ 452740 h 531872"/>
              <a:gd name="connsiteX3" fmla="*/ 325736 w 459314"/>
              <a:gd name="connsiteY3" fmla="*/ 528940 h 531872"/>
              <a:gd name="connsiteX0" fmla="*/ 156714 w 458219"/>
              <a:gd name="connsiteY0" fmla="*/ 12892 h 534069"/>
              <a:gd name="connsiteX1" fmla="*/ 10785 w 458219"/>
              <a:gd name="connsiteY1" fmla="*/ 62223 h 534069"/>
              <a:gd name="connsiteX2" fmla="*/ 438941 w 458219"/>
              <a:gd name="connsiteY2" fmla="*/ 454937 h 534069"/>
              <a:gd name="connsiteX3" fmla="*/ 324641 w 458219"/>
              <a:gd name="connsiteY3" fmla="*/ 531137 h 53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219" h="534069">
                <a:moveTo>
                  <a:pt x="156714" y="12892"/>
                </a:moveTo>
                <a:cubicBezTo>
                  <a:pt x="81307" y="-7746"/>
                  <a:pt x="-36253" y="-11451"/>
                  <a:pt x="10785" y="62223"/>
                </a:cubicBezTo>
                <a:cubicBezTo>
                  <a:pt x="57823" y="135897"/>
                  <a:pt x="386632" y="376785"/>
                  <a:pt x="438941" y="454937"/>
                </a:cubicBezTo>
                <a:cubicBezTo>
                  <a:pt x="491250" y="533089"/>
                  <a:pt x="431797" y="539868"/>
                  <a:pt x="324641" y="53113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90">
            <a:extLst>
              <a:ext uri="{FF2B5EF4-FFF2-40B4-BE49-F238E27FC236}">
                <a16:creationId xmlns:a16="http://schemas.microsoft.com/office/drawing/2014/main" id="{7891FAC3-CF5E-4777-8801-7C35A91401F7}"/>
              </a:ext>
            </a:extLst>
          </p:cNvPr>
          <p:cNvSpPr/>
          <p:nvPr/>
        </p:nvSpPr>
        <p:spPr>
          <a:xfrm rot="5869972">
            <a:off x="6417551" y="2317459"/>
            <a:ext cx="325150" cy="379250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28851 w 463076"/>
              <a:gd name="connsiteY0" fmla="*/ 10991 h 540125"/>
              <a:gd name="connsiteX1" fmla="*/ 15642 w 463076"/>
              <a:gd name="connsiteY1" fmla="*/ 68279 h 540125"/>
              <a:gd name="connsiteX2" fmla="*/ 443798 w 463076"/>
              <a:gd name="connsiteY2" fmla="*/ 460993 h 540125"/>
              <a:gd name="connsiteX3" fmla="*/ 329498 w 463076"/>
              <a:gd name="connsiteY3" fmla="*/ 537193 h 54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076" h="540125">
                <a:moveTo>
                  <a:pt x="128851" y="10991"/>
                </a:moveTo>
                <a:cubicBezTo>
                  <a:pt x="53444" y="-9647"/>
                  <a:pt x="-36849" y="-6721"/>
                  <a:pt x="15642" y="68279"/>
                </a:cubicBezTo>
                <a:cubicBezTo>
                  <a:pt x="68133" y="143279"/>
                  <a:pt x="391489" y="382841"/>
                  <a:pt x="443798" y="460993"/>
                </a:cubicBezTo>
                <a:cubicBezTo>
                  <a:pt x="496107" y="539145"/>
                  <a:pt x="436654" y="545924"/>
                  <a:pt x="329498" y="537193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91">
            <a:extLst>
              <a:ext uri="{FF2B5EF4-FFF2-40B4-BE49-F238E27FC236}">
                <a16:creationId xmlns:a16="http://schemas.microsoft.com/office/drawing/2014/main" id="{8E24D1DE-8A7B-4BA7-9C53-978A08782429}"/>
              </a:ext>
            </a:extLst>
          </p:cNvPr>
          <p:cNvSpPr/>
          <p:nvPr/>
        </p:nvSpPr>
        <p:spPr>
          <a:xfrm rot="7237128">
            <a:off x="6533655" y="2578139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92">
            <a:extLst>
              <a:ext uri="{FF2B5EF4-FFF2-40B4-BE49-F238E27FC236}">
                <a16:creationId xmlns:a16="http://schemas.microsoft.com/office/drawing/2014/main" id="{3AEAA3DB-6A2D-432C-A94B-C8F53068EB67}"/>
              </a:ext>
            </a:extLst>
          </p:cNvPr>
          <p:cNvSpPr/>
          <p:nvPr/>
        </p:nvSpPr>
        <p:spPr>
          <a:xfrm rot="8611987">
            <a:off x="6562859" y="2872126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93">
            <a:extLst>
              <a:ext uri="{FF2B5EF4-FFF2-40B4-BE49-F238E27FC236}">
                <a16:creationId xmlns:a16="http://schemas.microsoft.com/office/drawing/2014/main" id="{F111AB35-A908-47BA-A69F-4422F2EB31EF}"/>
              </a:ext>
            </a:extLst>
          </p:cNvPr>
          <p:cNvSpPr/>
          <p:nvPr/>
        </p:nvSpPr>
        <p:spPr>
          <a:xfrm rot="9242669">
            <a:off x="6485227" y="3182991"/>
            <a:ext cx="321109" cy="379221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18575 w 457320"/>
              <a:gd name="connsiteY0" fmla="*/ 7373 h 540085"/>
              <a:gd name="connsiteX1" fmla="*/ 18047 w 457320"/>
              <a:gd name="connsiteY1" fmla="*/ 86953 h 540085"/>
              <a:gd name="connsiteX2" fmla="*/ 446203 w 457320"/>
              <a:gd name="connsiteY2" fmla="*/ 479667 h 540085"/>
              <a:gd name="connsiteX3" fmla="*/ 286227 w 457320"/>
              <a:gd name="connsiteY3" fmla="*/ 533633 h 540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320" h="540085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401506" y="405220"/>
                  <a:pt x="446203" y="479667"/>
                </a:cubicBezTo>
                <a:cubicBezTo>
                  <a:pt x="490900" y="554114"/>
                  <a:pt x="393383" y="542364"/>
                  <a:pt x="286227" y="533633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050103" y="2995643"/>
            <a:ext cx="1155633" cy="548886"/>
            <a:chOff x="3975675" y="2836155"/>
            <a:chExt cx="1155633" cy="548886"/>
          </a:xfrm>
        </p:grpSpPr>
        <p:sp>
          <p:nvSpPr>
            <p:cNvPr id="5" name="任意多边形 106">
              <a:extLst>
                <a:ext uri="{FF2B5EF4-FFF2-40B4-BE49-F238E27FC236}">
                  <a16:creationId xmlns:a16="http://schemas.microsoft.com/office/drawing/2014/main" id="{506A1572-EF9E-4925-88C2-6FD363387233}"/>
                </a:ext>
              </a:extLst>
            </p:cNvPr>
            <p:cNvSpPr/>
            <p:nvPr/>
          </p:nvSpPr>
          <p:spPr>
            <a:xfrm rot="17923035">
              <a:off x="4345670" y="2599402"/>
              <a:ext cx="548886" cy="1022391"/>
            </a:xfrm>
            <a:custGeom>
              <a:avLst/>
              <a:gdLst>
                <a:gd name="connsiteX0" fmla="*/ 106922 w 572814"/>
                <a:gd name="connsiteY0" fmla="*/ 17915 h 632614"/>
                <a:gd name="connsiteX1" fmla="*/ 30722 w 572814"/>
                <a:gd name="connsiteY1" fmla="*/ 65540 h 632614"/>
                <a:gd name="connsiteX2" fmla="*/ 554597 w 572814"/>
                <a:gd name="connsiteY2" fmla="*/ 551315 h 632614"/>
                <a:gd name="connsiteX3" fmla="*/ 402197 w 572814"/>
                <a:gd name="connsiteY3" fmla="*/ 627515 h 632614"/>
                <a:gd name="connsiteX0" fmla="*/ 106922 w 580681"/>
                <a:gd name="connsiteY0" fmla="*/ 17915 h 632614"/>
                <a:gd name="connsiteX1" fmla="*/ 30722 w 580681"/>
                <a:gd name="connsiteY1" fmla="*/ 65540 h 632614"/>
                <a:gd name="connsiteX2" fmla="*/ 554597 w 580681"/>
                <a:gd name="connsiteY2" fmla="*/ 551315 h 632614"/>
                <a:gd name="connsiteX3" fmla="*/ 440297 w 580681"/>
                <a:gd name="connsiteY3" fmla="*/ 627515 h 632614"/>
                <a:gd name="connsiteX0" fmla="*/ 47478 w 514431"/>
                <a:gd name="connsiteY0" fmla="*/ 3545 h 616077"/>
                <a:gd name="connsiteX1" fmla="*/ 66997 w 514431"/>
                <a:gd name="connsiteY1" fmla="*/ 144231 h 616077"/>
                <a:gd name="connsiteX2" fmla="*/ 495153 w 514431"/>
                <a:gd name="connsiteY2" fmla="*/ 536945 h 616077"/>
                <a:gd name="connsiteX3" fmla="*/ 380853 w 514431"/>
                <a:gd name="connsiteY3" fmla="*/ 613145 h 616077"/>
                <a:gd name="connsiteX0" fmla="*/ 118575 w 465481"/>
                <a:gd name="connsiteY0" fmla="*/ 7373 h 558799"/>
                <a:gd name="connsiteX1" fmla="*/ 18047 w 465481"/>
                <a:gd name="connsiteY1" fmla="*/ 86953 h 558799"/>
                <a:gd name="connsiteX2" fmla="*/ 446203 w 465481"/>
                <a:gd name="connsiteY2" fmla="*/ 479667 h 558799"/>
                <a:gd name="connsiteX3" fmla="*/ 331903 w 465481"/>
                <a:gd name="connsiteY3" fmla="*/ 555867 h 558799"/>
                <a:gd name="connsiteX0" fmla="*/ 118575 w 476348"/>
                <a:gd name="connsiteY0" fmla="*/ 7373 h 587098"/>
                <a:gd name="connsiteX1" fmla="*/ 18047 w 476348"/>
                <a:gd name="connsiteY1" fmla="*/ 86953 h 587098"/>
                <a:gd name="connsiteX2" fmla="*/ 446203 w 476348"/>
                <a:gd name="connsiteY2" fmla="*/ 479667 h 587098"/>
                <a:gd name="connsiteX3" fmla="*/ 369967 w 476348"/>
                <a:gd name="connsiteY3" fmla="*/ 585696 h 587098"/>
                <a:gd name="connsiteX0" fmla="*/ 13179 w 787427"/>
                <a:gd name="connsiteY0" fmla="*/ 476 h 1340364"/>
                <a:gd name="connsiteX1" fmla="*/ 329126 w 787427"/>
                <a:gd name="connsiteY1" fmla="*/ 840219 h 1340364"/>
                <a:gd name="connsiteX2" fmla="*/ 757282 w 787427"/>
                <a:gd name="connsiteY2" fmla="*/ 1232933 h 1340364"/>
                <a:gd name="connsiteX3" fmla="*/ 681046 w 787427"/>
                <a:gd name="connsiteY3" fmla="*/ 1338962 h 1340364"/>
                <a:gd name="connsiteX0" fmla="*/ 0 w 458301"/>
                <a:gd name="connsiteY0" fmla="*/ 0 h 500145"/>
                <a:gd name="connsiteX1" fmla="*/ 428156 w 458301"/>
                <a:gd name="connsiteY1" fmla="*/ 392714 h 500145"/>
                <a:gd name="connsiteX2" fmla="*/ 351920 w 458301"/>
                <a:gd name="connsiteY2" fmla="*/ 498743 h 500145"/>
                <a:gd name="connsiteX0" fmla="*/ 0 w 458301"/>
                <a:gd name="connsiteY0" fmla="*/ 0 h 500145"/>
                <a:gd name="connsiteX1" fmla="*/ 428156 w 458301"/>
                <a:gd name="connsiteY1" fmla="*/ 392714 h 500145"/>
                <a:gd name="connsiteX2" fmla="*/ 351920 w 458301"/>
                <a:gd name="connsiteY2" fmla="*/ 498743 h 500145"/>
                <a:gd name="connsiteX0" fmla="*/ 0 w 457801"/>
                <a:gd name="connsiteY0" fmla="*/ 0 h 659316"/>
                <a:gd name="connsiteX1" fmla="*/ 427690 w 457801"/>
                <a:gd name="connsiteY1" fmla="*/ 550452 h 659316"/>
                <a:gd name="connsiteX2" fmla="*/ 351454 w 457801"/>
                <a:gd name="connsiteY2" fmla="*/ 656481 h 659316"/>
                <a:gd name="connsiteX0" fmla="*/ 0 w 457801"/>
                <a:gd name="connsiteY0" fmla="*/ 0 h 659316"/>
                <a:gd name="connsiteX1" fmla="*/ 427690 w 457801"/>
                <a:gd name="connsiteY1" fmla="*/ 550452 h 659316"/>
                <a:gd name="connsiteX2" fmla="*/ 351454 w 457801"/>
                <a:gd name="connsiteY2" fmla="*/ 656481 h 659316"/>
                <a:gd name="connsiteX0" fmla="*/ 0 w 419146"/>
                <a:gd name="connsiteY0" fmla="*/ 0 h 723635"/>
                <a:gd name="connsiteX1" fmla="*/ 391699 w 419146"/>
                <a:gd name="connsiteY1" fmla="*/ 613614 h 723635"/>
                <a:gd name="connsiteX2" fmla="*/ 315463 w 419146"/>
                <a:gd name="connsiteY2" fmla="*/ 719643 h 723635"/>
                <a:gd name="connsiteX0" fmla="*/ 0 w 420005"/>
                <a:gd name="connsiteY0" fmla="*/ 0 h 745413"/>
                <a:gd name="connsiteX1" fmla="*/ 392499 w 420005"/>
                <a:gd name="connsiteY1" fmla="*/ 634898 h 745413"/>
                <a:gd name="connsiteX2" fmla="*/ 316263 w 420005"/>
                <a:gd name="connsiteY2" fmla="*/ 740927 h 745413"/>
                <a:gd name="connsiteX0" fmla="*/ 0 w 427542"/>
                <a:gd name="connsiteY0" fmla="*/ 0 h 744295"/>
                <a:gd name="connsiteX1" fmla="*/ 392499 w 427542"/>
                <a:gd name="connsiteY1" fmla="*/ 634898 h 744295"/>
                <a:gd name="connsiteX2" fmla="*/ 316263 w 427542"/>
                <a:gd name="connsiteY2" fmla="*/ 740927 h 744295"/>
                <a:gd name="connsiteX0" fmla="*/ 0 w 807589"/>
                <a:gd name="connsiteY0" fmla="*/ 0 h 1479585"/>
                <a:gd name="connsiteX1" fmla="*/ 753366 w 807589"/>
                <a:gd name="connsiteY1" fmla="*/ 1333210 h 1479585"/>
                <a:gd name="connsiteX2" fmla="*/ 677130 w 807589"/>
                <a:gd name="connsiteY2" fmla="*/ 1439239 h 1479585"/>
                <a:gd name="connsiteX0" fmla="*/ 0 w 795088"/>
                <a:gd name="connsiteY0" fmla="*/ 0 h 1486766"/>
                <a:gd name="connsiteX1" fmla="*/ 753366 w 795088"/>
                <a:gd name="connsiteY1" fmla="*/ 1333210 h 1486766"/>
                <a:gd name="connsiteX2" fmla="*/ 677130 w 795088"/>
                <a:gd name="connsiteY2" fmla="*/ 1439239 h 1486766"/>
                <a:gd name="connsiteX0" fmla="*/ 0 w 781720"/>
                <a:gd name="connsiteY0" fmla="*/ 0 h 1456083"/>
                <a:gd name="connsiteX1" fmla="*/ 753366 w 781720"/>
                <a:gd name="connsiteY1" fmla="*/ 1333210 h 1456083"/>
                <a:gd name="connsiteX2" fmla="*/ 677130 w 781720"/>
                <a:gd name="connsiteY2" fmla="*/ 1439239 h 14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1720" h="1456083">
                  <a:moveTo>
                    <a:pt x="0" y="0"/>
                  </a:moveTo>
                  <a:cubicBezTo>
                    <a:pt x="124017" y="205409"/>
                    <a:pt x="622099" y="1102896"/>
                    <a:pt x="753366" y="1333210"/>
                  </a:cubicBezTo>
                  <a:cubicBezTo>
                    <a:pt x="834873" y="1476218"/>
                    <a:pt x="718947" y="1467477"/>
                    <a:pt x="677130" y="1439239"/>
                  </a:cubicBezTo>
                </a:path>
              </a:pathLst>
            </a:cu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23F27CB2-D40C-488D-AE96-BFAB1DB48A24}"/>
                </a:ext>
              </a:extLst>
            </p:cNvPr>
            <p:cNvSpPr/>
            <p:nvPr/>
          </p:nvSpPr>
          <p:spPr>
            <a:xfrm>
              <a:off x="3975675" y="3076789"/>
              <a:ext cx="64253" cy="64253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18" name="矩形 3"/>
          <p:cNvSpPr/>
          <p:nvPr/>
        </p:nvSpPr>
        <p:spPr>
          <a:xfrm>
            <a:off x="5167261" y="2974591"/>
            <a:ext cx="377098" cy="228669"/>
          </a:xfrm>
          <a:custGeom>
            <a:avLst/>
            <a:gdLst>
              <a:gd name="connsiteX0" fmla="*/ 0 w 362923"/>
              <a:gd name="connsiteY0" fmla="*/ 0 h 154484"/>
              <a:gd name="connsiteX1" fmla="*/ 362923 w 362923"/>
              <a:gd name="connsiteY1" fmla="*/ 0 h 154484"/>
              <a:gd name="connsiteX2" fmla="*/ 362923 w 362923"/>
              <a:gd name="connsiteY2" fmla="*/ 154484 h 154484"/>
              <a:gd name="connsiteX3" fmla="*/ 0 w 362923"/>
              <a:gd name="connsiteY3" fmla="*/ 154484 h 154484"/>
              <a:gd name="connsiteX4" fmla="*/ 0 w 362923"/>
              <a:gd name="connsiteY4" fmla="*/ 0 h 154484"/>
              <a:gd name="connsiteX0" fmla="*/ 0 w 362923"/>
              <a:gd name="connsiteY0" fmla="*/ 0 h 154484"/>
              <a:gd name="connsiteX1" fmla="*/ 346255 w 362923"/>
              <a:gd name="connsiteY1" fmla="*/ 4763 h 154484"/>
              <a:gd name="connsiteX2" fmla="*/ 362923 w 362923"/>
              <a:gd name="connsiteY2" fmla="*/ 154484 h 154484"/>
              <a:gd name="connsiteX3" fmla="*/ 0 w 362923"/>
              <a:gd name="connsiteY3" fmla="*/ 154484 h 154484"/>
              <a:gd name="connsiteX4" fmla="*/ 0 w 362923"/>
              <a:gd name="connsiteY4" fmla="*/ 0 h 154484"/>
              <a:gd name="connsiteX0" fmla="*/ 0 w 362923"/>
              <a:gd name="connsiteY0" fmla="*/ 0 h 154484"/>
              <a:gd name="connsiteX1" fmla="*/ 346255 w 362923"/>
              <a:gd name="connsiteY1" fmla="*/ 4763 h 154484"/>
              <a:gd name="connsiteX2" fmla="*/ 362923 w 362923"/>
              <a:gd name="connsiteY2" fmla="*/ 154484 h 154484"/>
              <a:gd name="connsiteX3" fmla="*/ 7144 w 362923"/>
              <a:gd name="connsiteY3" fmla="*/ 152102 h 154484"/>
              <a:gd name="connsiteX4" fmla="*/ 0 w 362923"/>
              <a:gd name="connsiteY4" fmla="*/ 0 h 154484"/>
              <a:gd name="connsiteX0" fmla="*/ 0 w 353398"/>
              <a:gd name="connsiteY0" fmla="*/ 0 h 152102"/>
              <a:gd name="connsiteX1" fmla="*/ 346255 w 353398"/>
              <a:gd name="connsiteY1" fmla="*/ 4763 h 152102"/>
              <a:gd name="connsiteX2" fmla="*/ 353398 w 353398"/>
              <a:gd name="connsiteY2" fmla="*/ 149721 h 152102"/>
              <a:gd name="connsiteX3" fmla="*/ 7144 w 353398"/>
              <a:gd name="connsiteY3" fmla="*/ 152102 h 152102"/>
              <a:gd name="connsiteX4" fmla="*/ 0 w 353398"/>
              <a:gd name="connsiteY4" fmla="*/ 0 h 152102"/>
              <a:gd name="connsiteX0" fmla="*/ 0 w 353398"/>
              <a:gd name="connsiteY0" fmla="*/ 0 h 152102"/>
              <a:gd name="connsiteX1" fmla="*/ 346255 w 353398"/>
              <a:gd name="connsiteY1" fmla="*/ 4763 h 152102"/>
              <a:gd name="connsiteX2" fmla="*/ 353398 w 353398"/>
              <a:gd name="connsiteY2" fmla="*/ 149721 h 152102"/>
              <a:gd name="connsiteX3" fmla="*/ 7144 w 353398"/>
              <a:gd name="connsiteY3" fmla="*/ 152102 h 152102"/>
              <a:gd name="connsiteX4" fmla="*/ 0 w 353398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36826 w 344633"/>
              <a:gd name="connsiteY0" fmla="*/ 666 h 147773"/>
              <a:gd name="connsiteX1" fmla="*/ 339872 w 344633"/>
              <a:gd name="connsiteY1" fmla="*/ 434 h 147773"/>
              <a:gd name="connsiteX2" fmla="*/ 344633 w 344633"/>
              <a:gd name="connsiteY2" fmla="*/ 140630 h 147773"/>
              <a:gd name="connsiteX3" fmla="*/ 761 w 344633"/>
              <a:gd name="connsiteY3" fmla="*/ 147773 h 147773"/>
              <a:gd name="connsiteX4" fmla="*/ 36826 w 344633"/>
              <a:gd name="connsiteY4" fmla="*/ 666 h 147773"/>
              <a:gd name="connsiteX0" fmla="*/ 0 w 307807"/>
              <a:gd name="connsiteY0" fmla="*/ 666 h 147773"/>
              <a:gd name="connsiteX1" fmla="*/ 303046 w 307807"/>
              <a:gd name="connsiteY1" fmla="*/ 434 h 147773"/>
              <a:gd name="connsiteX2" fmla="*/ 307807 w 307807"/>
              <a:gd name="connsiteY2" fmla="*/ 140630 h 147773"/>
              <a:gd name="connsiteX3" fmla="*/ 12780 w 307807"/>
              <a:gd name="connsiteY3" fmla="*/ 147773 h 147773"/>
              <a:gd name="connsiteX4" fmla="*/ 0 w 307807"/>
              <a:gd name="connsiteY4" fmla="*/ 666 h 147773"/>
              <a:gd name="connsiteX0" fmla="*/ 0 w 303046"/>
              <a:gd name="connsiteY0" fmla="*/ 666 h 147773"/>
              <a:gd name="connsiteX1" fmla="*/ 303046 w 303046"/>
              <a:gd name="connsiteY1" fmla="*/ 434 h 147773"/>
              <a:gd name="connsiteX2" fmla="*/ 290899 w 303046"/>
              <a:gd name="connsiteY2" fmla="*/ 140630 h 147773"/>
              <a:gd name="connsiteX3" fmla="*/ 12780 w 303046"/>
              <a:gd name="connsiteY3" fmla="*/ 147773 h 147773"/>
              <a:gd name="connsiteX4" fmla="*/ 0 w 303046"/>
              <a:gd name="connsiteY4" fmla="*/ 666 h 147773"/>
              <a:gd name="connsiteX0" fmla="*/ 0 w 290899"/>
              <a:gd name="connsiteY0" fmla="*/ 666 h 147773"/>
              <a:gd name="connsiteX1" fmla="*/ 274866 w 290899"/>
              <a:gd name="connsiteY1" fmla="*/ 434 h 147773"/>
              <a:gd name="connsiteX2" fmla="*/ 290899 w 290899"/>
              <a:gd name="connsiteY2" fmla="*/ 140630 h 147773"/>
              <a:gd name="connsiteX3" fmla="*/ 12780 w 290899"/>
              <a:gd name="connsiteY3" fmla="*/ 147773 h 147773"/>
              <a:gd name="connsiteX4" fmla="*/ 0 w 290899"/>
              <a:gd name="connsiteY4" fmla="*/ 666 h 147773"/>
              <a:gd name="connsiteX0" fmla="*/ 0 w 290899"/>
              <a:gd name="connsiteY0" fmla="*/ 666 h 147773"/>
              <a:gd name="connsiteX1" fmla="*/ 274866 w 290899"/>
              <a:gd name="connsiteY1" fmla="*/ 434 h 147773"/>
              <a:gd name="connsiteX2" fmla="*/ 290899 w 290899"/>
              <a:gd name="connsiteY2" fmla="*/ 140630 h 147773"/>
              <a:gd name="connsiteX3" fmla="*/ 12780 w 290899"/>
              <a:gd name="connsiteY3" fmla="*/ 147773 h 147773"/>
              <a:gd name="connsiteX4" fmla="*/ 0 w 290899"/>
              <a:gd name="connsiteY4" fmla="*/ 666 h 147773"/>
              <a:gd name="connsiteX0" fmla="*/ 0 w 289021"/>
              <a:gd name="connsiteY0" fmla="*/ 666 h 147773"/>
              <a:gd name="connsiteX1" fmla="*/ 274866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2988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021" h="147773">
                <a:moveTo>
                  <a:pt x="0" y="666"/>
                </a:moveTo>
                <a:cubicBezTo>
                  <a:pt x="115418" y="2254"/>
                  <a:pt x="155692" y="-1154"/>
                  <a:pt x="271110" y="434"/>
                </a:cubicBezTo>
                <a:cubicBezTo>
                  <a:pt x="268729" y="51134"/>
                  <a:pt x="271610" y="100635"/>
                  <a:pt x="289021" y="140630"/>
                </a:cubicBezTo>
                <a:lnTo>
                  <a:pt x="12780" y="147773"/>
                </a:lnTo>
                <a:cubicBezTo>
                  <a:pt x="-1878" y="97072"/>
                  <a:pt x="2381" y="51367"/>
                  <a:pt x="0" y="666"/>
                </a:cubicBezTo>
                <a:close/>
              </a:path>
            </a:pathLst>
          </a:custGeom>
          <a:solidFill>
            <a:srgbClr val="2025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3" name="矩形 222"/>
          <p:cNvSpPr/>
          <p:nvPr/>
        </p:nvSpPr>
        <p:spPr>
          <a:xfrm>
            <a:off x="5310290" y="5086225"/>
            <a:ext cx="117406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内部磁畴：</a:t>
            </a:r>
          </a:p>
        </p:txBody>
      </p:sp>
      <p:grpSp>
        <p:nvGrpSpPr>
          <p:cNvPr id="224" name="组合 223"/>
          <p:cNvGrpSpPr/>
          <p:nvPr/>
        </p:nvGrpSpPr>
        <p:grpSpPr>
          <a:xfrm rot="10800000" flipH="1" flipV="1">
            <a:off x="6188546" y="5169269"/>
            <a:ext cx="175663" cy="95522"/>
            <a:chOff x="1406718" y="4056765"/>
            <a:chExt cx="3039525" cy="827195"/>
          </a:xfrm>
        </p:grpSpPr>
        <p:sp>
          <p:nvSpPr>
            <p:cNvPr id="225" name="任意多边形 224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矩形 225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任意多边形 226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任意多边形 227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任意多边形 228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6022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07407E-6 L -0.15274 4.0740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4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96296E-6 L -0.02929 -2.96296E-6 " pathEditMode="relative" rAng="0" ptsTypes="AA">
                                      <p:cBhvr>
                                        <p:cTn id="8" dur="35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" grpId="0" animBg="1"/>
      <p:bldP spid="424" grpId="0" animBg="1"/>
      <p:bldP spid="425" grpId="0" animBg="1"/>
      <p:bldP spid="412" grpId="0"/>
      <p:bldP spid="32" grpId="0" animBg="1"/>
      <p:bldP spid="434" grpId="0"/>
      <p:bldP spid="2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62">
            <a:extLst>
              <a:ext uri="{FF2B5EF4-FFF2-40B4-BE49-F238E27FC236}">
                <a16:creationId xmlns:a16="http://schemas.microsoft.com/office/drawing/2014/main" id="{02DFCFA7-553E-4CDB-8129-E3571AB77067}"/>
              </a:ext>
            </a:extLst>
          </p:cNvPr>
          <p:cNvSpPr/>
          <p:nvPr/>
        </p:nvSpPr>
        <p:spPr>
          <a:xfrm>
            <a:off x="4812298" y="1952537"/>
            <a:ext cx="2108392" cy="2108391"/>
          </a:xfrm>
          <a:custGeom>
            <a:avLst/>
            <a:gdLst>
              <a:gd name="connsiteX0" fmla="*/ 1501379 w 3002758"/>
              <a:gd name="connsiteY0" fmla="*/ 0 h 3002758"/>
              <a:gd name="connsiteX1" fmla="*/ 3002758 w 3002758"/>
              <a:gd name="connsiteY1" fmla="*/ 1501379 h 3002758"/>
              <a:gd name="connsiteX2" fmla="*/ 1501379 w 3002758"/>
              <a:gd name="connsiteY2" fmla="*/ 3002758 h 3002758"/>
              <a:gd name="connsiteX3" fmla="*/ 0 w 3002758"/>
              <a:gd name="connsiteY3" fmla="*/ 1501379 h 3002758"/>
              <a:gd name="connsiteX4" fmla="*/ 1501379 w 3002758"/>
              <a:gd name="connsiteY4" fmla="*/ 0 h 3002758"/>
              <a:gd name="connsiteX5" fmla="*/ 1483520 w 3002758"/>
              <a:gd name="connsiteY5" fmla="*/ 516732 h 3002758"/>
              <a:gd name="connsiteX6" fmla="*/ 488157 w 3002758"/>
              <a:gd name="connsiteY6" fmla="*/ 1512095 h 3002758"/>
              <a:gd name="connsiteX7" fmla="*/ 1483520 w 3002758"/>
              <a:gd name="connsiteY7" fmla="*/ 2507458 h 3002758"/>
              <a:gd name="connsiteX8" fmla="*/ 2478883 w 3002758"/>
              <a:gd name="connsiteY8" fmla="*/ 1512095 h 3002758"/>
              <a:gd name="connsiteX9" fmla="*/ 1483520 w 3002758"/>
              <a:gd name="connsiteY9" fmla="*/ 516732 h 3002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02758" h="3002758">
                <a:moveTo>
                  <a:pt x="1501379" y="0"/>
                </a:moveTo>
                <a:cubicBezTo>
                  <a:pt x="2330568" y="0"/>
                  <a:pt x="3002758" y="672190"/>
                  <a:pt x="3002758" y="1501379"/>
                </a:cubicBezTo>
                <a:cubicBezTo>
                  <a:pt x="3002758" y="2330568"/>
                  <a:pt x="2330568" y="3002758"/>
                  <a:pt x="1501379" y="3002758"/>
                </a:cubicBezTo>
                <a:cubicBezTo>
                  <a:pt x="672190" y="3002758"/>
                  <a:pt x="0" y="2330568"/>
                  <a:pt x="0" y="1501379"/>
                </a:cubicBezTo>
                <a:cubicBezTo>
                  <a:pt x="0" y="672190"/>
                  <a:pt x="672190" y="0"/>
                  <a:pt x="1501379" y="0"/>
                </a:cubicBezTo>
                <a:close/>
                <a:moveTo>
                  <a:pt x="1483520" y="516732"/>
                </a:moveTo>
                <a:cubicBezTo>
                  <a:pt x="933796" y="516732"/>
                  <a:pt x="488157" y="962371"/>
                  <a:pt x="488157" y="1512095"/>
                </a:cubicBezTo>
                <a:cubicBezTo>
                  <a:pt x="488157" y="2061819"/>
                  <a:pt x="933796" y="2507458"/>
                  <a:pt x="1483520" y="2507458"/>
                </a:cubicBezTo>
                <a:cubicBezTo>
                  <a:pt x="2033244" y="2507458"/>
                  <a:pt x="2478883" y="2061819"/>
                  <a:pt x="2478883" y="1512095"/>
                </a:cubicBezTo>
                <a:cubicBezTo>
                  <a:pt x="2478883" y="962371"/>
                  <a:pt x="2033244" y="516732"/>
                  <a:pt x="1483520" y="516732"/>
                </a:cubicBezTo>
                <a:close/>
              </a:path>
            </a:pathLst>
          </a:custGeom>
          <a:gradFill flip="none" rotWithShape="1">
            <a:gsLst>
              <a:gs pos="60000">
                <a:srgbClr val="696969"/>
              </a:gs>
              <a:gs pos="70000">
                <a:schemeClr val="tx1">
                  <a:lumMod val="65000"/>
                  <a:lumOff val="35000"/>
                </a:schemeClr>
              </a:gs>
              <a:gs pos="45000">
                <a:schemeClr val="tx1">
                  <a:lumMod val="75000"/>
                  <a:lumOff val="2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1" name="矩形 3"/>
          <p:cNvSpPr/>
          <p:nvPr/>
        </p:nvSpPr>
        <p:spPr>
          <a:xfrm>
            <a:off x="4810491" y="2987421"/>
            <a:ext cx="364730" cy="211370"/>
          </a:xfrm>
          <a:custGeom>
            <a:avLst/>
            <a:gdLst>
              <a:gd name="connsiteX0" fmla="*/ 0 w 362923"/>
              <a:gd name="connsiteY0" fmla="*/ 0 h 154484"/>
              <a:gd name="connsiteX1" fmla="*/ 362923 w 362923"/>
              <a:gd name="connsiteY1" fmla="*/ 0 h 154484"/>
              <a:gd name="connsiteX2" fmla="*/ 362923 w 362923"/>
              <a:gd name="connsiteY2" fmla="*/ 154484 h 154484"/>
              <a:gd name="connsiteX3" fmla="*/ 0 w 362923"/>
              <a:gd name="connsiteY3" fmla="*/ 154484 h 154484"/>
              <a:gd name="connsiteX4" fmla="*/ 0 w 362923"/>
              <a:gd name="connsiteY4" fmla="*/ 0 h 154484"/>
              <a:gd name="connsiteX0" fmla="*/ 0 w 362923"/>
              <a:gd name="connsiteY0" fmla="*/ 0 h 154484"/>
              <a:gd name="connsiteX1" fmla="*/ 346255 w 362923"/>
              <a:gd name="connsiteY1" fmla="*/ 4763 h 154484"/>
              <a:gd name="connsiteX2" fmla="*/ 362923 w 362923"/>
              <a:gd name="connsiteY2" fmla="*/ 154484 h 154484"/>
              <a:gd name="connsiteX3" fmla="*/ 0 w 362923"/>
              <a:gd name="connsiteY3" fmla="*/ 154484 h 154484"/>
              <a:gd name="connsiteX4" fmla="*/ 0 w 362923"/>
              <a:gd name="connsiteY4" fmla="*/ 0 h 154484"/>
              <a:gd name="connsiteX0" fmla="*/ 0 w 362923"/>
              <a:gd name="connsiteY0" fmla="*/ 0 h 154484"/>
              <a:gd name="connsiteX1" fmla="*/ 346255 w 362923"/>
              <a:gd name="connsiteY1" fmla="*/ 4763 h 154484"/>
              <a:gd name="connsiteX2" fmla="*/ 362923 w 362923"/>
              <a:gd name="connsiteY2" fmla="*/ 154484 h 154484"/>
              <a:gd name="connsiteX3" fmla="*/ 7144 w 362923"/>
              <a:gd name="connsiteY3" fmla="*/ 152102 h 154484"/>
              <a:gd name="connsiteX4" fmla="*/ 0 w 362923"/>
              <a:gd name="connsiteY4" fmla="*/ 0 h 154484"/>
              <a:gd name="connsiteX0" fmla="*/ 0 w 353398"/>
              <a:gd name="connsiteY0" fmla="*/ 0 h 152102"/>
              <a:gd name="connsiteX1" fmla="*/ 346255 w 353398"/>
              <a:gd name="connsiteY1" fmla="*/ 4763 h 152102"/>
              <a:gd name="connsiteX2" fmla="*/ 353398 w 353398"/>
              <a:gd name="connsiteY2" fmla="*/ 149721 h 152102"/>
              <a:gd name="connsiteX3" fmla="*/ 7144 w 353398"/>
              <a:gd name="connsiteY3" fmla="*/ 152102 h 152102"/>
              <a:gd name="connsiteX4" fmla="*/ 0 w 353398"/>
              <a:gd name="connsiteY4" fmla="*/ 0 h 152102"/>
              <a:gd name="connsiteX0" fmla="*/ 0 w 353398"/>
              <a:gd name="connsiteY0" fmla="*/ 0 h 152102"/>
              <a:gd name="connsiteX1" fmla="*/ 346255 w 353398"/>
              <a:gd name="connsiteY1" fmla="*/ 4763 h 152102"/>
              <a:gd name="connsiteX2" fmla="*/ 353398 w 353398"/>
              <a:gd name="connsiteY2" fmla="*/ 149721 h 152102"/>
              <a:gd name="connsiteX3" fmla="*/ 7144 w 353398"/>
              <a:gd name="connsiteY3" fmla="*/ 152102 h 152102"/>
              <a:gd name="connsiteX4" fmla="*/ 0 w 353398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36826 w 344633"/>
              <a:gd name="connsiteY0" fmla="*/ 666 h 147773"/>
              <a:gd name="connsiteX1" fmla="*/ 339872 w 344633"/>
              <a:gd name="connsiteY1" fmla="*/ 434 h 147773"/>
              <a:gd name="connsiteX2" fmla="*/ 344633 w 344633"/>
              <a:gd name="connsiteY2" fmla="*/ 140630 h 147773"/>
              <a:gd name="connsiteX3" fmla="*/ 761 w 344633"/>
              <a:gd name="connsiteY3" fmla="*/ 147773 h 147773"/>
              <a:gd name="connsiteX4" fmla="*/ 36826 w 344633"/>
              <a:gd name="connsiteY4" fmla="*/ 666 h 147773"/>
              <a:gd name="connsiteX0" fmla="*/ 0 w 307807"/>
              <a:gd name="connsiteY0" fmla="*/ 666 h 147773"/>
              <a:gd name="connsiteX1" fmla="*/ 303046 w 307807"/>
              <a:gd name="connsiteY1" fmla="*/ 434 h 147773"/>
              <a:gd name="connsiteX2" fmla="*/ 307807 w 307807"/>
              <a:gd name="connsiteY2" fmla="*/ 140630 h 147773"/>
              <a:gd name="connsiteX3" fmla="*/ 12780 w 307807"/>
              <a:gd name="connsiteY3" fmla="*/ 147773 h 147773"/>
              <a:gd name="connsiteX4" fmla="*/ 0 w 307807"/>
              <a:gd name="connsiteY4" fmla="*/ 666 h 147773"/>
              <a:gd name="connsiteX0" fmla="*/ 0 w 303046"/>
              <a:gd name="connsiteY0" fmla="*/ 666 h 147773"/>
              <a:gd name="connsiteX1" fmla="*/ 303046 w 303046"/>
              <a:gd name="connsiteY1" fmla="*/ 434 h 147773"/>
              <a:gd name="connsiteX2" fmla="*/ 290899 w 303046"/>
              <a:gd name="connsiteY2" fmla="*/ 140630 h 147773"/>
              <a:gd name="connsiteX3" fmla="*/ 12780 w 303046"/>
              <a:gd name="connsiteY3" fmla="*/ 147773 h 147773"/>
              <a:gd name="connsiteX4" fmla="*/ 0 w 303046"/>
              <a:gd name="connsiteY4" fmla="*/ 666 h 147773"/>
              <a:gd name="connsiteX0" fmla="*/ 0 w 290899"/>
              <a:gd name="connsiteY0" fmla="*/ 666 h 147773"/>
              <a:gd name="connsiteX1" fmla="*/ 274866 w 290899"/>
              <a:gd name="connsiteY1" fmla="*/ 434 h 147773"/>
              <a:gd name="connsiteX2" fmla="*/ 290899 w 290899"/>
              <a:gd name="connsiteY2" fmla="*/ 140630 h 147773"/>
              <a:gd name="connsiteX3" fmla="*/ 12780 w 290899"/>
              <a:gd name="connsiteY3" fmla="*/ 147773 h 147773"/>
              <a:gd name="connsiteX4" fmla="*/ 0 w 290899"/>
              <a:gd name="connsiteY4" fmla="*/ 666 h 147773"/>
              <a:gd name="connsiteX0" fmla="*/ 0 w 290899"/>
              <a:gd name="connsiteY0" fmla="*/ 666 h 147773"/>
              <a:gd name="connsiteX1" fmla="*/ 274866 w 290899"/>
              <a:gd name="connsiteY1" fmla="*/ 434 h 147773"/>
              <a:gd name="connsiteX2" fmla="*/ 290899 w 290899"/>
              <a:gd name="connsiteY2" fmla="*/ 140630 h 147773"/>
              <a:gd name="connsiteX3" fmla="*/ 12780 w 290899"/>
              <a:gd name="connsiteY3" fmla="*/ 147773 h 147773"/>
              <a:gd name="connsiteX4" fmla="*/ 0 w 290899"/>
              <a:gd name="connsiteY4" fmla="*/ 666 h 147773"/>
              <a:gd name="connsiteX0" fmla="*/ 0 w 289021"/>
              <a:gd name="connsiteY0" fmla="*/ 666 h 147773"/>
              <a:gd name="connsiteX1" fmla="*/ 274866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2988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021" h="147773">
                <a:moveTo>
                  <a:pt x="0" y="666"/>
                </a:moveTo>
                <a:cubicBezTo>
                  <a:pt x="115418" y="2254"/>
                  <a:pt x="155692" y="-1154"/>
                  <a:pt x="271110" y="434"/>
                </a:cubicBezTo>
                <a:cubicBezTo>
                  <a:pt x="268729" y="51134"/>
                  <a:pt x="271610" y="100635"/>
                  <a:pt x="289021" y="140630"/>
                </a:cubicBezTo>
                <a:lnTo>
                  <a:pt x="12780" y="147773"/>
                </a:lnTo>
                <a:cubicBezTo>
                  <a:pt x="-1878" y="97072"/>
                  <a:pt x="2381" y="51367"/>
                  <a:pt x="0" y="666"/>
                </a:cubicBezTo>
                <a:close/>
              </a:path>
            </a:pathLst>
          </a:cu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E59B1C6-8A0B-4213-B837-2BE719F22B27}"/>
              </a:ext>
            </a:extLst>
          </p:cNvPr>
          <p:cNvCxnSpPr/>
          <p:nvPr/>
        </p:nvCxnSpPr>
        <p:spPr>
          <a:xfrm flipV="1">
            <a:off x="4105170" y="2881741"/>
            <a:ext cx="713101" cy="4459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74F37268-5F01-4B5C-A7A1-A0118A95017B}"/>
              </a:ext>
            </a:extLst>
          </p:cNvPr>
          <p:cNvSpPr/>
          <p:nvPr/>
        </p:nvSpPr>
        <p:spPr>
          <a:xfrm>
            <a:off x="4038289" y="2854075"/>
            <a:ext cx="64253" cy="64253"/>
          </a:xfrm>
          <a:prstGeom prst="ellipse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58"/>
          <p:cNvSpPr/>
          <p:nvPr/>
        </p:nvSpPr>
        <p:spPr>
          <a:xfrm>
            <a:off x="4406372" y="2282629"/>
            <a:ext cx="190703" cy="287964"/>
          </a:xfrm>
          <a:custGeom>
            <a:avLst/>
            <a:gdLst>
              <a:gd name="connsiteX0" fmla="*/ 0 w 891788"/>
              <a:gd name="connsiteY0" fmla="*/ 0 h 2889485"/>
              <a:gd name="connsiteX1" fmla="*/ 891788 w 891788"/>
              <a:gd name="connsiteY1" fmla="*/ 0 h 2889485"/>
              <a:gd name="connsiteX2" fmla="*/ 891788 w 891788"/>
              <a:gd name="connsiteY2" fmla="*/ 2889485 h 2889485"/>
              <a:gd name="connsiteX3" fmla="*/ 0 w 891788"/>
              <a:gd name="connsiteY3" fmla="*/ 2889485 h 2889485"/>
              <a:gd name="connsiteX4" fmla="*/ 0 w 891788"/>
              <a:gd name="connsiteY4" fmla="*/ 0 h 2889485"/>
              <a:gd name="connsiteX0" fmla="*/ 0 w 1820476"/>
              <a:gd name="connsiteY0" fmla="*/ 0 h 2889485"/>
              <a:gd name="connsiteX1" fmla="*/ 1820476 w 1820476"/>
              <a:gd name="connsiteY1" fmla="*/ 133350 h 2889485"/>
              <a:gd name="connsiteX2" fmla="*/ 891788 w 1820476"/>
              <a:gd name="connsiteY2" fmla="*/ 2889485 h 2889485"/>
              <a:gd name="connsiteX3" fmla="*/ 0 w 1820476"/>
              <a:gd name="connsiteY3" fmla="*/ 2889485 h 2889485"/>
              <a:gd name="connsiteX4" fmla="*/ 0 w 1820476"/>
              <a:gd name="connsiteY4" fmla="*/ 0 h 288948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938212 w 1820476"/>
              <a:gd name="connsiteY4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938212 w 1820476"/>
              <a:gd name="connsiteY5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439351 w 1820476"/>
              <a:gd name="connsiteY5" fmla="*/ 1446447 h 2756135"/>
              <a:gd name="connsiteX6" fmla="*/ 938212 w 1820476"/>
              <a:gd name="connsiteY6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439351 w 1820476"/>
              <a:gd name="connsiteY5" fmla="*/ 1446447 h 2756135"/>
              <a:gd name="connsiteX6" fmla="*/ 938212 w 1820476"/>
              <a:gd name="connsiteY6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439351 w 1820476"/>
              <a:gd name="connsiteY5" fmla="*/ 1446447 h 2756135"/>
              <a:gd name="connsiteX6" fmla="*/ 938212 w 1820476"/>
              <a:gd name="connsiteY6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938212 w 1820476"/>
              <a:gd name="connsiteY6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742563 w 1820476"/>
              <a:gd name="connsiteY6" fmla="*/ 54474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938212 w 1820476"/>
              <a:gd name="connsiteY7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1096576 w 1820476"/>
              <a:gd name="connsiteY7" fmla="*/ 77228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41783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39402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39402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39402 w 1820476"/>
              <a:gd name="connsiteY7" fmla="*/ 301066 h 2756135"/>
              <a:gd name="connsiteX8" fmla="*/ 938212 w 1820476"/>
              <a:gd name="connsiteY8" fmla="*/ 0 h 2756135"/>
              <a:gd name="connsiteX0" fmla="*/ 938212 w 1820476"/>
              <a:gd name="connsiteY0" fmla="*/ 0 h 2756135"/>
              <a:gd name="connsiteX1" fmla="*/ 1820476 w 1820476"/>
              <a:gd name="connsiteY1" fmla="*/ 0 h 2756135"/>
              <a:gd name="connsiteX2" fmla="*/ 891788 w 1820476"/>
              <a:gd name="connsiteY2" fmla="*/ 2756135 h 2756135"/>
              <a:gd name="connsiteX3" fmla="*/ 0 w 1820476"/>
              <a:gd name="connsiteY3" fmla="*/ 2756135 h 2756135"/>
              <a:gd name="connsiteX4" fmla="*/ 101213 w 1820476"/>
              <a:gd name="connsiteY4" fmla="*/ 2451335 h 2756135"/>
              <a:gd name="connsiteX5" fmla="*/ 372676 w 1820476"/>
              <a:gd name="connsiteY5" fmla="*/ 2465622 h 2756135"/>
              <a:gd name="connsiteX6" fmla="*/ 1104513 w 1820476"/>
              <a:gd name="connsiteY6" fmla="*/ 297097 h 2756135"/>
              <a:gd name="connsiteX7" fmla="*/ 839402 w 1820476"/>
              <a:gd name="connsiteY7" fmla="*/ 301066 h 2756135"/>
              <a:gd name="connsiteX8" fmla="*/ 938212 w 1820476"/>
              <a:gd name="connsiteY8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891788 w 1825239"/>
              <a:gd name="connsiteY2" fmla="*/ 2756135 h 2756135"/>
              <a:gd name="connsiteX3" fmla="*/ 0 w 1825239"/>
              <a:gd name="connsiteY3" fmla="*/ 2756135 h 2756135"/>
              <a:gd name="connsiteX4" fmla="*/ 101213 w 1825239"/>
              <a:gd name="connsiteY4" fmla="*/ 2451335 h 2756135"/>
              <a:gd name="connsiteX5" fmla="*/ 372676 w 1825239"/>
              <a:gd name="connsiteY5" fmla="*/ 2465622 h 2756135"/>
              <a:gd name="connsiteX6" fmla="*/ 1104513 w 1825239"/>
              <a:gd name="connsiteY6" fmla="*/ 297097 h 2756135"/>
              <a:gd name="connsiteX7" fmla="*/ 839402 w 1825239"/>
              <a:gd name="connsiteY7" fmla="*/ 301066 h 2756135"/>
              <a:gd name="connsiteX8" fmla="*/ 938212 w 1825239"/>
              <a:gd name="connsiteY8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980688 w 1825239"/>
              <a:gd name="connsiteY2" fmla="*/ 2462447 h 2756135"/>
              <a:gd name="connsiteX3" fmla="*/ 891788 w 1825239"/>
              <a:gd name="connsiteY3" fmla="*/ 2756135 h 2756135"/>
              <a:gd name="connsiteX4" fmla="*/ 0 w 1825239"/>
              <a:gd name="connsiteY4" fmla="*/ 2756135 h 2756135"/>
              <a:gd name="connsiteX5" fmla="*/ 101213 w 1825239"/>
              <a:gd name="connsiteY5" fmla="*/ 2451335 h 2756135"/>
              <a:gd name="connsiteX6" fmla="*/ 372676 w 1825239"/>
              <a:gd name="connsiteY6" fmla="*/ 2465622 h 2756135"/>
              <a:gd name="connsiteX7" fmla="*/ 1104513 w 1825239"/>
              <a:gd name="connsiteY7" fmla="*/ 297097 h 2756135"/>
              <a:gd name="connsiteX8" fmla="*/ 839402 w 1825239"/>
              <a:gd name="connsiteY8" fmla="*/ 301066 h 2756135"/>
              <a:gd name="connsiteX9" fmla="*/ 938212 w 1825239"/>
              <a:gd name="connsiteY9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063238 w 1825239"/>
              <a:gd name="connsiteY2" fmla="*/ 2205272 h 2756135"/>
              <a:gd name="connsiteX3" fmla="*/ 980688 w 1825239"/>
              <a:gd name="connsiteY3" fmla="*/ 2462447 h 2756135"/>
              <a:gd name="connsiteX4" fmla="*/ 891788 w 1825239"/>
              <a:gd name="connsiteY4" fmla="*/ 2756135 h 2756135"/>
              <a:gd name="connsiteX5" fmla="*/ 0 w 1825239"/>
              <a:gd name="connsiteY5" fmla="*/ 2756135 h 2756135"/>
              <a:gd name="connsiteX6" fmla="*/ 101213 w 1825239"/>
              <a:gd name="connsiteY6" fmla="*/ 2451335 h 2756135"/>
              <a:gd name="connsiteX7" fmla="*/ 372676 w 1825239"/>
              <a:gd name="connsiteY7" fmla="*/ 2465622 h 2756135"/>
              <a:gd name="connsiteX8" fmla="*/ 1104513 w 1825239"/>
              <a:gd name="connsiteY8" fmla="*/ 297097 h 2756135"/>
              <a:gd name="connsiteX9" fmla="*/ 839402 w 1825239"/>
              <a:gd name="connsiteY9" fmla="*/ 301066 h 2756135"/>
              <a:gd name="connsiteX10" fmla="*/ 938212 w 1825239"/>
              <a:gd name="connsiteY10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1063238 w 1825239"/>
              <a:gd name="connsiteY3" fmla="*/ 2205272 h 2756135"/>
              <a:gd name="connsiteX4" fmla="*/ 980688 w 1825239"/>
              <a:gd name="connsiteY4" fmla="*/ 2462447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1063238 w 1825239"/>
              <a:gd name="connsiteY3" fmla="*/ 220527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736213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733038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9663 w 1825239"/>
              <a:gd name="connsiteY2" fmla="*/ 449497 h 2756135"/>
              <a:gd name="connsiteX3" fmla="*/ 733038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37913 w 1825239"/>
              <a:gd name="connsiteY2" fmla="*/ 478072 h 2756135"/>
              <a:gd name="connsiteX3" fmla="*/ 733038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3313 w 1825239"/>
              <a:gd name="connsiteY2" fmla="*/ 478072 h 2756135"/>
              <a:gd name="connsiteX3" fmla="*/ 733038 w 1825239"/>
              <a:gd name="connsiteY3" fmla="*/ 2452922 h 2756135"/>
              <a:gd name="connsiteX4" fmla="*/ 990213 w 1825239"/>
              <a:gd name="connsiteY4" fmla="*/ 2459272 h 2756135"/>
              <a:gd name="connsiteX5" fmla="*/ 891788 w 1825239"/>
              <a:gd name="connsiteY5" fmla="*/ 2756135 h 2756135"/>
              <a:gd name="connsiteX6" fmla="*/ 0 w 1825239"/>
              <a:gd name="connsiteY6" fmla="*/ 2756135 h 2756135"/>
              <a:gd name="connsiteX7" fmla="*/ 101213 w 1825239"/>
              <a:gd name="connsiteY7" fmla="*/ 2451335 h 2756135"/>
              <a:gd name="connsiteX8" fmla="*/ 372676 w 1825239"/>
              <a:gd name="connsiteY8" fmla="*/ 2465622 h 2756135"/>
              <a:gd name="connsiteX9" fmla="*/ 1104513 w 1825239"/>
              <a:gd name="connsiteY9" fmla="*/ 297097 h 2756135"/>
              <a:gd name="connsiteX10" fmla="*/ 839402 w 1825239"/>
              <a:gd name="connsiteY10" fmla="*/ 301066 h 2756135"/>
              <a:gd name="connsiteX11" fmla="*/ 938212 w 1825239"/>
              <a:gd name="connsiteY11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3313 w 1825239"/>
              <a:gd name="connsiteY2" fmla="*/ 478072 h 2756135"/>
              <a:gd name="connsiteX3" fmla="*/ 17236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3313 w 1825239"/>
              <a:gd name="connsiteY2" fmla="*/ 478072 h 2756135"/>
              <a:gd name="connsiteX3" fmla="*/ 17236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663313 w 1825239"/>
              <a:gd name="connsiteY2" fmla="*/ 478072 h 2756135"/>
              <a:gd name="connsiteX3" fmla="*/ 17236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825238 w 1825239"/>
              <a:gd name="connsiteY2" fmla="*/ 547922 h 2756135"/>
              <a:gd name="connsiteX3" fmla="*/ 17236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825238 w 1825239"/>
              <a:gd name="connsiteY2" fmla="*/ 547922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36338 w 1825239"/>
              <a:gd name="connsiteY2" fmla="*/ 312972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36338 w 1825239"/>
              <a:gd name="connsiteY2" fmla="*/ 312972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12972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  <a:gd name="connsiteX0" fmla="*/ 938212 w 1825239"/>
              <a:gd name="connsiteY0" fmla="*/ 0 h 2756135"/>
              <a:gd name="connsiteX1" fmla="*/ 1825239 w 1825239"/>
              <a:gd name="connsiteY1" fmla="*/ 0 h 2756135"/>
              <a:gd name="connsiteX2" fmla="*/ 1729194 w 1825239"/>
              <a:gd name="connsiteY2" fmla="*/ 296304 h 2756135"/>
              <a:gd name="connsiteX3" fmla="*/ 1456938 w 1825239"/>
              <a:gd name="connsiteY3" fmla="*/ 303447 h 2756135"/>
              <a:gd name="connsiteX4" fmla="*/ 733038 w 1825239"/>
              <a:gd name="connsiteY4" fmla="*/ 2452922 h 2756135"/>
              <a:gd name="connsiteX5" fmla="*/ 990213 w 1825239"/>
              <a:gd name="connsiteY5" fmla="*/ 2459272 h 2756135"/>
              <a:gd name="connsiteX6" fmla="*/ 891788 w 1825239"/>
              <a:gd name="connsiteY6" fmla="*/ 2756135 h 2756135"/>
              <a:gd name="connsiteX7" fmla="*/ 0 w 1825239"/>
              <a:gd name="connsiteY7" fmla="*/ 2756135 h 2756135"/>
              <a:gd name="connsiteX8" fmla="*/ 101213 w 1825239"/>
              <a:gd name="connsiteY8" fmla="*/ 2451335 h 2756135"/>
              <a:gd name="connsiteX9" fmla="*/ 372676 w 1825239"/>
              <a:gd name="connsiteY9" fmla="*/ 2465622 h 2756135"/>
              <a:gd name="connsiteX10" fmla="*/ 1104513 w 1825239"/>
              <a:gd name="connsiteY10" fmla="*/ 297097 h 2756135"/>
              <a:gd name="connsiteX11" fmla="*/ 839402 w 1825239"/>
              <a:gd name="connsiteY11" fmla="*/ 301066 h 2756135"/>
              <a:gd name="connsiteX12" fmla="*/ 938212 w 1825239"/>
              <a:gd name="connsiteY12" fmla="*/ 0 h 2756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25239" h="2756135">
                <a:moveTo>
                  <a:pt x="938212" y="0"/>
                </a:moveTo>
                <a:lnTo>
                  <a:pt x="1825239" y="0"/>
                </a:lnTo>
                <a:cubicBezTo>
                  <a:pt x="1760946" y="196928"/>
                  <a:pt x="1773644" y="139818"/>
                  <a:pt x="1729194" y="296304"/>
                </a:cubicBezTo>
                <a:cubicBezTo>
                  <a:pt x="1581292" y="301634"/>
                  <a:pt x="1619922" y="301330"/>
                  <a:pt x="1456938" y="303447"/>
                </a:cubicBezTo>
                <a:cubicBezTo>
                  <a:pt x="1427304" y="390495"/>
                  <a:pt x="855276" y="2093618"/>
                  <a:pt x="733038" y="2452922"/>
                </a:cubicBezTo>
                <a:lnTo>
                  <a:pt x="990213" y="2459272"/>
                </a:lnTo>
                <a:lnTo>
                  <a:pt x="891788" y="2756135"/>
                </a:lnTo>
                <a:lnTo>
                  <a:pt x="0" y="2756135"/>
                </a:lnTo>
                <a:lnTo>
                  <a:pt x="101213" y="2451335"/>
                </a:lnTo>
                <a:lnTo>
                  <a:pt x="372676" y="2465622"/>
                </a:lnTo>
                <a:cubicBezTo>
                  <a:pt x="508143" y="2081182"/>
                  <a:pt x="738594" y="1381359"/>
                  <a:pt x="1104513" y="297097"/>
                </a:cubicBezTo>
                <a:cubicBezTo>
                  <a:pt x="932667" y="298288"/>
                  <a:pt x="967132" y="302957"/>
                  <a:pt x="839402" y="301066"/>
                </a:cubicBezTo>
                <a:cubicBezTo>
                  <a:pt x="873597" y="203925"/>
                  <a:pt x="884237" y="153364"/>
                  <a:pt x="938212" y="0"/>
                </a:cubicBezTo>
                <a:close/>
              </a:path>
            </a:pathLst>
          </a:custGeom>
          <a:solidFill>
            <a:srgbClr val="FFFF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357287" y="2703466"/>
            <a:ext cx="331968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组合 194"/>
          <p:cNvGrpSpPr/>
          <p:nvPr/>
        </p:nvGrpSpPr>
        <p:grpSpPr>
          <a:xfrm rot="5400000" flipH="1" flipV="1">
            <a:off x="4874141" y="3049290"/>
            <a:ext cx="175663" cy="95522"/>
            <a:chOff x="1406718" y="4056765"/>
            <a:chExt cx="3039525" cy="827195"/>
          </a:xfrm>
        </p:grpSpPr>
        <p:sp>
          <p:nvSpPr>
            <p:cNvPr id="196" name="任意多边形 19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矩形 19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任意多边形 19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任意多边形 19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任意多边形 19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01" name="组合 200"/>
          <p:cNvGrpSpPr/>
          <p:nvPr/>
        </p:nvGrpSpPr>
        <p:grpSpPr>
          <a:xfrm rot="4065100" flipH="1" flipV="1">
            <a:off x="4973533" y="3317224"/>
            <a:ext cx="175663" cy="95522"/>
            <a:chOff x="1406718" y="4056765"/>
            <a:chExt cx="3039525" cy="827195"/>
          </a:xfrm>
        </p:grpSpPr>
        <p:sp>
          <p:nvSpPr>
            <p:cNvPr id="202" name="任意多边形 20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 20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任意多边形 20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任意多边形 20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任意多边形 20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07" name="组合 206"/>
          <p:cNvGrpSpPr/>
          <p:nvPr/>
        </p:nvGrpSpPr>
        <p:grpSpPr>
          <a:xfrm rot="2569264" flipH="1" flipV="1">
            <a:off x="5134250" y="3565748"/>
            <a:ext cx="175663" cy="95522"/>
            <a:chOff x="1406718" y="4056765"/>
            <a:chExt cx="3039525" cy="827195"/>
          </a:xfrm>
        </p:grpSpPr>
        <p:sp>
          <p:nvSpPr>
            <p:cNvPr id="208" name="任意多边形 20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矩形 20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任意多边形 20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任意多边形 28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任意多边形 28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91" name="组合 290"/>
          <p:cNvGrpSpPr/>
          <p:nvPr/>
        </p:nvGrpSpPr>
        <p:grpSpPr>
          <a:xfrm rot="2244221" flipH="1" flipV="1">
            <a:off x="5337299" y="3758346"/>
            <a:ext cx="175663" cy="95522"/>
            <a:chOff x="1406718" y="4056765"/>
            <a:chExt cx="3039525" cy="827195"/>
          </a:xfrm>
        </p:grpSpPr>
        <p:sp>
          <p:nvSpPr>
            <p:cNvPr id="292" name="任意多边形 29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矩形 29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任意多边形 29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任意多边形 29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任意多边形 29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97" name="组合 296"/>
          <p:cNvGrpSpPr/>
          <p:nvPr/>
        </p:nvGrpSpPr>
        <p:grpSpPr>
          <a:xfrm rot="21168057" flipH="1" flipV="1">
            <a:off x="5830927" y="3874000"/>
            <a:ext cx="175663" cy="95522"/>
            <a:chOff x="1406718" y="4056765"/>
            <a:chExt cx="3039525" cy="827195"/>
          </a:xfrm>
        </p:grpSpPr>
        <p:sp>
          <p:nvSpPr>
            <p:cNvPr id="298" name="任意多边形 29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矩形 29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任意多边形 29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任意多边形 30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任意多边形 30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09" name="组合 308"/>
          <p:cNvGrpSpPr/>
          <p:nvPr/>
        </p:nvGrpSpPr>
        <p:grpSpPr>
          <a:xfrm rot="480038" flipH="1" flipV="1">
            <a:off x="5560942" y="3859758"/>
            <a:ext cx="175663" cy="95522"/>
            <a:chOff x="1406718" y="4056765"/>
            <a:chExt cx="3039525" cy="827195"/>
          </a:xfrm>
        </p:grpSpPr>
        <p:sp>
          <p:nvSpPr>
            <p:cNvPr id="310" name="任意多边形 30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1" name="矩形 31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任意多边形 31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3" name="任意多边形 31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任意多边形 31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5" name="组合 314"/>
          <p:cNvGrpSpPr/>
          <p:nvPr/>
        </p:nvGrpSpPr>
        <p:grpSpPr>
          <a:xfrm rot="20369844" flipH="1" flipV="1">
            <a:off x="6087943" y="3824682"/>
            <a:ext cx="175663" cy="95522"/>
            <a:chOff x="1406718" y="4056765"/>
            <a:chExt cx="3039525" cy="827195"/>
          </a:xfrm>
        </p:grpSpPr>
        <p:sp>
          <p:nvSpPr>
            <p:cNvPr id="316" name="任意多边形 31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7" name="矩形 31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8" name="任意多边形 31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7" name="任意多边形 33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8" name="任意多边形 33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39" name="组合 338"/>
          <p:cNvGrpSpPr/>
          <p:nvPr/>
        </p:nvGrpSpPr>
        <p:grpSpPr>
          <a:xfrm rot="18859629" flipH="1" flipV="1">
            <a:off x="6324995" y="3685525"/>
            <a:ext cx="175663" cy="95522"/>
            <a:chOff x="1406718" y="4056765"/>
            <a:chExt cx="3039525" cy="827195"/>
          </a:xfrm>
        </p:grpSpPr>
        <p:sp>
          <p:nvSpPr>
            <p:cNvPr id="340" name="任意多边形 33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1" name="矩形 34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" name="任意多边形 34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" name="任意多边形 34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任意多边形 34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45" name="组合 344"/>
          <p:cNvGrpSpPr/>
          <p:nvPr/>
        </p:nvGrpSpPr>
        <p:grpSpPr>
          <a:xfrm rot="18008050" flipH="1" flipV="1">
            <a:off x="6512086" y="3518348"/>
            <a:ext cx="175663" cy="95522"/>
            <a:chOff x="1406718" y="4056765"/>
            <a:chExt cx="3039525" cy="827195"/>
          </a:xfrm>
        </p:grpSpPr>
        <p:sp>
          <p:nvSpPr>
            <p:cNvPr id="346" name="任意多边形 34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矩形 34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8" name="任意多边形 34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任意多边形 34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0" name="任意多边形 34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51" name="组合 350"/>
          <p:cNvGrpSpPr/>
          <p:nvPr/>
        </p:nvGrpSpPr>
        <p:grpSpPr>
          <a:xfrm rot="17420823" flipH="1" flipV="1">
            <a:off x="6637178" y="3283311"/>
            <a:ext cx="175663" cy="95522"/>
            <a:chOff x="1406718" y="4056765"/>
            <a:chExt cx="3039525" cy="827195"/>
          </a:xfrm>
        </p:grpSpPr>
        <p:sp>
          <p:nvSpPr>
            <p:cNvPr id="352" name="任意多边形 35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3" name="矩形 35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4" name="任意多边形 35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5" name="任意多边形 35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6" name="任意多边形 35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57" name="组合 356"/>
          <p:cNvGrpSpPr/>
          <p:nvPr/>
        </p:nvGrpSpPr>
        <p:grpSpPr>
          <a:xfrm rot="15331559" flipH="1" flipV="1">
            <a:off x="6656154" y="2791773"/>
            <a:ext cx="175663" cy="95522"/>
            <a:chOff x="1406718" y="4056765"/>
            <a:chExt cx="3039525" cy="827195"/>
          </a:xfrm>
        </p:grpSpPr>
        <p:sp>
          <p:nvSpPr>
            <p:cNvPr id="358" name="任意多边形 35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" name="矩形 35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0" name="任意多边形 35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1" name="任意多边形 360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2" name="任意多边形 361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63" name="组合 362"/>
          <p:cNvGrpSpPr/>
          <p:nvPr/>
        </p:nvGrpSpPr>
        <p:grpSpPr>
          <a:xfrm rot="14708027" flipH="1" flipV="1">
            <a:off x="6583317" y="2567560"/>
            <a:ext cx="175663" cy="95522"/>
            <a:chOff x="1406718" y="4056765"/>
            <a:chExt cx="3039525" cy="827195"/>
          </a:xfrm>
        </p:grpSpPr>
        <p:sp>
          <p:nvSpPr>
            <p:cNvPr id="364" name="任意多边形 363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矩形 364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6" name="任意多边形 365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任意多边形 36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8" name="任意多边形 36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69" name="组合 368"/>
          <p:cNvGrpSpPr/>
          <p:nvPr/>
        </p:nvGrpSpPr>
        <p:grpSpPr>
          <a:xfrm rot="13766273" flipH="1" flipV="1">
            <a:off x="6427202" y="2326348"/>
            <a:ext cx="175663" cy="95522"/>
            <a:chOff x="1406718" y="4056765"/>
            <a:chExt cx="3039525" cy="827195"/>
          </a:xfrm>
        </p:grpSpPr>
        <p:sp>
          <p:nvSpPr>
            <p:cNvPr id="370" name="任意多边形 36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1" name="矩形 37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任意多边形 37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任意多边形 37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任意多边形 37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75" name="组合 374"/>
          <p:cNvGrpSpPr/>
          <p:nvPr/>
        </p:nvGrpSpPr>
        <p:grpSpPr>
          <a:xfrm rot="11095668" flipH="1" flipV="1">
            <a:off x="5912414" y="2106908"/>
            <a:ext cx="175663" cy="95522"/>
            <a:chOff x="1406718" y="4056765"/>
            <a:chExt cx="3039525" cy="827195"/>
          </a:xfrm>
        </p:grpSpPr>
        <p:sp>
          <p:nvSpPr>
            <p:cNvPr id="376" name="任意多边形 37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矩形 37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8" name="任意多边形 37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9" name="任意多边形 37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任意多边形 37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81" name="组合 380"/>
          <p:cNvGrpSpPr/>
          <p:nvPr/>
        </p:nvGrpSpPr>
        <p:grpSpPr>
          <a:xfrm rot="11982394" flipH="1" flipV="1">
            <a:off x="6181773" y="2156136"/>
            <a:ext cx="175663" cy="95522"/>
            <a:chOff x="1406718" y="4056765"/>
            <a:chExt cx="3039525" cy="827195"/>
          </a:xfrm>
        </p:grpSpPr>
        <p:sp>
          <p:nvSpPr>
            <p:cNvPr id="382" name="任意多边形 381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3" name="矩形 382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4" name="任意多边形 383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5" name="任意多边形 384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6" name="任意多边形 385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87" name="组合 386"/>
          <p:cNvGrpSpPr/>
          <p:nvPr/>
        </p:nvGrpSpPr>
        <p:grpSpPr>
          <a:xfrm rot="10406480" flipH="1" flipV="1">
            <a:off x="5601008" y="2112444"/>
            <a:ext cx="175663" cy="95522"/>
            <a:chOff x="1406718" y="4056765"/>
            <a:chExt cx="3039525" cy="827195"/>
          </a:xfrm>
        </p:grpSpPr>
        <p:sp>
          <p:nvSpPr>
            <p:cNvPr id="388" name="任意多边形 387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9" name="矩形 388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0" name="任意多边形 389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1" name="任意多边形 390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2" name="任意多边形 391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93" name="组合 392"/>
          <p:cNvGrpSpPr/>
          <p:nvPr/>
        </p:nvGrpSpPr>
        <p:grpSpPr>
          <a:xfrm rot="8937617" flipH="1" flipV="1">
            <a:off x="5297770" y="2200166"/>
            <a:ext cx="175663" cy="95522"/>
            <a:chOff x="1406718" y="4056765"/>
            <a:chExt cx="3039525" cy="827195"/>
          </a:xfrm>
        </p:grpSpPr>
        <p:sp>
          <p:nvSpPr>
            <p:cNvPr id="394" name="任意多边形 393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5" name="矩形 394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6" name="任意多边形 395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7" name="任意多边形 396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8" name="任意多边形 397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99" name="组合 398"/>
          <p:cNvGrpSpPr/>
          <p:nvPr/>
        </p:nvGrpSpPr>
        <p:grpSpPr>
          <a:xfrm rot="7271311" flipH="1" flipV="1">
            <a:off x="5092465" y="2382832"/>
            <a:ext cx="175663" cy="95522"/>
            <a:chOff x="1406718" y="4056765"/>
            <a:chExt cx="3039525" cy="827195"/>
          </a:xfrm>
        </p:grpSpPr>
        <p:sp>
          <p:nvSpPr>
            <p:cNvPr id="400" name="任意多边形 399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1" name="矩形 400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2" name="任意多边形 401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3" name="任意多边形 402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4" name="任意多边形 403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05" name="组合 404"/>
          <p:cNvGrpSpPr/>
          <p:nvPr/>
        </p:nvGrpSpPr>
        <p:grpSpPr>
          <a:xfrm rot="5809130" flipH="1" flipV="1">
            <a:off x="4930806" y="2698572"/>
            <a:ext cx="175663" cy="95522"/>
            <a:chOff x="1406718" y="4056765"/>
            <a:chExt cx="3039525" cy="827195"/>
          </a:xfrm>
        </p:grpSpPr>
        <p:sp>
          <p:nvSpPr>
            <p:cNvPr id="406" name="任意多边形 405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7" name="矩形 406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8" name="任意多边形 407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9" name="任意多边形 408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0" name="任意多边形 409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18" name="组合 417"/>
          <p:cNvGrpSpPr/>
          <p:nvPr/>
        </p:nvGrpSpPr>
        <p:grpSpPr>
          <a:xfrm rot="16200000" flipH="1" flipV="1">
            <a:off x="6685881" y="3038820"/>
            <a:ext cx="175663" cy="95522"/>
            <a:chOff x="1406718" y="4056765"/>
            <a:chExt cx="3039525" cy="827195"/>
          </a:xfrm>
        </p:grpSpPr>
        <p:sp>
          <p:nvSpPr>
            <p:cNvPr id="419" name="任意多边形 418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0" name="矩形 419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1" name="任意多边形 420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2" name="任意多边形 421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3" name="任意多边形 422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24" name="椭圆 423">
            <a:extLst>
              <a:ext uri="{FF2B5EF4-FFF2-40B4-BE49-F238E27FC236}">
                <a16:creationId xmlns:a16="http://schemas.microsoft.com/office/drawing/2014/main" id="{31000EAC-12C4-4564-B88B-DA79C65BC83C}"/>
              </a:ext>
            </a:extLst>
          </p:cNvPr>
          <p:cNvSpPr/>
          <p:nvPr/>
        </p:nvSpPr>
        <p:spPr>
          <a:xfrm>
            <a:off x="4897814" y="2043599"/>
            <a:ext cx="1912767" cy="1912767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5" name="椭圆 424">
            <a:extLst>
              <a:ext uri="{FF2B5EF4-FFF2-40B4-BE49-F238E27FC236}">
                <a16:creationId xmlns:a16="http://schemas.microsoft.com/office/drawing/2014/main" id="{9EEC4C5D-0E06-4917-A064-84B20B9F3C66}"/>
              </a:ext>
            </a:extLst>
          </p:cNvPr>
          <p:cNvSpPr/>
          <p:nvPr/>
        </p:nvSpPr>
        <p:spPr>
          <a:xfrm>
            <a:off x="5024211" y="2189721"/>
            <a:ext cx="1648146" cy="1632142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椭圆 425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4958007" y="2109802"/>
            <a:ext cx="1785695" cy="1785695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 78">
            <a:extLst>
              <a:ext uri="{FF2B5EF4-FFF2-40B4-BE49-F238E27FC236}">
                <a16:creationId xmlns:a16="http://schemas.microsoft.com/office/drawing/2014/main" id="{112AF28E-3083-4BF6-9A40-865C75E2AD94}"/>
              </a:ext>
            </a:extLst>
          </p:cNvPr>
          <p:cNvSpPr/>
          <p:nvPr/>
        </p:nvSpPr>
        <p:spPr>
          <a:xfrm rot="17923035">
            <a:off x="4991309" y="3307988"/>
            <a:ext cx="334469" cy="41223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18575 w 476348"/>
              <a:gd name="connsiteY0" fmla="*/ 7373 h 587098"/>
              <a:gd name="connsiteX1" fmla="*/ 18047 w 476348"/>
              <a:gd name="connsiteY1" fmla="*/ 86953 h 587098"/>
              <a:gd name="connsiteX2" fmla="*/ 446203 w 476348"/>
              <a:gd name="connsiteY2" fmla="*/ 479667 h 587098"/>
              <a:gd name="connsiteX3" fmla="*/ 369967 w 476348"/>
              <a:gd name="connsiteY3" fmla="*/ 585696 h 587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348" h="587098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87550" y="396543"/>
                  <a:pt x="446203" y="479667"/>
                </a:cubicBezTo>
                <a:cubicBezTo>
                  <a:pt x="504856" y="562791"/>
                  <a:pt x="477123" y="594427"/>
                  <a:pt x="369967" y="585696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17">
            <a:extLst>
              <a:ext uri="{FF2B5EF4-FFF2-40B4-BE49-F238E27FC236}">
                <a16:creationId xmlns:a16="http://schemas.microsoft.com/office/drawing/2014/main" id="{AD61CD7C-43E7-4E66-94D3-32AF6403289A}"/>
              </a:ext>
            </a:extLst>
          </p:cNvPr>
          <p:cNvSpPr/>
          <p:nvPr/>
        </p:nvSpPr>
        <p:spPr>
          <a:xfrm rot="20469177">
            <a:off x="4872885" y="2542726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66">
            <a:extLst>
              <a:ext uri="{FF2B5EF4-FFF2-40B4-BE49-F238E27FC236}">
                <a16:creationId xmlns:a16="http://schemas.microsoft.com/office/drawing/2014/main" id="{9AF94499-0328-4779-B7F9-535853A4C7C3}"/>
              </a:ext>
            </a:extLst>
          </p:cNvPr>
          <p:cNvSpPr/>
          <p:nvPr/>
        </p:nvSpPr>
        <p:spPr>
          <a:xfrm rot="20906147">
            <a:off x="4954689" y="2327381"/>
            <a:ext cx="320881" cy="36841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65936 w 456996"/>
              <a:gd name="connsiteY0" fmla="*/ 17099 h 524690"/>
              <a:gd name="connsiteX1" fmla="*/ 9562 w 456996"/>
              <a:gd name="connsiteY1" fmla="*/ 52844 h 524690"/>
              <a:gd name="connsiteX2" fmla="*/ 437718 w 456996"/>
              <a:gd name="connsiteY2" fmla="*/ 445558 h 524690"/>
              <a:gd name="connsiteX3" fmla="*/ 323418 w 456996"/>
              <a:gd name="connsiteY3" fmla="*/ 521758 h 524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996" h="524690">
                <a:moveTo>
                  <a:pt x="165936" y="17099"/>
                </a:moveTo>
                <a:cubicBezTo>
                  <a:pt x="90529" y="-3539"/>
                  <a:pt x="-35735" y="-18566"/>
                  <a:pt x="9562" y="52844"/>
                </a:cubicBezTo>
                <a:cubicBezTo>
                  <a:pt x="54859" y="124254"/>
                  <a:pt x="385409" y="367406"/>
                  <a:pt x="437718" y="445558"/>
                </a:cubicBezTo>
                <a:cubicBezTo>
                  <a:pt x="490027" y="523710"/>
                  <a:pt x="430574" y="530489"/>
                  <a:pt x="323418" y="521758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67">
            <a:extLst>
              <a:ext uri="{FF2B5EF4-FFF2-40B4-BE49-F238E27FC236}">
                <a16:creationId xmlns:a16="http://schemas.microsoft.com/office/drawing/2014/main" id="{4A744829-951B-48F7-A0ED-030527A15F75}"/>
              </a:ext>
            </a:extLst>
          </p:cNvPr>
          <p:cNvSpPr/>
          <p:nvPr/>
        </p:nvSpPr>
        <p:spPr>
          <a:xfrm>
            <a:off x="5121235" y="2153782"/>
            <a:ext cx="323017" cy="374227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4882 w 460038"/>
              <a:gd name="connsiteY0" fmla="*/ 13296 h 532972"/>
              <a:gd name="connsiteX1" fmla="*/ 12604 w 460038"/>
              <a:gd name="connsiteY1" fmla="*/ 61126 h 532972"/>
              <a:gd name="connsiteX2" fmla="*/ 440760 w 460038"/>
              <a:gd name="connsiteY2" fmla="*/ 453840 h 532972"/>
              <a:gd name="connsiteX3" fmla="*/ 326460 w 460038"/>
              <a:gd name="connsiteY3" fmla="*/ 530040 h 53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038" h="532972">
                <a:moveTo>
                  <a:pt x="144882" y="13296"/>
                </a:moveTo>
                <a:cubicBezTo>
                  <a:pt x="69475" y="-7342"/>
                  <a:pt x="-36709" y="-12298"/>
                  <a:pt x="12604" y="61126"/>
                </a:cubicBezTo>
                <a:cubicBezTo>
                  <a:pt x="61917" y="134550"/>
                  <a:pt x="388451" y="375688"/>
                  <a:pt x="440760" y="453840"/>
                </a:cubicBezTo>
                <a:cubicBezTo>
                  <a:pt x="493069" y="531992"/>
                  <a:pt x="433616" y="538771"/>
                  <a:pt x="326460" y="530040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68">
            <a:extLst>
              <a:ext uri="{FF2B5EF4-FFF2-40B4-BE49-F238E27FC236}">
                <a16:creationId xmlns:a16="http://schemas.microsoft.com/office/drawing/2014/main" id="{9F0CE6CA-4EDC-4F36-B55B-F779C637A2DE}"/>
              </a:ext>
            </a:extLst>
          </p:cNvPr>
          <p:cNvSpPr/>
          <p:nvPr/>
        </p:nvSpPr>
        <p:spPr>
          <a:xfrm rot="330716">
            <a:off x="6317325" y="3426714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69">
            <a:extLst>
              <a:ext uri="{FF2B5EF4-FFF2-40B4-BE49-F238E27FC236}">
                <a16:creationId xmlns:a16="http://schemas.microsoft.com/office/drawing/2014/main" id="{2DD18C0D-113A-41A7-A8C0-41EF511819B8}"/>
              </a:ext>
            </a:extLst>
          </p:cNvPr>
          <p:cNvSpPr/>
          <p:nvPr/>
        </p:nvSpPr>
        <p:spPr>
          <a:xfrm rot="11632424">
            <a:off x="6126308" y="3582669"/>
            <a:ext cx="293914" cy="395519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0758 w 460749"/>
              <a:gd name="connsiteY0" fmla="*/ 16036 h 526697"/>
              <a:gd name="connsiteX1" fmla="*/ 13315 w 460749"/>
              <a:gd name="connsiteY1" fmla="*/ 54851 h 526697"/>
              <a:gd name="connsiteX2" fmla="*/ 441471 w 460749"/>
              <a:gd name="connsiteY2" fmla="*/ 447565 h 526697"/>
              <a:gd name="connsiteX3" fmla="*/ 327171 w 460749"/>
              <a:gd name="connsiteY3" fmla="*/ 523765 h 526697"/>
              <a:gd name="connsiteX0" fmla="*/ 140758 w 459649"/>
              <a:gd name="connsiteY0" fmla="*/ 16036 h 496248"/>
              <a:gd name="connsiteX1" fmla="*/ 13315 w 459649"/>
              <a:gd name="connsiteY1" fmla="*/ 54851 h 496248"/>
              <a:gd name="connsiteX2" fmla="*/ 441471 w 459649"/>
              <a:gd name="connsiteY2" fmla="*/ 447565 h 496248"/>
              <a:gd name="connsiteX3" fmla="*/ 322236 w 459649"/>
              <a:gd name="connsiteY3" fmla="*/ 484407 h 496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649" h="496248">
                <a:moveTo>
                  <a:pt x="140758" y="16036"/>
                </a:moveTo>
                <a:cubicBezTo>
                  <a:pt x="65351" y="-4602"/>
                  <a:pt x="-36804" y="-17070"/>
                  <a:pt x="13315" y="54851"/>
                </a:cubicBezTo>
                <a:cubicBezTo>
                  <a:pt x="63434" y="126773"/>
                  <a:pt x="389984" y="375972"/>
                  <a:pt x="441471" y="447565"/>
                </a:cubicBezTo>
                <a:cubicBezTo>
                  <a:pt x="492958" y="519158"/>
                  <a:pt x="429392" y="493138"/>
                  <a:pt x="322236" y="48440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73">
            <a:extLst>
              <a:ext uri="{FF2B5EF4-FFF2-40B4-BE49-F238E27FC236}">
                <a16:creationId xmlns:a16="http://schemas.microsoft.com/office/drawing/2014/main" id="{D1819BB8-0BC0-4A94-8119-31613E63F5DF}"/>
              </a:ext>
            </a:extLst>
          </p:cNvPr>
          <p:cNvSpPr/>
          <p:nvPr/>
        </p:nvSpPr>
        <p:spPr>
          <a:xfrm rot="13319087">
            <a:off x="5858273" y="3660250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75">
            <a:extLst>
              <a:ext uri="{FF2B5EF4-FFF2-40B4-BE49-F238E27FC236}">
                <a16:creationId xmlns:a16="http://schemas.microsoft.com/office/drawing/2014/main" id="{D227644A-1C4F-403F-8F57-9CA1B1C8BB46}"/>
              </a:ext>
            </a:extLst>
          </p:cNvPr>
          <p:cNvSpPr/>
          <p:nvPr/>
        </p:nvSpPr>
        <p:spPr>
          <a:xfrm rot="16403266">
            <a:off x="5217298" y="3534137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>
            <a:off x="5076502" y="3436249"/>
            <a:ext cx="0" cy="872948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矩形 411"/>
          <p:cNvSpPr/>
          <p:nvPr/>
        </p:nvSpPr>
        <p:spPr>
          <a:xfrm>
            <a:off x="4773143" y="4319582"/>
            <a:ext cx="123538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不能保持正向偏转</a:t>
            </a:r>
          </a:p>
        </p:txBody>
      </p:sp>
      <p:grpSp>
        <p:nvGrpSpPr>
          <p:cNvPr id="428" name="组合 427"/>
          <p:cNvGrpSpPr/>
          <p:nvPr/>
        </p:nvGrpSpPr>
        <p:grpSpPr>
          <a:xfrm rot="9431444" flipH="1" flipV="1">
            <a:off x="4973249" y="3300210"/>
            <a:ext cx="175663" cy="95522"/>
            <a:chOff x="1406718" y="4056765"/>
            <a:chExt cx="3039525" cy="827195"/>
          </a:xfrm>
        </p:grpSpPr>
        <p:sp>
          <p:nvSpPr>
            <p:cNvPr id="429" name="任意多边形 428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0" name="矩形 429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1" name="任意多边形 430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2" name="任意多边形 431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3" name="任意多边形 432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2" name="右箭头 31"/>
          <p:cNvSpPr/>
          <p:nvPr/>
        </p:nvSpPr>
        <p:spPr>
          <a:xfrm>
            <a:off x="6095623" y="4385542"/>
            <a:ext cx="144512" cy="114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矩形 433"/>
          <p:cNvSpPr/>
          <p:nvPr/>
        </p:nvSpPr>
        <p:spPr>
          <a:xfrm>
            <a:off x="6328696" y="4315734"/>
            <a:ext cx="90890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没有磁饱和</a:t>
            </a:r>
          </a:p>
        </p:txBody>
      </p:sp>
      <p:sp>
        <p:nvSpPr>
          <p:cNvPr id="436" name="矩形 435"/>
          <p:cNvSpPr/>
          <p:nvPr/>
        </p:nvSpPr>
        <p:spPr>
          <a:xfrm>
            <a:off x="3734141" y="2310804"/>
            <a:ext cx="90890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加大电流</a:t>
            </a:r>
          </a:p>
        </p:txBody>
      </p:sp>
      <p:sp>
        <p:nvSpPr>
          <p:cNvPr id="437" name="矩形 436"/>
          <p:cNvSpPr/>
          <p:nvPr/>
        </p:nvSpPr>
        <p:spPr>
          <a:xfrm>
            <a:off x="4068471" y="3786668"/>
            <a:ext cx="90890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再次饱和</a:t>
            </a:r>
          </a:p>
        </p:txBody>
      </p:sp>
      <p:sp>
        <p:nvSpPr>
          <p:cNvPr id="16" name="任意多边形 76">
            <a:extLst>
              <a:ext uri="{FF2B5EF4-FFF2-40B4-BE49-F238E27FC236}">
                <a16:creationId xmlns:a16="http://schemas.microsoft.com/office/drawing/2014/main" id="{86A03856-29E5-4FB7-B34D-300AF8E4CC6B}"/>
              </a:ext>
            </a:extLst>
          </p:cNvPr>
          <p:cNvSpPr/>
          <p:nvPr/>
        </p:nvSpPr>
        <p:spPr>
          <a:xfrm rot="14873629">
            <a:off x="5535659" y="3663509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79">
            <a:extLst>
              <a:ext uri="{FF2B5EF4-FFF2-40B4-BE49-F238E27FC236}">
                <a16:creationId xmlns:a16="http://schemas.microsoft.com/office/drawing/2014/main" id="{D18A7DF9-3412-4891-B6AE-556D2AD792ED}"/>
              </a:ext>
            </a:extLst>
          </p:cNvPr>
          <p:cNvSpPr/>
          <p:nvPr/>
        </p:nvSpPr>
        <p:spPr>
          <a:xfrm rot="1254252">
            <a:off x="5355828" y="2007015"/>
            <a:ext cx="322774" cy="392031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6978 w 459693"/>
              <a:gd name="connsiteY0" fmla="*/ 7437 h 558328"/>
              <a:gd name="connsiteX1" fmla="*/ 12259 w 459693"/>
              <a:gd name="connsiteY1" fmla="*/ 86482 h 558328"/>
              <a:gd name="connsiteX2" fmla="*/ 440415 w 459693"/>
              <a:gd name="connsiteY2" fmla="*/ 479196 h 558328"/>
              <a:gd name="connsiteX3" fmla="*/ 326115 w 459693"/>
              <a:gd name="connsiteY3" fmla="*/ 555396 h 55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693" h="558328">
                <a:moveTo>
                  <a:pt x="146978" y="7437"/>
                </a:moveTo>
                <a:cubicBezTo>
                  <a:pt x="71571" y="-13201"/>
                  <a:pt x="-36647" y="7856"/>
                  <a:pt x="12259" y="86482"/>
                </a:cubicBezTo>
                <a:cubicBezTo>
                  <a:pt x="61165" y="165109"/>
                  <a:pt x="388106" y="401044"/>
                  <a:pt x="440415" y="479196"/>
                </a:cubicBezTo>
                <a:cubicBezTo>
                  <a:pt x="492724" y="557348"/>
                  <a:pt x="433271" y="564127"/>
                  <a:pt x="326115" y="555396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80">
            <a:extLst>
              <a:ext uri="{FF2B5EF4-FFF2-40B4-BE49-F238E27FC236}">
                <a16:creationId xmlns:a16="http://schemas.microsoft.com/office/drawing/2014/main" id="{DE3638DA-AFBB-4048-A6C6-9757CB0424E9}"/>
              </a:ext>
            </a:extLst>
          </p:cNvPr>
          <p:cNvSpPr/>
          <p:nvPr/>
        </p:nvSpPr>
        <p:spPr>
          <a:xfrm rot="2191978">
            <a:off x="5632715" y="1936582"/>
            <a:ext cx="321477" cy="38252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59414 w 457845"/>
              <a:gd name="connsiteY0" fmla="*/ 9829 h 544785"/>
              <a:gd name="connsiteX1" fmla="*/ 10411 w 457845"/>
              <a:gd name="connsiteY1" fmla="*/ 72939 h 544785"/>
              <a:gd name="connsiteX2" fmla="*/ 438567 w 457845"/>
              <a:gd name="connsiteY2" fmla="*/ 465653 h 544785"/>
              <a:gd name="connsiteX3" fmla="*/ 324267 w 457845"/>
              <a:gd name="connsiteY3" fmla="*/ 541853 h 54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845" h="544785">
                <a:moveTo>
                  <a:pt x="159414" y="9829"/>
                </a:moveTo>
                <a:cubicBezTo>
                  <a:pt x="84007" y="-10809"/>
                  <a:pt x="-36115" y="-3032"/>
                  <a:pt x="10411" y="72939"/>
                </a:cubicBezTo>
                <a:cubicBezTo>
                  <a:pt x="56937" y="148910"/>
                  <a:pt x="386258" y="387501"/>
                  <a:pt x="438567" y="465653"/>
                </a:cubicBezTo>
                <a:cubicBezTo>
                  <a:pt x="490876" y="543805"/>
                  <a:pt x="431423" y="550584"/>
                  <a:pt x="324267" y="541853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88">
            <a:extLst>
              <a:ext uri="{FF2B5EF4-FFF2-40B4-BE49-F238E27FC236}">
                <a16:creationId xmlns:a16="http://schemas.microsoft.com/office/drawing/2014/main" id="{1D2B3A61-D7BB-49AC-9ED4-61DFD8B72ADC}"/>
              </a:ext>
            </a:extLst>
          </p:cNvPr>
          <p:cNvSpPr/>
          <p:nvPr/>
        </p:nvSpPr>
        <p:spPr>
          <a:xfrm rot="3652982">
            <a:off x="5932370" y="1965068"/>
            <a:ext cx="321164" cy="383606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62752 w 457401"/>
              <a:gd name="connsiteY0" fmla="*/ 9490 h 546329"/>
              <a:gd name="connsiteX1" fmla="*/ 9967 w 457401"/>
              <a:gd name="connsiteY1" fmla="*/ 74483 h 546329"/>
              <a:gd name="connsiteX2" fmla="*/ 438123 w 457401"/>
              <a:gd name="connsiteY2" fmla="*/ 467197 h 546329"/>
              <a:gd name="connsiteX3" fmla="*/ 323823 w 457401"/>
              <a:gd name="connsiteY3" fmla="*/ 543397 h 546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401" h="546329">
                <a:moveTo>
                  <a:pt x="162752" y="9490"/>
                </a:moveTo>
                <a:cubicBezTo>
                  <a:pt x="87345" y="-11148"/>
                  <a:pt x="-35928" y="-1802"/>
                  <a:pt x="9967" y="74483"/>
                </a:cubicBezTo>
                <a:cubicBezTo>
                  <a:pt x="55862" y="150768"/>
                  <a:pt x="385814" y="389045"/>
                  <a:pt x="438123" y="467197"/>
                </a:cubicBezTo>
                <a:cubicBezTo>
                  <a:pt x="490432" y="545349"/>
                  <a:pt x="430979" y="552128"/>
                  <a:pt x="323823" y="54339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89">
            <a:extLst>
              <a:ext uri="{FF2B5EF4-FFF2-40B4-BE49-F238E27FC236}">
                <a16:creationId xmlns:a16="http://schemas.microsoft.com/office/drawing/2014/main" id="{4B381D8A-982C-4456-9590-81584707C9A2}"/>
              </a:ext>
            </a:extLst>
          </p:cNvPr>
          <p:cNvSpPr/>
          <p:nvPr/>
        </p:nvSpPr>
        <p:spPr>
          <a:xfrm rot="4412649">
            <a:off x="6206254" y="2102929"/>
            <a:ext cx="321739" cy="374997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49355 w 459314"/>
              <a:gd name="connsiteY0" fmla="*/ 13721 h 531872"/>
              <a:gd name="connsiteX1" fmla="*/ 11880 w 459314"/>
              <a:gd name="connsiteY1" fmla="*/ 60026 h 531872"/>
              <a:gd name="connsiteX2" fmla="*/ 440036 w 459314"/>
              <a:gd name="connsiteY2" fmla="*/ 452740 h 531872"/>
              <a:gd name="connsiteX3" fmla="*/ 325736 w 459314"/>
              <a:gd name="connsiteY3" fmla="*/ 528940 h 531872"/>
              <a:gd name="connsiteX0" fmla="*/ 156714 w 458219"/>
              <a:gd name="connsiteY0" fmla="*/ 12892 h 534069"/>
              <a:gd name="connsiteX1" fmla="*/ 10785 w 458219"/>
              <a:gd name="connsiteY1" fmla="*/ 62223 h 534069"/>
              <a:gd name="connsiteX2" fmla="*/ 438941 w 458219"/>
              <a:gd name="connsiteY2" fmla="*/ 454937 h 534069"/>
              <a:gd name="connsiteX3" fmla="*/ 324641 w 458219"/>
              <a:gd name="connsiteY3" fmla="*/ 531137 h 53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219" h="534069">
                <a:moveTo>
                  <a:pt x="156714" y="12892"/>
                </a:moveTo>
                <a:cubicBezTo>
                  <a:pt x="81307" y="-7746"/>
                  <a:pt x="-36253" y="-11451"/>
                  <a:pt x="10785" y="62223"/>
                </a:cubicBezTo>
                <a:cubicBezTo>
                  <a:pt x="57823" y="135897"/>
                  <a:pt x="386632" y="376785"/>
                  <a:pt x="438941" y="454937"/>
                </a:cubicBezTo>
                <a:cubicBezTo>
                  <a:pt x="491250" y="533089"/>
                  <a:pt x="431797" y="539868"/>
                  <a:pt x="324641" y="53113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90">
            <a:extLst>
              <a:ext uri="{FF2B5EF4-FFF2-40B4-BE49-F238E27FC236}">
                <a16:creationId xmlns:a16="http://schemas.microsoft.com/office/drawing/2014/main" id="{7891FAC3-CF5E-4777-8801-7C35A91401F7}"/>
              </a:ext>
            </a:extLst>
          </p:cNvPr>
          <p:cNvSpPr/>
          <p:nvPr/>
        </p:nvSpPr>
        <p:spPr>
          <a:xfrm rot="5869972">
            <a:off x="6417551" y="2317459"/>
            <a:ext cx="325150" cy="379250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28851 w 463076"/>
              <a:gd name="connsiteY0" fmla="*/ 10991 h 540125"/>
              <a:gd name="connsiteX1" fmla="*/ 15642 w 463076"/>
              <a:gd name="connsiteY1" fmla="*/ 68279 h 540125"/>
              <a:gd name="connsiteX2" fmla="*/ 443798 w 463076"/>
              <a:gd name="connsiteY2" fmla="*/ 460993 h 540125"/>
              <a:gd name="connsiteX3" fmla="*/ 329498 w 463076"/>
              <a:gd name="connsiteY3" fmla="*/ 537193 h 54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076" h="540125">
                <a:moveTo>
                  <a:pt x="128851" y="10991"/>
                </a:moveTo>
                <a:cubicBezTo>
                  <a:pt x="53444" y="-9647"/>
                  <a:pt x="-36849" y="-6721"/>
                  <a:pt x="15642" y="68279"/>
                </a:cubicBezTo>
                <a:cubicBezTo>
                  <a:pt x="68133" y="143279"/>
                  <a:pt x="391489" y="382841"/>
                  <a:pt x="443798" y="460993"/>
                </a:cubicBezTo>
                <a:cubicBezTo>
                  <a:pt x="496107" y="539145"/>
                  <a:pt x="436654" y="545924"/>
                  <a:pt x="329498" y="537193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91">
            <a:extLst>
              <a:ext uri="{FF2B5EF4-FFF2-40B4-BE49-F238E27FC236}">
                <a16:creationId xmlns:a16="http://schemas.microsoft.com/office/drawing/2014/main" id="{8E24D1DE-8A7B-4BA7-9C53-978A08782429}"/>
              </a:ext>
            </a:extLst>
          </p:cNvPr>
          <p:cNvSpPr/>
          <p:nvPr/>
        </p:nvSpPr>
        <p:spPr>
          <a:xfrm rot="7237128">
            <a:off x="6533655" y="2578139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92">
            <a:extLst>
              <a:ext uri="{FF2B5EF4-FFF2-40B4-BE49-F238E27FC236}">
                <a16:creationId xmlns:a16="http://schemas.microsoft.com/office/drawing/2014/main" id="{3AEAA3DB-6A2D-432C-A94B-C8F53068EB67}"/>
              </a:ext>
            </a:extLst>
          </p:cNvPr>
          <p:cNvSpPr/>
          <p:nvPr/>
        </p:nvSpPr>
        <p:spPr>
          <a:xfrm rot="8611987">
            <a:off x="6562859" y="2872126"/>
            <a:ext cx="326838" cy="392362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481" h="558799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393894" y="401515"/>
                  <a:pt x="446203" y="479667"/>
                </a:cubicBezTo>
                <a:cubicBezTo>
                  <a:pt x="498512" y="557819"/>
                  <a:pt x="439059" y="564598"/>
                  <a:pt x="331903" y="555867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93">
            <a:extLst>
              <a:ext uri="{FF2B5EF4-FFF2-40B4-BE49-F238E27FC236}">
                <a16:creationId xmlns:a16="http://schemas.microsoft.com/office/drawing/2014/main" id="{F111AB35-A908-47BA-A69F-4422F2EB31EF}"/>
              </a:ext>
            </a:extLst>
          </p:cNvPr>
          <p:cNvSpPr/>
          <p:nvPr/>
        </p:nvSpPr>
        <p:spPr>
          <a:xfrm rot="9242669">
            <a:off x="6485227" y="3182991"/>
            <a:ext cx="321109" cy="379221"/>
          </a:xfrm>
          <a:custGeom>
            <a:avLst/>
            <a:gdLst>
              <a:gd name="connsiteX0" fmla="*/ 106922 w 572814"/>
              <a:gd name="connsiteY0" fmla="*/ 17915 h 632614"/>
              <a:gd name="connsiteX1" fmla="*/ 30722 w 572814"/>
              <a:gd name="connsiteY1" fmla="*/ 65540 h 632614"/>
              <a:gd name="connsiteX2" fmla="*/ 554597 w 572814"/>
              <a:gd name="connsiteY2" fmla="*/ 551315 h 632614"/>
              <a:gd name="connsiteX3" fmla="*/ 402197 w 572814"/>
              <a:gd name="connsiteY3" fmla="*/ 627515 h 632614"/>
              <a:gd name="connsiteX0" fmla="*/ 106922 w 580681"/>
              <a:gd name="connsiteY0" fmla="*/ 17915 h 632614"/>
              <a:gd name="connsiteX1" fmla="*/ 30722 w 580681"/>
              <a:gd name="connsiteY1" fmla="*/ 65540 h 632614"/>
              <a:gd name="connsiteX2" fmla="*/ 554597 w 580681"/>
              <a:gd name="connsiteY2" fmla="*/ 551315 h 632614"/>
              <a:gd name="connsiteX3" fmla="*/ 440297 w 580681"/>
              <a:gd name="connsiteY3" fmla="*/ 627515 h 632614"/>
              <a:gd name="connsiteX0" fmla="*/ 47478 w 514431"/>
              <a:gd name="connsiteY0" fmla="*/ 3545 h 616077"/>
              <a:gd name="connsiteX1" fmla="*/ 66997 w 514431"/>
              <a:gd name="connsiteY1" fmla="*/ 144231 h 616077"/>
              <a:gd name="connsiteX2" fmla="*/ 495153 w 514431"/>
              <a:gd name="connsiteY2" fmla="*/ 536945 h 616077"/>
              <a:gd name="connsiteX3" fmla="*/ 380853 w 514431"/>
              <a:gd name="connsiteY3" fmla="*/ 613145 h 616077"/>
              <a:gd name="connsiteX0" fmla="*/ 118575 w 465481"/>
              <a:gd name="connsiteY0" fmla="*/ 7373 h 558799"/>
              <a:gd name="connsiteX1" fmla="*/ 18047 w 465481"/>
              <a:gd name="connsiteY1" fmla="*/ 86953 h 558799"/>
              <a:gd name="connsiteX2" fmla="*/ 446203 w 465481"/>
              <a:gd name="connsiteY2" fmla="*/ 479667 h 558799"/>
              <a:gd name="connsiteX3" fmla="*/ 331903 w 465481"/>
              <a:gd name="connsiteY3" fmla="*/ 555867 h 558799"/>
              <a:gd name="connsiteX0" fmla="*/ 118575 w 457320"/>
              <a:gd name="connsiteY0" fmla="*/ 7373 h 540085"/>
              <a:gd name="connsiteX1" fmla="*/ 18047 w 457320"/>
              <a:gd name="connsiteY1" fmla="*/ 86953 h 540085"/>
              <a:gd name="connsiteX2" fmla="*/ 446203 w 457320"/>
              <a:gd name="connsiteY2" fmla="*/ 479667 h 540085"/>
              <a:gd name="connsiteX3" fmla="*/ 286227 w 457320"/>
              <a:gd name="connsiteY3" fmla="*/ 533633 h 540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320" h="540085">
                <a:moveTo>
                  <a:pt x="118575" y="7373"/>
                </a:moveTo>
                <a:cubicBezTo>
                  <a:pt x="43168" y="-13265"/>
                  <a:pt x="-36558" y="8237"/>
                  <a:pt x="18047" y="86953"/>
                </a:cubicBezTo>
                <a:cubicBezTo>
                  <a:pt x="72652" y="165669"/>
                  <a:pt x="401506" y="405220"/>
                  <a:pt x="446203" y="479667"/>
                </a:cubicBezTo>
                <a:cubicBezTo>
                  <a:pt x="490900" y="554114"/>
                  <a:pt x="393383" y="542364"/>
                  <a:pt x="286227" y="533633"/>
                </a:cubicBezTo>
              </a:path>
            </a:pathLst>
          </a:cu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050103" y="2995643"/>
            <a:ext cx="1155633" cy="548886"/>
            <a:chOff x="3975675" y="2836155"/>
            <a:chExt cx="1155633" cy="548886"/>
          </a:xfrm>
        </p:grpSpPr>
        <p:sp>
          <p:nvSpPr>
            <p:cNvPr id="5" name="任意多边形 106">
              <a:extLst>
                <a:ext uri="{FF2B5EF4-FFF2-40B4-BE49-F238E27FC236}">
                  <a16:creationId xmlns:a16="http://schemas.microsoft.com/office/drawing/2014/main" id="{506A1572-EF9E-4925-88C2-6FD363387233}"/>
                </a:ext>
              </a:extLst>
            </p:cNvPr>
            <p:cNvSpPr/>
            <p:nvPr/>
          </p:nvSpPr>
          <p:spPr>
            <a:xfrm rot="17923035">
              <a:off x="4345670" y="2599402"/>
              <a:ext cx="548886" cy="1022391"/>
            </a:xfrm>
            <a:custGeom>
              <a:avLst/>
              <a:gdLst>
                <a:gd name="connsiteX0" fmla="*/ 106922 w 572814"/>
                <a:gd name="connsiteY0" fmla="*/ 17915 h 632614"/>
                <a:gd name="connsiteX1" fmla="*/ 30722 w 572814"/>
                <a:gd name="connsiteY1" fmla="*/ 65540 h 632614"/>
                <a:gd name="connsiteX2" fmla="*/ 554597 w 572814"/>
                <a:gd name="connsiteY2" fmla="*/ 551315 h 632614"/>
                <a:gd name="connsiteX3" fmla="*/ 402197 w 572814"/>
                <a:gd name="connsiteY3" fmla="*/ 627515 h 632614"/>
                <a:gd name="connsiteX0" fmla="*/ 106922 w 580681"/>
                <a:gd name="connsiteY0" fmla="*/ 17915 h 632614"/>
                <a:gd name="connsiteX1" fmla="*/ 30722 w 580681"/>
                <a:gd name="connsiteY1" fmla="*/ 65540 h 632614"/>
                <a:gd name="connsiteX2" fmla="*/ 554597 w 580681"/>
                <a:gd name="connsiteY2" fmla="*/ 551315 h 632614"/>
                <a:gd name="connsiteX3" fmla="*/ 440297 w 580681"/>
                <a:gd name="connsiteY3" fmla="*/ 627515 h 632614"/>
                <a:gd name="connsiteX0" fmla="*/ 47478 w 514431"/>
                <a:gd name="connsiteY0" fmla="*/ 3545 h 616077"/>
                <a:gd name="connsiteX1" fmla="*/ 66997 w 514431"/>
                <a:gd name="connsiteY1" fmla="*/ 144231 h 616077"/>
                <a:gd name="connsiteX2" fmla="*/ 495153 w 514431"/>
                <a:gd name="connsiteY2" fmla="*/ 536945 h 616077"/>
                <a:gd name="connsiteX3" fmla="*/ 380853 w 514431"/>
                <a:gd name="connsiteY3" fmla="*/ 613145 h 616077"/>
                <a:gd name="connsiteX0" fmla="*/ 118575 w 465481"/>
                <a:gd name="connsiteY0" fmla="*/ 7373 h 558799"/>
                <a:gd name="connsiteX1" fmla="*/ 18047 w 465481"/>
                <a:gd name="connsiteY1" fmla="*/ 86953 h 558799"/>
                <a:gd name="connsiteX2" fmla="*/ 446203 w 465481"/>
                <a:gd name="connsiteY2" fmla="*/ 479667 h 558799"/>
                <a:gd name="connsiteX3" fmla="*/ 331903 w 465481"/>
                <a:gd name="connsiteY3" fmla="*/ 555867 h 558799"/>
                <a:gd name="connsiteX0" fmla="*/ 118575 w 476348"/>
                <a:gd name="connsiteY0" fmla="*/ 7373 h 587098"/>
                <a:gd name="connsiteX1" fmla="*/ 18047 w 476348"/>
                <a:gd name="connsiteY1" fmla="*/ 86953 h 587098"/>
                <a:gd name="connsiteX2" fmla="*/ 446203 w 476348"/>
                <a:gd name="connsiteY2" fmla="*/ 479667 h 587098"/>
                <a:gd name="connsiteX3" fmla="*/ 369967 w 476348"/>
                <a:gd name="connsiteY3" fmla="*/ 585696 h 587098"/>
                <a:gd name="connsiteX0" fmla="*/ 13179 w 787427"/>
                <a:gd name="connsiteY0" fmla="*/ 476 h 1340364"/>
                <a:gd name="connsiteX1" fmla="*/ 329126 w 787427"/>
                <a:gd name="connsiteY1" fmla="*/ 840219 h 1340364"/>
                <a:gd name="connsiteX2" fmla="*/ 757282 w 787427"/>
                <a:gd name="connsiteY2" fmla="*/ 1232933 h 1340364"/>
                <a:gd name="connsiteX3" fmla="*/ 681046 w 787427"/>
                <a:gd name="connsiteY3" fmla="*/ 1338962 h 1340364"/>
                <a:gd name="connsiteX0" fmla="*/ 0 w 458301"/>
                <a:gd name="connsiteY0" fmla="*/ 0 h 500145"/>
                <a:gd name="connsiteX1" fmla="*/ 428156 w 458301"/>
                <a:gd name="connsiteY1" fmla="*/ 392714 h 500145"/>
                <a:gd name="connsiteX2" fmla="*/ 351920 w 458301"/>
                <a:gd name="connsiteY2" fmla="*/ 498743 h 500145"/>
                <a:gd name="connsiteX0" fmla="*/ 0 w 458301"/>
                <a:gd name="connsiteY0" fmla="*/ 0 h 500145"/>
                <a:gd name="connsiteX1" fmla="*/ 428156 w 458301"/>
                <a:gd name="connsiteY1" fmla="*/ 392714 h 500145"/>
                <a:gd name="connsiteX2" fmla="*/ 351920 w 458301"/>
                <a:gd name="connsiteY2" fmla="*/ 498743 h 500145"/>
                <a:gd name="connsiteX0" fmla="*/ 0 w 457801"/>
                <a:gd name="connsiteY0" fmla="*/ 0 h 659316"/>
                <a:gd name="connsiteX1" fmla="*/ 427690 w 457801"/>
                <a:gd name="connsiteY1" fmla="*/ 550452 h 659316"/>
                <a:gd name="connsiteX2" fmla="*/ 351454 w 457801"/>
                <a:gd name="connsiteY2" fmla="*/ 656481 h 659316"/>
                <a:gd name="connsiteX0" fmla="*/ 0 w 457801"/>
                <a:gd name="connsiteY0" fmla="*/ 0 h 659316"/>
                <a:gd name="connsiteX1" fmla="*/ 427690 w 457801"/>
                <a:gd name="connsiteY1" fmla="*/ 550452 h 659316"/>
                <a:gd name="connsiteX2" fmla="*/ 351454 w 457801"/>
                <a:gd name="connsiteY2" fmla="*/ 656481 h 659316"/>
                <a:gd name="connsiteX0" fmla="*/ 0 w 419146"/>
                <a:gd name="connsiteY0" fmla="*/ 0 h 723635"/>
                <a:gd name="connsiteX1" fmla="*/ 391699 w 419146"/>
                <a:gd name="connsiteY1" fmla="*/ 613614 h 723635"/>
                <a:gd name="connsiteX2" fmla="*/ 315463 w 419146"/>
                <a:gd name="connsiteY2" fmla="*/ 719643 h 723635"/>
                <a:gd name="connsiteX0" fmla="*/ 0 w 420005"/>
                <a:gd name="connsiteY0" fmla="*/ 0 h 745413"/>
                <a:gd name="connsiteX1" fmla="*/ 392499 w 420005"/>
                <a:gd name="connsiteY1" fmla="*/ 634898 h 745413"/>
                <a:gd name="connsiteX2" fmla="*/ 316263 w 420005"/>
                <a:gd name="connsiteY2" fmla="*/ 740927 h 745413"/>
                <a:gd name="connsiteX0" fmla="*/ 0 w 427542"/>
                <a:gd name="connsiteY0" fmla="*/ 0 h 744295"/>
                <a:gd name="connsiteX1" fmla="*/ 392499 w 427542"/>
                <a:gd name="connsiteY1" fmla="*/ 634898 h 744295"/>
                <a:gd name="connsiteX2" fmla="*/ 316263 w 427542"/>
                <a:gd name="connsiteY2" fmla="*/ 740927 h 744295"/>
                <a:gd name="connsiteX0" fmla="*/ 0 w 807589"/>
                <a:gd name="connsiteY0" fmla="*/ 0 h 1479585"/>
                <a:gd name="connsiteX1" fmla="*/ 753366 w 807589"/>
                <a:gd name="connsiteY1" fmla="*/ 1333210 h 1479585"/>
                <a:gd name="connsiteX2" fmla="*/ 677130 w 807589"/>
                <a:gd name="connsiteY2" fmla="*/ 1439239 h 1479585"/>
                <a:gd name="connsiteX0" fmla="*/ 0 w 795088"/>
                <a:gd name="connsiteY0" fmla="*/ 0 h 1486766"/>
                <a:gd name="connsiteX1" fmla="*/ 753366 w 795088"/>
                <a:gd name="connsiteY1" fmla="*/ 1333210 h 1486766"/>
                <a:gd name="connsiteX2" fmla="*/ 677130 w 795088"/>
                <a:gd name="connsiteY2" fmla="*/ 1439239 h 1486766"/>
                <a:gd name="connsiteX0" fmla="*/ 0 w 781720"/>
                <a:gd name="connsiteY0" fmla="*/ 0 h 1456083"/>
                <a:gd name="connsiteX1" fmla="*/ 753366 w 781720"/>
                <a:gd name="connsiteY1" fmla="*/ 1333210 h 1456083"/>
                <a:gd name="connsiteX2" fmla="*/ 677130 w 781720"/>
                <a:gd name="connsiteY2" fmla="*/ 1439239 h 14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1720" h="1456083">
                  <a:moveTo>
                    <a:pt x="0" y="0"/>
                  </a:moveTo>
                  <a:cubicBezTo>
                    <a:pt x="124017" y="205409"/>
                    <a:pt x="622099" y="1102896"/>
                    <a:pt x="753366" y="1333210"/>
                  </a:cubicBezTo>
                  <a:cubicBezTo>
                    <a:pt x="834873" y="1476218"/>
                    <a:pt x="718947" y="1467477"/>
                    <a:pt x="677130" y="1439239"/>
                  </a:cubicBezTo>
                </a:path>
              </a:pathLst>
            </a:cu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23F27CB2-D40C-488D-AE96-BFAB1DB48A24}"/>
                </a:ext>
              </a:extLst>
            </p:cNvPr>
            <p:cNvSpPr/>
            <p:nvPr/>
          </p:nvSpPr>
          <p:spPr>
            <a:xfrm>
              <a:off x="3975675" y="3076789"/>
              <a:ext cx="64253" cy="64253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18" name="矩形 3"/>
          <p:cNvSpPr/>
          <p:nvPr/>
        </p:nvSpPr>
        <p:spPr>
          <a:xfrm>
            <a:off x="4805309" y="2974591"/>
            <a:ext cx="377098" cy="228669"/>
          </a:xfrm>
          <a:custGeom>
            <a:avLst/>
            <a:gdLst>
              <a:gd name="connsiteX0" fmla="*/ 0 w 362923"/>
              <a:gd name="connsiteY0" fmla="*/ 0 h 154484"/>
              <a:gd name="connsiteX1" fmla="*/ 362923 w 362923"/>
              <a:gd name="connsiteY1" fmla="*/ 0 h 154484"/>
              <a:gd name="connsiteX2" fmla="*/ 362923 w 362923"/>
              <a:gd name="connsiteY2" fmla="*/ 154484 h 154484"/>
              <a:gd name="connsiteX3" fmla="*/ 0 w 362923"/>
              <a:gd name="connsiteY3" fmla="*/ 154484 h 154484"/>
              <a:gd name="connsiteX4" fmla="*/ 0 w 362923"/>
              <a:gd name="connsiteY4" fmla="*/ 0 h 154484"/>
              <a:gd name="connsiteX0" fmla="*/ 0 w 362923"/>
              <a:gd name="connsiteY0" fmla="*/ 0 h 154484"/>
              <a:gd name="connsiteX1" fmla="*/ 346255 w 362923"/>
              <a:gd name="connsiteY1" fmla="*/ 4763 h 154484"/>
              <a:gd name="connsiteX2" fmla="*/ 362923 w 362923"/>
              <a:gd name="connsiteY2" fmla="*/ 154484 h 154484"/>
              <a:gd name="connsiteX3" fmla="*/ 0 w 362923"/>
              <a:gd name="connsiteY3" fmla="*/ 154484 h 154484"/>
              <a:gd name="connsiteX4" fmla="*/ 0 w 362923"/>
              <a:gd name="connsiteY4" fmla="*/ 0 h 154484"/>
              <a:gd name="connsiteX0" fmla="*/ 0 w 362923"/>
              <a:gd name="connsiteY0" fmla="*/ 0 h 154484"/>
              <a:gd name="connsiteX1" fmla="*/ 346255 w 362923"/>
              <a:gd name="connsiteY1" fmla="*/ 4763 h 154484"/>
              <a:gd name="connsiteX2" fmla="*/ 362923 w 362923"/>
              <a:gd name="connsiteY2" fmla="*/ 154484 h 154484"/>
              <a:gd name="connsiteX3" fmla="*/ 7144 w 362923"/>
              <a:gd name="connsiteY3" fmla="*/ 152102 h 154484"/>
              <a:gd name="connsiteX4" fmla="*/ 0 w 362923"/>
              <a:gd name="connsiteY4" fmla="*/ 0 h 154484"/>
              <a:gd name="connsiteX0" fmla="*/ 0 w 353398"/>
              <a:gd name="connsiteY0" fmla="*/ 0 h 152102"/>
              <a:gd name="connsiteX1" fmla="*/ 346255 w 353398"/>
              <a:gd name="connsiteY1" fmla="*/ 4763 h 152102"/>
              <a:gd name="connsiteX2" fmla="*/ 353398 w 353398"/>
              <a:gd name="connsiteY2" fmla="*/ 149721 h 152102"/>
              <a:gd name="connsiteX3" fmla="*/ 7144 w 353398"/>
              <a:gd name="connsiteY3" fmla="*/ 152102 h 152102"/>
              <a:gd name="connsiteX4" fmla="*/ 0 w 353398"/>
              <a:gd name="connsiteY4" fmla="*/ 0 h 152102"/>
              <a:gd name="connsiteX0" fmla="*/ 0 w 353398"/>
              <a:gd name="connsiteY0" fmla="*/ 0 h 152102"/>
              <a:gd name="connsiteX1" fmla="*/ 346255 w 353398"/>
              <a:gd name="connsiteY1" fmla="*/ 4763 h 152102"/>
              <a:gd name="connsiteX2" fmla="*/ 353398 w 353398"/>
              <a:gd name="connsiteY2" fmla="*/ 149721 h 152102"/>
              <a:gd name="connsiteX3" fmla="*/ 7144 w 353398"/>
              <a:gd name="connsiteY3" fmla="*/ 152102 h 152102"/>
              <a:gd name="connsiteX4" fmla="*/ 0 w 353398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36826 w 344633"/>
              <a:gd name="connsiteY0" fmla="*/ 666 h 147773"/>
              <a:gd name="connsiteX1" fmla="*/ 339872 w 344633"/>
              <a:gd name="connsiteY1" fmla="*/ 434 h 147773"/>
              <a:gd name="connsiteX2" fmla="*/ 344633 w 344633"/>
              <a:gd name="connsiteY2" fmla="*/ 140630 h 147773"/>
              <a:gd name="connsiteX3" fmla="*/ 761 w 344633"/>
              <a:gd name="connsiteY3" fmla="*/ 147773 h 147773"/>
              <a:gd name="connsiteX4" fmla="*/ 36826 w 344633"/>
              <a:gd name="connsiteY4" fmla="*/ 666 h 147773"/>
              <a:gd name="connsiteX0" fmla="*/ 0 w 307807"/>
              <a:gd name="connsiteY0" fmla="*/ 666 h 147773"/>
              <a:gd name="connsiteX1" fmla="*/ 303046 w 307807"/>
              <a:gd name="connsiteY1" fmla="*/ 434 h 147773"/>
              <a:gd name="connsiteX2" fmla="*/ 307807 w 307807"/>
              <a:gd name="connsiteY2" fmla="*/ 140630 h 147773"/>
              <a:gd name="connsiteX3" fmla="*/ 12780 w 307807"/>
              <a:gd name="connsiteY3" fmla="*/ 147773 h 147773"/>
              <a:gd name="connsiteX4" fmla="*/ 0 w 307807"/>
              <a:gd name="connsiteY4" fmla="*/ 666 h 147773"/>
              <a:gd name="connsiteX0" fmla="*/ 0 w 303046"/>
              <a:gd name="connsiteY0" fmla="*/ 666 h 147773"/>
              <a:gd name="connsiteX1" fmla="*/ 303046 w 303046"/>
              <a:gd name="connsiteY1" fmla="*/ 434 h 147773"/>
              <a:gd name="connsiteX2" fmla="*/ 290899 w 303046"/>
              <a:gd name="connsiteY2" fmla="*/ 140630 h 147773"/>
              <a:gd name="connsiteX3" fmla="*/ 12780 w 303046"/>
              <a:gd name="connsiteY3" fmla="*/ 147773 h 147773"/>
              <a:gd name="connsiteX4" fmla="*/ 0 w 303046"/>
              <a:gd name="connsiteY4" fmla="*/ 666 h 147773"/>
              <a:gd name="connsiteX0" fmla="*/ 0 w 290899"/>
              <a:gd name="connsiteY0" fmla="*/ 666 h 147773"/>
              <a:gd name="connsiteX1" fmla="*/ 274866 w 290899"/>
              <a:gd name="connsiteY1" fmla="*/ 434 h 147773"/>
              <a:gd name="connsiteX2" fmla="*/ 290899 w 290899"/>
              <a:gd name="connsiteY2" fmla="*/ 140630 h 147773"/>
              <a:gd name="connsiteX3" fmla="*/ 12780 w 290899"/>
              <a:gd name="connsiteY3" fmla="*/ 147773 h 147773"/>
              <a:gd name="connsiteX4" fmla="*/ 0 w 290899"/>
              <a:gd name="connsiteY4" fmla="*/ 666 h 147773"/>
              <a:gd name="connsiteX0" fmla="*/ 0 w 290899"/>
              <a:gd name="connsiteY0" fmla="*/ 666 h 147773"/>
              <a:gd name="connsiteX1" fmla="*/ 274866 w 290899"/>
              <a:gd name="connsiteY1" fmla="*/ 434 h 147773"/>
              <a:gd name="connsiteX2" fmla="*/ 290899 w 290899"/>
              <a:gd name="connsiteY2" fmla="*/ 140630 h 147773"/>
              <a:gd name="connsiteX3" fmla="*/ 12780 w 290899"/>
              <a:gd name="connsiteY3" fmla="*/ 147773 h 147773"/>
              <a:gd name="connsiteX4" fmla="*/ 0 w 290899"/>
              <a:gd name="connsiteY4" fmla="*/ 666 h 147773"/>
              <a:gd name="connsiteX0" fmla="*/ 0 w 289021"/>
              <a:gd name="connsiteY0" fmla="*/ 666 h 147773"/>
              <a:gd name="connsiteX1" fmla="*/ 274866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2988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021" h="147773">
                <a:moveTo>
                  <a:pt x="0" y="666"/>
                </a:moveTo>
                <a:cubicBezTo>
                  <a:pt x="115418" y="2254"/>
                  <a:pt x="155692" y="-1154"/>
                  <a:pt x="271110" y="434"/>
                </a:cubicBezTo>
                <a:cubicBezTo>
                  <a:pt x="268729" y="51134"/>
                  <a:pt x="271610" y="100635"/>
                  <a:pt x="289021" y="140630"/>
                </a:cubicBezTo>
                <a:lnTo>
                  <a:pt x="12780" y="147773"/>
                </a:lnTo>
                <a:cubicBezTo>
                  <a:pt x="-1878" y="97072"/>
                  <a:pt x="2381" y="51367"/>
                  <a:pt x="0" y="666"/>
                </a:cubicBezTo>
                <a:close/>
              </a:path>
            </a:pathLst>
          </a:custGeom>
          <a:solidFill>
            <a:srgbClr val="2025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1" name="矩形 3"/>
          <p:cNvSpPr/>
          <p:nvPr/>
        </p:nvSpPr>
        <p:spPr>
          <a:xfrm>
            <a:off x="2966175" y="2987421"/>
            <a:ext cx="364730" cy="211370"/>
          </a:xfrm>
          <a:custGeom>
            <a:avLst/>
            <a:gdLst>
              <a:gd name="connsiteX0" fmla="*/ 0 w 362923"/>
              <a:gd name="connsiteY0" fmla="*/ 0 h 154484"/>
              <a:gd name="connsiteX1" fmla="*/ 362923 w 362923"/>
              <a:gd name="connsiteY1" fmla="*/ 0 h 154484"/>
              <a:gd name="connsiteX2" fmla="*/ 362923 w 362923"/>
              <a:gd name="connsiteY2" fmla="*/ 154484 h 154484"/>
              <a:gd name="connsiteX3" fmla="*/ 0 w 362923"/>
              <a:gd name="connsiteY3" fmla="*/ 154484 h 154484"/>
              <a:gd name="connsiteX4" fmla="*/ 0 w 362923"/>
              <a:gd name="connsiteY4" fmla="*/ 0 h 154484"/>
              <a:gd name="connsiteX0" fmla="*/ 0 w 362923"/>
              <a:gd name="connsiteY0" fmla="*/ 0 h 154484"/>
              <a:gd name="connsiteX1" fmla="*/ 346255 w 362923"/>
              <a:gd name="connsiteY1" fmla="*/ 4763 h 154484"/>
              <a:gd name="connsiteX2" fmla="*/ 362923 w 362923"/>
              <a:gd name="connsiteY2" fmla="*/ 154484 h 154484"/>
              <a:gd name="connsiteX3" fmla="*/ 0 w 362923"/>
              <a:gd name="connsiteY3" fmla="*/ 154484 h 154484"/>
              <a:gd name="connsiteX4" fmla="*/ 0 w 362923"/>
              <a:gd name="connsiteY4" fmla="*/ 0 h 154484"/>
              <a:gd name="connsiteX0" fmla="*/ 0 w 362923"/>
              <a:gd name="connsiteY0" fmla="*/ 0 h 154484"/>
              <a:gd name="connsiteX1" fmla="*/ 346255 w 362923"/>
              <a:gd name="connsiteY1" fmla="*/ 4763 h 154484"/>
              <a:gd name="connsiteX2" fmla="*/ 362923 w 362923"/>
              <a:gd name="connsiteY2" fmla="*/ 154484 h 154484"/>
              <a:gd name="connsiteX3" fmla="*/ 7144 w 362923"/>
              <a:gd name="connsiteY3" fmla="*/ 152102 h 154484"/>
              <a:gd name="connsiteX4" fmla="*/ 0 w 362923"/>
              <a:gd name="connsiteY4" fmla="*/ 0 h 154484"/>
              <a:gd name="connsiteX0" fmla="*/ 0 w 353398"/>
              <a:gd name="connsiteY0" fmla="*/ 0 h 152102"/>
              <a:gd name="connsiteX1" fmla="*/ 346255 w 353398"/>
              <a:gd name="connsiteY1" fmla="*/ 4763 h 152102"/>
              <a:gd name="connsiteX2" fmla="*/ 353398 w 353398"/>
              <a:gd name="connsiteY2" fmla="*/ 149721 h 152102"/>
              <a:gd name="connsiteX3" fmla="*/ 7144 w 353398"/>
              <a:gd name="connsiteY3" fmla="*/ 152102 h 152102"/>
              <a:gd name="connsiteX4" fmla="*/ 0 w 353398"/>
              <a:gd name="connsiteY4" fmla="*/ 0 h 152102"/>
              <a:gd name="connsiteX0" fmla="*/ 0 w 353398"/>
              <a:gd name="connsiteY0" fmla="*/ 0 h 152102"/>
              <a:gd name="connsiteX1" fmla="*/ 346255 w 353398"/>
              <a:gd name="connsiteY1" fmla="*/ 4763 h 152102"/>
              <a:gd name="connsiteX2" fmla="*/ 353398 w 353398"/>
              <a:gd name="connsiteY2" fmla="*/ 149721 h 152102"/>
              <a:gd name="connsiteX3" fmla="*/ 7144 w 353398"/>
              <a:gd name="connsiteY3" fmla="*/ 152102 h 152102"/>
              <a:gd name="connsiteX4" fmla="*/ 0 w 353398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0 w 351016"/>
              <a:gd name="connsiteY0" fmla="*/ 0 h 152102"/>
              <a:gd name="connsiteX1" fmla="*/ 346255 w 351016"/>
              <a:gd name="connsiteY1" fmla="*/ 4763 h 152102"/>
              <a:gd name="connsiteX2" fmla="*/ 351016 w 351016"/>
              <a:gd name="connsiteY2" fmla="*/ 144959 h 152102"/>
              <a:gd name="connsiteX3" fmla="*/ 7144 w 351016"/>
              <a:gd name="connsiteY3" fmla="*/ 152102 h 152102"/>
              <a:gd name="connsiteX4" fmla="*/ 0 w 351016"/>
              <a:gd name="connsiteY4" fmla="*/ 0 h 152102"/>
              <a:gd name="connsiteX0" fmla="*/ 36826 w 344633"/>
              <a:gd name="connsiteY0" fmla="*/ 666 h 147773"/>
              <a:gd name="connsiteX1" fmla="*/ 339872 w 344633"/>
              <a:gd name="connsiteY1" fmla="*/ 434 h 147773"/>
              <a:gd name="connsiteX2" fmla="*/ 344633 w 344633"/>
              <a:gd name="connsiteY2" fmla="*/ 140630 h 147773"/>
              <a:gd name="connsiteX3" fmla="*/ 761 w 344633"/>
              <a:gd name="connsiteY3" fmla="*/ 147773 h 147773"/>
              <a:gd name="connsiteX4" fmla="*/ 36826 w 344633"/>
              <a:gd name="connsiteY4" fmla="*/ 666 h 147773"/>
              <a:gd name="connsiteX0" fmla="*/ 0 w 307807"/>
              <a:gd name="connsiteY0" fmla="*/ 666 h 147773"/>
              <a:gd name="connsiteX1" fmla="*/ 303046 w 307807"/>
              <a:gd name="connsiteY1" fmla="*/ 434 h 147773"/>
              <a:gd name="connsiteX2" fmla="*/ 307807 w 307807"/>
              <a:gd name="connsiteY2" fmla="*/ 140630 h 147773"/>
              <a:gd name="connsiteX3" fmla="*/ 12780 w 307807"/>
              <a:gd name="connsiteY3" fmla="*/ 147773 h 147773"/>
              <a:gd name="connsiteX4" fmla="*/ 0 w 307807"/>
              <a:gd name="connsiteY4" fmla="*/ 666 h 147773"/>
              <a:gd name="connsiteX0" fmla="*/ 0 w 303046"/>
              <a:gd name="connsiteY0" fmla="*/ 666 h 147773"/>
              <a:gd name="connsiteX1" fmla="*/ 303046 w 303046"/>
              <a:gd name="connsiteY1" fmla="*/ 434 h 147773"/>
              <a:gd name="connsiteX2" fmla="*/ 290899 w 303046"/>
              <a:gd name="connsiteY2" fmla="*/ 140630 h 147773"/>
              <a:gd name="connsiteX3" fmla="*/ 12780 w 303046"/>
              <a:gd name="connsiteY3" fmla="*/ 147773 h 147773"/>
              <a:gd name="connsiteX4" fmla="*/ 0 w 303046"/>
              <a:gd name="connsiteY4" fmla="*/ 666 h 147773"/>
              <a:gd name="connsiteX0" fmla="*/ 0 w 290899"/>
              <a:gd name="connsiteY0" fmla="*/ 666 h 147773"/>
              <a:gd name="connsiteX1" fmla="*/ 274866 w 290899"/>
              <a:gd name="connsiteY1" fmla="*/ 434 h 147773"/>
              <a:gd name="connsiteX2" fmla="*/ 290899 w 290899"/>
              <a:gd name="connsiteY2" fmla="*/ 140630 h 147773"/>
              <a:gd name="connsiteX3" fmla="*/ 12780 w 290899"/>
              <a:gd name="connsiteY3" fmla="*/ 147773 h 147773"/>
              <a:gd name="connsiteX4" fmla="*/ 0 w 290899"/>
              <a:gd name="connsiteY4" fmla="*/ 666 h 147773"/>
              <a:gd name="connsiteX0" fmla="*/ 0 w 290899"/>
              <a:gd name="connsiteY0" fmla="*/ 666 h 147773"/>
              <a:gd name="connsiteX1" fmla="*/ 274866 w 290899"/>
              <a:gd name="connsiteY1" fmla="*/ 434 h 147773"/>
              <a:gd name="connsiteX2" fmla="*/ 290899 w 290899"/>
              <a:gd name="connsiteY2" fmla="*/ 140630 h 147773"/>
              <a:gd name="connsiteX3" fmla="*/ 12780 w 290899"/>
              <a:gd name="connsiteY3" fmla="*/ 147773 h 147773"/>
              <a:gd name="connsiteX4" fmla="*/ 0 w 290899"/>
              <a:gd name="connsiteY4" fmla="*/ 666 h 147773"/>
              <a:gd name="connsiteX0" fmla="*/ 0 w 289021"/>
              <a:gd name="connsiteY0" fmla="*/ 666 h 147773"/>
              <a:gd name="connsiteX1" fmla="*/ 274866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2988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  <a:gd name="connsiteX0" fmla="*/ 0 w 289021"/>
              <a:gd name="connsiteY0" fmla="*/ 666 h 147773"/>
              <a:gd name="connsiteX1" fmla="*/ 271110 w 289021"/>
              <a:gd name="connsiteY1" fmla="*/ 434 h 147773"/>
              <a:gd name="connsiteX2" fmla="*/ 289021 w 289021"/>
              <a:gd name="connsiteY2" fmla="*/ 140630 h 147773"/>
              <a:gd name="connsiteX3" fmla="*/ 12780 w 289021"/>
              <a:gd name="connsiteY3" fmla="*/ 147773 h 147773"/>
              <a:gd name="connsiteX4" fmla="*/ 0 w 289021"/>
              <a:gd name="connsiteY4" fmla="*/ 666 h 14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021" h="147773">
                <a:moveTo>
                  <a:pt x="0" y="666"/>
                </a:moveTo>
                <a:cubicBezTo>
                  <a:pt x="115418" y="2254"/>
                  <a:pt x="155692" y="-1154"/>
                  <a:pt x="271110" y="434"/>
                </a:cubicBezTo>
                <a:cubicBezTo>
                  <a:pt x="268729" y="51134"/>
                  <a:pt x="271610" y="100635"/>
                  <a:pt x="289021" y="140630"/>
                </a:cubicBezTo>
                <a:lnTo>
                  <a:pt x="12780" y="147773"/>
                </a:lnTo>
                <a:cubicBezTo>
                  <a:pt x="-1878" y="97072"/>
                  <a:pt x="2381" y="51367"/>
                  <a:pt x="0" y="666"/>
                </a:cubicBezTo>
                <a:close/>
              </a:path>
            </a:pathLst>
          </a:cu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12" name="直接箭头连接符 211"/>
          <p:cNvCxnSpPr/>
          <p:nvPr/>
        </p:nvCxnSpPr>
        <p:spPr>
          <a:xfrm flipH="1">
            <a:off x="4376223" y="3418452"/>
            <a:ext cx="571508" cy="344393"/>
          </a:xfrm>
          <a:prstGeom prst="straightConnector1">
            <a:avLst/>
          </a:prstGeom>
          <a:ln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 212"/>
          <p:cNvSpPr/>
          <p:nvPr/>
        </p:nvSpPr>
        <p:spPr>
          <a:xfrm>
            <a:off x="5310290" y="5086225"/>
            <a:ext cx="117406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内部磁畴：</a:t>
            </a:r>
          </a:p>
        </p:txBody>
      </p:sp>
      <p:grpSp>
        <p:nvGrpSpPr>
          <p:cNvPr id="214" name="组合 213"/>
          <p:cNvGrpSpPr/>
          <p:nvPr/>
        </p:nvGrpSpPr>
        <p:grpSpPr>
          <a:xfrm rot="10800000" flipH="1" flipV="1">
            <a:off x="6188546" y="5169269"/>
            <a:ext cx="175663" cy="95522"/>
            <a:chOff x="1406718" y="4056765"/>
            <a:chExt cx="3039525" cy="827195"/>
          </a:xfrm>
        </p:grpSpPr>
        <p:sp>
          <p:nvSpPr>
            <p:cNvPr id="215" name="任意多边形 214"/>
            <p:cNvSpPr/>
            <p:nvPr/>
          </p:nvSpPr>
          <p:spPr>
            <a:xfrm>
              <a:off x="1551864" y="4252904"/>
              <a:ext cx="2894379" cy="631056"/>
            </a:xfrm>
            <a:custGeom>
              <a:avLst/>
              <a:gdLst>
                <a:gd name="connsiteX0" fmla="*/ 0 w 4305298"/>
                <a:gd name="connsiteY0" fmla="*/ 0 h 704850"/>
                <a:gd name="connsiteX1" fmla="*/ 2152649 w 4305298"/>
                <a:gd name="connsiteY1" fmla="*/ 0 h 704850"/>
                <a:gd name="connsiteX2" fmla="*/ 4305298 w 4305298"/>
                <a:gd name="connsiteY2" fmla="*/ 0 h 704850"/>
                <a:gd name="connsiteX3" fmla="*/ 4305298 w 4305298"/>
                <a:gd name="connsiteY3" fmla="*/ 704850 h 704850"/>
                <a:gd name="connsiteX4" fmla="*/ 2152649 w 4305298"/>
                <a:gd name="connsiteY4" fmla="*/ 704850 h 704850"/>
                <a:gd name="connsiteX5" fmla="*/ 0 w 4305298"/>
                <a:gd name="connsiteY5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5298" h="704850">
                  <a:moveTo>
                    <a:pt x="0" y="0"/>
                  </a:moveTo>
                  <a:lnTo>
                    <a:pt x="2152649" y="0"/>
                  </a:lnTo>
                  <a:lnTo>
                    <a:pt x="4305298" y="0"/>
                  </a:lnTo>
                  <a:lnTo>
                    <a:pt x="4305298" y="704850"/>
                  </a:lnTo>
                  <a:lnTo>
                    <a:pt x="2152649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矩形 215"/>
            <p:cNvSpPr/>
            <p:nvPr/>
          </p:nvSpPr>
          <p:spPr>
            <a:xfrm>
              <a:off x="2999053" y="4252903"/>
              <a:ext cx="1447190" cy="631056"/>
            </a:xfrm>
            <a:prstGeom prst="rect">
              <a:avLst/>
            </a:pr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任意多边形 216"/>
            <p:cNvSpPr/>
            <p:nvPr/>
          </p:nvSpPr>
          <p:spPr>
            <a:xfrm>
              <a:off x="2853908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85B4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任意多边形 220"/>
            <p:cNvSpPr/>
            <p:nvPr/>
          </p:nvSpPr>
          <p:spPr>
            <a:xfrm>
              <a:off x="1406719" y="4056765"/>
              <a:ext cx="1592334" cy="196139"/>
            </a:xfrm>
            <a:custGeom>
              <a:avLst/>
              <a:gdLst>
                <a:gd name="connsiteX0" fmla="*/ 0 w 2368547"/>
                <a:gd name="connsiteY0" fmla="*/ 0 h 219075"/>
                <a:gd name="connsiteX1" fmla="*/ 2145563 w 2368547"/>
                <a:gd name="connsiteY1" fmla="*/ 0 h 219075"/>
                <a:gd name="connsiteX2" fmla="*/ 2368546 w 2368547"/>
                <a:gd name="connsiteY2" fmla="*/ 219073 h 219075"/>
                <a:gd name="connsiteX3" fmla="*/ 2368547 w 2368547"/>
                <a:gd name="connsiteY3" fmla="*/ 219075 h 219075"/>
                <a:gd name="connsiteX4" fmla="*/ 215899 w 2368547"/>
                <a:gd name="connsiteY4" fmla="*/ 219075 h 219075"/>
                <a:gd name="connsiteX5" fmla="*/ 0 w 2368547"/>
                <a:gd name="connsiteY5" fmla="*/ 696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547" h="219075">
                  <a:moveTo>
                    <a:pt x="0" y="0"/>
                  </a:moveTo>
                  <a:lnTo>
                    <a:pt x="2145563" y="0"/>
                  </a:lnTo>
                  <a:lnTo>
                    <a:pt x="2368546" y="219073"/>
                  </a:lnTo>
                  <a:lnTo>
                    <a:pt x="2368547" y="219075"/>
                  </a:lnTo>
                  <a:lnTo>
                    <a:pt x="215899" y="219075"/>
                  </a:lnTo>
                  <a:lnTo>
                    <a:pt x="0" y="6962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任意多边形 221"/>
            <p:cNvSpPr/>
            <p:nvPr/>
          </p:nvSpPr>
          <p:spPr>
            <a:xfrm>
              <a:off x="1406718" y="4062998"/>
              <a:ext cx="145145" cy="820961"/>
            </a:xfrm>
            <a:custGeom>
              <a:avLst/>
              <a:gdLst>
                <a:gd name="connsiteX0" fmla="*/ 0 w 215899"/>
                <a:gd name="connsiteY0" fmla="*/ 0 h 916963"/>
                <a:gd name="connsiteX1" fmla="*/ 215899 w 215899"/>
                <a:gd name="connsiteY1" fmla="*/ 212113 h 916963"/>
                <a:gd name="connsiteX2" fmla="*/ 215899 w 215899"/>
                <a:gd name="connsiteY2" fmla="*/ 916963 h 916963"/>
                <a:gd name="connsiteX3" fmla="*/ 210738 w 215899"/>
                <a:gd name="connsiteY3" fmla="*/ 916963 h 916963"/>
                <a:gd name="connsiteX4" fmla="*/ 0 w 215899"/>
                <a:gd name="connsiteY4" fmla="*/ 709921 h 91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899" h="916963">
                  <a:moveTo>
                    <a:pt x="0" y="0"/>
                  </a:moveTo>
                  <a:lnTo>
                    <a:pt x="215899" y="212113"/>
                  </a:lnTo>
                  <a:lnTo>
                    <a:pt x="215899" y="916963"/>
                  </a:lnTo>
                  <a:lnTo>
                    <a:pt x="210738" y="916963"/>
                  </a:lnTo>
                  <a:lnTo>
                    <a:pt x="0" y="709921"/>
                  </a:lnTo>
                  <a:close/>
                </a:path>
              </a:pathLst>
            </a:custGeom>
            <a:solidFill>
              <a:srgbClr val="E09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0005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" grpId="0" animBg="1"/>
      <p:bldP spid="425" grpId="0" animBg="1"/>
      <p:bldP spid="436" grpId="0"/>
      <p:bldP spid="4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2287359" y="272109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增加气隙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4468167" y="275540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磁通变小</a:t>
            </a:r>
          </a:p>
        </p:txBody>
      </p:sp>
      <p:sp>
        <p:nvSpPr>
          <p:cNvPr id="11" name="右箭头 10"/>
          <p:cNvSpPr/>
          <p:nvPr/>
        </p:nvSpPr>
        <p:spPr>
          <a:xfrm>
            <a:off x="3921602" y="2766433"/>
            <a:ext cx="476250" cy="347276"/>
          </a:xfrm>
          <a:prstGeom prst="rightArrow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998239" y="2766433"/>
            <a:ext cx="476250" cy="347276"/>
          </a:xfrm>
          <a:prstGeom prst="rightArrow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4413724" y="2022753"/>
            <a:ext cx="1959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饱和电流</a:t>
            </a:r>
            <a:r>
              <a:rPr lang="en-US" altLang="zh-CN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6738366" y="2755405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磁导率</a:t>
            </a:r>
            <a:r>
              <a:rPr lang="en-US" altLang="zh-CN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4477579" y="345597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磁畴相互吸引力变小</a:t>
            </a:r>
          </a:p>
        </p:txBody>
      </p:sp>
      <p:sp>
        <p:nvSpPr>
          <p:cNvPr id="16" name="右箭头 15"/>
          <p:cNvSpPr/>
          <p:nvPr/>
        </p:nvSpPr>
        <p:spPr>
          <a:xfrm>
            <a:off x="7003665" y="3455979"/>
            <a:ext cx="476250" cy="347276"/>
          </a:xfrm>
          <a:prstGeom prst="rightArrow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7743843" y="3444951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剩磁</a:t>
            </a:r>
            <a:r>
              <a:rPr lang="en-US" altLang="zh-CN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减小</a:t>
            </a:r>
          </a:p>
        </p:txBody>
      </p:sp>
      <p:sp>
        <p:nvSpPr>
          <p:cNvPr id="18" name="右箭头 17"/>
          <p:cNvSpPr/>
          <p:nvPr/>
        </p:nvSpPr>
        <p:spPr>
          <a:xfrm rot="2289048">
            <a:off x="3865207" y="3429801"/>
            <a:ext cx="476250" cy="347276"/>
          </a:xfrm>
          <a:prstGeom prst="rightArrow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 rot="20155347">
            <a:off x="3951207" y="2218447"/>
            <a:ext cx="476250" cy="347276"/>
          </a:xfrm>
          <a:prstGeom prst="rightArrow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16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828452" y="3698355"/>
            <a:ext cx="1749886" cy="1806803"/>
            <a:chOff x="5221057" y="2819231"/>
            <a:chExt cx="1749886" cy="1806803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482A5C7-2D4F-4355-AF41-20F77CE68F3A}"/>
                </a:ext>
              </a:extLst>
            </p:cNvPr>
            <p:cNvGrpSpPr/>
            <p:nvPr/>
          </p:nvGrpSpPr>
          <p:grpSpPr>
            <a:xfrm>
              <a:off x="5221057" y="2849506"/>
              <a:ext cx="1749886" cy="1776528"/>
              <a:chOff x="4367257" y="2916962"/>
              <a:chExt cx="1321224" cy="1341340"/>
            </a:xfrm>
          </p:grpSpPr>
          <p:sp>
            <p:nvSpPr>
              <p:cNvPr id="14" name="任意多边形 289">
                <a:extLst>
                  <a:ext uri="{FF2B5EF4-FFF2-40B4-BE49-F238E27FC236}">
                    <a16:creationId xmlns:a16="http://schemas.microsoft.com/office/drawing/2014/main" id="{389B8F65-CB4A-4F58-868A-4AC8DCB9D161}"/>
                  </a:ext>
                </a:extLst>
              </p:cNvPr>
              <p:cNvSpPr/>
              <p:nvPr/>
            </p:nvSpPr>
            <p:spPr>
              <a:xfrm rot="21304564">
                <a:off x="4367257" y="2916962"/>
                <a:ext cx="1290677" cy="1315159"/>
              </a:xfrm>
              <a:custGeom>
                <a:avLst/>
                <a:gdLst>
                  <a:gd name="connsiteX0" fmla="*/ 222558 w 1290677"/>
                  <a:gd name="connsiteY0" fmla="*/ 790317 h 1315159"/>
                  <a:gd name="connsiteX1" fmla="*/ 231190 w 1290677"/>
                  <a:gd name="connsiteY1" fmla="*/ 818127 h 1315159"/>
                  <a:gd name="connsiteX2" fmla="*/ 656730 w 1290677"/>
                  <a:gd name="connsiteY2" fmla="*/ 1100194 h 1315159"/>
                  <a:gd name="connsiteX3" fmla="*/ 983295 w 1290677"/>
                  <a:gd name="connsiteY3" fmla="*/ 964926 h 1315159"/>
                  <a:gd name="connsiteX4" fmla="*/ 1001019 w 1290677"/>
                  <a:gd name="connsiteY4" fmla="*/ 943445 h 1315159"/>
                  <a:gd name="connsiteX5" fmla="*/ 983928 w 1290677"/>
                  <a:gd name="connsiteY5" fmla="*/ 974932 h 1315159"/>
                  <a:gd name="connsiteX6" fmla="*/ 636517 w 1290677"/>
                  <a:gd name="connsiteY6" fmla="*/ 1159649 h 1315159"/>
                  <a:gd name="connsiteX7" fmla="*/ 226066 w 1290677"/>
                  <a:gd name="connsiteY7" fmla="*/ 825122 h 1315159"/>
                  <a:gd name="connsiteX8" fmla="*/ 656730 w 1290677"/>
                  <a:gd name="connsiteY8" fmla="*/ 176529 h 1315159"/>
                  <a:gd name="connsiteX9" fmla="*/ 194897 w 1290677"/>
                  <a:gd name="connsiteY9" fmla="*/ 638362 h 1315159"/>
                  <a:gd name="connsiteX10" fmla="*/ 204280 w 1290677"/>
                  <a:gd name="connsiteY10" fmla="*/ 731437 h 1315159"/>
                  <a:gd name="connsiteX11" fmla="*/ 222558 w 1290677"/>
                  <a:gd name="connsiteY11" fmla="*/ 790318 h 1315159"/>
                  <a:gd name="connsiteX12" fmla="*/ 226066 w 1290677"/>
                  <a:gd name="connsiteY12" fmla="*/ 825123 h 1315159"/>
                  <a:gd name="connsiteX13" fmla="*/ 636517 w 1290677"/>
                  <a:gd name="connsiteY13" fmla="*/ 1159650 h 1315159"/>
                  <a:gd name="connsiteX14" fmla="*/ 983928 w 1290677"/>
                  <a:gd name="connsiteY14" fmla="*/ 974933 h 1315159"/>
                  <a:gd name="connsiteX15" fmla="*/ 1001019 w 1290677"/>
                  <a:gd name="connsiteY15" fmla="*/ 943446 h 1315159"/>
                  <a:gd name="connsiteX16" fmla="*/ 1039689 w 1290677"/>
                  <a:gd name="connsiteY16" fmla="*/ 896577 h 1315159"/>
                  <a:gd name="connsiteX17" fmla="*/ 1118563 w 1290677"/>
                  <a:gd name="connsiteY17" fmla="*/ 638362 h 1315159"/>
                  <a:gd name="connsiteX18" fmla="*/ 656730 w 1290677"/>
                  <a:gd name="connsiteY18" fmla="*/ 176529 h 1315159"/>
                  <a:gd name="connsiteX19" fmla="*/ 645186 w 1290677"/>
                  <a:gd name="connsiteY19" fmla="*/ 0 h 1315159"/>
                  <a:gd name="connsiteX20" fmla="*/ 1278785 w 1290677"/>
                  <a:gd name="connsiteY20" fmla="*/ 536005 h 1315159"/>
                  <a:gd name="connsiteX21" fmla="*/ 1290677 w 1290677"/>
                  <a:gd name="connsiteY21" fmla="*/ 658455 h 1315159"/>
                  <a:gd name="connsiteX22" fmla="*/ 1278792 w 1290677"/>
                  <a:gd name="connsiteY22" fmla="*/ 780566 h 1315159"/>
                  <a:gd name="connsiteX23" fmla="*/ 645491 w 1290677"/>
                  <a:gd name="connsiteY23" fmla="*/ 1315159 h 1315159"/>
                  <a:gd name="connsiteX24" fmla="*/ 12190 w 1290677"/>
                  <a:gd name="connsiteY24" fmla="*/ 780566 h 1315159"/>
                  <a:gd name="connsiteX25" fmla="*/ 0 w 1290677"/>
                  <a:gd name="connsiteY25" fmla="*/ 655318 h 1315159"/>
                  <a:gd name="connsiteX26" fmla="*/ 11587 w 1290677"/>
                  <a:gd name="connsiteY26" fmla="*/ 536005 h 1315159"/>
                  <a:gd name="connsiteX27" fmla="*/ 645186 w 1290677"/>
                  <a:gd name="connsiteY27" fmla="*/ 0 h 1315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90677" h="1315159">
                    <a:moveTo>
                      <a:pt x="222558" y="790317"/>
                    </a:moveTo>
                    <a:lnTo>
                      <a:pt x="231190" y="818127"/>
                    </a:lnTo>
                    <a:cubicBezTo>
                      <a:pt x="301301" y="983886"/>
                      <a:pt x="465433" y="1100194"/>
                      <a:pt x="656730" y="1100194"/>
                    </a:cubicBezTo>
                    <a:cubicBezTo>
                      <a:pt x="784262" y="1100194"/>
                      <a:pt x="899720" y="1048502"/>
                      <a:pt x="983295" y="964926"/>
                    </a:cubicBezTo>
                    <a:lnTo>
                      <a:pt x="1001019" y="943445"/>
                    </a:lnTo>
                    <a:lnTo>
                      <a:pt x="983928" y="974932"/>
                    </a:lnTo>
                    <a:cubicBezTo>
                      <a:pt x="908637" y="1086377"/>
                      <a:pt x="781134" y="1159649"/>
                      <a:pt x="636517" y="1159649"/>
                    </a:cubicBezTo>
                    <a:cubicBezTo>
                      <a:pt x="434054" y="1159649"/>
                      <a:pt x="265133" y="1016036"/>
                      <a:pt x="226066" y="825122"/>
                    </a:cubicBezTo>
                    <a:close/>
                    <a:moveTo>
                      <a:pt x="656730" y="176529"/>
                    </a:moveTo>
                    <a:cubicBezTo>
                      <a:pt x="401667" y="176529"/>
                      <a:pt x="194897" y="383299"/>
                      <a:pt x="194897" y="638362"/>
                    </a:cubicBezTo>
                    <a:cubicBezTo>
                      <a:pt x="194897" y="670245"/>
                      <a:pt x="198128" y="701373"/>
                      <a:pt x="204280" y="731437"/>
                    </a:cubicBezTo>
                    <a:lnTo>
                      <a:pt x="222558" y="790318"/>
                    </a:lnTo>
                    <a:lnTo>
                      <a:pt x="226066" y="825123"/>
                    </a:lnTo>
                    <a:cubicBezTo>
                      <a:pt x="265133" y="1016037"/>
                      <a:pt x="434054" y="1159650"/>
                      <a:pt x="636517" y="1159650"/>
                    </a:cubicBezTo>
                    <a:cubicBezTo>
                      <a:pt x="781134" y="1159650"/>
                      <a:pt x="908637" y="1086378"/>
                      <a:pt x="983928" y="974933"/>
                    </a:cubicBezTo>
                    <a:lnTo>
                      <a:pt x="1001019" y="943446"/>
                    </a:lnTo>
                    <a:lnTo>
                      <a:pt x="1039689" y="896577"/>
                    </a:lnTo>
                    <a:cubicBezTo>
                      <a:pt x="1089486" y="822868"/>
                      <a:pt x="1118563" y="734011"/>
                      <a:pt x="1118563" y="638362"/>
                    </a:cubicBezTo>
                    <a:cubicBezTo>
                      <a:pt x="1118563" y="383299"/>
                      <a:pt x="911793" y="176529"/>
                      <a:pt x="656730" y="176529"/>
                    </a:cubicBezTo>
                    <a:close/>
                    <a:moveTo>
                      <a:pt x="645186" y="0"/>
                    </a:moveTo>
                    <a:cubicBezTo>
                      <a:pt x="957722" y="0"/>
                      <a:pt x="1218479" y="230108"/>
                      <a:pt x="1278785" y="536005"/>
                    </a:cubicBezTo>
                    <a:lnTo>
                      <a:pt x="1290677" y="658455"/>
                    </a:lnTo>
                    <a:lnTo>
                      <a:pt x="1278792" y="780566"/>
                    </a:lnTo>
                    <a:cubicBezTo>
                      <a:pt x="1218515" y="1085658"/>
                      <a:pt x="957880" y="1315159"/>
                      <a:pt x="645491" y="1315159"/>
                    </a:cubicBezTo>
                    <a:cubicBezTo>
                      <a:pt x="333102" y="1315159"/>
                      <a:pt x="72468" y="1085658"/>
                      <a:pt x="12190" y="780566"/>
                    </a:cubicBezTo>
                    <a:lnTo>
                      <a:pt x="0" y="655318"/>
                    </a:lnTo>
                    <a:lnTo>
                      <a:pt x="11587" y="536005"/>
                    </a:lnTo>
                    <a:cubicBezTo>
                      <a:pt x="71893" y="230108"/>
                      <a:pt x="332650" y="0"/>
                      <a:pt x="645186" y="0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808080"/>
                  </a:gs>
                  <a:gs pos="100000">
                    <a:srgbClr val="383933"/>
                  </a:gs>
                  <a:gs pos="0">
                    <a:srgbClr val="363632"/>
                  </a:gs>
                </a:gsLst>
                <a:lin ang="111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5" name="任意多边形 290">
                <a:extLst>
                  <a:ext uri="{FF2B5EF4-FFF2-40B4-BE49-F238E27FC236}">
                    <a16:creationId xmlns:a16="http://schemas.microsoft.com/office/drawing/2014/main" id="{80912A01-70AA-4437-84CA-13DDA33B8079}"/>
                  </a:ext>
                </a:extLst>
              </p:cNvPr>
              <p:cNvSpPr/>
              <p:nvPr/>
            </p:nvSpPr>
            <p:spPr>
              <a:xfrm rot="21304564">
                <a:off x="4589424" y="3239246"/>
                <a:ext cx="837926" cy="778471"/>
              </a:xfrm>
              <a:custGeom>
                <a:avLst/>
                <a:gdLst>
                  <a:gd name="connsiteX0" fmla="*/ 418963 w 837926"/>
                  <a:gd name="connsiteY0" fmla="*/ 0 h 778471"/>
                  <a:gd name="connsiteX1" fmla="*/ 837926 w 837926"/>
                  <a:gd name="connsiteY1" fmla="*/ 418963 h 778471"/>
                  <a:gd name="connsiteX2" fmla="*/ 805002 w 837926"/>
                  <a:gd name="connsiteY2" fmla="*/ 582042 h 778471"/>
                  <a:gd name="connsiteX3" fmla="*/ 783465 w 837926"/>
                  <a:gd name="connsiteY3" fmla="*/ 621722 h 778471"/>
                  <a:gd name="connsiteX4" fmla="*/ 765741 w 837926"/>
                  <a:gd name="connsiteY4" fmla="*/ 643203 h 778471"/>
                  <a:gd name="connsiteX5" fmla="*/ 439176 w 837926"/>
                  <a:gd name="connsiteY5" fmla="*/ 778471 h 778471"/>
                  <a:gd name="connsiteX6" fmla="*/ 13636 w 837926"/>
                  <a:gd name="connsiteY6" fmla="*/ 496404 h 778471"/>
                  <a:gd name="connsiteX7" fmla="*/ 5004 w 837926"/>
                  <a:gd name="connsiteY7" fmla="*/ 468594 h 778471"/>
                  <a:gd name="connsiteX8" fmla="*/ 0 w 837926"/>
                  <a:gd name="connsiteY8" fmla="*/ 418963 h 778471"/>
                  <a:gd name="connsiteX9" fmla="*/ 418963 w 837926"/>
                  <a:gd name="connsiteY9" fmla="*/ 0 h 778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7926" h="778471">
                    <a:moveTo>
                      <a:pt x="418963" y="0"/>
                    </a:moveTo>
                    <a:cubicBezTo>
                      <a:pt x="650350" y="0"/>
                      <a:pt x="837926" y="187576"/>
                      <a:pt x="837926" y="418963"/>
                    </a:cubicBezTo>
                    <a:cubicBezTo>
                      <a:pt x="837926" y="476810"/>
                      <a:pt x="826203" y="531918"/>
                      <a:pt x="805002" y="582042"/>
                    </a:cubicBezTo>
                    <a:lnTo>
                      <a:pt x="783465" y="621722"/>
                    </a:lnTo>
                    <a:lnTo>
                      <a:pt x="765741" y="643203"/>
                    </a:lnTo>
                    <a:cubicBezTo>
                      <a:pt x="682166" y="726779"/>
                      <a:pt x="566708" y="778471"/>
                      <a:pt x="439176" y="778471"/>
                    </a:cubicBezTo>
                    <a:cubicBezTo>
                      <a:pt x="247879" y="778471"/>
                      <a:pt x="83747" y="662163"/>
                      <a:pt x="13636" y="496404"/>
                    </a:cubicBezTo>
                    <a:lnTo>
                      <a:pt x="5004" y="468594"/>
                    </a:lnTo>
                    <a:lnTo>
                      <a:pt x="0" y="418963"/>
                    </a:lnTo>
                    <a:cubicBezTo>
                      <a:pt x="0" y="187576"/>
                      <a:pt x="187576" y="0"/>
                      <a:pt x="418963" y="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6" name="任意多边形 291">
                <a:extLst>
                  <a:ext uri="{FF2B5EF4-FFF2-40B4-BE49-F238E27FC236}">
                    <a16:creationId xmlns:a16="http://schemas.microsoft.com/office/drawing/2014/main" id="{149411DD-B4CD-40D0-AD0D-076B19FC1FB1}"/>
                  </a:ext>
                </a:extLst>
              </p:cNvPr>
              <p:cNvSpPr/>
              <p:nvPr/>
            </p:nvSpPr>
            <p:spPr>
              <a:xfrm rot="21304564">
                <a:off x="4553734" y="3092874"/>
                <a:ext cx="923666" cy="766917"/>
              </a:xfrm>
              <a:custGeom>
                <a:avLst/>
                <a:gdLst>
                  <a:gd name="connsiteX0" fmla="*/ 461833 w 923666"/>
                  <a:gd name="connsiteY0" fmla="*/ 0 h 766917"/>
                  <a:gd name="connsiteX1" fmla="*/ 923666 w 923666"/>
                  <a:gd name="connsiteY1" fmla="*/ 461833 h 766917"/>
                  <a:gd name="connsiteX2" fmla="*/ 844792 w 923666"/>
                  <a:gd name="connsiteY2" fmla="*/ 720048 h 766917"/>
                  <a:gd name="connsiteX3" fmla="*/ 806122 w 923666"/>
                  <a:gd name="connsiteY3" fmla="*/ 766917 h 766917"/>
                  <a:gd name="connsiteX4" fmla="*/ 827659 w 923666"/>
                  <a:gd name="connsiteY4" fmla="*/ 727237 h 766917"/>
                  <a:gd name="connsiteX5" fmla="*/ 860583 w 923666"/>
                  <a:gd name="connsiteY5" fmla="*/ 564158 h 766917"/>
                  <a:gd name="connsiteX6" fmla="*/ 441620 w 923666"/>
                  <a:gd name="connsiteY6" fmla="*/ 145195 h 766917"/>
                  <a:gd name="connsiteX7" fmla="*/ 22657 w 923666"/>
                  <a:gd name="connsiteY7" fmla="*/ 564158 h 766917"/>
                  <a:gd name="connsiteX8" fmla="*/ 27661 w 923666"/>
                  <a:gd name="connsiteY8" fmla="*/ 613789 h 766917"/>
                  <a:gd name="connsiteX9" fmla="*/ 9383 w 923666"/>
                  <a:gd name="connsiteY9" fmla="*/ 554908 h 766917"/>
                  <a:gd name="connsiteX10" fmla="*/ 0 w 923666"/>
                  <a:gd name="connsiteY10" fmla="*/ 461833 h 766917"/>
                  <a:gd name="connsiteX11" fmla="*/ 461833 w 923666"/>
                  <a:gd name="connsiteY11" fmla="*/ 0 h 766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23666" h="766917">
                    <a:moveTo>
                      <a:pt x="461833" y="0"/>
                    </a:moveTo>
                    <a:cubicBezTo>
                      <a:pt x="716896" y="0"/>
                      <a:pt x="923666" y="206770"/>
                      <a:pt x="923666" y="461833"/>
                    </a:cubicBezTo>
                    <a:cubicBezTo>
                      <a:pt x="923666" y="557482"/>
                      <a:pt x="894589" y="646339"/>
                      <a:pt x="844792" y="720048"/>
                    </a:cubicBezTo>
                    <a:lnTo>
                      <a:pt x="806122" y="766917"/>
                    </a:lnTo>
                    <a:lnTo>
                      <a:pt x="827659" y="727237"/>
                    </a:lnTo>
                    <a:cubicBezTo>
                      <a:pt x="848860" y="677113"/>
                      <a:pt x="860583" y="622005"/>
                      <a:pt x="860583" y="564158"/>
                    </a:cubicBezTo>
                    <a:cubicBezTo>
                      <a:pt x="860583" y="332771"/>
                      <a:pt x="673007" y="145195"/>
                      <a:pt x="441620" y="145195"/>
                    </a:cubicBezTo>
                    <a:cubicBezTo>
                      <a:pt x="210233" y="145195"/>
                      <a:pt x="22657" y="332771"/>
                      <a:pt x="22657" y="564158"/>
                    </a:cubicBezTo>
                    <a:lnTo>
                      <a:pt x="27661" y="613789"/>
                    </a:lnTo>
                    <a:lnTo>
                      <a:pt x="9383" y="554908"/>
                    </a:lnTo>
                    <a:cubicBezTo>
                      <a:pt x="3231" y="524844"/>
                      <a:pt x="0" y="493716"/>
                      <a:pt x="0" y="461833"/>
                    </a:cubicBezTo>
                    <a:cubicBezTo>
                      <a:pt x="0" y="206770"/>
                      <a:pt x="206770" y="0"/>
                      <a:pt x="461833" y="0"/>
                    </a:cubicBezTo>
                    <a:close/>
                  </a:path>
                </a:pathLst>
              </a:custGeom>
              <a:gradFill>
                <a:gsLst>
                  <a:gs pos="47000">
                    <a:srgbClr val="949A94"/>
                  </a:gs>
                  <a:gs pos="4587">
                    <a:srgbClr val="151515"/>
                  </a:gs>
                  <a:gs pos="95000">
                    <a:srgbClr val="0F0F0F"/>
                  </a:gs>
                </a:gsLst>
                <a:lin ang="108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7" name="任意多边形 292">
                <a:extLst>
                  <a:ext uri="{FF2B5EF4-FFF2-40B4-BE49-F238E27FC236}">
                    <a16:creationId xmlns:a16="http://schemas.microsoft.com/office/drawing/2014/main" id="{06A3673E-1D87-440C-9273-BC925E4189ED}"/>
                  </a:ext>
                </a:extLst>
              </p:cNvPr>
              <p:cNvSpPr/>
              <p:nvPr/>
            </p:nvSpPr>
            <p:spPr>
              <a:xfrm rot="21304564">
                <a:off x="4395005" y="3571032"/>
                <a:ext cx="1293476" cy="687270"/>
              </a:xfrm>
              <a:custGeom>
                <a:avLst/>
                <a:gdLst>
                  <a:gd name="connsiteX0" fmla="*/ 1552 w 1293476"/>
                  <a:gd name="connsiteY0" fmla="*/ 0 h 687270"/>
                  <a:gd name="connsiteX1" fmla="*/ 13742 w 1293476"/>
                  <a:gd name="connsiteY1" fmla="*/ 125248 h 687270"/>
                  <a:gd name="connsiteX2" fmla="*/ 647043 w 1293476"/>
                  <a:gd name="connsiteY2" fmla="*/ 659841 h 687270"/>
                  <a:gd name="connsiteX3" fmla="*/ 1280344 w 1293476"/>
                  <a:gd name="connsiteY3" fmla="*/ 125248 h 687270"/>
                  <a:gd name="connsiteX4" fmla="*/ 1292229 w 1293476"/>
                  <a:gd name="connsiteY4" fmla="*/ 3137 h 687270"/>
                  <a:gd name="connsiteX5" fmla="*/ 1293476 w 1293476"/>
                  <a:gd name="connsiteY5" fmla="*/ 15976 h 687270"/>
                  <a:gd name="connsiteX6" fmla="*/ 646738 w 1293476"/>
                  <a:gd name="connsiteY6" fmla="*/ 687270 h 687270"/>
                  <a:gd name="connsiteX7" fmla="*/ 0 w 1293476"/>
                  <a:gd name="connsiteY7" fmla="*/ 15976 h 687270"/>
                  <a:gd name="connsiteX8" fmla="*/ 1552 w 1293476"/>
                  <a:gd name="connsiteY8" fmla="*/ 0 h 687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3476" h="687270">
                    <a:moveTo>
                      <a:pt x="1552" y="0"/>
                    </a:moveTo>
                    <a:lnTo>
                      <a:pt x="13742" y="125248"/>
                    </a:lnTo>
                    <a:cubicBezTo>
                      <a:pt x="74020" y="430340"/>
                      <a:pt x="334654" y="659841"/>
                      <a:pt x="647043" y="659841"/>
                    </a:cubicBezTo>
                    <a:cubicBezTo>
                      <a:pt x="959432" y="659841"/>
                      <a:pt x="1220067" y="430340"/>
                      <a:pt x="1280344" y="125248"/>
                    </a:cubicBezTo>
                    <a:lnTo>
                      <a:pt x="1292229" y="3137"/>
                    </a:lnTo>
                    <a:lnTo>
                      <a:pt x="1293476" y="15976"/>
                    </a:lnTo>
                    <a:cubicBezTo>
                      <a:pt x="1293476" y="386721"/>
                      <a:pt x="1003922" y="687270"/>
                      <a:pt x="646738" y="687270"/>
                    </a:cubicBezTo>
                    <a:cubicBezTo>
                      <a:pt x="289554" y="687270"/>
                      <a:pt x="0" y="386721"/>
                      <a:pt x="0" y="15976"/>
                    </a:cubicBezTo>
                    <a:lnTo>
                      <a:pt x="1552" y="0"/>
                    </a:lnTo>
                    <a:close/>
                  </a:path>
                </a:pathLst>
              </a:custGeom>
              <a:gradFill>
                <a:gsLst>
                  <a:gs pos="0">
                    <a:srgbClr val="141614"/>
                  </a:gs>
                  <a:gs pos="56000">
                    <a:srgbClr val="A8ABA7"/>
                  </a:gs>
                  <a:gs pos="100000">
                    <a:srgbClr val="111111"/>
                  </a:gs>
                </a:gsLst>
                <a:lin ang="108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98153C0-24EF-42BE-BD42-91B65D3E1606}"/>
                </a:ext>
              </a:extLst>
            </p:cNvPr>
            <p:cNvSpPr/>
            <p:nvPr/>
          </p:nvSpPr>
          <p:spPr>
            <a:xfrm>
              <a:off x="5980564" y="2819231"/>
              <a:ext cx="224563" cy="516322"/>
            </a:xfrm>
            <a:prstGeom prst="rect">
              <a:avLst/>
            </a:prstGeom>
            <a:solidFill>
              <a:srgbClr val="202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</p:grpSp>
      <p:sp>
        <p:nvSpPr>
          <p:cNvPr id="23" name="椭圆 22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4934288" y="3849851"/>
            <a:ext cx="1495642" cy="1486034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482A5C7-2D4F-4355-AF41-20F77CE68F3A}"/>
              </a:ext>
            </a:extLst>
          </p:cNvPr>
          <p:cNvGrpSpPr/>
          <p:nvPr/>
        </p:nvGrpSpPr>
        <p:grpSpPr>
          <a:xfrm>
            <a:off x="4786722" y="1352843"/>
            <a:ext cx="1749886" cy="1776528"/>
            <a:chOff x="4367257" y="2916962"/>
            <a:chExt cx="1321224" cy="1341340"/>
          </a:xfrm>
        </p:grpSpPr>
        <p:sp>
          <p:nvSpPr>
            <p:cNvPr id="27" name="任意多边形 289">
              <a:extLst>
                <a:ext uri="{FF2B5EF4-FFF2-40B4-BE49-F238E27FC236}">
                  <a16:creationId xmlns:a16="http://schemas.microsoft.com/office/drawing/2014/main" id="{389B8F65-CB4A-4F58-868A-4AC8DCB9D161}"/>
                </a:ext>
              </a:extLst>
            </p:cNvPr>
            <p:cNvSpPr/>
            <p:nvPr/>
          </p:nvSpPr>
          <p:spPr>
            <a:xfrm rot="21304564">
              <a:off x="4367257" y="2916962"/>
              <a:ext cx="1290677" cy="1315159"/>
            </a:xfrm>
            <a:custGeom>
              <a:avLst/>
              <a:gdLst>
                <a:gd name="connsiteX0" fmla="*/ 222558 w 1290677"/>
                <a:gd name="connsiteY0" fmla="*/ 790317 h 1315159"/>
                <a:gd name="connsiteX1" fmla="*/ 231190 w 1290677"/>
                <a:gd name="connsiteY1" fmla="*/ 818127 h 1315159"/>
                <a:gd name="connsiteX2" fmla="*/ 656730 w 1290677"/>
                <a:gd name="connsiteY2" fmla="*/ 1100194 h 1315159"/>
                <a:gd name="connsiteX3" fmla="*/ 983295 w 1290677"/>
                <a:gd name="connsiteY3" fmla="*/ 964926 h 1315159"/>
                <a:gd name="connsiteX4" fmla="*/ 1001019 w 1290677"/>
                <a:gd name="connsiteY4" fmla="*/ 943445 h 1315159"/>
                <a:gd name="connsiteX5" fmla="*/ 983928 w 1290677"/>
                <a:gd name="connsiteY5" fmla="*/ 974932 h 1315159"/>
                <a:gd name="connsiteX6" fmla="*/ 636517 w 1290677"/>
                <a:gd name="connsiteY6" fmla="*/ 1159649 h 1315159"/>
                <a:gd name="connsiteX7" fmla="*/ 226066 w 1290677"/>
                <a:gd name="connsiteY7" fmla="*/ 825122 h 1315159"/>
                <a:gd name="connsiteX8" fmla="*/ 656730 w 1290677"/>
                <a:gd name="connsiteY8" fmla="*/ 176529 h 1315159"/>
                <a:gd name="connsiteX9" fmla="*/ 194897 w 1290677"/>
                <a:gd name="connsiteY9" fmla="*/ 638362 h 1315159"/>
                <a:gd name="connsiteX10" fmla="*/ 204280 w 1290677"/>
                <a:gd name="connsiteY10" fmla="*/ 731437 h 1315159"/>
                <a:gd name="connsiteX11" fmla="*/ 222558 w 1290677"/>
                <a:gd name="connsiteY11" fmla="*/ 790318 h 1315159"/>
                <a:gd name="connsiteX12" fmla="*/ 226066 w 1290677"/>
                <a:gd name="connsiteY12" fmla="*/ 825123 h 1315159"/>
                <a:gd name="connsiteX13" fmla="*/ 636517 w 1290677"/>
                <a:gd name="connsiteY13" fmla="*/ 1159650 h 1315159"/>
                <a:gd name="connsiteX14" fmla="*/ 983928 w 1290677"/>
                <a:gd name="connsiteY14" fmla="*/ 974933 h 1315159"/>
                <a:gd name="connsiteX15" fmla="*/ 1001019 w 1290677"/>
                <a:gd name="connsiteY15" fmla="*/ 943446 h 1315159"/>
                <a:gd name="connsiteX16" fmla="*/ 1039689 w 1290677"/>
                <a:gd name="connsiteY16" fmla="*/ 896577 h 1315159"/>
                <a:gd name="connsiteX17" fmla="*/ 1118563 w 1290677"/>
                <a:gd name="connsiteY17" fmla="*/ 638362 h 1315159"/>
                <a:gd name="connsiteX18" fmla="*/ 656730 w 1290677"/>
                <a:gd name="connsiteY18" fmla="*/ 176529 h 1315159"/>
                <a:gd name="connsiteX19" fmla="*/ 645186 w 1290677"/>
                <a:gd name="connsiteY19" fmla="*/ 0 h 1315159"/>
                <a:gd name="connsiteX20" fmla="*/ 1278785 w 1290677"/>
                <a:gd name="connsiteY20" fmla="*/ 536005 h 1315159"/>
                <a:gd name="connsiteX21" fmla="*/ 1290677 w 1290677"/>
                <a:gd name="connsiteY21" fmla="*/ 658455 h 1315159"/>
                <a:gd name="connsiteX22" fmla="*/ 1278792 w 1290677"/>
                <a:gd name="connsiteY22" fmla="*/ 780566 h 1315159"/>
                <a:gd name="connsiteX23" fmla="*/ 645491 w 1290677"/>
                <a:gd name="connsiteY23" fmla="*/ 1315159 h 1315159"/>
                <a:gd name="connsiteX24" fmla="*/ 12190 w 1290677"/>
                <a:gd name="connsiteY24" fmla="*/ 780566 h 1315159"/>
                <a:gd name="connsiteX25" fmla="*/ 0 w 1290677"/>
                <a:gd name="connsiteY25" fmla="*/ 655318 h 1315159"/>
                <a:gd name="connsiteX26" fmla="*/ 11587 w 1290677"/>
                <a:gd name="connsiteY26" fmla="*/ 536005 h 1315159"/>
                <a:gd name="connsiteX27" fmla="*/ 645186 w 1290677"/>
                <a:gd name="connsiteY27" fmla="*/ 0 h 131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90677" h="1315159">
                  <a:moveTo>
                    <a:pt x="222558" y="790317"/>
                  </a:moveTo>
                  <a:lnTo>
                    <a:pt x="231190" y="818127"/>
                  </a:lnTo>
                  <a:cubicBezTo>
                    <a:pt x="301301" y="983886"/>
                    <a:pt x="465433" y="1100194"/>
                    <a:pt x="656730" y="1100194"/>
                  </a:cubicBezTo>
                  <a:cubicBezTo>
                    <a:pt x="784262" y="1100194"/>
                    <a:pt x="899720" y="1048502"/>
                    <a:pt x="983295" y="964926"/>
                  </a:cubicBezTo>
                  <a:lnTo>
                    <a:pt x="1001019" y="943445"/>
                  </a:lnTo>
                  <a:lnTo>
                    <a:pt x="983928" y="974932"/>
                  </a:lnTo>
                  <a:cubicBezTo>
                    <a:pt x="908637" y="1086377"/>
                    <a:pt x="781134" y="1159649"/>
                    <a:pt x="636517" y="1159649"/>
                  </a:cubicBezTo>
                  <a:cubicBezTo>
                    <a:pt x="434054" y="1159649"/>
                    <a:pt x="265133" y="1016036"/>
                    <a:pt x="226066" y="825122"/>
                  </a:cubicBezTo>
                  <a:close/>
                  <a:moveTo>
                    <a:pt x="656730" y="176529"/>
                  </a:moveTo>
                  <a:cubicBezTo>
                    <a:pt x="401667" y="176529"/>
                    <a:pt x="194897" y="383299"/>
                    <a:pt x="194897" y="638362"/>
                  </a:cubicBezTo>
                  <a:cubicBezTo>
                    <a:pt x="194897" y="670245"/>
                    <a:pt x="198128" y="701373"/>
                    <a:pt x="204280" y="731437"/>
                  </a:cubicBezTo>
                  <a:lnTo>
                    <a:pt x="222558" y="790318"/>
                  </a:lnTo>
                  <a:lnTo>
                    <a:pt x="226066" y="825123"/>
                  </a:lnTo>
                  <a:cubicBezTo>
                    <a:pt x="265133" y="1016037"/>
                    <a:pt x="434054" y="1159650"/>
                    <a:pt x="636517" y="1159650"/>
                  </a:cubicBezTo>
                  <a:cubicBezTo>
                    <a:pt x="781134" y="1159650"/>
                    <a:pt x="908637" y="1086378"/>
                    <a:pt x="983928" y="974933"/>
                  </a:cubicBezTo>
                  <a:lnTo>
                    <a:pt x="1001019" y="943446"/>
                  </a:lnTo>
                  <a:lnTo>
                    <a:pt x="1039689" y="896577"/>
                  </a:lnTo>
                  <a:cubicBezTo>
                    <a:pt x="1089486" y="822868"/>
                    <a:pt x="1118563" y="734011"/>
                    <a:pt x="1118563" y="638362"/>
                  </a:cubicBezTo>
                  <a:cubicBezTo>
                    <a:pt x="1118563" y="383299"/>
                    <a:pt x="911793" y="176529"/>
                    <a:pt x="656730" y="176529"/>
                  </a:cubicBezTo>
                  <a:close/>
                  <a:moveTo>
                    <a:pt x="645186" y="0"/>
                  </a:moveTo>
                  <a:cubicBezTo>
                    <a:pt x="957722" y="0"/>
                    <a:pt x="1218479" y="230108"/>
                    <a:pt x="1278785" y="536005"/>
                  </a:cubicBezTo>
                  <a:lnTo>
                    <a:pt x="1290677" y="658455"/>
                  </a:lnTo>
                  <a:lnTo>
                    <a:pt x="1278792" y="780566"/>
                  </a:lnTo>
                  <a:cubicBezTo>
                    <a:pt x="1218515" y="1085658"/>
                    <a:pt x="957880" y="1315159"/>
                    <a:pt x="645491" y="1315159"/>
                  </a:cubicBezTo>
                  <a:cubicBezTo>
                    <a:pt x="333102" y="1315159"/>
                    <a:pt x="72468" y="1085658"/>
                    <a:pt x="12190" y="780566"/>
                  </a:cubicBezTo>
                  <a:lnTo>
                    <a:pt x="0" y="655318"/>
                  </a:lnTo>
                  <a:lnTo>
                    <a:pt x="11587" y="536005"/>
                  </a:lnTo>
                  <a:cubicBezTo>
                    <a:pt x="71893" y="230108"/>
                    <a:pt x="332650" y="0"/>
                    <a:pt x="645186" y="0"/>
                  </a:cubicBezTo>
                  <a:close/>
                </a:path>
              </a:pathLst>
            </a:custGeom>
            <a:gradFill>
              <a:gsLst>
                <a:gs pos="51000">
                  <a:srgbClr val="808080"/>
                </a:gs>
                <a:gs pos="100000">
                  <a:srgbClr val="383933"/>
                </a:gs>
                <a:gs pos="0">
                  <a:srgbClr val="363632"/>
                </a:gs>
              </a:gsLst>
              <a:lin ang="11100000" scaled="0"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8" name="任意多边形 290">
              <a:extLst>
                <a:ext uri="{FF2B5EF4-FFF2-40B4-BE49-F238E27FC236}">
                  <a16:creationId xmlns:a16="http://schemas.microsoft.com/office/drawing/2014/main" id="{80912A01-70AA-4437-84CA-13DDA33B8079}"/>
                </a:ext>
              </a:extLst>
            </p:cNvPr>
            <p:cNvSpPr/>
            <p:nvPr/>
          </p:nvSpPr>
          <p:spPr>
            <a:xfrm rot="21304564">
              <a:off x="4589424" y="3239246"/>
              <a:ext cx="837926" cy="778471"/>
            </a:xfrm>
            <a:custGeom>
              <a:avLst/>
              <a:gdLst>
                <a:gd name="connsiteX0" fmla="*/ 418963 w 837926"/>
                <a:gd name="connsiteY0" fmla="*/ 0 h 778471"/>
                <a:gd name="connsiteX1" fmla="*/ 837926 w 837926"/>
                <a:gd name="connsiteY1" fmla="*/ 418963 h 778471"/>
                <a:gd name="connsiteX2" fmla="*/ 805002 w 837926"/>
                <a:gd name="connsiteY2" fmla="*/ 582042 h 778471"/>
                <a:gd name="connsiteX3" fmla="*/ 783465 w 837926"/>
                <a:gd name="connsiteY3" fmla="*/ 621722 h 778471"/>
                <a:gd name="connsiteX4" fmla="*/ 765741 w 837926"/>
                <a:gd name="connsiteY4" fmla="*/ 643203 h 778471"/>
                <a:gd name="connsiteX5" fmla="*/ 439176 w 837926"/>
                <a:gd name="connsiteY5" fmla="*/ 778471 h 778471"/>
                <a:gd name="connsiteX6" fmla="*/ 13636 w 837926"/>
                <a:gd name="connsiteY6" fmla="*/ 496404 h 778471"/>
                <a:gd name="connsiteX7" fmla="*/ 5004 w 837926"/>
                <a:gd name="connsiteY7" fmla="*/ 468594 h 778471"/>
                <a:gd name="connsiteX8" fmla="*/ 0 w 837926"/>
                <a:gd name="connsiteY8" fmla="*/ 418963 h 778471"/>
                <a:gd name="connsiteX9" fmla="*/ 418963 w 837926"/>
                <a:gd name="connsiteY9" fmla="*/ 0 h 778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7926" h="778471">
                  <a:moveTo>
                    <a:pt x="418963" y="0"/>
                  </a:moveTo>
                  <a:cubicBezTo>
                    <a:pt x="650350" y="0"/>
                    <a:pt x="837926" y="187576"/>
                    <a:pt x="837926" y="418963"/>
                  </a:cubicBezTo>
                  <a:cubicBezTo>
                    <a:pt x="837926" y="476810"/>
                    <a:pt x="826203" y="531918"/>
                    <a:pt x="805002" y="582042"/>
                  </a:cubicBezTo>
                  <a:lnTo>
                    <a:pt x="783465" y="621722"/>
                  </a:lnTo>
                  <a:lnTo>
                    <a:pt x="765741" y="643203"/>
                  </a:lnTo>
                  <a:cubicBezTo>
                    <a:pt x="682166" y="726779"/>
                    <a:pt x="566708" y="778471"/>
                    <a:pt x="439176" y="778471"/>
                  </a:cubicBezTo>
                  <a:cubicBezTo>
                    <a:pt x="247879" y="778471"/>
                    <a:pt x="83747" y="662163"/>
                    <a:pt x="13636" y="496404"/>
                  </a:cubicBezTo>
                  <a:lnTo>
                    <a:pt x="5004" y="468594"/>
                  </a:lnTo>
                  <a:lnTo>
                    <a:pt x="0" y="418963"/>
                  </a:lnTo>
                  <a:cubicBezTo>
                    <a:pt x="0" y="187576"/>
                    <a:pt x="187576" y="0"/>
                    <a:pt x="418963" y="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9" name="任意多边形 291">
              <a:extLst>
                <a:ext uri="{FF2B5EF4-FFF2-40B4-BE49-F238E27FC236}">
                  <a16:creationId xmlns:a16="http://schemas.microsoft.com/office/drawing/2014/main" id="{149411DD-B4CD-40D0-AD0D-076B19FC1FB1}"/>
                </a:ext>
              </a:extLst>
            </p:cNvPr>
            <p:cNvSpPr/>
            <p:nvPr/>
          </p:nvSpPr>
          <p:spPr>
            <a:xfrm rot="21304564">
              <a:off x="4553734" y="3092874"/>
              <a:ext cx="923666" cy="766917"/>
            </a:xfrm>
            <a:custGeom>
              <a:avLst/>
              <a:gdLst>
                <a:gd name="connsiteX0" fmla="*/ 461833 w 923666"/>
                <a:gd name="connsiteY0" fmla="*/ 0 h 766917"/>
                <a:gd name="connsiteX1" fmla="*/ 923666 w 923666"/>
                <a:gd name="connsiteY1" fmla="*/ 461833 h 766917"/>
                <a:gd name="connsiteX2" fmla="*/ 844792 w 923666"/>
                <a:gd name="connsiteY2" fmla="*/ 720048 h 766917"/>
                <a:gd name="connsiteX3" fmla="*/ 806122 w 923666"/>
                <a:gd name="connsiteY3" fmla="*/ 766917 h 766917"/>
                <a:gd name="connsiteX4" fmla="*/ 827659 w 923666"/>
                <a:gd name="connsiteY4" fmla="*/ 727237 h 766917"/>
                <a:gd name="connsiteX5" fmla="*/ 860583 w 923666"/>
                <a:gd name="connsiteY5" fmla="*/ 564158 h 766917"/>
                <a:gd name="connsiteX6" fmla="*/ 441620 w 923666"/>
                <a:gd name="connsiteY6" fmla="*/ 145195 h 766917"/>
                <a:gd name="connsiteX7" fmla="*/ 22657 w 923666"/>
                <a:gd name="connsiteY7" fmla="*/ 564158 h 766917"/>
                <a:gd name="connsiteX8" fmla="*/ 27661 w 923666"/>
                <a:gd name="connsiteY8" fmla="*/ 613789 h 766917"/>
                <a:gd name="connsiteX9" fmla="*/ 9383 w 923666"/>
                <a:gd name="connsiteY9" fmla="*/ 554908 h 766917"/>
                <a:gd name="connsiteX10" fmla="*/ 0 w 923666"/>
                <a:gd name="connsiteY10" fmla="*/ 461833 h 766917"/>
                <a:gd name="connsiteX11" fmla="*/ 461833 w 923666"/>
                <a:gd name="connsiteY11" fmla="*/ 0 h 76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3666" h="766917">
                  <a:moveTo>
                    <a:pt x="461833" y="0"/>
                  </a:moveTo>
                  <a:cubicBezTo>
                    <a:pt x="716896" y="0"/>
                    <a:pt x="923666" y="206770"/>
                    <a:pt x="923666" y="461833"/>
                  </a:cubicBezTo>
                  <a:cubicBezTo>
                    <a:pt x="923666" y="557482"/>
                    <a:pt x="894589" y="646339"/>
                    <a:pt x="844792" y="720048"/>
                  </a:cubicBezTo>
                  <a:lnTo>
                    <a:pt x="806122" y="766917"/>
                  </a:lnTo>
                  <a:lnTo>
                    <a:pt x="827659" y="727237"/>
                  </a:lnTo>
                  <a:cubicBezTo>
                    <a:pt x="848860" y="677113"/>
                    <a:pt x="860583" y="622005"/>
                    <a:pt x="860583" y="564158"/>
                  </a:cubicBezTo>
                  <a:cubicBezTo>
                    <a:pt x="860583" y="332771"/>
                    <a:pt x="673007" y="145195"/>
                    <a:pt x="441620" y="145195"/>
                  </a:cubicBezTo>
                  <a:cubicBezTo>
                    <a:pt x="210233" y="145195"/>
                    <a:pt x="22657" y="332771"/>
                    <a:pt x="22657" y="564158"/>
                  </a:cubicBezTo>
                  <a:lnTo>
                    <a:pt x="27661" y="613789"/>
                  </a:lnTo>
                  <a:lnTo>
                    <a:pt x="9383" y="554908"/>
                  </a:lnTo>
                  <a:cubicBezTo>
                    <a:pt x="3231" y="524844"/>
                    <a:pt x="0" y="493716"/>
                    <a:pt x="0" y="461833"/>
                  </a:cubicBezTo>
                  <a:cubicBezTo>
                    <a:pt x="0" y="206770"/>
                    <a:pt x="206770" y="0"/>
                    <a:pt x="461833" y="0"/>
                  </a:cubicBezTo>
                  <a:close/>
                </a:path>
              </a:pathLst>
            </a:custGeom>
            <a:gradFill>
              <a:gsLst>
                <a:gs pos="47000">
                  <a:srgbClr val="949A94"/>
                </a:gs>
                <a:gs pos="4587">
                  <a:srgbClr val="151515"/>
                </a:gs>
                <a:gs pos="95000">
                  <a:srgbClr val="0F0F0F"/>
                </a:gs>
              </a:gsLst>
              <a:lin ang="10800000" scaled="0"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30" name="任意多边形 292">
              <a:extLst>
                <a:ext uri="{FF2B5EF4-FFF2-40B4-BE49-F238E27FC236}">
                  <a16:creationId xmlns:a16="http://schemas.microsoft.com/office/drawing/2014/main" id="{06A3673E-1D87-440C-9273-BC925E4189ED}"/>
                </a:ext>
              </a:extLst>
            </p:cNvPr>
            <p:cNvSpPr/>
            <p:nvPr/>
          </p:nvSpPr>
          <p:spPr>
            <a:xfrm rot="21304564">
              <a:off x="4395005" y="3571032"/>
              <a:ext cx="1293476" cy="687270"/>
            </a:xfrm>
            <a:custGeom>
              <a:avLst/>
              <a:gdLst>
                <a:gd name="connsiteX0" fmla="*/ 1552 w 1293476"/>
                <a:gd name="connsiteY0" fmla="*/ 0 h 687270"/>
                <a:gd name="connsiteX1" fmla="*/ 13742 w 1293476"/>
                <a:gd name="connsiteY1" fmla="*/ 125248 h 687270"/>
                <a:gd name="connsiteX2" fmla="*/ 647043 w 1293476"/>
                <a:gd name="connsiteY2" fmla="*/ 659841 h 687270"/>
                <a:gd name="connsiteX3" fmla="*/ 1280344 w 1293476"/>
                <a:gd name="connsiteY3" fmla="*/ 125248 h 687270"/>
                <a:gd name="connsiteX4" fmla="*/ 1292229 w 1293476"/>
                <a:gd name="connsiteY4" fmla="*/ 3137 h 687270"/>
                <a:gd name="connsiteX5" fmla="*/ 1293476 w 1293476"/>
                <a:gd name="connsiteY5" fmla="*/ 15976 h 687270"/>
                <a:gd name="connsiteX6" fmla="*/ 646738 w 1293476"/>
                <a:gd name="connsiteY6" fmla="*/ 687270 h 687270"/>
                <a:gd name="connsiteX7" fmla="*/ 0 w 1293476"/>
                <a:gd name="connsiteY7" fmla="*/ 15976 h 687270"/>
                <a:gd name="connsiteX8" fmla="*/ 1552 w 1293476"/>
                <a:gd name="connsiteY8" fmla="*/ 0 h 687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93476" h="687270">
                  <a:moveTo>
                    <a:pt x="1552" y="0"/>
                  </a:moveTo>
                  <a:lnTo>
                    <a:pt x="13742" y="125248"/>
                  </a:lnTo>
                  <a:cubicBezTo>
                    <a:pt x="74020" y="430340"/>
                    <a:pt x="334654" y="659841"/>
                    <a:pt x="647043" y="659841"/>
                  </a:cubicBezTo>
                  <a:cubicBezTo>
                    <a:pt x="959432" y="659841"/>
                    <a:pt x="1220067" y="430340"/>
                    <a:pt x="1280344" y="125248"/>
                  </a:cubicBezTo>
                  <a:lnTo>
                    <a:pt x="1292229" y="3137"/>
                  </a:lnTo>
                  <a:lnTo>
                    <a:pt x="1293476" y="15976"/>
                  </a:lnTo>
                  <a:cubicBezTo>
                    <a:pt x="1293476" y="386721"/>
                    <a:pt x="1003922" y="687270"/>
                    <a:pt x="646738" y="687270"/>
                  </a:cubicBezTo>
                  <a:cubicBezTo>
                    <a:pt x="289554" y="687270"/>
                    <a:pt x="0" y="386721"/>
                    <a:pt x="0" y="15976"/>
                  </a:cubicBezTo>
                  <a:lnTo>
                    <a:pt x="1552" y="0"/>
                  </a:lnTo>
                  <a:close/>
                </a:path>
              </a:pathLst>
            </a:custGeom>
            <a:gradFill>
              <a:gsLst>
                <a:gs pos="0">
                  <a:srgbClr val="141614"/>
                </a:gs>
                <a:gs pos="56000">
                  <a:srgbClr val="A8ABA7"/>
                </a:gs>
                <a:gs pos="100000">
                  <a:srgbClr val="111111"/>
                </a:gs>
              </a:gsLst>
              <a:lin ang="10800000" scaled="0"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</p:grpSp>
      <p:sp>
        <p:nvSpPr>
          <p:cNvPr id="36" name="椭圆 35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4892558" y="1474064"/>
            <a:ext cx="1495642" cy="1486034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4963997" y="1542645"/>
            <a:ext cx="1364861" cy="1329052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4828452" y="1405885"/>
            <a:ext cx="1629725" cy="1619256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1" name="直接箭头连接符 40"/>
          <p:cNvCxnSpPr/>
          <p:nvPr/>
        </p:nvCxnSpPr>
        <p:spPr>
          <a:xfrm>
            <a:off x="6586801" y="2252124"/>
            <a:ext cx="335923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7013248" y="2098235"/>
                <a:ext cx="212968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bg1"/>
                    </a:solidFill>
                  </a:rPr>
                  <a:t>饱和时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磁场</m:t>
                    </m:r>
                    <m:r>
                      <a:rPr lang="zh-CN" alt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强度</m:t>
                    </m:r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248" y="2098235"/>
                <a:ext cx="2129686" cy="307777"/>
              </a:xfrm>
              <a:prstGeom prst="rect">
                <a:avLst/>
              </a:prstGeom>
              <a:blipFill rotWithShape="0">
                <a:blip r:embed="rId2"/>
                <a:stretch>
                  <a:fillRect l="-7143" t="-31373" r="-1143" b="-43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接箭头连接符 43"/>
          <p:cNvCxnSpPr/>
          <p:nvPr/>
        </p:nvCxnSpPr>
        <p:spPr>
          <a:xfrm>
            <a:off x="6614242" y="4592868"/>
            <a:ext cx="335923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/>
              <p:cNvSpPr txBox="1"/>
              <p:nvPr/>
            </p:nvSpPr>
            <p:spPr>
              <a:xfrm>
                <a:off x="7034778" y="4445667"/>
                <a:ext cx="34188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0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sz="20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778" y="4445667"/>
                <a:ext cx="341888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685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6" grpId="0" animBg="1"/>
      <p:bldP spid="37" grpId="0" animBg="1"/>
      <p:bldP spid="38" grpId="0" animBg="1"/>
      <p:bldP spid="43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5482A5C7-2D4F-4355-AF41-20F77CE68F3A}"/>
              </a:ext>
            </a:extLst>
          </p:cNvPr>
          <p:cNvGrpSpPr/>
          <p:nvPr/>
        </p:nvGrpSpPr>
        <p:grpSpPr>
          <a:xfrm>
            <a:off x="4828452" y="3728630"/>
            <a:ext cx="1749886" cy="1776528"/>
            <a:chOff x="4367257" y="2916962"/>
            <a:chExt cx="1321224" cy="1341340"/>
          </a:xfrm>
        </p:grpSpPr>
        <p:sp>
          <p:nvSpPr>
            <p:cNvPr id="14" name="任意多边形 289">
              <a:extLst>
                <a:ext uri="{FF2B5EF4-FFF2-40B4-BE49-F238E27FC236}">
                  <a16:creationId xmlns:a16="http://schemas.microsoft.com/office/drawing/2014/main" id="{389B8F65-CB4A-4F58-868A-4AC8DCB9D161}"/>
                </a:ext>
              </a:extLst>
            </p:cNvPr>
            <p:cNvSpPr/>
            <p:nvPr/>
          </p:nvSpPr>
          <p:spPr>
            <a:xfrm rot="21304564">
              <a:off x="4367257" y="2916962"/>
              <a:ext cx="1290677" cy="1315159"/>
            </a:xfrm>
            <a:custGeom>
              <a:avLst/>
              <a:gdLst>
                <a:gd name="connsiteX0" fmla="*/ 222558 w 1290677"/>
                <a:gd name="connsiteY0" fmla="*/ 790317 h 1315159"/>
                <a:gd name="connsiteX1" fmla="*/ 231190 w 1290677"/>
                <a:gd name="connsiteY1" fmla="*/ 818127 h 1315159"/>
                <a:gd name="connsiteX2" fmla="*/ 656730 w 1290677"/>
                <a:gd name="connsiteY2" fmla="*/ 1100194 h 1315159"/>
                <a:gd name="connsiteX3" fmla="*/ 983295 w 1290677"/>
                <a:gd name="connsiteY3" fmla="*/ 964926 h 1315159"/>
                <a:gd name="connsiteX4" fmla="*/ 1001019 w 1290677"/>
                <a:gd name="connsiteY4" fmla="*/ 943445 h 1315159"/>
                <a:gd name="connsiteX5" fmla="*/ 983928 w 1290677"/>
                <a:gd name="connsiteY5" fmla="*/ 974932 h 1315159"/>
                <a:gd name="connsiteX6" fmla="*/ 636517 w 1290677"/>
                <a:gd name="connsiteY6" fmla="*/ 1159649 h 1315159"/>
                <a:gd name="connsiteX7" fmla="*/ 226066 w 1290677"/>
                <a:gd name="connsiteY7" fmla="*/ 825122 h 1315159"/>
                <a:gd name="connsiteX8" fmla="*/ 656730 w 1290677"/>
                <a:gd name="connsiteY8" fmla="*/ 176529 h 1315159"/>
                <a:gd name="connsiteX9" fmla="*/ 194897 w 1290677"/>
                <a:gd name="connsiteY9" fmla="*/ 638362 h 1315159"/>
                <a:gd name="connsiteX10" fmla="*/ 204280 w 1290677"/>
                <a:gd name="connsiteY10" fmla="*/ 731437 h 1315159"/>
                <a:gd name="connsiteX11" fmla="*/ 222558 w 1290677"/>
                <a:gd name="connsiteY11" fmla="*/ 790318 h 1315159"/>
                <a:gd name="connsiteX12" fmla="*/ 226066 w 1290677"/>
                <a:gd name="connsiteY12" fmla="*/ 825123 h 1315159"/>
                <a:gd name="connsiteX13" fmla="*/ 636517 w 1290677"/>
                <a:gd name="connsiteY13" fmla="*/ 1159650 h 1315159"/>
                <a:gd name="connsiteX14" fmla="*/ 983928 w 1290677"/>
                <a:gd name="connsiteY14" fmla="*/ 974933 h 1315159"/>
                <a:gd name="connsiteX15" fmla="*/ 1001019 w 1290677"/>
                <a:gd name="connsiteY15" fmla="*/ 943446 h 1315159"/>
                <a:gd name="connsiteX16" fmla="*/ 1039689 w 1290677"/>
                <a:gd name="connsiteY16" fmla="*/ 896577 h 1315159"/>
                <a:gd name="connsiteX17" fmla="*/ 1118563 w 1290677"/>
                <a:gd name="connsiteY17" fmla="*/ 638362 h 1315159"/>
                <a:gd name="connsiteX18" fmla="*/ 656730 w 1290677"/>
                <a:gd name="connsiteY18" fmla="*/ 176529 h 1315159"/>
                <a:gd name="connsiteX19" fmla="*/ 645186 w 1290677"/>
                <a:gd name="connsiteY19" fmla="*/ 0 h 1315159"/>
                <a:gd name="connsiteX20" fmla="*/ 1278785 w 1290677"/>
                <a:gd name="connsiteY20" fmla="*/ 536005 h 1315159"/>
                <a:gd name="connsiteX21" fmla="*/ 1290677 w 1290677"/>
                <a:gd name="connsiteY21" fmla="*/ 658455 h 1315159"/>
                <a:gd name="connsiteX22" fmla="*/ 1278792 w 1290677"/>
                <a:gd name="connsiteY22" fmla="*/ 780566 h 1315159"/>
                <a:gd name="connsiteX23" fmla="*/ 645491 w 1290677"/>
                <a:gd name="connsiteY23" fmla="*/ 1315159 h 1315159"/>
                <a:gd name="connsiteX24" fmla="*/ 12190 w 1290677"/>
                <a:gd name="connsiteY24" fmla="*/ 780566 h 1315159"/>
                <a:gd name="connsiteX25" fmla="*/ 0 w 1290677"/>
                <a:gd name="connsiteY25" fmla="*/ 655318 h 1315159"/>
                <a:gd name="connsiteX26" fmla="*/ 11587 w 1290677"/>
                <a:gd name="connsiteY26" fmla="*/ 536005 h 1315159"/>
                <a:gd name="connsiteX27" fmla="*/ 645186 w 1290677"/>
                <a:gd name="connsiteY27" fmla="*/ 0 h 131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90677" h="1315159">
                  <a:moveTo>
                    <a:pt x="222558" y="790317"/>
                  </a:moveTo>
                  <a:lnTo>
                    <a:pt x="231190" y="818127"/>
                  </a:lnTo>
                  <a:cubicBezTo>
                    <a:pt x="301301" y="983886"/>
                    <a:pt x="465433" y="1100194"/>
                    <a:pt x="656730" y="1100194"/>
                  </a:cubicBezTo>
                  <a:cubicBezTo>
                    <a:pt x="784262" y="1100194"/>
                    <a:pt x="899720" y="1048502"/>
                    <a:pt x="983295" y="964926"/>
                  </a:cubicBezTo>
                  <a:lnTo>
                    <a:pt x="1001019" y="943445"/>
                  </a:lnTo>
                  <a:lnTo>
                    <a:pt x="983928" y="974932"/>
                  </a:lnTo>
                  <a:cubicBezTo>
                    <a:pt x="908637" y="1086377"/>
                    <a:pt x="781134" y="1159649"/>
                    <a:pt x="636517" y="1159649"/>
                  </a:cubicBezTo>
                  <a:cubicBezTo>
                    <a:pt x="434054" y="1159649"/>
                    <a:pt x="265133" y="1016036"/>
                    <a:pt x="226066" y="825122"/>
                  </a:cubicBezTo>
                  <a:close/>
                  <a:moveTo>
                    <a:pt x="656730" y="176529"/>
                  </a:moveTo>
                  <a:cubicBezTo>
                    <a:pt x="401667" y="176529"/>
                    <a:pt x="194897" y="383299"/>
                    <a:pt x="194897" y="638362"/>
                  </a:cubicBezTo>
                  <a:cubicBezTo>
                    <a:pt x="194897" y="670245"/>
                    <a:pt x="198128" y="701373"/>
                    <a:pt x="204280" y="731437"/>
                  </a:cubicBezTo>
                  <a:lnTo>
                    <a:pt x="222558" y="790318"/>
                  </a:lnTo>
                  <a:lnTo>
                    <a:pt x="226066" y="825123"/>
                  </a:lnTo>
                  <a:cubicBezTo>
                    <a:pt x="265133" y="1016037"/>
                    <a:pt x="434054" y="1159650"/>
                    <a:pt x="636517" y="1159650"/>
                  </a:cubicBezTo>
                  <a:cubicBezTo>
                    <a:pt x="781134" y="1159650"/>
                    <a:pt x="908637" y="1086378"/>
                    <a:pt x="983928" y="974933"/>
                  </a:cubicBezTo>
                  <a:lnTo>
                    <a:pt x="1001019" y="943446"/>
                  </a:lnTo>
                  <a:lnTo>
                    <a:pt x="1039689" y="896577"/>
                  </a:lnTo>
                  <a:cubicBezTo>
                    <a:pt x="1089486" y="822868"/>
                    <a:pt x="1118563" y="734011"/>
                    <a:pt x="1118563" y="638362"/>
                  </a:cubicBezTo>
                  <a:cubicBezTo>
                    <a:pt x="1118563" y="383299"/>
                    <a:pt x="911793" y="176529"/>
                    <a:pt x="656730" y="176529"/>
                  </a:cubicBezTo>
                  <a:close/>
                  <a:moveTo>
                    <a:pt x="645186" y="0"/>
                  </a:moveTo>
                  <a:cubicBezTo>
                    <a:pt x="957722" y="0"/>
                    <a:pt x="1218479" y="230108"/>
                    <a:pt x="1278785" y="536005"/>
                  </a:cubicBezTo>
                  <a:lnTo>
                    <a:pt x="1290677" y="658455"/>
                  </a:lnTo>
                  <a:lnTo>
                    <a:pt x="1278792" y="780566"/>
                  </a:lnTo>
                  <a:cubicBezTo>
                    <a:pt x="1218515" y="1085658"/>
                    <a:pt x="957880" y="1315159"/>
                    <a:pt x="645491" y="1315159"/>
                  </a:cubicBezTo>
                  <a:cubicBezTo>
                    <a:pt x="333102" y="1315159"/>
                    <a:pt x="72468" y="1085658"/>
                    <a:pt x="12190" y="780566"/>
                  </a:cubicBezTo>
                  <a:lnTo>
                    <a:pt x="0" y="655318"/>
                  </a:lnTo>
                  <a:lnTo>
                    <a:pt x="11587" y="536005"/>
                  </a:lnTo>
                  <a:cubicBezTo>
                    <a:pt x="71893" y="230108"/>
                    <a:pt x="332650" y="0"/>
                    <a:pt x="645186" y="0"/>
                  </a:cubicBezTo>
                  <a:close/>
                </a:path>
              </a:pathLst>
            </a:custGeom>
            <a:gradFill>
              <a:gsLst>
                <a:gs pos="51000">
                  <a:srgbClr val="808080"/>
                </a:gs>
                <a:gs pos="100000">
                  <a:srgbClr val="383933"/>
                </a:gs>
                <a:gs pos="0">
                  <a:srgbClr val="363632"/>
                </a:gs>
              </a:gsLst>
              <a:lin ang="11100000" scaled="0"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5" name="任意多边形 290">
              <a:extLst>
                <a:ext uri="{FF2B5EF4-FFF2-40B4-BE49-F238E27FC236}">
                  <a16:creationId xmlns:a16="http://schemas.microsoft.com/office/drawing/2014/main" id="{80912A01-70AA-4437-84CA-13DDA33B8079}"/>
                </a:ext>
              </a:extLst>
            </p:cNvPr>
            <p:cNvSpPr/>
            <p:nvPr/>
          </p:nvSpPr>
          <p:spPr>
            <a:xfrm rot="21304564">
              <a:off x="4589424" y="3239246"/>
              <a:ext cx="837926" cy="778471"/>
            </a:xfrm>
            <a:custGeom>
              <a:avLst/>
              <a:gdLst>
                <a:gd name="connsiteX0" fmla="*/ 418963 w 837926"/>
                <a:gd name="connsiteY0" fmla="*/ 0 h 778471"/>
                <a:gd name="connsiteX1" fmla="*/ 837926 w 837926"/>
                <a:gd name="connsiteY1" fmla="*/ 418963 h 778471"/>
                <a:gd name="connsiteX2" fmla="*/ 805002 w 837926"/>
                <a:gd name="connsiteY2" fmla="*/ 582042 h 778471"/>
                <a:gd name="connsiteX3" fmla="*/ 783465 w 837926"/>
                <a:gd name="connsiteY3" fmla="*/ 621722 h 778471"/>
                <a:gd name="connsiteX4" fmla="*/ 765741 w 837926"/>
                <a:gd name="connsiteY4" fmla="*/ 643203 h 778471"/>
                <a:gd name="connsiteX5" fmla="*/ 439176 w 837926"/>
                <a:gd name="connsiteY5" fmla="*/ 778471 h 778471"/>
                <a:gd name="connsiteX6" fmla="*/ 13636 w 837926"/>
                <a:gd name="connsiteY6" fmla="*/ 496404 h 778471"/>
                <a:gd name="connsiteX7" fmla="*/ 5004 w 837926"/>
                <a:gd name="connsiteY7" fmla="*/ 468594 h 778471"/>
                <a:gd name="connsiteX8" fmla="*/ 0 w 837926"/>
                <a:gd name="connsiteY8" fmla="*/ 418963 h 778471"/>
                <a:gd name="connsiteX9" fmla="*/ 418963 w 837926"/>
                <a:gd name="connsiteY9" fmla="*/ 0 h 778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7926" h="778471">
                  <a:moveTo>
                    <a:pt x="418963" y="0"/>
                  </a:moveTo>
                  <a:cubicBezTo>
                    <a:pt x="650350" y="0"/>
                    <a:pt x="837926" y="187576"/>
                    <a:pt x="837926" y="418963"/>
                  </a:cubicBezTo>
                  <a:cubicBezTo>
                    <a:pt x="837926" y="476810"/>
                    <a:pt x="826203" y="531918"/>
                    <a:pt x="805002" y="582042"/>
                  </a:cubicBezTo>
                  <a:lnTo>
                    <a:pt x="783465" y="621722"/>
                  </a:lnTo>
                  <a:lnTo>
                    <a:pt x="765741" y="643203"/>
                  </a:lnTo>
                  <a:cubicBezTo>
                    <a:pt x="682166" y="726779"/>
                    <a:pt x="566708" y="778471"/>
                    <a:pt x="439176" y="778471"/>
                  </a:cubicBezTo>
                  <a:cubicBezTo>
                    <a:pt x="247879" y="778471"/>
                    <a:pt x="83747" y="662163"/>
                    <a:pt x="13636" y="496404"/>
                  </a:cubicBezTo>
                  <a:lnTo>
                    <a:pt x="5004" y="468594"/>
                  </a:lnTo>
                  <a:lnTo>
                    <a:pt x="0" y="418963"/>
                  </a:lnTo>
                  <a:cubicBezTo>
                    <a:pt x="0" y="187576"/>
                    <a:pt x="187576" y="0"/>
                    <a:pt x="418963" y="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6" name="任意多边形 291">
              <a:extLst>
                <a:ext uri="{FF2B5EF4-FFF2-40B4-BE49-F238E27FC236}">
                  <a16:creationId xmlns:a16="http://schemas.microsoft.com/office/drawing/2014/main" id="{149411DD-B4CD-40D0-AD0D-076B19FC1FB1}"/>
                </a:ext>
              </a:extLst>
            </p:cNvPr>
            <p:cNvSpPr/>
            <p:nvPr/>
          </p:nvSpPr>
          <p:spPr>
            <a:xfrm rot="21304564">
              <a:off x="4553734" y="3092874"/>
              <a:ext cx="923666" cy="766917"/>
            </a:xfrm>
            <a:custGeom>
              <a:avLst/>
              <a:gdLst>
                <a:gd name="connsiteX0" fmla="*/ 461833 w 923666"/>
                <a:gd name="connsiteY0" fmla="*/ 0 h 766917"/>
                <a:gd name="connsiteX1" fmla="*/ 923666 w 923666"/>
                <a:gd name="connsiteY1" fmla="*/ 461833 h 766917"/>
                <a:gd name="connsiteX2" fmla="*/ 844792 w 923666"/>
                <a:gd name="connsiteY2" fmla="*/ 720048 h 766917"/>
                <a:gd name="connsiteX3" fmla="*/ 806122 w 923666"/>
                <a:gd name="connsiteY3" fmla="*/ 766917 h 766917"/>
                <a:gd name="connsiteX4" fmla="*/ 827659 w 923666"/>
                <a:gd name="connsiteY4" fmla="*/ 727237 h 766917"/>
                <a:gd name="connsiteX5" fmla="*/ 860583 w 923666"/>
                <a:gd name="connsiteY5" fmla="*/ 564158 h 766917"/>
                <a:gd name="connsiteX6" fmla="*/ 441620 w 923666"/>
                <a:gd name="connsiteY6" fmla="*/ 145195 h 766917"/>
                <a:gd name="connsiteX7" fmla="*/ 22657 w 923666"/>
                <a:gd name="connsiteY7" fmla="*/ 564158 h 766917"/>
                <a:gd name="connsiteX8" fmla="*/ 27661 w 923666"/>
                <a:gd name="connsiteY8" fmla="*/ 613789 h 766917"/>
                <a:gd name="connsiteX9" fmla="*/ 9383 w 923666"/>
                <a:gd name="connsiteY9" fmla="*/ 554908 h 766917"/>
                <a:gd name="connsiteX10" fmla="*/ 0 w 923666"/>
                <a:gd name="connsiteY10" fmla="*/ 461833 h 766917"/>
                <a:gd name="connsiteX11" fmla="*/ 461833 w 923666"/>
                <a:gd name="connsiteY11" fmla="*/ 0 h 76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3666" h="766917">
                  <a:moveTo>
                    <a:pt x="461833" y="0"/>
                  </a:moveTo>
                  <a:cubicBezTo>
                    <a:pt x="716896" y="0"/>
                    <a:pt x="923666" y="206770"/>
                    <a:pt x="923666" y="461833"/>
                  </a:cubicBezTo>
                  <a:cubicBezTo>
                    <a:pt x="923666" y="557482"/>
                    <a:pt x="894589" y="646339"/>
                    <a:pt x="844792" y="720048"/>
                  </a:cubicBezTo>
                  <a:lnTo>
                    <a:pt x="806122" y="766917"/>
                  </a:lnTo>
                  <a:lnTo>
                    <a:pt x="827659" y="727237"/>
                  </a:lnTo>
                  <a:cubicBezTo>
                    <a:pt x="848860" y="677113"/>
                    <a:pt x="860583" y="622005"/>
                    <a:pt x="860583" y="564158"/>
                  </a:cubicBezTo>
                  <a:cubicBezTo>
                    <a:pt x="860583" y="332771"/>
                    <a:pt x="673007" y="145195"/>
                    <a:pt x="441620" y="145195"/>
                  </a:cubicBezTo>
                  <a:cubicBezTo>
                    <a:pt x="210233" y="145195"/>
                    <a:pt x="22657" y="332771"/>
                    <a:pt x="22657" y="564158"/>
                  </a:cubicBezTo>
                  <a:lnTo>
                    <a:pt x="27661" y="613789"/>
                  </a:lnTo>
                  <a:lnTo>
                    <a:pt x="9383" y="554908"/>
                  </a:lnTo>
                  <a:cubicBezTo>
                    <a:pt x="3231" y="524844"/>
                    <a:pt x="0" y="493716"/>
                    <a:pt x="0" y="461833"/>
                  </a:cubicBezTo>
                  <a:cubicBezTo>
                    <a:pt x="0" y="206770"/>
                    <a:pt x="206770" y="0"/>
                    <a:pt x="461833" y="0"/>
                  </a:cubicBezTo>
                  <a:close/>
                </a:path>
              </a:pathLst>
            </a:custGeom>
            <a:gradFill>
              <a:gsLst>
                <a:gs pos="47000">
                  <a:srgbClr val="949A94"/>
                </a:gs>
                <a:gs pos="4587">
                  <a:srgbClr val="151515"/>
                </a:gs>
                <a:gs pos="95000">
                  <a:srgbClr val="0F0F0F"/>
                </a:gs>
              </a:gsLst>
              <a:lin ang="10800000" scaled="0"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7" name="任意多边形 292">
              <a:extLst>
                <a:ext uri="{FF2B5EF4-FFF2-40B4-BE49-F238E27FC236}">
                  <a16:creationId xmlns:a16="http://schemas.microsoft.com/office/drawing/2014/main" id="{06A3673E-1D87-440C-9273-BC925E4189ED}"/>
                </a:ext>
              </a:extLst>
            </p:cNvPr>
            <p:cNvSpPr/>
            <p:nvPr/>
          </p:nvSpPr>
          <p:spPr>
            <a:xfrm rot="21304564">
              <a:off x="4395005" y="3571032"/>
              <a:ext cx="1293476" cy="687270"/>
            </a:xfrm>
            <a:custGeom>
              <a:avLst/>
              <a:gdLst>
                <a:gd name="connsiteX0" fmla="*/ 1552 w 1293476"/>
                <a:gd name="connsiteY0" fmla="*/ 0 h 687270"/>
                <a:gd name="connsiteX1" fmla="*/ 13742 w 1293476"/>
                <a:gd name="connsiteY1" fmla="*/ 125248 h 687270"/>
                <a:gd name="connsiteX2" fmla="*/ 647043 w 1293476"/>
                <a:gd name="connsiteY2" fmla="*/ 659841 h 687270"/>
                <a:gd name="connsiteX3" fmla="*/ 1280344 w 1293476"/>
                <a:gd name="connsiteY3" fmla="*/ 125248 h 687270"/>
                <a:gd name="connsiteX4" fmla="*/ 1292229 w 1293476"/>
                <a:gd name="connsiteY4" fmla="*/ 3137 h 687270"/>
                <a:gd name="connsiteX5" fmla="*/ 1293476 w 1293476"/>
                <a:gd name="connsiteY5" fmla="*/ 15976 h 687270"/>
                <a:gd name="connsiteX6" fmla="*/ 646738 w 1293476"/>
                <a:gd name="connsiteY6" fmla="*/ 687270 h 687270"/>
                <a:gd name="connsiteX7" fmla="*/ 0 w 1293476"/>
                <a:gd name="connsiteY7" fmla="*/ 15976 h 687270"/>
                <a:gd name="connsiteX8" fmla="*/ 1552 w 1293476"/>
                <a:gd name="connsiteY8" fmla="*/ 0 h 687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93476" h="687270">
                  <a:moveTo>
                    <a:pt x="1552" y="0"/>
                  </a:moveTo>
                  <a:lnTo>
                    <a:pt x="13742" y="125248"/>
                  </a:lnTo>
                  <a:cubicBezTo>
                    <a:pt x="74020" y="430340"/>
                    <a:pt x="334654" y="659841"/>
                    <a:pt x="647043" y="659841"/>
                  </a:cubicBezTo>
                  <a:cubicBezTo>
                    <a:pt x="959432" y="659841"/>
                    <a:pt x="1220067" y="430340"/>
                    <a:pt x="1280344" y="125248"/>
                  </a:cubicBezTo>
                  <a:lnTo>
                    <a:pt x="1292229" y="3137"/>
                  </a:lnTo>
                  <a:lnTo>
                    <a:pt x="1293476" y="15976"/>
                  </a:lnTo>
                  <a:cubicBezTo>
                    <a:pt x="1293476" y="386721"/>
                    <a:pt x="1003922" y="687270"/>
                    <a:pt x="646738" y="687270"/>
                  </a:cubicBezTo>
                  <a:cubicBezTo>
                    <a:pt x="289554" y="687270"/>
                    <a:pt x="0" y="386721"/>
                    <a:pt x="0" y="15976"/>
                  </a:cubicBezTo>
                  <a:lnTo>
                    <a:pt x="1552" y="0"/>
                  </a:lnTo>
                  <a:close/>
                </a:path>
              </a:pathLst>
            </a:custGeom>
            <a:gradFill>
              <a:gsLst>
                <a:gs pos="0">
                  <a:srgbClr val="141614"/>
                </a:gs>
                <a:gs pos="56000">
                  <a:srgbClr val="A8ABA7"/>
                </a:gs>
                <a:gs pos="100000">
                  <a:srgbClr val="111111"/>
                </a:gs>
              </a:gsLst>
              <a:lin ang="10800000" scaled="0"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482A5C7-2D4F-4355-AF41-20F77CE68F3A}"/>
              </a:ext>
            </a:extLst>
          </p:cNvPr>
          <p:cNvGrpSpPr/>
          <p:nvPr/>
        </p:nvGrpSpPr>
        <p:grpSpPr>
          <a:xfrm>
            <a:off x="4786722" y="1352843"/>
            <a:ext cx="1749886" cy="1776528"/>
            <a:chOff x="4367257" y="2916962"/>
            <a:chExt cx="1321224" cy="1341340"/>
          </a:xfrm>
        </p:grpSpPr>
        <p:sp>
          <p:nvSpPr>
            <p:cNvPr id="27" name="任意多边形 289">
              <a:extLst>
                <a:ext uri="{FF2B5EF4-FFF2-40B4-BE49-F238E27FC236}">
                  <a16:creationId xmlns:a16="http://schemas.microsoft.com/office/drawing/2014/main" id="{389B8F65-CB4A-4F58-868A-4AC8DCB9D161}"/>
                </a:ext>
              </a:extLst>
            </p:cNvPr>
            <p:cNvSpPr/>
            <p:nvPr/>
          </p:nvSpPr>
          <p:spPr>
            <a:xfrm rot="21304564">
              <a:off x="4367257" y="2916962"/>
              <a:ext cx="1290677" cy="1315159"/>
            </a:xfrm>
            <a:custGeom>
              <a:avLst/>
              <a:gdLst>
                <a:gd name="connsiteX0" fmla="*/ 222558 w 1290677"/>
                <a:gd name="connsiteY0" fmla="*/ 790317 h 1315159"/>
                <a:gd name="connsiteX1" fmla="*/ 231190 w 1290677"/>
                <a:gd name="connsiteY1" fmla="*/ 818127 h 1315159"/>
                <a:gd name="connsiteX2" fmla="*/ 656730 w 1290677"/>
                <a:gd name="connsiteY2" fmla="*/ 1100194 h 1315159"/>
                <a:gd name="connsiteX3" fmla="*/ 983295 w 1290677"/>
                <a:gd name="connsiteY3" fmla="*/ 964926 h 1315159"/>
                <a:gd name="connsiteX4" fmla="*/ 1001019 w 1290677"/>
                <a:gd name="connsiteY4" fmla="*/ 943445 h 1315159"/>
                <a:gd name="connsiteX5" fmla="*/ 983928 w 1290677"/>
                <a:gd name="connsiteY5" fmla="*/ 974932 h 1315159"/>
                <a:gd name="connsiteX6" fmla="*/ 636517 w 1290677"/>
                <a:gd name="connsiteY6" fmla="*/ 1159649 h 1315159"/>
                <a:gd name="connsiteX7" fmla="*/ 226066 w 1290677"/>
                <a:gd name="connsiteY7" fmla="*/ 825122 h 1315159"/>
                <a:gd name="connsiteX8" fmla="*/ 656730 w 1290677"/>
                <a:gd name="connsiteY8" fmla="*/ 176529 h 1315159"/>
                <a:gd name="connsiteX9" fmla="*/ 194897 w 1290677"/>
                <a:gd name="connsiteY9" fmla="*/ 638362 h 1315159"/>
                <a:gd name="connsiteX10" fmla="*/ 204280 w 1290677"/>
                <a:gd name="connsiteY10" fmla="*/ 731437 h 1315159"/>
                <a:gd name="connsiteX11" fmla="*/ 222558 w 1290677"/>
                <a:gd name="connsiteY11" fmla="*/ 790318 h 1315159"/>
                <a:gd name="connsiteX12" fmla="*/ 226066 w 1290677"/>
                <a:gd name="connsiteY12" fmla="*/ 825123 h 1315159"/>
                <a:gd name="connsiteX13" fmla="*/ 636517 w 1290677"/>
                <a:gd name="connsiteY13" fmla="*/ 1159650 h 1315159"/>
                <a:gd name="connsiteX14" fmla="*/ 983928 w 1290677"/>
                <a:gd name="connsiteY14" fmla="*/ 974933 h 1315159"/>
                <a:gd name="connsiteX15" fmla="*/ 1001019 w 1290677"/>
                <a:gd name="connsiteY15" fmla="*/ 943446 h 1315159"/>
                <a:gd name="connsiteX16" fmla="*/ 1039689 w 1290677"/>
                <a:gd name="connsiteY16" fmla="*/ 896577 h 1315159"/>
                <a:gd name="connsiteX17" fmla="*/ 1118563 w 1290677"/>
                <a:gd name="connsiteY17" fmla="*/ 638362 h 1315159"/>
                <a:gd name="connsiteX18" fmla="*/ 656730 w 1290677"/>
                <a:gd name="connsiteY18" fmla="*/ 176529 h 1315159"/>
                <a:gd name="connsiteX19" fmla="*/ 645186 w 1290677"/>
                <a:gd name="connsiteY19" fmla="*/ 0 h 1315159"/>
                <a:gd name="connsiteX20" fmla="*/ 1278785 w 1290677"/>
                <a:gd name="connsiteY20" fmla="*/ 536005 h 1315159"/>
                <a:gd name="connsiteX21" fmla="*/ 1290677 w 1290677"/>
                <a:gd name="connsiteY21" fmla="*/ 658455 h 1315159"/>
                <a:gd name="connsiteX22" fmla="*/ 1278792 w 1290677"/>
                <a:gd name="connsiteY22" fmla="*/ 780566 h 1315159"/>
                <a:gd name="connsiteX23" fmla="*/ 645491 w 1290677"/>
                <a:gd name="connsiteY23" fmla="*/ 1315159 h 1315159"/>
                <a:gd name="connsiteX24" fmla="*/ 12190 w 1290677"/>
                <a:gd name="connsiteY24" fmla="*/ 780566 h 1315159"/>
                <a:gd name="connsiteX25" fmla="*/ 0 w 1290677"/>
                <a:gd name="connsiteY25" fmla="*/ 655318 h 1315159"/>
                <a:gd name="connsiteX26" fmla="*/ 11587 w 1290677"/>
                <a:gd name="connsiteY26" fmla="*/ 536005 h 1315159"/>
                <a:gd name="connsiteX27" fmla="*/ 645186 w 1290677"/>
                <a:gd name="connsiteY27" fmla="*/ 0 h 131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90677" h="1315159">
                  <a:moveTo>
                    <a:pt x="222558" y="790317"/>
                  </a:moveTo>
                  <a:lnTo>
                    <a:pt x="231190" y="818127"/>
                  </a:lnTo>
                  <a:cubicBezTo>
                    <a:pt x="301301" y="983886"/>
                    <a:pt x="465433" y="1100194"/>
                    <a:pt x="656730" y="1100194"/>
                  </a:cubicBezTo>
                  <a:cubicBezTo>
                    <a:pt x="784262" y="1100194"/>
                    <a:pt x="899720" y="1048502"/>
                    <a:pt x="983295" y="964926"/>
                  </a:cubicBezTo>
                  <a:lnTo>
                    <a:pt x="1001019" y="943445"/>
                  </a:lnTo>
                  <a:lnTo>
                    <a:pt x="983928" y="974932"/>
                  </a:lnTo>
                  <a:cubicBezTo>
                    <a:pt x="908637" y="1086377"/>
                    <a:pt x="781134" y="1159649"/>
                    <a:pt x="636517" y="1159649"/>
                  </a:cubicBezTo>
                  <a:cubicBezTo>
                    <a:pt x="434054" y="1159649"/>
                    <a:pt x="265133" y="1016036"/>
                    <a:pt x="226066" y="825122"/>
                  </a:cubicBezTo>
                  <a:close/>
                  <a:moveTo>
                    <a:pt x="656730" y="176529"/>
                  </a:moveTo>
                  <a:cubicBezTo>
                    <a:pt x="401667" y="176529"/>
                    <a:pt x="194897" y="383299"/>
                    <a:pt x="194897" y="638362"/>
                  </a:cubicBezTo>
                  <a:cubicBezTo>
                    <a:pt x="194897" y="670245"/>
                    <a:pt x="198128" y="701373"/>
                    <a:pt x="204280" y="731437"/>
                  </a:cubicBezTo>
                  <a:lnTo>
                    <a:pt x="222558" y="790318"/>
                  </a:lnTo>
                  <a:lnTo>
                    <a:pt x="226066" y="825123"/>
                  </a:lnTo>
                  <a:cubicBezTo>
                    <a:pt x="265133" y="1016037"/>
                    <a:pt x="434054" y="1159650"/>
                    <a:pt x="636517" y="1159650"/>
                  </a:cubicBezTo>
                  <a:cubicBezTo>
                    <a:pt x="781134" y="1159650"/>
                    <a:pt x="908637" y="1086378"/>
                    <a:pt x="983928" y="974933"/>
                  </a:cubicBezTo>
                  <a:lnTo>
                    <a:pt x="1001019" y="943446"/>
                  </a:lnTo>
                  <a:lnTo>
                    <a:pt x="1039689" y="896577"/>
                  </a:lnTo>
                  <a:cubicBezTo>
                    <a:pt x="1089486" y="822868"/>
                    <a:pt x="1118563" y="734011"/>
                    <a:pt x="1118563" y="638362"/>
                  </a:cubicBezTo>
                  <a:cubicBezTo>
                    <a:pt x="1118563" y="383299"/>
                    <a:pt x="911793" y="176529"/>
                    <a:pt x="656730" y="176529"/>
                  </a:cubicBezTo>
                  <a:close/>
                  <a:moveTo>
                    <a:pt x="645186" y="0"/>
                  </a:moveTo>
                  <a:cubicBezTo>
                    <a:pt x="957722" y="0"/>
                    <a:pt x="1218479" y="230108"/>
                    <a:pt x="1278785" y="536005"/>
                  </a:cubicBezTo>
                  <a:lnTo>
                    <a:pt x="1290677" y="658455"/>
                  </a:lnTo>
                  <a:lnTo>
                    <a:pt x="1278792" y="780566"/>
                  </a:lnTo>
                  <a:cubicBezTo>
                    <a:pt x="1218515" y="1085658"/>
                    <a:pt x="957880" y="1315159"/>
                    <a:pt x="645491" y="1315159"/>
                  </a:cubicBezTo>
                  <a:cubicBezTo>
                    <a:pt x="333102" y="1315159"/>
                    <a:pt x="72468" y="1085658"/>
                    <a:pt x="12190" y="780566"/>
                  </a:cubicBezTo>
                  <a:lnTo>
                    <a:pt x="0" y="655318"/>
                  </a:lnTo>
                  <a:lnTo>
                    <a:pt x="11587" y="536005"/>
                  </a:lnTo>
                  <a:cubicBezTo>
                    <a:pt x="71893" y="230108"/>
                    <a:pt x="332650" y="0"/>
                    <a:pt x="645186" y="0"/>
                  </a:cubicBezTo>
                  <a:close/>
                </a:path>
              </a:pathLst>
            </a:custGeom>
            <a:gradFill>
              <a:gsLst>
                <a:gs pos="51000">
                  <a:srgbClr val="808080"/>
                </a:gs>
                <a:gs pos="100000">
                  <a:srgbClr val="383933"/>
                </a:gs>
                <a:gs pos="0">
                  <a:srgbClr val="363632"/>
                </a:gs>
              </a:gsLst>
              <a:lin ang="11100000" scaled="0"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8" name="任意多边形 290">
              <a:extLst>
                <a:ext uri="{FF2B5EF4-FFF2-40B4-BE49-F238E27FC236}">
                  <a16:creationId xmlns:a16="http://schemas.microsoft.com/office/drawing/2014/main" id="{80912A01-70AA-4437-84CA-13DDA33B8079}"/>
                </a:ext>
              </a:extLst>
            </p:cNvPr>
            <p:cNvSpPr/>
            <p:nvPr/>
          </p:nvSpPr>
          <p:spPr>
            <a:xfrm rot="21304564">
              <a:off x="4589424" y="3239246"/>
              <a:ext cx="837926" cy="778471"/>
            </a:xfrm>
            <a:custGeom>
              <a:avLst/>
              <a:gdLst>
                <a:gd name="connsiteX0" fmla="*/ 418963 w 837926"/>
                <a:gd name="connsiteY0" fmla="*/ 0 h 778471"/>
                <a:gd name="connsiteX1" fmla="*/ 837926 w 837926"/>
                <a:gd name="connsiteY1" fmla="*/ 418963 h 778471"/>
                <a:gd name="connsiteX2" fmla="*/ 805002 w 837926"/>
                <a:gd name="connsiteY2" fmla="*/ 582042 h 778471"/>
                <a:gd name="connsiteX3" fmla="*/ 783465 w 837926"/>
                <a:gd name="connsiteY3" fmla="*/ 621722 h 778471"/>
                <a:gd name="connsiteX4" fmla="*/ 765741 w 837926"/>
                <a:gd name="connsiteY4" fmla="*/ 643203 h 778471"/>
                <a:gd name="connsiteX5" fmla="*/ 439176 w 837926"/>
                <a:gd name="connsiteY5" fmla="*/ 778471 h 778471"/>
                <a:gd name="connsiteX6" fmla="*/ 13636 w 837926"/>
                <a:gd name="connsiteY6" fmla="*/ 496404 h 778471"/>
                <a:gd name="connsiteX7" fmla="*/ 5004 w 837926"/>
                <a:gd name="connsiteY7" fmla="*/ 468594 h 778471"/>
                <a:gd name="connsiteX8" fmla="*/ 0 w 837926"/>
                <a:gd name="connsiteY8" fmla="*/ 418963 h 778471"/>
                <a:gd name="connsiteX9" fmla="*/ 418963 w 837926"/>
                <a:gd name="connsiteY9" fmla="*/ 0 h 778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7926" h="778471">
                  <a:moveTo>
                    <a:pt x="418963" y="0"/>
                  </a:moveTo>
                  <a:cubicBezTo>
                    <a:pt x="650350" y="0"/>
                    <a:pt x="837926" y="187576"/>
                    <a:pt x="837926" y="418963"/>
                  </a:cubicBezTo>
                  <a:cubicBezTo>
                    <a:pt x="837926" y="476810"/>
                    <a:pt x="826203" y="531918"/>
                    <a:pt x="805002" y="582042"/>
                  </a:cubicBezTo>
                  <a:lnTo>
                    <a:pt x="783465" y="621722"/>
                  </a:lnTo>
                  <a:lnTo>
                    <a:pt x="765741" y="643203"/>
                  </a:lnTo>
                  <a:cubicBezTo>
                    <a:pt x="682166" y="726779"/>
                    <a:pt x="566708" y="778471"/>
                    <a:pt x="439176" y="778471"/>
                  </a:cubicBezTo>
                  <a:cubicBezTo>
                    <a:pt x="247879" y="778471"/>
                    <a:pt x="83747" y="662163"/>
                    <a:pt x="13636" y="496404"/>
                  </a:cubicBezTo>
                  <a:lnTo>
                    <a:pt x="5004" y="468594"/>
                  </a:lnTo>
                  <a:lnTo>
                    <a:pt x="0" y="418963"/>
                  </a:lnTo>
                  <a:cubicBezTo>
                    <a:pt x="0" y="187576"/>
                    <a:pt x="187576" y="0"/>
                    <a:pt x="418963" y="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9" name="任意多边形 291">
              <a:extLst>
                <a:ext uri="{FF2B5EF4-FFF2-40B4-BE49-F238E27FC236}">
                  <a16:creationId xmlns:a16="http://schemas.microsoft.com/office/drawing/2014/main" id="{149411DD-B4CD-40D0-AD0D-076B19FC1FB1}"/>
                </a:ext>
              </a:extLst>
            </p:cNvPr>
            <p:cNvSpPr/>
            <p:nvPr/>
          </p:nvSpPr>
          <p:spPr>
            <a:xfrm rot="21304564">
              <a:off x="4553734" y="3092874"/>
              <a:ext cx="923666" cy="766917"/>
            </a:xfrm>
            <a:custGeom>
              <a:avLst/>
              <a:gdLst>
                <a:gd name="connsiteX0" fmla="*/ 461833 w 923666"/>
                <a:gd name="connsiteY0" fmla="*/ 0 h 766917"/>
                <a:gd name="connsiteX1" fmla="*/ 923666 w 923666"/>
                <a:gd name="connsiteY1" fmla="*/ 461833 h 766917"/>
                <a:gd name="connsiteX2" fmla="*/ 844792 w 923666"/>
                <a:gd name="connsiteY2" fmla="*/ 720048 h 766917"/>
                <a:gd name="connsiteX3" fmla="*/ 806122 w 923666"/>
                <a:gd name="connsiteY3" fmla="*/ 766917 h 766917"/>
                <a:gd name="connsiteX4" fmla="*/ 827659 w 923666"/>
                <a:gd name="connsiteY4" fmla="*/ 727237 h 766917"/>
                <a:gd name="connsiteX5" fmla="*/ 860583 w 923666"/>
                <a:gd name="connsiteY5" fmla="*/ 564158 h 766917"/>
                <a:gd name="connsiteX6" fmla="*/ 441620 w 923666"/>
                <a:gd name="connsiteY6" fmla="*/ 145195 h 766917"/>
                <a:gd name="connsiteX7" fmla="*/ 22657 w 923666"/>
                <a:gd name="connsiteY7" fmla="*/ 564158 h 766917"/>
                <a:gd name="connsiteX8" fmla="*/ 27661 w 923666"/>
                <a:gd name="connsiteY8" fmla="*/ 613789 h 766917"/>
                <a:gd name="connsiteX9" fmla="*/ 9383 w 923666"/>
                <a:gd name="connsiteY9" fmla="*/ 554908 h 766917"/>
                <a:gd name="connsiteX10" fmla="*/ 0 w 923666"/>
                <a:gd name="connsiteY10" fmla="*/ 461833 h 766917"/>
                <a:gd name="connsiteX11" fmla="*/ 461833 w 923666"/>
                <a:gd name="connsiteY11" fmla="*/ 0 h 76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3666" h="766917">
                  <a:moveTo>
                    <a:pt x="461833" y="0"/>
                  </a:moveTo>
                  <a:cubicBezTo>
                    <a:pt x="716896" y="0"/>
                    <a:pt x="923666" y="206770"/>
                    <a:pt x="923666" y="461833"/>
                  </a:cubicBezTo>
                  <a:cubicBezTo>
                    <a:pt x="923666" y="557482"/>
                    <a:pt x="894589" y="646339"/>
                    <a:pt x="844792" y="720048"/>
                  </a:cubicBezTo>
                  <a:lnTo>
                    <a:pt x="806122" y="766917"/>
                  </a:lnTo>
                  <a:lnTo>
                    <a:pt x="827659" y="727237"/>
                  </a:lnTo>
                  <a:cubicBezTo>
                    <a:pt x="848860" y="677113"/>
                    <a:pt x="860583" y="622005"/>
                    <a:pt x="860583" y="564158"/>
                  </a:cubicBezTo>
                  <a:cubicBezTo>
                    <a:pt x="860583" y="332771"/>
                    <a:pt x="673007" y="145195"/>
                    <a:pt x="441620" y="145195"/>
                  </a:cubicBezTo>
                  <a:cubicBezTo>
                    <a:pt x="210233" y="145195"/>
                    <a:pt x="22657" y="332771"/>
                    <a:pt x="22657" y="564158"/>
                  </a:cubicBezTo>
                  <a:lnTo>
                    <a:pt x="27661" y="613789"/>
                  </a:lnTo>
                  <a:lnTo>
                    <a:pt x="9383" y="554908"/>
                  </a:lnTo>
                  <a:cubicBezTo>
                    <a:pt x="3231" y="524844"/>
                    <a:pt x="0" y="493716"/>
                    <a:pt x="0" y="461833"/>
                  </a:cubicBezTo>
                  <a:cubicBezTo>
                    <a:pt x="0" y="206770"/>
                    <a:pt x="206770" y="0"/>
                    <a:pt x="461833" y="0"/>
                  </a:cubicBezTo>
                  <a:close/>
                </a:path>
              </a:pathLst>
            </a:custGeom>
            <a:gradFill>
              <a:gsLst>
                <a:gs pos="47000">
                  <a:srgbClr val="949A94"/>
                </a:gs>
                <a:gs pos="4587">
                  <a:srgbClr val="151515"/>
                </a:gs>
                <a:gs pos="95000">
                  <a:srgbClr val="0F0F0F"/>
                </a:gs>
              </a:gsLst>
              <a:lin ang="10800000" scaled="0"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30" name="任意多边形 292">
              <a:extLst>
                <a:ext uri="{FF2B5EF4-FFF2-40B4-BE49-F238E27FC236}">
                  <a16:creationId xmlns:a16="http://schemas.microsoft.com/office/drawing/2014/main" id="{06A3673E-1D87-440C-9273-BC925E4189ED}"/>
                </a:ext>
              </a:extLst>
            </p:cNvPr>
            <p:cNvSpPr/>
            <p:nvPr/>
          </p:nvSpPr>
          <p:spPr>
            <a:xfrm rot="21304564">
              <a:off x="4395005" y="3571032"/>
              <a:ext cx="1293476" cy="687270"/>
            </a:xfrm>
            <a:custGeom>
              <a:avLst/>
              <a:gdLst>
                <a:gd name="connsiteX0" fmla="*/ 1552 w 1293476"/>
                <a:gd name="connsiteY0" fmla="*/ 0 h 687270"/>
                <a:gd name="connsiteX1" fmla="*/ 13742 w 1293476"/>
                <a:gd name="connsiteY1" fmla="*/ 125248 h 687270"/>
                <a:gd name="connsiteX2" fmla="*/ 647043 w 1293476"/>
                <a:gd name="connsiteY2" fmla="*/ 659841 h 687270"/>
                <a:gd name="connsiteX3" fmla="*/ 1280344 w 1293476"/>
                <a:gd name="connsiteY3" fmla="*/ 125248 h 687270"/>
                <a:gd name="connsiteX4" fmla="*/ 1292229 w 1293476"/>
                <a:gd name="connsiteY4" fmla="*/ 3137 h 687270"/>
                <a:gd name="connsiteX5" fmla="*/ 1293476 w 1293476"/>
                <a:gd name="connsiteY5" fmla="*/ 15976 h 687270"/>
                <a:gd name="connsiteX6" fmla="*/ 646738 w 1293476"/>
                <a:gd name="connsiteY6" fmla="*/ 687270 h 687270"/>
                <a:gd name="connsiteX7" fmla="*/ 0 w 1293476"/>
                <a:gd name="connsiteY7" fmla="*/ 15976 h 687270"/>
                <a:gd name="connsiteX8" fmla="*/ 1552 w 1293476"/>
                <a:gd name="connsiteY8" fmla="*/ 0 h 687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93476" h="687270">
                  <a:moveTo>
                    <a:pt x="1552" y="0"/>
                  </a:moveTo>
                  <a:lnTo>
                    <a:pt x="13742" y="125248"/>
                  </a:lnTo>
                  <a:cubicBezTo>
                    <a:pt x="74020" y="430340"/>
                    <a:pt x="334654" y="659841"/>
                    <a:pt x="647043" y="659841"/>
                  </a:cubicBezTo>
                  <a:cubicBezTo>
                    <a:pt x="959432" y="659841"/>
                    <a:pt x="1220067" y="430340"/>
                    <a:pt x="1280344" y="125248"/>
                  </a:cubicBezTo>
                  <a:lnTo>
                    <a:pt x="1292229" y="3137"/>
                  </a:lnTo>
                  <a:lnTo>
                    <a:pt x="1293476" y="15976"/>
                  </a:lnTo>
                  <a:cubicBezTo>
                    <a:pt x="1293476" y="386721"/>
                    <a:pt x="1003922" y="687270"/>
                    <a:pt x="646738" y="687270"/>
                  </a:cubicBezTo>
                  <a:cubicBezTo>
                    <a:pt x="289554" y="687270"/>
                    <a:pt x="0" y="386721"/>
                    <a:pt x="0" y="15976"/>
                  </a:cubicBezTo>
                  <a:lnTo>
                    <a:pt x="1552" y="0"/>
                  </a:lnTo>
                  <a:close/>
                </a:path>
              </a:pathLst>
            </a:custGeom>
            <a:gradFill>
              <a:gsLst>
                <a:gs pos="0">
                  <a:srgbClr val="141614"/>
                </a:gs>
                <a:gs pos="56000">
                  <a:srgbClr val="A8ABA7"/>
                </a:gs>
                <a:gs pos="100000">
                  <a:srgbClr val="111111"/>
                </a:gs>
              </a:gsLst>
              <a:lin ang="10800000" scaled="0"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</p:grpSp>
      <p:sp>
        <p:nvSpPr>
          <p:cNvPr id="36" name="椭圆 35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4892558" y="1474064"/>
            <a:ext cx="1495642" cy="1486034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4963997" y="1542645"/>
            <a:ext cx="1364861" cy="1329052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4828452" y="1405885"/>
            <a:ext cx="1629725" cy="1619256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1" name="直接箭头连接符 40"/>
          <p:cNvCxnSpPr/>
          <p:nvPr/>
        </p:nvCxnSpPr>
        <p:spPr>
          <a:xfrm>
            <a:off x="6586801" y="2252124"/>
            <a:ext cx="335923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7013248" y="2098235"/>
                <a:ext cx="212968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bg1"/>
                    </a:solidFill>
                  </a:rPr>
                  <a:t>饱和时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磁场</m:t>
                    </m:r>
                    <m:r>
                      <a:rPr lang="zh-CN" alt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强度</m:t>
                    </m:r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248" y="2098235"/>
                <a:ext cx="2129686" cy="307777"/>
              </a:xfrm>
              <a:prstGeom prst="rect">
                <a:avLst/>
              </a:prstGeom>
              <a:blipFill rotWithShape="0">
                <a:blip r:embed="rId2"/>
                <a:stretch>
                  <a:fillRect l="-7143" t="-31373" r="-1143" b="-43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接箭头连接符 43"/>
          <p:cNvCxnSpPr/>
          <p:nvPr/>
        </p:nvCxnSpPr>
        <p:spPr>
          <a:xfrm>
            <a:off x="6614242" y="4592868"/>
            <a:ext cx="335923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/>
              <p:cNvSpPr txBox="1"/>
              <p:nvPr/>
            </p:nvSpPr>
            <p:spPr>
              <a:xfrm>
                <a:off x="7034778" y="4445667"/>
                <a:ext cx="34188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0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sz="20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778" y="4445667"/>
                <a:ext cx="341888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17857" r="-16071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椭圆 21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5002097" y="3919462"/>
            <a:ext cx="1364861" cy="1329052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4866552" y="3782702"/>
            <a:ext cx="1629725" cy="1619256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8153C0-24EF-42BE-BD42-91B65D3E1606}"/>
              </a:ext>
            </a:extLst>
          </p:cNvPr>
          <p:cNvSpPr/>
          <p:nvPr/>
        </p:nvSpPr>
        <p:spPr>
          <a:xfrm>
            <a:off x="5587959" y="3482408"/>
            <a:ext cx="224563" cy="1024386"/>
          </a:xfrm>
          <a:prstGeom prst="rect">
            <a:avLst/>
          </a:prstGeom>
          <a:solidFill>
            <a:srgbClr val="2025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" name="任意多边形 1"/>
          <p:cNvSpPr/>
          <p:nvPr/>
        </p:nvSpPr>
        <p:spPr>
          <a:xfrm>
            <a:off x="5591175" y="3693465"/>
            <a:ext cx="234950" cy="91135"/>
          </a:xfrm>
          <a:custGeom>
            <a:avLst/>
            <a:gdLst>
              <a:gd name="connsiteX0" fmla="*/ 0 w 238125"/>
              <a:gd name="connsiteY0" fmla="*/ 73933 h 73933"/>
              <a:gd name="connsiteX1" fmla="*/ 73025 w 238125"/>
              <a:gd name="connsiteY1" fmla="*/ 908 h 73933"/>
              <a:gd name="connsiteX2" fmla="*/ 238125 w 238125"/>
              <a:gd name="connsiteY2" fmla="*/ 35833 h 73933"/>
              <a:gd name="connsiteX0" fmla="*/ 0 w 234950"/>
              <a:gd name="connsiteY0" fmla="*/ 73031 h 76206"/>
              <a:gd name="connsiteX1" fmla="*/ 73025 w 234950"/>
              <a:gd name="connsiteY1" fmla="*/ 6 h 76206"/>
              <a:gd name="connsiteX2" fmla="*/ 234950 w 234950"/>
              <a:gd name="connsiteY2" fmla="*/ 76206 h 76206"/>
              <a:gd name="connsiteX0" fmla="*/ 0 w 234950"/>
              <a:gd name="connsiteY0" fmla="*/ 149226 h 152401"/>
              <a:gd name="connsiteX1" fmla="*/ 114300 w 234950"/>
              <a:gd name="connsiteY1" fmla="*/ 1 h 152401"/>
              <a:gd name="connsiteX2" fmla="*/ 234950 w 234950"/>
              <a:gd name="connsiteY2" fmla="*/ 152401 h 152401"/>
              <a:gd name="connsiteX0" fmla="*/ 0 w 234950"/>
              <a:gd name="connsiteY0" fmla="*/ 149226 h 152401"/>
              <a:gd name="connsiteX1" fmla="*/ 114300 w 234950"/>
              <a:gd name="connsiteY1" fmla="*/ 1 h 152401"/>
              <a:gd name="connsiteX2" fmla="*/ 234950 w 234950"/>
              <a:gd name="connsiteY2" fmla="*/ 152401 h 152401"/>
              <a:gd name="connsiteX0" fmla="*/ 0 w 234950"/>
              <a:gd name="connsiteY0" fmla="*/ 149228 h 152403"/>
              <a:gd name="connsiteX1" fmla="*/ 114300 w 234950"/>
              <a:gd name="connsiteY1" fmla="*/ 3 h 152403"/>
              <a:gd name="connsiteX2" fmla="*/ 234950 w 234950"/>
              <a:gd name="connsiteY2" fmla="*/ 152403 h 152403"/>
              <a:gd name="connsiteX0" fmla="*/ 0 w 234950"/>
              <a:gd name="connsiteY0" fmla="*/ 149228 h 152403"/>
              <a:gd name="connsiteX1" fmla="*/ 114300 w 234950"/>
              <a:gd name="connsiteY1" fmla="*/ 3 h 152403"/>
              <a:gd name="connsiteX2" fmla="*/ 234950 w 234950"/>
              <a:gd name="connsiteY2" fmla="*/ 152403 h 152403"/>
              <a:gd name="connsiteX0" fmla="*/ 0 w 234950"/>
              <a:gd name="connsiteY0" fmla="*/ 95630 h 98805"/>
              <a:gd name="connsiteX1" fmla="*/ 104775 w 234950"/>
              <a:gd name="connsiteY1" fmla="*/ 3202 h 98805"/>
              <a:gd name="connsiteX2" fmla="*/ 234950 w 234950"/>
              <a:gd name="connsiteY2" fmla="*/ 98805 h 9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950" h="98805">
                <a:moveTo>
                  <a:pt x="0" y="95630"/>
                </a:moveTo>
                <a:cubicBezTo>
                  <a:pt x="26194" y="11492"/>
                  <a:pt x="65617" y="2673"/>
                  <a:pt x="104775" y="3202"/>
                </a:cubicBezTo>
                <a:cubicBezTo>
                  <a:pt x="143933" y="3731"/>
                  <a:pt x="202671" y="-28195"/>
                  <a:pt x="234950" y="98805"/>
                </a:cubicBezTo>
              </a:path>
            </a:pathLst>
          </a:custGeom>
          <a:noFill/>
          <a:ln w="15875">
            <a:solidFill>
              <a:srgbClr val="A9D18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>
            <a:off x="5584825" y="3933825"/>
            <a:ext cx="228600" cy="47667"/>
          </a:xfrm>
          <a:custGeom>
            <a:avLst/>
            <a:gdLst>
              <a:gd name="connsiteX0" fmla="*/ 0 w 234950"/>
              <a:gd name="connsiteY0" fmla="*/ 0 h 63737"/>
              <a:gd name="connsiteX1" fmla="*/ 66675 w 234950"/>
              <a:gd name="connsiteY1" fmla="*/ 63500 h 63737"/>
              <a:gd name="connsiteX2" fmla="*/ 234950 w 234950"/>
              <a:gd name="connsiteY2" fmla="*/ 22225 h 63737"/>
              <a:gd name="connsiteX0" fmla="*/ 0 w 234950"/>
              <a:gd name="connsiteY0" fmla="*/ 0 h 47999"/>
              <a:gd name="connsiteX1" fmla="*/ 114300 w 234950"/>
              <a:gd name="connsiteY1" fmla="*/ 47625 h 47999"/>
              <a:gd name="connsiteX2" fmla="*/ 234950 w 234950"/>
              <a:gd name="connsiteY2" fmla="*/ 22225 h 47999"/>
              <a:gd name="connsiteX0" fmla="*/ 0 w 228600"/>
              <a:gd name="connsiteY0" fmla="*/ 0 h 47646"/>
              <a:gd name="connsiteX1" fmla="*/ 114300 w 228600"/>
              <a:gd name="connsiteY1" fmla="*/ 47625 h 47646"/>
              <a:gd name="connsiteX2" fmla="*/ 228600 w 228600"/>
              <a:gd name="connsiteY2" fmla="*/ 6350 h 47646"/>
              <a:gd name="connsiteX0" fmla="*/ 0 w 228600"/>
              <a:gd name="connsiteY0" fmla="*/ 0 h 47667"/>
              <a:gd name="connsiteX1" fmla="*/ 114300 w 228600"/>
              <a:gd name="connsiteY1" fmla="*/ 47625 h 47667"/>
              <a:gd name="connsiteX2" fmla="*/ 228600 w 228600"/>
              <a:gd name="connsiteY2" fmla="*/ 6350 h 47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47667">
                <a:moveTo>
                  <a:pt x="0" y="0"/>
                </a:moveTo>
                <a:cubicBezTo>
                  <a:pt x="13758" y="29898"/>
                  <a:pt x="76200" y="46567"/>
                  <a:pt x="114300" y="47625"/>
                </a:cubicBezTo>
                <a:cubicBezTo>
                  <a:pt x="152400" y="48683"/>
                  <a:pt x="209550" y="29633"/>
                  <a:pt x="228600" y="6350"/>
                </a:cubicBezTo>
              </a:path>
            </a:pathLst>
          </a:custGeom>
          <a:noFill/>
          <a:ln w="15875">
            <a:solidFill>
              <a:srgbClr val="A9D18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1620B1A8-7066-47FF-B829-970BB04EB030}"/>
              </a:ext>
            </a:extLst>
          </p:cNvPr>
          <p:cNvSpPr/>
          <p:nvPr/>
        </p:nvSpPr>
        <p:spPr>
          <a:xfrm>
            <a:off x="4934288" y="3849851"/>
            <a:ext cx="1495642" cy="1486034"/>
          </a:xfrm>
          <a:prstGeom prst="ellipse">
            <a:avLst/>
          </a:prstGeom>
          <a:noFill/>
          <a:ln w="158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/>
              <p:cNvSpPr txBox="1"/>
              <p:nvPr/>
            </p:nvSpPr>
            <p:spPr>
              <a:xfrm>
                <a:off x="7034778" y="4438441"/>
                <a:ext cx="39203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778" y="4438441"/>
                <a:ext cx="392030" cy="307777"/>
              </a:xfrm>
              <a:prstGeom prst="rect">
                <a:avLst/>
              </a:prstGeom>
              <a:blipFill rotWithShape="0">
                <a:blip r:embed="rId4"/>
                <a:stretch>
                  <a:fillRect l="-15625" r="-3125"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接箭头连接符 31"/>
          <p:cNvCxnSpPr/>
          <p:nvPr/>
        </p:nvCxnSpPr>
        <p:spPr>
          <a:xfrm>
            <a:off x="6614242" y="4592412"/>
            <a:ext cx="335923" cy="0"/>
          </a:xfrm>
          <a:prstGeom prst="straightConnector1">
            <a:avLst/>
          </a:prstGeom>
          <a:ln w="254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17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2" grpId="0" animBg="1"/>
      <p:bldP spid="24" grpId="0" animBg="1"/>
      <p:bldP spid="2" grpId="0" animBg="1"/>
      <p:bldP spid="4" grpId="0" animBg="1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86722" y="1352843"/>
            <a:ext cx="4356212" cy="4152315"/>
            <a:chOff x="4786722" y="1352843"/>
            <a:chExt cx="4356212" cy="4152315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482A5C7-2D4F-4355-AF41-20F77CE68F3A}"/>
                </a:ext>
              </a:extLst>
            </p:cNvPr>
            <p:cNvGrpSpPr/>
            <p:nvPr/>
          </p:nvGrpSpPr>
          <p:grpSpPr>
            <a:xfrm>
              <a:off x="4828452" y="3728630"/>
              <a:ext cx="1749886" cy="1776528"/>
              <a:chOff x="4367257" y="2916962"/>
              <a:chExt cx="1321224" cy="1341340"/>
            </a:xfrm>
          </p:grpSpPr>
          <p:sp>
            <p:nvSpPr>
              <p:cNvPr id="26" name="任意多边形 289">
                <a:extLst>
                  <a:ext uri="{FF2B5EF4-FFF2-40B4-BE49-F238E27FC236}">
                    <a16:creationId xmlns:a16="http://schemas.microsoft.com/office/drawing/2014/main" id="{389B8F65-CB4A-4F58-868A-4AC8DCB9D161}"/>
                  </a:ext>
                </a:extLst>
              </p:cNvPr>
              <p:cNvSpPr/>
              <p:nvPr/>
            </p:nvSpPr>
            <p:spPr>
              <a:xfrm rot="21304564">
                <a:off x="4367257" y="2916962"/>
                <a:ext cx="1290677" cy="1315159"/>
              </a:xfrm>
              <a:custGeom>
                <a:avLst/>
                <a:gdLst>
                  <a:gd name="connsiteX0" fmla="*/ 222558 w 1290677"/>
                  <a:gd name="connsiteY0" fmla="*/ 790317 h 1315159"/>
                  <a:gd name="connsiteX1" fmla="*/ 231190 w 1290677"/>
                  <a:gd name="connsiteY1" fmla="*/ 818127 h 1315159"/>
                  <a:gd name="connsiteX2" fmla="*/ 656730 w 1290677"/>
                  <a:gd name="connsiteY2" fmla="*/ 1100194 h 1315159"/>
                  <a:gd name="connsiteX3" fmla="*/ 983295 w 1290677"/>
                  <a:gd name="connsiteY3" fmla="*/ 964926 h 1315159"/>
                  <a:gd name="connsiteX4" fmla="*/ 1001019 w 1290677"/>
                  <a:gd name="connsiteY4" fmla="*/ 943445 h 1315159"/>
                  <a:gd name="connsiteX5" fmla="*/ 983928 w 1290677"/>
                  <a:gd name="connsiteY5" fmla="*/ 974932 h 1315159"/>
                  <a:gd name="connsiteX6" fmla="*/ 636517 w 1290677"/>
                  <a:gd name="connsiteY6" fmla="*/ 1159649 h 1315159"/>
                  <a:gd name="connsiteX7" fmla="*/ 226066 w 1290677"/>
                  <a:gd name="connsiteY7" fmla="*/ 825122 h 1315159"/>
                  <a:gd name="connsiteX8" fmla="*/ 656730 w 1290677"/>
                  <a:gd name="connsiteY8" fmla="*/ 176529 h 1315159"/>
                  <a:gd name="connsiteX9" fmla="*/ 194897 w 1290677"/>
                  <a:gd name="connsiteY9" fmla="*/ 638362 h 1315159"/>
                  <a:gd name="connsiteX10" fmla="*/ 204280 w 1290677"/>
                  <a:gd name="connsiteY10" fmla="*/ 731437 h 1315159"/>
                  <a:gd name="connsiteX11" fmla="*/ 222558 w 1290677"/>
                  <a:gd name="connsiteY11" fmla="*/ 790318 h 1315159"/>
                  <a:gd name="connsiteX12" fmla="*/ 226066 w 1290677"/>
                  <a:gd name="connsiteY12" fmla="*/ 825123 h 1315159"/>
                  <a:gd name="connsiteX13" fmla="*/ 636517 w 1290677"/>
                  <a:gd name="connsiteY13" fmla="*/ 1159650 h 1315159"/>
                  <a:gd name="connsiteX14" fmla="*/ 983928 w 1290677"/>
                  <a:gd name="connsiteY14" fmla="*/ 974933 h 1315159"/>
                  <a:gd name="connsiteX15" fmla="*/ 1001019 w 1290677"/>
                  <a:gd name="connsiteY15" fmla="*/ 943446 h 1315159"/>
                  <a:gd name="connsiteX16" fmla="*/ 1039689 w 1290677"/>
                  <a:gd name="connsiteY16" fmla="*/ 896577 h 1315159"/>
                  <a:gd name="connsiteX17" fmla="*/ 1118563 w 1290677"/>
                  <a:gd name="connsiteY17" fmla="*/ 638362 h 1315159"/>
                  <a:gd name="connsiteX18" fmla="*/ 656730 w 1290677"/>
                  <a:gd name="connsiteY18" fmla="*/ 176529 h 1315159"/>
                  <a:gd name="connsiteX19" fmla="*/ 645186 w 1290677"/>
                  <a:gd name="connsiteY19" fmla="*/ 0 h 1315159"/>
                  <a:gd name="connsiteX20" fmla="*/ 1278785 w 1290677"/>
                  <a:gd name="connsiteY20" fmla="*/ 536005 h 1315159"/>
                  <a:gd name="connsiteX21" fmla="*/ 1290677 w 1290677"/>
                  <a:gd name="connsiteY21" fmla="*/ 658455 h 1315159"/>
                  <a:gd name="connsiteX22" fmla="*/ 1278792 w 1290677"/>
                  <a:gd name="connsiteY22" fmla="*/ 780566 h 1315159"/>
                  <a:gd name="connsiteX23" fmla="*/ 645491 w 1290677"/>
                  <a:gd name="connsiteY23" fmla="*/ 1315159 h 1315159"/>
                  <a:gd name="connsiteX24" fmla="*/ 12190 w 1290677"/>
                  <a:gd name="connsiteY24" fmla="*/ 780566 h 1315159"/>
                  <a:gd name="connsiteX25" fmla="*/ 0 w 1290677"/>
                  <a:gd name="connsiteY25" fmla="*/ 655318 h 1315159"/>
                  <a:gd name="connsiteX26" fmla="*/ 11587 w 1290677"/>
                  <a:gd name="connsiteY26" fmla="*/ 536005 h 1315159"/>
                  <a:gd name="connsiteX27" fmla="*/ 645186 w 1290677"/>
                  <a:gd name="connsiteY27" fmla="*/ 0 h 1315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90677" h="1315159">
                    <a:moveTo>
                      <a:pt x="222558" y="790317"/>
                    </a:moveTo>
                    <a:lnTo>
                      <a:pt x="231190" y="818127"/>
                    </a:lnTo>
                    <a:cubicBezTo>
                      <a:pt x="301301" y="983886"/>
                      <a:pt x="465433" y="1100194"/>
                      <a:pt x="656730" y="1100194"/>
                    </a:cubicBezTo>
                    <a:cubicBezTo>
                      <a:pt x="784262" y="1100194"/>
                      <a:pt x="899720" y="1048502"/>
                      <a:pt x="983295" y="964926"/>
                    </a:cubicBezTo>
                    <a:lnTo>
                      <a:pt x="1001019" y="943445"/>
                    </a:lnTo>
                    <a:lnTo>
                      <a:pt x="983928" y="974932"/>
                    </a:lnTo>
                    <a:cubicBezTo>
                      <a:pt x="908637" y="1086377"/>
                      <a:pt x="781134" y="1159649"/>
                      <a:pt x="636517" y="1159649"/>
                    </a:cubicBezTo>
                    <a:cubicBezTo>
                      <a:pt x="434054" y="1159649"/>
                      <a:pt x="265133" y="1016036"/>
                      <a:pt x="226066" y="825122"/>
                    </a:cubicBezTo>
                    <a:close/>
                    <a:moveTo>
                      <a:pt x="656730" y="176529"/>
                    </a:moveTo>
                    <a:cubicBezTo>
                      <a:pt x="401667" y="176529"/>
                      <a:pt x="194897" y="383299"/>
                      <a:pt x="194897" y="638362"/>
                    </a:cubicBezTo>
                    <a:cubicBezTo>
                      <a:pt x="194897" y="670245"/>
                      <a:pt x="198128" y="701373"/>
                      <a:pt x="204280" y="731437"/>
                    </a:cubicBezTo>
                    <a:lnTo>
                      <a:pt x="222558" y="790318"/>
                    </a:lnTo>
                    <a:lnTo>
                      <a:pt x="226066" y="825123"/>
                    </a:lnTo>
                    <a:cubicBezTo>
                      <a:pt x="265133" y="1016037"/>
                      <a:pt x="434054" y="1159650"/>
                      <a:pt x="636517" y="1159650"/>
                    </a:cubicBezTo>
                    <a:cubicBezTo>
                      <a:pt x="781134" y="1159650"/>
                      <a:pt x="908637" y="1086378"/>
                      <a:pt x="983928" y="974933"/>
                    </a:cubicBezTo>
                    <a:lnTo>
                      <a:pt x="1001019" y="943446"/>
                    </a:lnTo>
                    <a:lnTo>
                      <a:pt x="1039689" y="896577"/>
                    </a:lnTo>
                    <a:cubicBezTo>
                      <a:pt x="1089486" y="822868"/>
                      <a:pt x="1118563" y="734011"/>
                      <a:pt x="1118563" y="638362"/>
                    </a:cubicBezTo>
                    <a:cubicBezTo>
                      <a:pt x="1118563" y="383299"/>
                      <a:pt x="911793" y="176529"/>
                      <a:pt x="656730" y="176529"/>
                    </a:cubicBezTo>
                    <a:close/>
                    <a:moveTo>
                      <a:pt x="645186" y="0"/>
                    </a:moveTo>
                    <a:cubicBezTo>
                      <a:pt x="957722" y="0"/>
                      <a:pt x="1218479" y="230108"/>
                      <a:pt x="1278785" y="536005"/>
                    </a:cubicBezTo>
                    <a:lnTo>
                      <a:pt x="1290677" y="658455"/>
                    </a:lnTo>
                    <a:lnTo>
                      <a:pt x="1278792" y="780566"/>
                    </a:lnTo>
                    <a:cubicBezTo>
                      <a:pt x="1218515" y="1085658"/>
                      <a:pt x="957880" y="1315159"/>
                      <a:pt x="645491" y="1315159"/>
                    </a:cubicBezTo>
                    <a:cubicBezTo>
                      <a:pt x="333102" y="1315159"/>
                      <a:pt x="72468" y="1085658"/>
                      <a:pt x="12190" y="780566"/>
                    </a:cubicBezTo>
                    <a:lnTo>
                      <a:pt x="0" y="655318"/>
                    </a:lnTo>
                    <a:lnTo>
                      <a:pt x="11587" y="536005"/>
                    </a:lnTo>
                    <a:cubicBezTo>
                      <a:pt x="71893" y="230108"/>
                      <a:pt x="332650" y="0"/>
                      <a:pt x="645186" y="0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808080"/>
                  </a:gs>
                  <a:gs pos="100000">
                    <a:srgbClr val="383933"/>
                  </a:gs>
                  <a:gs pos="0">
                    <a:srgbClr val="363632"/>
                  </a:gs>
                </a:gsLst>
                <a:lin ang="111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31" name="任意多边形 290">
                <a:extLst>
                  <a:ext uri="{FF2B5EF4-FFF2-40B4-BE49-F238E27FC236}">
                    <a16:creationId xmlns:a16="http://schemas.microsoft.com/office/drawing/2014/main" id="{80912A01-70AA-4437-84CA-13DDA33B8079}"/>
                  </a:ext>
                </a:extLst>
              </p:cNvPr>
              <p:cNvSpPr/>
              <p:nvPr/>
            </p:nvSpPr>
            <p:spPr>
              <a:xfrm rot="21304564">
                <a:off x="4589424" y="3239246"/>
                <a:ext cx="837926" cy="778471"/>
              </a:xfrm>
              <a:custGeom>
                <a:avLst/>
                <a:gdLst>
                  <a:gd name="connsiteX0" fmla="*/ 418963 w 837926"/>
                  <a:gd name="connsiteY0" fmla="*/ 0 h 778471"/>
                  <a:gd name="connsiteX1" fmla="*/ 837926 w 837926"/>
                  <a:gd name="connsiteY1" fmla="*/ 418963 h 778471"/>
                  <a:gd name="connsiteX2" fmla="*/ 805002 w 837926"/>
                  <a:gd name="connsiteY2" fmla="*/ 582042 h 778471"/>
                  <a:gd name="connsiteX3" fmla="*/ 783465 w 837926"/>
                  <a:gd name="connsiteY3" fmla="*/ 621722 h 778471"/>
                  <a:gd name="connsiteX4" fmla="*/ 765741 w 837926"/>
                  <a:gd name="connsiteY4" fmla="*/ 643203 h 778471"/>
                  <a:gd name="connsiteX5" fmla="*/ 439176 w 837926"/>
                  <a:gd name="connsiteY5" fmla="*/ 778471 h 778471"/>
                  <a:gd name="connsiteX6" fmla="*/ 13636 w 837926"/>
                  <a:gd name="connsiteY6" fmla="*/ 496404 h 778471"/>
                  <a:gd name="connsiteX7" fmla="*/ 5004 w 837926"/>
                  <a:gd name="connsiteY7" fmla="*/ 468594 h 778471"/>
                  <a:gd name="connsiteX8" fmla="*/ 0 w 837926"/>
                  <a:gd name="connsiteY8" fmla="*/ 418963 h 778471"/>
                  <a:gd name="connsiteX9" fmla="*/ 418963 w 837926"/>
                  <a:gd name="connsiteY9" fmla="*/ 0 h 778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7926" h="778471">
                    <a:moveTo>
                      <a:pt x="418963" y="0"/>
                    </a:moveTo>
                    <a:cubicBezTo>
                      <a:pt x="650350" y="0"/>
                      <a:pt x="837926" y="187576"/>
                      <a:pt x="837926" y="418963"/>
                    </a:cubicBezTo>
                    <a:cubicBezTo>
                      <a:pt x="837926" y="476810"/>
                      <a:pt x="826203" y="531918"/>
                      <a:pt x="805002" y="582042"/>
                    </a:cubicBezTo>
                    <a:lnTo>
                      <a:pt x="783465" y="621722"/>
                    </a:lnTo>
                    <a:lnTo>
                      <a:pt x="765741" y="643203"/>
                    </a:lnTo>
                    <a:cubicBezTo>
                      <a:pt x="682166" y="726779"/>
                      <a:pt x="566708" y="778471"/>
                      <a:pt x="439176" y="778471"/>
                    </a:cubicBezTo>
                    <a:cubicBezTo>
                      <a:pt x="247879" y="778471"/>
                      <a:pt x="83747" y="662163"/>
                      <a:pt x="13636" y="496404"/>
                    </a:cubicBezTo>
                    <a:lnTo>
                      <a:pt x="5004" y="468594"/>
                    </a:lnTo>
                    <a:lnTo>
                      <a:pt x="0" y="418963"/>
                    </a:lnTo>
                    <a:cubicBezTo>
                      <a:pt x="0" y="187576"/>
                      <a:pt x="187576" y="0"/>
                      <a:pt x="418963" y="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32" name="任意多边形 291">
                <a:extLst>
                  <a:ext uri="{FF2B5EF4-FFF2-40B4-BE49-F238E27FC236}">
                    <a16:creationId xmlns:a16="http://schemas.microsoft.com/office/drawing/2014/main" id="{149411DD-B4CD-40D0-AD0D-076B19FC1FB1}"/>
                  </a:ext>
                </a:extLst>
              </p:cNvPr>
              <p:cNvSpPr/>
              <p:nvPr/>
            </p:nvSpPr>
            <p:spPr>
              <a:xfrm rot="21304564">
                <a:off x="4553734" y="3092874"/>
                <a:ext cx="923666" cy="766917"/>
              </a:xfrm>
              <a:custGeom>
                <a:avLst/>
                <a:gdLst>
                  <a:gd name="connsiteX0" fmla="*/ 461833 w 923666"/>
                  <a:gd name="connsiteY0" fmla="*/ 0 h 766917"/>
                  <a:gd name="connsiteX1" fmla="*/ 923666 w 923666"/>
                  <a:gd name="connsiteY1" fmla="*/ 461833 h 766917"/>
                  <a:gd name="connsiteX2" fmla="*/ 844792 w 923666"/>
                  <a:gd name="connsiteY2" fmla="*/ 720048 h 766917"/>
                  <a:gd name="connsiteX3" fmla="*/ 806122 w 923666"/>
                  <a:gd name="connsiteY3" fmla="*/ 766917 h 766917"/>
                  <a:gd name="connsiteX4" fmla="*/ 827659 w 923666"/>
                  <a:gd name="connsiteY4" fmla="*/ 727237 h 766917"/>
                  <a:gd name="connsiteX5" fmla="*/ 860583 w 923666"/>
                  <a:gd name="connsiteY5" fmla="*/ 564158 h 766917"/>
                  <a:gd name="connsiteX6" fmla="*/ 441620 w 923666"/>
                  <a:gd name="connsiteY6" fmla="*/ 145195 h 766917"/>
                  <a:gd name="connsiteX7" fmla="*/ 22657 w 923666"/>
                  <a:gd name="connsiteY7" fmla="*/ 564158 h 766917"/>
                  <a:gd name="connsiteX8" fmla="*/ 27661 w 923666"/>
                  <a:gd name="connsiteY8" fmla="*/ 613789 h 766917"/>
                  <a:gd name="connsiteX9" fmla="*/ 9383 w 923666"/>
                  <a:gd name="connsiteY9" fmla="*/ 554908 h 766917"/>
                  <a:gd name="connsiteX10" fmla="*/ 0 w 923666"/>
                  <a:gd name="connsiteY10" fmla="*/ 461833 h 766917"/>
                  <a:gd name="connsiteX11" fmla="*/ 461833 w 923666"/>
                  <a:gd name="connsiteY11" fmla="*/ 0 h 766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23666" h="766917">
                    <a:moveTo>
                      <a:pt x="461833" y="0"/>
                    </a:moveTo>
                    <a:cubicBezTo>
                      <a:pt x="716896" y="0"/>
                      <a:pt x="923666" y="206770"/>
                      <a:pt x="923666" y="461833"/>
                    </a:cubicBezTo>
                    <a:cubicBezTo>
                      <a:pt x="923666" y="557482"/>
                      <a:pt x="894589" y="646339"/>
                      <a:pt x="844792" y="720048"/>
                    </a:cubicBezTo>
                    <a:lnTo>
                      <a:pt x="806122" y="766917"/>
                    </a:lnTo>
                    <a:lnTo>
                      <a:pt x="827659" y="727237"/>
                    </a:lnTo>
                    <a:cubicBezTo>
                      <a:pt x="848860" y="677113"/>
                      <a:pt x="860583" y="622005"/>
                      <a:pt x="860583" y="564158"/>
                    </a:cubicBezTo>
                    <a:cubicBezTo>
                      <a:pt x="860583" y="332771"/>
                      <a:pt x="673007" y="145195"/>
                      <a:pt x="441620" y="145195"/>
                    </a:cubicBezTo>
                    <a:cubicBezTo>
                      <a:pt x="210233" y="145195"/>
                      <a:pt x="22657" y="332771"/>
                      <a:pt x="22657" y="564158"/>
                    </a:cubicBezTo>
                    <a:lnTo>
                      <a:pt x="27661" y="613789"/>
                    </a:lnTo>
                    <a:lnTo>
                      <a:pt x="9383" y="554908"/>
                    </a:lnTo>
                    <a:cubicBezTo>
                      <a:pt x="3231" y="524844"/>
                      <a:pt x="0" y="493716"/>
                      <a:pt x="0" y="461833"/>
                    </a:cubicBezTo>
                    <a:cubicBezTo>
                      <a:pt x="0" y="206770"/>
                      <a:pt x="206770" y="0"/>
                      <a:pt x="461833" y="0"/>
                    </a:cubicBezTo>
                    <a:close/>
                  </a:path>
                </a:pathLst>
              </a:custGeom>
              <a:gradFill>
                <a:gsLst>
                  <a:gs pos="47000">
                    <a:srgbClr val="949A94"/>
                  </a:gs>
                  <a:gs pos="4587">
                    <a:srgbClr val="151515"/>
                  </a:gs>
                  <a:gs pos="95000">
                    <a:srgbClr val="0F0F0F"/>
                  </a:gs>
                </a:gsLst>
                <a:lin ang="108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33" name="任意多边形 292">
                <a:extLst>
                  <a:ext uri="{FF2B5EF4-FFF2-40B4-BE49-F238E27FC236}">
                    <a16:creationId xmlns:a16="http://schemas.microsoft.com/office/drawing/2014/main" id="{06A3673E-1D87-440C-9273-BC925E4189ED}"/>
                  </a:ext>
                </a:extLst>
              </p:cNvPr>
              <p:cNvSpPr/>
              <p:nvPr/>
            </p:nvSpPr>
            <p:spPr>
              <a:xfrm rot="21304564">
                <a:off x="4395005" y="3571032"/>
                <a:ext cx="1293476" cy="687270"/>
              </a:xfrm>
              <a:custGeom>
                <a:avLst/>
                <a:gdLst>
                  <a:gd name="connsiteX0" fmla="*/ 1552 w 1293476"/>
                  <a:gd name="connsiteY0" fmla="*/ 0 h 687270"/>
                  <a:gd name="connsiteX1" fmla="*/ 13742 w 1293476"/>
                  <a:gd name="connsiteY1" fmla="*/ 125248 h 687270"/>
                  <a:gd name="connsiteX2" fmla="*/ 647043 w 1293476"/>
                  <a:gd name="connsiteY2" fmla="*/ 659841 h 687270"/>
                  <a:gd name="connsiteX3" fmla="*/ 1280344 w 1293476"/>
                  <a:gd name="connsiteY3" fmla="*/ 125248 h 687270"/>
                  <a:gd name="connsiteX4" fmla="*/ 1292229 w 1293476"/>
                  <a:gd name="connsiteY4" fmla="*/ 3137 h 687270"/>
                  <a:gd name="connsiteX5" fmla="*/ 1293476 w 1293476"/>
                  <a:gd name="connsiteY5" fmla="*/ 15976 h 687270"/>
                  <a:gd name="connsiteX6" fmla="*/ 646738 w 1293476"/>
                  <a:gd name="connsiteY6" fmla="*/ 687270 h 687270"/>
                  <a:gd name="connsiteX7" fmla="*/ 0 w 1293476"/>
                  <a:gd name="connsiteY7" fmla="*/ 15976 h 687270"/>
                  <a:gd name="connsiteX8" fmla="*/ 1552 w 1293476"/>
                  <a:gd name="connsiteY8" fmla="*/ 0 h 687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3476" h="687270">
                    <a:moveTo>
                      <a:pt x="1552" y="0"/>
                    </a:moveTo>
                    <a:lnTo>
                      <a:pt x="13742" y="125248"/>
                    </a:lnTo>
                    <a:cubicBezTo>
                      <a:pt x="74020" y="430340"/>
                      <a:pt x="334654" y="659841"/>
                      <a:pt x="647043" y="659841"/>
                    </a:cubicBezTo>
                    <a:cubicBezTo>
                      <a:pt x="959432" y="659841"/>
                      <a:pt x="1220067" y="430340"/>
                      <a:pt x="1280344" y="125248"/>
                    </a:cubicBezTo>
                    <a:lnTo>
                      <a:pt x="1292229" y="3137"/>
                    </a:lnTo>
                    <a:lnTo>
                      <a:pt x="1293476" y="15976"/>
                    </a:lnTo>
                    <a:cubicBezTo>
                      <a:pt x="1293476" y="386721"/>
                      <a:pt x="1003922" y="687270"/>
                      <a:pt x="646738" y="687270"/>
                    </a:cubicBezTo>
                    <a:cubicBezTo>
                      <a:pt x="289554" y="687270"/>
                      <a:pt x="0" y="386721"/>
                      <a:pt x="0" y="15976"/>
                    </a:cubicBezTo>
                    <a:lnTo>
                      <a:pt x="1552" y="0"/>
                    </a:lnTo>
                    <a:close/>
                  </a:path>
                </a:pathLst>
              </a:custGeom>
              <a:gradFill>
                <a:gsLst>
                  <a:gs pos="0">
                    <a:srgbClr val="141614"/>
                  </a:gs>
                  <a:gs pos="56000">
                    <a:srgbClr val="A8ABA7"/>
                  </a:gs>
                  <a:gs pos="100000">
                    <a:srgbClr val="111111"/>
                  </a:gs>
                </a:gsLst>
                <a:lin ang="108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482A5C7-2D4F-4355-AF41-20F77CE68F3A}"/>
                </a:ext>
              </a:extLst>
            </p:cNvPr>
            <p:cNvGrpSpPr/>
            <p:nvPr/>
          </p:nvGrpSpPr>
          <p:grpSpPr>
            <a:xfrm>
              <a:off x="4786722" y="1352843"/>
              <a:ext cx="1749886" cy="1776528"/>
              <a:chOff x="4367257" y="2916962"/>
              <a:chExt cx="1321224" cy="1341340"/>
            </a:xfrm>
          </p:grpSpPr>
          <p:sp>
            <p:nvSpPr>
              <p:cNvPr id="35" name="任意多边形 289">
                <a:extLst>
                  <a:ext uri="{FF2B5EF4-FFF2-40B4-BE49-F238E27FC236}">
                    <a16:creationId xmlns:a16="http://schemas.microsoft.com/office/drawing/2014/main" id="{389B8F65-CB4A-4F58-868A-4AC8DCB9D161}"/>
                  </a:ext>
                </a:extLst>
              </p:cNvPr>
              <p:cNvSpPr/>
              <p:nvPr/>
            </p:nvSpPr>
            <p:spPr>
              <a:xfrm rot="21304564">
                <a:off x="4367257" y="2916962"/>
                <a:ext cx="1290677" cy="1315159"/>
              </a:xfrm>
              <a:custGeom>
                <a:avLst/>
                <a:gdLst>
                  <a:gd name="connsiteX0" fmla="*/ 222558 w 1290677"/>
                  <a:gd name="connsiteY0" fmla="*/ 790317 h 1315159"/>
                  <a:gd name="connsiteX1" fmla="*/ 231190 w 1290677"/>
                  <a:gd name="connsiteY1" fmla="*/ 818127 h 1315159"/>
                  <a:gd name="connsiteX2" fmla="*/ 656730 w 1290677"/>
                  <a:gd name="connsiteY2" fmla="*/ 1100194 h 1315159"/>
                  <a:gd name="connsiteX3" fmla="*/ 983295 w 1290677"/>
                  <a:gd name="connsiteY3" fmla="*/ 964926 h 1315159"/>
                  <a:gd name="connsiteX4" fmla="*/ 1001019 w 1290677"/>
                  <a:gd name="connsiteY4" fmla="*/ 943445 h 1315159"/>
                  <a:gd name="connsiteX5" fmla="*/ 983928 w 1290677"/>
                  <a:gd name="connsiteY5" fmla="*/ 974932 h 1315159"/>
                  <a:gd name="connsiteX6" fmla="*/ 636517 w 1290677"/>
                  <a:gd name="connsiteY6" fmla="*/ 1159649 h 1315159"/>
                  <a:gd name="connsiteX7" fmla="*/ 226066 w 1290677"/>
                  <a:gd name="connsiteY7" fmla="*/ 825122 h 1315159"/>
                  <a:gd name="connsiteX8" fmla="*/ 656730 w 1290677"/>
                  <a:gd name="connsiteY8" fmla="*/ 176529 h 1315159"/>
                  <a:gd name="connsiteX9" fmla="*/ 194897 w 1290677"/>
                  <a:gd name="connsiteY9" fmla="*/ 638362 h 1315159"/>
                  <a:gd name="connsiteX10" fmla="*/ 204280 w 1290677"/>
                  <a:gd name="connsiteY10" fmla="*/ 731437 h 1315159"/>
                  <a:gd name="connsiteX11" fmla="*/ 222558 w 1290677"/>
                  <a:gd name="connsiteY11" fmla="*/ 790318 h 1315159"/>
                  <a:gd name="connsiteX12" fmla="*/ 226066 w 1290677"/>
                  <a:gd name="connsiteY12" fmla="*/ 825123 h 1315159"/>
                  <a:gd name="connsiteX13" fmla="*/ 636517 w 1290677"/>
                  <a:gd name="connsiteY13" fmla="*/ 1159650 h 1315159"/>
                  <a:gd name="connsiteX14" fmla="*/ 983928 w 1290677"/>
                  <a:gd name="connsiteY14" fmla="*/ 974933 h 1315159"/>
                  <a:gd name="connsiteX15" fmla="*/ 1001019 w 1290677"/>
                  <a:gd name="connsiteY15" fmla="*/ 943446 h 1315159"/>
                  <a:gd name="connsiteX16" fmla="*/ 1039689 w 1290677"/>
                  <a:gd name="connsiteY16" fmla="*/ 896577 h 1315159"/>
                  <a:gd name="connsiteX17" fmla="*/ 1118563 w 1290677"/>
                  <a:gd name="connsiteY17" fmla="*/ 638362 h 1315159"/>
                  <a:gd name="connsiteX18" fmla="*/ 656730 w 1290677"/>
                  <a:gd name="connsiteY18" fmla="*/ 176529 h 1315159"/>
                  <a:gd name="connsiteX19" fmla="*/ 645186 w 1290677"/>
                  <a:gd name="connsiteY19" fmla="*/ 0 h 1315159"/>
                  <a:gd name="connsiteX20" fmla="*/ 1278785 w 1290677"/>
                  <a:gd name="connsiteY20" fmla="*/ 536005 h 1315159"/>
                  <a:gd name="connsiteX21" fmla="*/ 1290677 w 1290677"/>
                  <a:gd name="connsiteY21" fmla="*/ 658455 h 1315159"/>
                  <a:gd name="connsiteX22" fmla="*/ 1278792 w 1290677"/>
                  <a:gd name="connsiteY22" fmla="*/ 780566 h 1315159"/>
                  <a:gd name="connsiteX23" fmla="*/ 645491 w 1290677"/>
                  <a:gd name="connsiteY23" fmla="*/ 1315159 h 1315159"/>
                  <a:gd name="connsiteX24" fmla="*/ 12190 w 1290677"/>
                  <a:gd name="connsiteY24" fmla="*/ 780566 h 1315159"/>
                  <a:gd name="connsiteX25" fmla="*/ 0 w 1290677"/>
                  <a:gd name="connsiteY25" fmla="*/ 655318 h 1315159"/>
                  <a:gd name="connsiteX26" fmla="*/ 11587 w 1290677"/>
                  <a:gd name="connsiteY26" fmla="*/ 536005 h 1315159"/>
                  <a:gd name="connsiteX27" fmla="*/ 645186 w 1290677"/>
                  <a:gd name="connsiteY27" fmla="*/ 0 h 1315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90677" h="1315159">
                    <a:moveTo>
                      <a:pt x="222558" y="790317"/>
                    </a:moveTo>
                    <a:lnTo>
                      <a:pt x="231190" y="818127"/>
                    </a:lnTo>
                    <a:cubicBezTo>
                      <a:pt x="301301" y="983886"/>
                      <a:pt x="465433" y="1100194"/>
                      <a:pt x="656730" y="1100194"/>
                    </a:cubicBezTo>
                    <a:cubicBezTo>
                      <a:pt x="784262" y="1100194"/>
                      <a:pt x="899720" y="1048502"/>
                      <a:pt x="983295" y="964926"/>
                    </a:cubicBezTo>
                    <a:lnTo>
                      <a:pt x="1001019" y="943445"/>
                    </a:lnTo>
                    <a:lnTo>
                      <a:pt x="983928" y="974932"/>
                    </a:lnTo>
                    <a:cubicBezTo>
                      <a:pt x="908637" y="1086377"/>
                      <a:pt x="781134" y="1159649"/>
                      <a:pt x="636517" y="1159649"/>
                    </a:cubicBezTo>
                    <a:cubicBezTo>
                      <a:pt x="434054" y="1159649"/>
                      <a:pt x="265133" y="1016036"/>
                      <a:pt x="226066" y="825122"/>
                    </a:cubicBezTo>
                    <a:close/>
                    <a:moveTo>
                      <a:pt x="656730" y="176529"/>
                    </a:moveTo>
                    <a:cubicBezTo>
                      <a:pt x="401667" y="176529"/>
                      <a:pt x="194897" y="383299"/>
                      <a:pt x="194897" y="638362"/>
                    </a:cubicBezTo>
                    <a:cubicBezTo>
                      <a:pt x="194897" y="670245"/>
                      <a:pt x="198128" y="701373"/>
                      <a:pt x="204280" y="731437"/>
                    </a:cubicBezTo>
                    <a:lnTo>
                      <a:pt x="222558" y="790318"/>
                    </a:lnTo>
                    <a:lnTo>
                      <a:pt x="226066" y="825123"/>
                    </a:lnTo>
                    <a:cubicBezTo>
                      <a:pt x="265133" y="1016037"/>
                      <a:pt x="434054" y="1159650"/>
                      <a:pt x="636517" y="1159650"/>
                    </a:cubicBezTo>
                    <a:cubicBezTo>
                      <a:pt x="781134" y="1159650"/>
                      <a:pt x="908637" y="1086378"/>
                      <a:pt x="983928" y="974933"/>
                    </a:cubicBezTo>
                    <a:lnTo>
                      <a:pt x="1001019" y="943446"/>
                    </a:lnTo>
                    <a:lnTo>
                      <a:pt x="1039689" y="896577"/>
                    </a:lnTo>
                    <a:cubicBezTo>
                      <a:pt x="1089486" y="822868"/>
                      <a:pt x="1118563" y="734011"/>
                      <a:pt x="1118563" y="638362"/>
                    </a:cubicBezTo>
                    <a:cubicBezTo>
                      <a:pt x="1118563" y="383299"/>
                      <a:pt x="911793" y="176529"/>
                      <a:pt x="656730" y="176529"/>
                    </a:cubicBezTo>
                    <a:close/>
                    <a:moveTo>
                      <a:pt x="645186" y="0"/>
                    </a:moveTo>
                    <a:cubicBezTo>
                      <a:pt x="957722" y="0"/>
                      <a:pt x="1218479" y="230108"/>
                      <a:pt x="1278785" y="536005"/>
                    </a:cubicBezTo>
                    <a:lnTo>
                      <a:pt x="1290677" y="658455"/>
                    </a:lnTo>
                    <a:lnTo>
                      <a:pt x="1278792" y="780566"/>
                    </a:lnTo>
                    <a:cubicBezTo>
                      <a:pt x="1218515" y="1085658"/>
                      <a:pt x="957880" y="1315159"/>
                      <a:pt x="645491" y="1315159"/>
                    </a:cubicBezTo>
                    <a:cubicBezTo>
                      <a:pt x="333102" y="1315159"/>
                      <a:pt x="72468" y="1085658"/>
                      <a:pt x="12190" y="780566"/>
                    </a:cubicBezTo>
                    <a:lnTo>
                      <a:pt x="0" y="655318"/>
                    </a:lnTo>
                    <a:lnTo>
                      <a:pt x="11587" y="536005"/>
                    </a:lnTo>
                    <a:cubicBezTo>
                      <a:pt x="71893" y="230108"/>
                      <a:pt x="332650" y="0"/>
                      <a:pt x="645186" y="0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808080"/>
                  </a:gs>
                  <a:gs pos="100000">
                    <a:srgbClr val="383933"/>
                  </a:gs>
                  <a:gs pos="0">
                    <a:srgbClr val="363632"/>
                  </a:gs>
                </a:gsLst>
                <a:lin ang="111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39" name="任意多边形 290">
                <a:extLst>
                  <a:ext uri="{FF2B5EF4-FFF2-40B4-BE49-F238E27FC236}">
                    <a16:creationId xmlns:a16="http://schemas.microsoft.com/office/drawing/2014/main" id="{80912A01-70AA-4437-84CA-13DDA33B8079}"/>
                  </a:ext>
                </a:extLst>
              </p:cNvPr>
              <p:cNvSpPr/>
              <p:nvPr/>
            </p:nvSpPr>
            <p:spPr>
              <a:xfrm rot="21304564">
                <a:off x="4589424" y="3239246"/>
                <a:ext cx="837926" cy="778471"/>
              </a:xfrm>
              <a:custGeom>
                <a:avLst/>
                <a:gdLst>
                  <a:gd name="connsiteX0" fmla="*/ 418963 w 837926"/>
                  <a:gd name="connsiteY0" fmla="*/ 0 h 778471"/>
                  <a:gd name="connsiteX1" fmla="*/ 837926 w 837926"/>
                  <a:gd name="connsiteY1" fmla="*/ 418963 h 778471"/>
                  <a:gd name="connsiteX2" fmla="*/ 805002 w 837926"/>
                  <a:gd name="connsiteY2" fmla="*/ 582042 h 778471"/>
                  <a:gd name="connsiteX3" fmla="*/ 783465 w 837926"/>
                  <a:gd name="connsiteY3" fmla="*/ 621722 h 778471"/>
                  <a:gd name="connsiteX4" fmla="*/ 765741 w 837926"/>
                  <a:gd name="connsiteY4" fmla="*/ 643203 h 778471"/>
                  <a:gd name="connsiteX5" fmla="*/ 439176 w 837926"/>
                  <a:gd name="connsiteY5" fmla="*/ 778471 h 778471"/>
                  <a:gd name="connsiteX6" fmla="*/ 13636 w 837926"/>
                  <a:gd name="connsiteY6" fmla="*/ 496404 h 778471"/>
                  <a:gd name="connsiteX7" fmla="*/ 5004 w 837926"/>
                  <a:gd name="connsiteY7" fmla="*/ 468594 h 778471"/>
                  <a:gd name="connsiteX8" fmla="*/ 0 w 837926"/>
                  <a:gd name="connsiteY8" fmla="*/ 418963 h 778471"/>
                  <a:gd name="connsiteX9" fmla="*/ 418963 w 837926"/>
                  <a:gd name="connsiteY9" fmla="*/ 0 h 778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7926" h="778471">
                    <a:moveTo>
                      <a:pt x="418963" y="0"/>
                    </a:moveTo>
                    <a:cubicBezTo>
                      <a:pt x="650350" y="0"/>
                      <a:pt x="837926" y="187576"/>
                      <a:pt x="837926" y="418963"/>
                    </a:cubicBezTo>
                    <a:cubicBezTo>
                      <a:pt x="837926" y="476810"/>
                      <a:pt x="826203" y="531918"/>
                      <a:pt x="805002" y="582042"/>
                    </a:cubicBezTo>
                    <a:lnTo>
                      <a:pt x="783465" y="621722"/>
                    </a:lnTo>
                    <a:lnTo>
                      <a:pt x="765741" y="643203"/>
                    </a:lnTo>
                    <a:cubicBezTo>
                      <a:pt x="682166" y="726779"/>
                      <a:pt x="566708" y="778471"/>
                      <a:pt x="439176" y="778471"/>
                    </a:cubicBezTo>
                    <a:cubicBezTo>
                      <a:pt x="247879" y="778471"/>
                      <a:pt x="83747" y="662163"/>
                      <a:pt x="13636" y="496404"/>
                    </a:cubicBezTo>
                    <a:lnTo>
                      <a:pt x="5004" y="468594"/>
                    </a:lnTo>
                    <a:lnTo>
                      <a:pt x="0" y="418963"/>
                    </a:lnTo>
                    <a:cubicBezTo>
                      <a:pt x="0" y="187576"/>
                      <a:pt x="187576" y="0"/>
                      <a:pt x="418963" y="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40" name="任意多边形 291">
                <a:extLst>
                  <a:ext uri="{FF2B5EF4-FFF2-40B4-BE49-F238E27FC236}">
                    <a16:creationId xmlns:a16="http://schemas.microsoft.com/office/drawing/2014/main" id="{149411DD-B4CD-40D0-AD0D-076B19FC1FB1}"/>
                  </a:ext>
                </a:extLst>
              </p:cNvPr>
              <p:cNvSpPr/>
              <p:nvPr/>
            </p:nvSpPr>
            <p:spPr>
              <a:xfrm rot="21304564">
                <a:off x="4553734" y="3092874"/>
                <a:ext cx="923666" cy="766917"/>
              </a:xfrm>
              <a:custGeom>
                <a:avLst/>
                <a:gdLst>
                  <a:gd name="connsiteX0" fmla="*/ 461833 w 923666"/>
                  <a:gd name="connsiteY0" fmla="*/ 0 h 766917"/>
                  <a:gd name="connsiteX1" fmla="*/ 923666 w 923666"/>
                  <a:gd name="connsiteY1" fmla="*/ 461833 h 766917"/>
                  <a:gd name="connsiteX2" fmla="*/ 844792 w 923666"/>
                  <a:gd name="connsiteY2" fmla="*/ 720048 h 766917"/>
                  <a:gd name="connsiteX3" fmla="*/ 806122 w 923666"/>
                  <a:gd name="connsiteY3" fmla="*/ 766917 h 766917"/>
                  <a:gd name="connsiteX4" fmla="*/ 827659 w 923666"/>
                  <a:gd name="connsiteY4" fmla="*/ 727237 h 766917"/>
                  <a:gd name="connsiteX5" fmla="*/ 860583 w 923666"/>
                  <a:gd name="connsiteY5" fmla="*/ 564158 h 766917"/>
                  <a:gd name="connsiteX6" fmla="*/ 441620 w 923666"/>
                  <a:gd name="connsiteY6" fmla="*/ 145195 h 766917"/>
                  <a:gd name="connsiteX7" fmla="*/ 22657 w 923666"/>
                  <a:gd name="connsiteY7" fmla="*/ 564158 h 766917"/>
                  <a:gd name="connsiteX8" fmla="*/ 27661 w 923666"/>
                  <a:gd name="connsiteY8" fmla="*/ 613789 h 766917"/>
                  <a:gd name="connsiteX9" fmla="*/ 9383 w 923666"/>
                  <a:gd name="connsiteY9" fmla="*/ 554908 h 766917"/>
                  <a:gd name="connsiteX10" fmla="*/ 0 w 923666"/>
                  <a:gd name="connsiteY10" fmla="*/ 461833 h 766917"/>
                  <a:gd name="connsiteX11" fmla="*/ 461833 w 923666"/>
                  <a:gd name="connsiteY11" fmla="*/ 0 h 766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23666" h="766917">
                    <a:moveTo>
                      <a:pt x="461833" y="0"/>
                    </a:moveTo>
                    <a:cubicBezTo>
                      <a:pt x="716896" y="0"/>
                      <a:pt x="923666" y="206770"/>
                      <a:pt x="923666" y="461833"/>
                    </a:cubicBezTo>
                    <a:cubicBezTo>
                      <a:pt x="923666" y="557482"/>
                      <a:pt x="894589" y="646339"/>
                      <a:pt x="844792" y="720048"/>
                    </a:cubicBezTo>
                    <a:lnTo>
                      <a:pt x="806122" y="766917"/>
                    </a:lnTo>
                    <a:lnTo>
                      <a:pt x="827659" y="727237"/>
                    </a:lnTo>
                    <a:cubicBezTo>
                      <a:pt x="848860" y="677113"/>
                      <a:pt x="860583" y="622005"/>
                      <a:pt x="860583" y="564158"/>
                    </a:cubicBezTo>
                    <a:cubicBezTo>
                      <a:pt x="860583" y="332771"/>
                      <a:pt x="673007" y="145195"/>
                      <a:pt x="441620" y="145195"/>
                    </a:cubicBezTo>
                    <a:cubicBezTo>
                      <a:pt x="210233" y="145195"/>
                      <a:pt x="22657" y="332771"/>
                      <a:pt x="22657" y="564158"/>
                    </a:cubicBezTo>
                    <a:lnTo>
                      <a:pt x="27661" y="613789"/>
                    </a:lnTo>
                    <a:lnTo>
                      <a:pt x="9383" y="554908"/>
                    </a:lnTo>
                    <a:cubicBezTo>
                      <a:pt x="3231" y="524844"/>
                      <a:pt x="0" y="493716"/>
                      <a:pt x="0" y="461833"/>
                    </a:cubicBezTo>
                    <a:cubicBezTo>
                      <a:pt x="0" y="206770"/>
                      <a:pt x="206770" y="0"/>
                      <a:pt x="461833" y="0"/>
                    </a:cubicBezTo>
                    <a:close/>
                  </a:path>
                </a:pathLst>
              </a:custGeom>
              <a:gradFill>
                <a:gsLst>
                  <a:gs pos="47000">
                    <a:srgbClr val="949A94"/>
                  </a:gs>
                  <a:gs pos="4587">
                    <a:srgbClr val="151515"/>
                  </a:gs>
                  <a:gs pos="95000">
                    <a:srgbClr val="0F0F0F"/>
                  </a:gs>
                </a:gsLst>
                <a:lin ang="108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42" name="任意多边形 292">
                <a:extLst>
                  <a:ext uri="{FF2B5EF4-FFF2-40B4-BE49-F238E27FC236}">
                    <a16:creationId xmlns:a16="http://schemas.microsoft.com/office/drawing/2014/main" id="{06A3673E-1D87-440C-9273-BC925E4189ED}"/>
                  </a:ext>
                </a:extLst>
              </p:cNvPr>
              <p:cNvSpPr/>
              <p:nvPr/>
            </p:nvSpPr>
            <p:spPr>
              <a:xfrm rot="21304564">
                <a:off x="4395005" y="3571032"/>
                <a:ext cx="1293476" cy="687270"/>
              </a:xfrm>
              <a:custGeom>
                <a:avLst/>
                <a:gdLst>
                  <a:gd name="connsiteX0" fmla="*/ 1552 w 1293476"/>
                  <a:gd name="connsiteY0" fmla="*/ 0 h 687270"/>
                  <a:gd name="connsiteX1" fmla="*/ 13742 w 1293476"/>
                  <a:gd name="connsiteY1" fmla="*/ 125248 h 687270"/>
                  <a:gd name="connsiteX2" fmla="*/ 647043 w 1293476"/>
                  <a:gd name="connsiteY2" fmla="*/ 659841 h 687270"/>
                  <a:gd name="connsiteX3" fmla="*/ 1280344 w 1293476"/>
                  <a:gd name="connsiteY3" fmla="*/ 125248 h 687270"/>
                  <a:gd name="connsiteX4" fmla="*/ 1292229 w 1293476"/>
                  <a:gd name="connsiteY4" fmla="*/ 3137 h 687270"/>
                  <a:gd name="connsiteX5" fmla="*/ 1293476 w 1293476"/>
                  <a:gd name="connsiteY5" fmla="*/ 15976 h 687270"/>
                  <a:gd name="connsiteX6" fmla="*/ 646738 w 1293476"/>
                  <a:gd name="connsiteY6" fmla="*/ 687270 h 687270"/>
                  <a:gd name="connsiteX7" fmla="*/ 0 w 1293476"/>
                  <a:gd name="connsiteY7" fmla="*/ 15976 h 687270"/>
                  <a:gd name="connsiteX8" fmla="*/ 1552 w 1293476"/>
                  <a:gd name="connsiteY8" fmla="*/ 0 h 687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3476" h="687270">
                    <a:moveTo>
                      <a:pt x="1552" y="0"/>
                    </a:moveTo>
                    <a:lnTo>
                      <a:pt x="13742" y="125248"/>
                    </a:lnTo>
                    <a:cubicBezTo>
                      <a:pt x="74020" y="430340"/>
                      <a:pt x="334654" y="659841"/>
                      <a:pt x="647043" y="659841"/>
                    </a:cubicBezTo>
                    <a:cubicBezTo>
                      <a:pt x="959432" y="659841"/>
                      <a:pt x="1220067" y="430340"/>
                      <a:pt x="1280344" y="125248"/>
                    </a:cubicBezTo>
                    <a:lnTo>
                      <a:pt x="1292229" y="3137"/>
                    </a:lnTo>
                    <a:lnTo>
                      <a:pt x="1293476" y="15976"/>
                    </a:lnTo>
                    <a:cubicBezTo>
                      <a:pt x="1293476" y="386721"/>
                      <a:pt x="1003922" y="687270"/>
                      <a:pt x="646738" y="687270"/>
                    </a:cubicBezTo>
                    <a:cubicBezTo>
                      <a:pt x="289554" y="687270"/>
                      <a:pt x="0" y="386721"/>
                      <a:pt x="0" y="15976"/>
                    </a:cubicBezTo>
                    <a:lnTo>
                      <a:pt x="1552" y="0"/>
                    </a:lnTo>
                    <a:close/>
                  </a:path>
                </a:pathLst>
              </a:custGeom>
              <a:gradFill>
                <a:gsLst>
                  <a:gs pos="0">
                    <a:srgbClr val="141614"/>
                  </a:gs>
                  <a:gs pos="56000">
                    <a:srgbClr val="A8ABA7"/>
                  </a:gs>
                  <a:gs pos="100000">
                    <a:srgbClr val="111111"/>
                  </a:gs>
                </a:gsLst>
                <a:lin ang="108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1620B1A8-7066-47FF-B829-970BB04EB030}"/>
                </a:ext>
              </a:extLst>
            </p:cNvPr>
            <p:cNvSpPr/>
            <p:nvPr/>
          </p:nvSpPr>
          <p:spPr>
            <a:xfrm>
              <a:off x="4892558" y="1474064"/>
              <a:ext cx="1495642" cy="1486034"/>
            </a:xfrm>
            <a:prstGeom prst="ellipse">
              <a:avLst/>
            </a:prstGeom>
            <a:noFill/>
            <a:ln w="15875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1620B1A8-7066-47FF-B829-970BB04EB030}"/>
                </a:ext>
              </a:extLst>
            </p:cNvPr>
            <p:cNvSpPr/>
            <p:nvPr/>
          </p:nvSpPr>
          <p:spPr>
            <a:xfrm>
              <a:off x="4963997" y="1542645"/>
              <a:ext cx="1364861" cy="1329052"/>
            </a:xfrm>
            <a:prstGeom prst="ellipse">
              <a:avLst/>
            </a:prstGeom>
            <a:noFill/>
            <a:ln w="15875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1620B1A8-7066-47FF-B829-970BB04EB030}"/>
                </a:ext>
              </a:extLst>
            </p:cNvPr>
            <p:cNvSpPr/>
            <p:nvPr/>
          </p:nvSpPr>
          <p:spPr>
            <a:xfrm>
              <a:off x="4828452" y="1405885"/>
              <a:ext cx="1629725" cy="1619256"/>
            </a:xfrm>
            <a:prstGeom prst="ellipse">
              <a:avLst/>
            </a:prstGeom>
            <a:noFill/>
            <a:ln w="15875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0" name="直接箭头连接符 49"/>
            <p:cNvCxnSpPr/>
            <p:nvPr/>
          </p:nvCxnSpPr>
          <p:spPr>
            <a:xfrm>
              <a:off x="6586801" y="2252124"/>
              <a:ext cx="335923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7013248" y="2098235"/>
                  <a:ext cx="212968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zh-CN" altLang="en-US" sz="2000" dirty="0">
                      <a:solidFill>
                        <a:schemeClr val="bg1"/>
                      </a:solidFill>
                    </a:rPr>
                    <a:t>饱和时</a:t>
                  </a:r>
                  <a14:m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磁场</m:t>
                      </m:r>
                      <m:r>
                        <a:rPr lang="zh-CN" alt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强度</m:t>
                      </m:r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3248" y="2098235"/>
                  <a:ext cx="2129686" cy="307777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7143" t="-31373" r="-1143" b="-4313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箭头连接符 51"/>
            <p:cNvCxnSpPr/>
            <p:nvPr/>
          </p:nvCxnSpPr>
          <p:spPr>
            <a:xfrm>
              <a:off x="6614242" y="4592868"/>
              <a:ext cx="335923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1620B1A8-7066-47FF-B829-970BB04EB030}"/>
                </a:ext>
              </a:extLst>
            </p:cNvPr>
            <p:cNvSpPr/>
            <p:nvPr/>
          </p:nvSpPr>
          <p:spPr>
            <a:xfrm>
              <a:off x="5002097" y="3919462"/>
              <a:ext cx="1364861" cy="1329052"/>
            </a:xfrm>
            <a:prstGeom prst="ellipse">
              <a:avLst/>
            </a:prstGeom>
            <a:noFill/>
            <a:ln w="15875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1620B1A8-7066-47FF-B829-970BB04EB030}"/>
                </a:ext>
              </a:extLst>
            </p:cNvPr>
            <p:cNvSpPr/>
            <p:nvPr/>
          </p:nvSpPr>
          <p:spPr>
            <a:xfrm>
              <a:off x="4866552" y="3782702"/>
              <a:ext cx="1629725" cy="1619256"/>
            </a:xfrm>
            <a:prstGeom prst="ellipse">
              <a:avLst/>
            </a:prstGeom>
            <a:noFill/>
            <a:ln w="15875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B98153C0-24EF-42BE-BD42-91B65D3E1606}"/>
                </a:ext>
              </a:extLst>
            </p:cNvPr>
            <p:cNvSpPr/>
            <p:nvPr/>
          </p:nvSpPr>
          <p:spPr>
            <a:xfrm>
              <a:off x="5587959" y="3482408"/>
              <a:ext cx="224563" cy="1024386"/>
            </a:xfrm>
            <a:prstGeom prst="rect">
              <a:avLst/>
            </a:prstGeom>
            <a:solidFill>
              <a:srgbClr val="202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57" name="任意多边形 56"/>
            <p:cNvSpPr/>
            <p:nvPr/>
          </p:nvSpPr>
          <p:spPr>
            <a:xfrm>
              <a:off x="5591175" y="3693465"/>
              <a:ext cx="234950" cy="91135"/>
            </a:xfrm>
            <a:custGeom>
              <a:avLst/>
              <a:gdLst>
                <a:gd name="connsiteX0" fmla="*/ 0 w 238125"/>
                <a:gd name="connsiteY0" fmla="*/ 73933 h 73933"/>
                <a:gd name="connsiteX1" fmla="*/ 73025 w 238125"/>
                <a:gd name="connsiteY1" fmla="*/ 908 h 73933"/>
                <a:gd name="connsiteX2" fmla="*/ 238125 w 238125"/>
                <a:gd name="connsiteY2" fmla="*/ 35833 h 73933"/>
                <a:gd name="connsiteX0" fmla="*/ 0 w 234950"/>
                <a:gd name="connsiteY0" fmla="*/ 73031 h 76206"/>
                <a:gd name="connsiteX1" fmla="*/ 73025 w 234950"/>
                <a:gd name="connsiteY1" fmla="*/ 6 h 76206"/>
                <a:gd name="connsiteX2" fmla="*/ 234950 w 234950"/>
                <a:gd name="connsiteY2" fmla="*/ 76206 h 76206"/>
                <a:gd name="connsiteX0" fmla="*/ 0 w 234950"/>
                <a:gd name="connsiteY0" fmla="*/ 149226 h 152401"/>
                <a:gd name="connsiteX1" fmla="*/ 114300 w 234950"/>
                <a:gd name="connsiteY1" fmla="*/ 1 h 152401"/>
                <a:gd name="connsiteX2" fmla="*/ 234950 w 234950"/>
                <a:gd name="connsiteY2" fmla="*/ 152401 h 152401"/>
                <a:gd name="connsiteX0" fmla="*/ 0 w 234950"/>
                <a:gd name="connsiteY0" fmla="*/ 149226 h 152401"/>
                <a:gd name="connsiteX1" fmla="*/ 114300 w 234950"/>
                <a:gd name="connsiteY1" fmla="*/ 1 h 152401"/>
                <a:gd name="connsiteX2" fmla="*/ 234950 w 234950"/>
                <a:gd name="connsiteY2" fmla="*/ 152401 h 152401"/>
                <a:gd name="connsiteX0" fmla="*/ 0 w 234950"/>
                <a:gd name="connsiteY0" fmla="*/ 149228 h 152403"/>
                <a:gd name="connsiteX1" fmla="*/ 114300 w 234950"/>
                <a:gd name="connsiteY1" fmla="*/ 3 h 152403"/>
                <a:gd name="connsiteX2" fmla="*/ 234950 w 234950"/>
                <a:gd name="connsiteY2" fmla="*/ 152403 h 152403"/>
                <a:gd name="connsiteX0" fmla="*/ 0 w 234950"/>
                <a:gd name="connsiteY0" fmla="*/ 149228 h 152403"/>
                <a:gd name="connsiteX1" fmla="*/ 114300 w 234950"/>
                <a:gd name="connsiteY1" fmla="*/ 3 h 152403"/>
                <a:gd name="connsiteX2" fmla="*/ 234950 w 234950"/>
                <a:gd name="connsiteY2" fmla="*/ 152403 h 152403"/>
                <a:gd name="connsiteX0" fmla="*/ 0 w 234950"/>
                <a:gd name="connsiteY0" fmla="*/ 95630 h 98805"/>
                <a:gd name="connsiteX1" fmla="*/ 104775 w 234950"/>
                <a:gd name="connsiteY1" fmla="*/ 3202 h 98805"/>
                <a:gd name="connsiteX2" fmla="*/ 234950 w 234950"/>
                <a:gd name="connsiteY2" fmla="*/ 98805 h 98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950" h="98805">
                  <a:moveTo>
                    <a:pt x="0" y="95630"/>
                  </a:moveTo>
                  <a:cubicBezTo>
                    <a:pt x="26194" y="11492"/>
                    <a:pt x="65617" y="2673"/>
                    <a:pt x="104775" y="3202"/>
                  </a:cubicBezTo>
                  <a:cubicBezTo>
                    <a:pt x="143933" y="3731"/>
                    <a:pt x="202671" y="-28195"/>
                    <a:pt x="234950" y="98805"/>
                  </a:cubicBezTo>
                </a:path>
              </a:pathLst>
            </a:custGeom>
            <a:noFill/>
            <a:ln w="15875">
              <a:solidFill>
                <a:srgbClr val="A9D18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5584825" y="3933825"/>
              <a:ext cx="228600" cy="47667"/>
            </a:xfrm>
            <a:custGeom>
              <a:avLst/>
              <a:gdLst>
                <a:gd name="connsiteX0" fmla="*/ 0 w 234950"/>
                <a:gd name="connsiteY0" fmla="*/ 0 h 63737"/>
                <a:gd name="connsiteX1" fmla="*/ 66675 w 234950"/>
                <a:gd name="connsiteY1" fmla="*/ 63500 h 63737"/>
                <a:gd name="connsiteX2" fmla="*/ 234950 w 234950"/>
                <a:gd name="connsiteY2" fmla="*/ 22225 h 63737"/>
                <a:gd name="connsiteX0" fmla="*/ 0 w 234950"/>
                <a:gd name="connsiteY0" fmla="*/ 0 h 47999"/>
                <a:gd name="connsiteX1" fmla="*/ 114300 w 234950"/>
                <a:gd name="connsiteY1" fmla="*/ 47625 h 47999"/>
                <a:gd name="connsiteX2" fmla="*/ 234950 w 234950"/>
                <a:gd name="connsiteY2" fmla="*/ 22225 h 47999"/>
                <a:gd name="connsiteX0" fmla="*/ 0 w 228600"/>
                <a:gd name="connsiteY0" fmla="*/ 0 h 47646"/>
                <a:gd name="connsiteX1" fmla="*/ 114300 w 228600"/>
                <a:gd name="connsiteY1" fmla="*/ 47625 h 47646"/>
                <a:gd name="connsiteX2" fmla="*/ 228600 w 228600"/>
                <a:gd name="connsiteY2" fmla="*/ 6350 h 47646"/>
                <a:gd name="connsiteX0" fmla="*/ 0 w 228600"/>
                <a:gd name="connsiteY0" fmla="*/ 0 h 47667"/>
                <a:gd name="connsiteX1" fmla="*/ 114300 w 228600"/>
                <a:gd name="connsiteY1" fmla="*/ 47625 h 47667"/>
                <a:gd name="connsiteX2" fmla="*/ 228600 w 228600"/>
                <a:gd name="connsiteY2" fmla="*/ 6350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" h="47667">
                  <a:moveTo>
                    <a:pt x="0" y="0"/>
                  </a:moveTo>
                  <a:cubicBezTo>
                    <a:pt x="13758" y="29898"/>
                    <a:pt x="76200" y="46567"/>
                    <a:pt x="114300" y="47625"/>
                  </a:cubicBezTo>
                  <a:cubicBezTo>
                    <a:pt x="152400" y="48683"/>
                    <a:pt x="209550" y="29633"/>
                    <a:pt x="228600" y="6350"/>
                  </a:cubicBezTo>
                </a:path>
              </a:pathLst>
            </a:custGeom>
            <a:noFill/>
            <a:ln w="15875">
              <a:solidFill>
                <a:srgbClr val="A9D18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1620B1A8-7066-47FF-B829-970BB04EB030}"/>
                </a:ext>
              </a:extLst>
            </p:cNvPr>
            <p:cNvSpPr/>
            <p:nvPr/>
          </p:nvSpPr>
          <p:spPr>
            <a:xfrm>
              <a:off x="4934288" y="3849851"/>
              <a:ext cx="1495642" cy="1486034"/>
            </a:xfrm>
            <a:prstGeom prst="ellipse">
              <a:avLst/>
            </a:prstGeom>
            <a:noFill/>
            <a:ln w="15875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/>
                <p:cNvSpPr txBox="1"/>
                <p:nvPr/>
              </p:nvSpPr>
              <p:spPr>
                <a:xfrm>
                  <a:off x="7034778" y="4438441"/>
                  <a:ext cx="39203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4778" y="4438441"/>
                  <a:ext cx="392030" cy="307777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5625" r="-3125" b="-98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直接箭头连接符 60"/>
            <p:cNvCxnSpPr/>
            <p:nvPr/>
          </p:nvCxnSpPr>
          <p:spPr>
            <a:xfrm>
              <a:off x="6614242" y="4592412"/>
              <a:ext cx="335923" cy="0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9151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0 L -0.34843 0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535926" y="1344391"/>
            <a:ext cx="4356212" cy="4152315"/>
            <a:chOff x="4786722" y="1352843"/>
            <a:chExt cx="4356212" cy="4152315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5482A5C7-2D4F-4355-AF41-20F77CE68F3A}"/>
                </a:ext>
              </a:extLst>
            </p:cNvPr>
            <p:cNvGrpSpPr/>
            <p:nvPr/>
          </p:nvGrpSpPr>
          <p:grpSpPr>
            <a:xfrm>
              <a:off x="4828452" y="3728630"/>
              <a:ext cx="1749886" cy="1776528"/>
              <a:chOff x="4367257" y="2916962"/>
              <a:chExt cx="1321224" cy="1341340"/>
            </a:xfrm>
          </p:grpSpPr>
          <p:sp>
            <p:nvSpPr>
              <p:cNvPr id="78" name="任意多边形 289">
                <a:extLst>
                  <a:ext uri="{FF2B5EF4-FFF2-40B4-BE49-F238E27FC236}">
                    <a16:creationId xmlns:a16="http://schemas.microsoft.com/office/drawing/2014/main" id="{389B8F65-CB4A-4F58-868A-4AC8DCB9D161}"/>
                  </a:ext>
                </a:extLst>
              </p:cNvPr>
              <p:cNvSpPr/>
              <p:nvPr/>
            </p:nvSpPr>
            <p:spPr>
              <a:xfrm rot="21304564">
                <a:off x="4367257" y="2916962"/>
                <a:ext cx="1290677" cy="1315159"/>
              </a:xfrm>
              <a:custGeom>
                <a:avLst/>
                <a:gdLst>
                  <a:gd name="connsiteX0" fmla="*/ 222558 w 1290677"/>
                  <a:gd name="connsiteY0" fmla="*/ 790317 h 1315159"/>
                  <a:gd name="connsiteX1" fmla="*/ 231190 w 1290677"/>
                  <a:gd name="connsiteY1" fmla="*/ 818127 h 1315159"/>
                  <a:gd name="connsiteX2" fmla="*/ 656730 w 1290677"/>
                  <a:gd name="connsiteY2" fmla="*/ 1100194 h 1315159"/>
                  <a:gd name="connsiteX3" fmla="*/ 983295 w 1290677"/>
                  <a:gd name="connsiteY3" fmla="*/ 964926 h 1315159"/>
                  <a:gd name="connsiteX4" fmla="*/ 1001019 w 1290677"/>
                  <a:gd name="connsiteY4" fmla="*/ 943445 h 1315159"/>
                  <a:gd name="connsiteX5" fmla="*/ 983928 w 1290677"/>
                  <a:gd name="connsiteY5" fmla="*/ 974932 h 1315159"/>
                  <a:gd name="connsiteX6" fmla="*/ 636517 w 1290677"/>
                  <a:gd name="connsiteY6" fmla="*/ 1159649 h 1315159"/>
                  <a:gd name="connsiteX7" fmla="*/ 226066 w 1290677"/>
                  <a:gd name="connsiteY7" fmla="*/ 825122 h 1315159"/>
                  <a:gd name="connsiteX8" fmla="*/ 656730 w 1290677"/>
                  <a:gd name="connsiteY8" fmla="*/ 176529 h 1315159"/>
                  <a:gd name="connsiteX9" fmla="*/ 194897 w 1290677"/>
                  <a:gd name="connsiteY9" fmla="*/ 638362 h 1315159"/>
                  <a:gd name="connsiteX10" fmla="*/ 204280 w 1290677"/>
                  <a:gd name="connsiteY10" fmla="*/ 731437 h 1315159"/>
                  <a:gd name="connsiteX11" fmla="*/ 222558 w 1290677"/>
                  <a:gd name="connsiteY11" fmla="*/ 790318 h 1315159"/>
                  <a:gd name="connsiteX12" fmla="*/ 226066 w 1290677"/>
                  <a:gd name="connsiteY12" fmla="*/ 825123 h 1315159"/>
                  <a:gd name="connsiteX13" fmla="*/ 636517 w 1290677"/>
                  <a:gd name="connsiteY13" fmla="*/ 1159650 h 1315159"/>
                  <a:gd name="connsiteX14" fmla="*/ 983928 w 1290677"/>
                  <a:gd name="connsiteY14" fmla="*/ 974933 h 1315159"/>
                  <a:gd name="connsiteX15" fmla="*/ 1001019 w 1290677"/>
                  <a:gd name="connsiteY15" fmla="*/ 943446 h 1315159"/>
                  <a:gd name="connsiteX16" fmla="*/ 1039689 w 1290677"/>
                  <a:gd name="connsiteY16" fmla="*/ 896577 h 1315159"/>
                  <a:gd name="connsiteX17" fmla="*/ 1118563 w 1290677"/>
                  <a:gd name="connsiteY17" fmla="*/ 638362 h 1315159"/>
                  <a:gd name="connsiteX18" fmla="*/ 656730 w 1290677"/>
                  <a:gd name="connsiteY18" fmla="*/ 176529 h 1315159"/>
                  <a:gd name="connsiteX19" fmla="*/ 645186 w 1290677"/>
                  <a:gd name="connsiteY19" fmla="*/ 0 h 1315159"/>
                  <a:gd name="connsiteX20" fmla="*/ 1278785 w 1290677"/>
                  <a:gd name="connsiteY20" fmla="*/ 536005 h 1315159"/>
                  <a:gd name="connsiteX21" fmla="*/ 1290677 w 1290677"/>
                  <a:gd name="connsiteY21" fmla="*/ 658455 h 1315159"/>
                  <a:gd name="connsiteX22" fmla="*/ 1278792 w 1290677"/>
                  <a:gd name="connsiteY22" fmla="*/ 780566 h 1315159"/>
                  <a:gd name="connsiteX23" fmla="*/ 645491 w 1290677"/>
                  <a:gd name="connsiteY23" fmla="*/ 1315159 h 1315159"/>
                  <a:gd name="connsiteX24" fmla="*/ 12190 w 1290677"/>
                  <a:gd name="connsiteY24" fmla="*/ 780566 h 1315159"/>
                  <a:gd name="connsiteX25" fmla="*/ 0 w 1290677"/>
                  <a:gd name="connsiteY25" fmla="*/ 655318 h 1315159"/>
                  <a:gd name="connsiteX26" fmla="*/ 11587 w 1290677"/>
                  <a:gd name="connsiteY26" fmla="*/ 536005 h 1315159"/>
                  <a:gd name="connsiteX27" fmla="*/ 645186 w 1290677"/>
                  <a:gd name="connsiteY27" fmla="*/ 0 h 1315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90677" h="1315159">
                    <a:moveTo>
                      <a:pt x="222558" y="790317"/>
                    </a:moveTo>
                    <a:lnTo>
                      <a:pt x="231190" y="818127"/>
                    </a:lnTo>
                    <a:cubicBezTo>
                      <a:pt x="301301" y="983886"/>
                      <a:pt x="465433" y="1100194"/>
                      <a:pt x="656730" y="1100194"/>
                    </a:cubicBezTo>
                    <a:cubicBezTo>
                      <a:pt x="784262" y="1100194"/>
                      <a:pt x="899720" y="1048502"/>
                      <a:pt x="983295" y="964926"/>
                    </a:cubicBezTo>
                    <a:lnTo>
                      <a:pt x="1001019" y="943445"/>
                    </a:lnTo>
                    <a:lnTo>
                      <a:pt x="983928" y="974932"/>
                    </a:lnTo>
                    <a:cubicBezTo>
                      <a:pt x="908637" y="1086377"/>
                      <a:pt x="781134" y="1159649"/>
                      <a:pt x="636517" y="1159649"/>
                    </a:cubicBezTo>
                    <a:cubicBezTo>
                      <a:pt x="434054" y="1159649"/>
                      <a:pt x="265133" y="1016036"/>
                      <a:pt x="226066" y="825122"/>
                    </a:cubicBezTo>
                    <a:close/>
                    <a:moveTo>
                      <a:pt x="656730" y="176529"/>
                    </a:moveTo>
                    <a:cubicBezTo>
                      <a:pt x="401667" y="176529"/>
                      <a:pt x="194897" y="383299"/>
                      <a:pt x="194897" y="638362"/>
                    </a:cubicBezTo>
                    <a:cubicBezTo>
                      <a:pt x="194897" y="670245"/>
                      <a:pt x="198128" y="701373"/>
                      <a:pt x="204280" y="731437"/>
                    </a:cubicBezTo>
                    <a:lnTo>
                      <a:pt x="222558" y="790318"/>
                    </a:lnTo>
                    <a:lnTo>
                      <a:pt x="226066" y="825123"/>
                    </a:lnTo>
                    <a:cubicBezTo>
                      <a:pt x="265133" y="1016037"/>
                      <a:pt x="434054" y="1159650"/>
                      <a:pt x="636517" y="1159650"/>
                    </a:cubicBezTo>
                    <a:cubicBezTo>
                      <a:pt x="781134" y="1159650"/>
                      <a:pt x="908637" y="1086378"/>
                      <a:pt x="983928" y="974933"/>
                    </a:cubicBezTo>
                    <a:lnTo>
                      <a:pt x="1001019" y="943446"/>
                    </a:lnTo>
                    <a:lnTo>
                      <a:pt x="1039689" y="896577"/>
                    </a:lnTo>
                    <a:cubicBezTo>
                      <a:pt x="1089486" y="822868"/>
                      <a:pt x="1118563" y="734011"/>
                      <a:pt x="1118563" y="638362"/>
                    </a:cubicBezTo>
                    <a:cubicBezTo>
                      <a:pt x="1118563" y="383299"/>
                      <a:pt x="911793" y="176529"/>
                      <a:pt x="656730" y="176529"/>
                    </a:cubicBezTo>
                    <a:close/>
                    <a:moveTo>
                      <a:pt x="645186" y="0"/>
                    </a:moveTo>
                    <a:cubicBezTo>
                      <a:pt x="957722" y="0"/>
                      <a:pt x="1218479" y="230108"/>
                      <a:pt x="1278785" y="536005"/>
                    </a:cubicBezTo>
                    <a:lnTo>
                      <a:pt x="1290677" y="658455"/>
                    </a:lnTo>
                    <a:lnTo>
                      <a:pt x="1278792" y="780566"/>
                    </a:lnTo>
                    <a:cubicBezTo>
                      <a:pt x="1218515" y="1085658"/>
                      <a:pt x="957880" y="1315159"/>
                      <a:pt x="645491" y="1315159"/>
                    </a:cubicBezTo>
                    <a:cubicBezTo>
                      <a:pt x="333102" y="1315159"/>
                      <a:pt x="72468" y="1085658"/>
                      <a:pt x="12190" y="780566"/>
                    </a:cubicBezTo>
                    <a:lnTo>
                      <a:pt x="0" y="655318"/>
                    </a:lnTo>
                    <a:lnTo>
                      <a:pt x="11587" y="536005"/>
                    </a:lnTo>
                    <a:cubicBezTo>
                      <a:pt x="71893" y="230108"/>
                      <a:pt x="332650" y="0"/>
                      <a:pt x="645186" y="0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808080"/>
                  </a:gs>
                  <a:gs pos="100000">
                    <a:srgbClr val="383933"/>
                  </a:gs>
                  <a:gs pos="0">
                    <a:srgbClr val="363632"/>
                  </a:gs>
                </a:gsLst>
                <a:lin ang="111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79" name="任意多边形 290">
                <a:extLst>
                  <a:ext uri="{FF2B5EF4-FFF2-40B4-BE49-F238E27FC236}">
                    <a16:creationId xmlns:a16="http://schemas.microsoft.com/office/drawing/2014/main" id="{80912A01-70AA-4437-84CA-13DDA33B8079}"/>
                  </a:ext>
                </a:extLst>
              </p:cNvPr>
              <p:cNvSpPr/>
              <p:nvPr/>
            </p:nvSpPr>
            <p:spPr>
              <a:xfrm rot="21304564">
                <a:off x="4589424" y="3239246"/>
                <a:ext cx="837926" cy="778471"/>
              </a:xfrm>
              <a:custGeom>
                <a:avLst/>
                <a:gdLst>
                  <a:gd name="connsiteX0" fmla="*/ 418963 w 837926"/>
                  <a:gd name="connsiteY0" fmla="*/ 0 h 778471"/>
                  <a:gd name="connsiteX1" fmla="*/ 837926 w 837926"/>
                  <a:gd name="connsiteY1" fmla="*/ 418963 h 778471"/>
                  <a:gd name="connsiteX2" fmla="*/ 805002 w 837926"/>
                  <a:gd name="connsiteY2" fmla="*/ 582042 h 778471"/>
                  <a:gd name="connsiteX3" fmla="*/ 783465 w 837926"/>
                  <a:gd name="connsiteY3" fmla="*/ 621722 h 778471"/>
                  <a:gd name="connsiteX4" fmla="*/ 765741 w 837926"/>
                  <a:gd name="connsiteY4" fmla="*/ 643203 h 778471"/>
                  <a:gd name="connsiteX5" fmla="*/ 439176 w 837926"/>
                  <a:gd name="connsiteY5" fmla="*/ 778471 h 778471"/>
                  <a:gd name="connsiteX6" fmla="*/ 13636 w 837926"/>
                  <a:gd name="connsiteY6" fmla="*/ 496404 h 778471"/>
                  <a:gd name="connsiteX7" fmla="*/ 5004 w 837926"/>
                  <a:gd name="connsiteY7" fmla="*/ 468594 h 778471"/>
                  <a:gd name="connsiteX8" fmla="*/ 0 w 837926"/>
                  <a:gd name="connsiteY8" fmla="*/ 418963 h 778471"/>
                  <a:gd name="connsiteX9" fmla="*/ 418963 w 837926"/>
                  <a:gd name="connsiteY9" fmla="*/ 0 h 778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7926" h="778471">
                    <a:moveTo>
                      <a:pt x="418963" y="0"/>
                    </a:moveTo>
                    <a:cubicBezTo>
                      <a:pt x="650350" y="0"/>
                      <a:pt x="837926" y="187576"/>
                      <a:pt x="837926" y="418963"/>
                    </a:cubicBezTo>
                    <a:cubicBezTo>
                      <a:pt x="837926" y="476810"/>
                      <a:pt x="826203" y="531918"/>
                      <a:pt x="805002" y="582042"/>
                    </a:cubicBezTo>
                    <a:lnTo>
                      <a:pt x="783465" y="621722"/>
                    </a:lnTo>
                    <a:lnTo>
                      <a:pt x="765741" y="643203"/>
                    </a:lnTo>
                    <a:cubicBezTo>
                      <a:pt x="682166" y="726779"/>
                      <a:pt x="566708" y="778471"/>
                      <a:pt x="439176" y="778471"/>
                    </a:cubicBezTo>
                    <a:cubicBezTo>
                      <a:pt x="247879" y="778471"/>
                      <a:pt x="83747" y="662163"/>
                      <a:pt x="13636" y="496404"/>
                    </a:cubicBezTo>
                    <a:lnTo>
                      <a:pt x="5004" y="468594"/>
                    </a:lnTo>
                    <a:lnTo>
                      <a:pt x="0" y="418963"/>
                    </a:lnTo>
                    <a:cubicBezTo>
                      <a:pt x="0" y="187576"/>
                      <a:pt x="187576" y="0"/>
                      <a:pt x="418963" y="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80" name="任意多边形 291">
                <a:extLst>
                  <a:ext uri="{FF2B5EF4-FFF2-40B4-BE49-F238E27FC236}">
                    <a16:creationId xmlns:a16="http://schemas.microsoft.com/office/drawing/2014/main" id="{149411DD-B4CD-40D0-AD0D-076B19FC1FB1}"/>
                  </a:ext>
                </a:extLst>
              </p:cNvPr>
              <p:cNvSpPr/>
              <p:nvPr/>
            </p:nvSpPr>
            <p:spPr>
              <a:xfrm rot="21304564">
                <a:off x="4553734" y="3092874"/>
                <a:ext cx="923666" cy="766917"/>
              </a:xfrm>
              <a:custGeom>
                <a:avLst/>
                <a:gdLst>
                  <a:gd name="connsiteX0" fmla="*/ 461833 w 923666"/>
                  <a:gd name="connsiteY0" fmla="*/ 0 h 766917"/>
                  <a:gd name="connsiteX1" fmla="*/ 923666 w 923666"/>
                  <a:gd name="connsiteY1" fmla="*/ 461833 h 766917"/>
                  <a:gd name="connsiteX2" fmla="*/ 844792 w 923666"/>
                  <a:gd name="connsiteY2" fmla="*/ 720048 h 766917"/>
                  <a:gd name="connsiteX3" fmla="*/ 806122 w 923666"/>
                  <a:gd name="connsiteY3" fmla="*/ 766917 h 766917"/>
                  <a:gd name="connsiteX4" fmla="*/ 827659 w 923666"/>
                  <a:gd name="connsiteY4" fmla="*/ 727237 h 766917"/>
                  <a:gd name="connsiteX5" fmla="*/ 860583 w 923666"/>
                  <a:gd name="connsiteY5" fmla="*/ 564158 h 766917"/>
                  <a:gd name="connsiteX6" fmla="*/ 441620 w 923666"/>
                  <a:gd name="connsiteY6" fmla="*/ 145195 h 766917"/>
                  <a:gd name="connsiteX7" fmla="*/ 22657 w 923666"/>
                  <a:gd name="connsiteY7" fmla="*/ 564158 h 766917"/>
                  <a:gd name="connsiteX8" fmla="*/ 27661 w 923666"/>
                  <a:gd name="connsiteY8" fmla="*/ 613789 h 766917"/>
                  <a:gd name="connsiteX9" fmla="*/ 9383 w 923666"/>
                  <a:gd name="connsiteY9" fmla="*/ 554908 h 766917"/>
                  <a:gd name="connsiteX10" fmla="*/ 0 w 923666"/>
                  <a:gd name="connsiteY10" fmla="*/ 461833 h 766917"/>
                  <a:gd name="connsiteX11" fmla="*/ 461833 w 923666"/>
                  <a:gd name="connsiteY11" fmla="*/ 0 h 766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23666" h="766917">
                    <a:moveTo>
                      <a:pt x="461833" y="0"/>
                    </a:moveTo>
                    <a:cubicBezTo>
                      <a:pt x="716896" y="0"/>
                      <a:pt x="923666" y="206770"/>
                      <a:pt x="923666" y="461833"/>
                    </a:cubicBezTo>
                    <a:cubicBezTo>
                      <a:pt x="923666" y="557482"/>
                      <a:pt x="894589" y="646339"/>
                      <a:pt x="844792" y="720048"/>
                    </a:cubicBezTo>
                    <a:lnTo>
                      <a:pt x="806122" y="766917"/>
                    </a:lnTo>
                    <a:lnTo>
                      <a:pt x="827659" y="727237"/>
                    </a:lnTo>
                    <a:cubicBezTo>
                      <a:pt x="848860" y="677113"/>
                      <a:pt x="860583" y="622005"/>
                      <a:pt x="860583" y="564158"/>
                    </a:cubicBezTo>
                    <a:cubicBezTo>
                      <a:pt x="860583" y="332771"/>
                      <a:pt x="673007" y="145195"/>
                      <a:pt x="441620" y="145195"/>
                    </a:cubicBezTo>
                    <a:cubicBezTo>
                      <a:pt x="210233" y="145195"/>
                      <a:pt x="22657" y="332771"/>
                      <a:pt x="22657" y="564158"/>
                    </a:cubicBezTo>
                    <a:lnTo>
                      <a:pt x="27661" y="613789"/>
                    </a:lnTo>
                    <a:lnTo>
                      <a:pt x="9383" y="554908"/>
                    </a:lnTo>
                    <a:cubicBezTo>
                      <a:pt x="3231" y="524844"/>
                      <a:pt x="0" y="493716"/>
                      <a:pt x="0" y="461833"/>
                    </a:cubicBezTo>
                    <a:cubicBezTo>
                      <a:pt x="0" y="206770"/>
                      <a:pt x="206770" y="0"/>
                      <a:pt x="461833" y="0"/>
                    </a:cubicBezTo>
                    <a:close/>
                  </a:path>
                </a:pathLst>
              </a:custGeom>
              <a:gradFill>
                <a:gsLst>
                  <a:gs pos="47000">
                    <a:srgbClr val="949A94"/>
                  </a:gs>
                  <a:gs pos="4587">
                    <a:srgbClr val="151515"/>
                  </a:gs>
                  <a:gs pos="95000">
                    <a:srgbClr val="0F0F0F"/>
                  </a:gs>
                </a:gsLst>
                <a:lin ang="108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81" name="任意多边形 292">
                <a:extLst>
                  <a:ext uri="{FF2B5EF4-FFF2-40B4-BE49-F238E27FC236}">
                    <a16:creationId xmlns:a16="http://schemas.microsoft.com/office/drawing/2014/main" id="{06A3673E-1D87-440C-9273-BC925E4189ED}"/>
                  </a:ext>
                </a:extLst>
              </p:cNvPr>
              <p:cNvSpPr/>
              <p:nvPr/>
            </p:nvSpPr>
            <p:spPr>
              <a:xfrm rot="21304564">
                <a:off x="4395005" y="3571032"/>
                <a:ext cx="1293476" cy="687270"/>
              </a:xfrm>
              <a:custGeom>
                <a:avLst/>
                <a:gdLst>
                  <a:gd name="connsiteX0" fmla="*/ 1552 w 1293476"/>
                  <a:gd name="connsiteY0" fmla="*/ 0 h 687270"/>
                  <a:gd name="connsiteX1" fmla="*/ 13742 w 1293476"/>
                  <a:gd name="connsiteY1" fmla="*/ 125248 h 687270"/>
                  <a:gd name="connsiteX2" fmla="*/ 647043 w 1293476"/>
                  <a:gd name="connsiteY2" fmla="*/ 659841 h 687270"/>
                  <a:gd name="connsiteX3" fmla="*/ 1280344 w 1293476"/>
                  <a:gd name="connsiteY3" fmla="*/ 125248 h 687270"/>
                  <a:gd name="connsiteX4" fmla="*/ 1292229 w 1293476"/>
                  <a:gd name="connsiteY4" fmla="*/ 3137 h 687270"/>
                  <a:gd name="connsiteX5" fmla="*/ 1293476 w 1293476"/>
                  <a:gd name="connsiteY5" fmla="*/ 15976 h 687270"/>
                  <a:gd name="connsiteX6" fmla="*/ 646738 w 1293476"/>
                  <a:gd name="connsiteY6" fmla="*/ 687270 h 687270"/>
                  <a:gd name="connsiteX7" fmla="*/ 0 w 1293476"/>
                  <a:gd name="connsiteY7" fmla="*/ 15976 h 687270"/>
                  <a:gd name="connsiteX8" fmla="*/ 1552 w 1293476"/>
                  <a:gd name="connsiteY8" fmla="*/ 0 h 687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3476" h="687270">
                    <a:moveTo>
                      <a:pt x="1552" y="0"/>
                    </a:moveTo>
                    <a:lnTo>
                      <a:pt x="13742" y="125248"/>
                    </a:lnTo>
                    <a:cubicBezTo>
                      <a:pt x="74020" y="430340"/>
                      <a:pt x="334654" y="659841"/>
                      <a:pt x="647043" y="659841"/>
                    </a:cubicBezTo>
                    <a:cubicBezTo>
                      <a:pt x="959432" y="659841"/>
                      <a:pt x="1220067" y="430340"/>
                      <a:pt x="1280344" y="125248"/>
                    </a:cubicBezTo>
                    <a:lnTo>
                      <a:pt x="1292229" y="3137"/>
                    </a:lnTo>
                    <a:lnTo>
                      <a:pt x="1293476" y="15976"/>
                    </a:lnTo>
                    <a:cubicBezTo>
                      <a:pt x="1293476" y="386721"/>
                      <a:pt x="1003922" y="687270"/>
                      <a:pt x="646738" y="687270"/>
                    </a:cubicBezTo>
                    <a:cubicBezTo>
                      <a:pt x="289554" y="687270"/>
                      <a:pt x="0" y="386721"/>
                      <a:pt x="0" y="15976"/>
                    </a:cubicBezTo>
                    <a:lnTo>
                      <a:pt x="1552" y="0"/>
                    </a:lnTo>
                    <a:close/>
                  </a:path>
                </a:pathLst>
              </a:custGeom>
              <a:gradFill>
                <a:gsLst>
                  <a:gs pos="0">
                    <a:srgbClr val="141614"/>
                  </a:gs>
                  <a:gs pos="56000">
                    <a:srgbClr val="A8ABA7"/>
                  </a:gs>
                  <a:gs pos="100000">
                    <a:srgbClr val="111111"/>
                  </a:gs>
                </a:gsLst>
                <a:lin ang="108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482A5C7-2D4F-4355-AF41-20F77CE68F3A}"/>
                </a:ext>
              </a:extLst>
            </p:cNvPr>
            <p:cNvGrpSpPr/>
            <p:nvPr/>
          </p:nvGrpSpPr>
          <p:grpSpPr>
            <a:xfrm>
              <a:off x="4786722" y="1352843"/>
              <a:ext cx="1749886" cy="1776528"/>
              <a:chOff x="4367257" y="2916962"/>
              <a:chExt cx="1321224" cy="1341340"/>
            </a:xfrm>
          </p:grpSpPr>
          <p:sp>
            <p:nvSpPr>
              <p:cNvPr id="74" name="任意多边形 289">
                <a:extLst>
                  <a:ext uri="{FF2B5EF4-FFF2-40B4-BE49-F238E27FC236}">
                    <a16:creationId xmlns:a16="http://schemas.microsoft.com/office/drawing/2014/main" id="{389B8F65-CB4A-4F58-868A-4AC8DCB9D161}"/>
                  </a:ext>
                </a:extLst>
              </p:cNvPr>
              <p:cNvSpPr/>
              <p:nvPr/>
            </p:nvSpPr>
            <p:spPr>
              <a:xfrm rot="21304564">
                <a:off x="4367257" y="2916962"/>
                <a:ext cx="1290677" cy="1315159"/>
              </a:xfrm>
              <a:custGeom>
                <a:avLst/>
                <a:gdLst>
                  <a:gd name="connsiteX0" fmla="*/ 222558 w 1290677"/>
                  <a:gd name="connsiteY0" fmla="*/ 790317 h 1315159"/>
                  <a:gd name="connsiteX1" fmla="*/ 231190 w 1290677"/>
                  <a:gd name="connsiteY1" fmla="*/ 818127 h 1315159"/>
                  <a:gd name="connsiteX2" fmla="*/ 656730 w 1290677"/>
                  <a:gd name="connsiteY2" fmla="*/ 1100194 h 1315159"/>
                  <a:gd name="connsiteX3" fmla="*/ 983295 w 1290677"/>
                  <a:gd name="connsiteY3" fmla="*/ 964926 h 1315159"/>
                  <a:gd name="connsiteX4" fmla="*/ 1001019 w 1290677"/>
                  <a:gd name="connsiteY4" fmla="*/ 943445 h 1315159"/>
                  <a:gd name="connsiteX5" fmla="*/ 983928 w 1290677"/>
                  <a:gd name="connsiteY5" fmla="*/ 974932 h 1315159"/>
                  <a:gd name="connsiteX6" fmla="*/ 636517 w 1290677"/>
                  <a:gd name="connsiteY6" fmla="*/ 1159649 h 1315159"/>
                  <a:gd name="connsiteX7" fmla="*/ 226066 w 1290677"/>
                  <a:gd name="connsiteY7" fmla="*/ 825122 h 1315159"/>
                  <a:gd name="connsiteX8" fmla="*/ 656730 w 1290677"/>
                  <a:gd name="connsiteY8" fmla="*/ 176529 h 1315159"/>
                  <a:gd name="connsiteX9" fmla="*/ 194897 w 1290677"/>
                  <a:gd name="connsiteY9" fmla="*/ 638362 h 1315159"/>
                  <a:gd name="connsiteX10" fmla="*/ 204280 w 1290677"/>
                  <a:gd name="connsiteY10" fmla="*/ 731437 h 1315159"/>
                  <a:gd name="connsiteX11" fmla="*/ 222558 w 1290677"/>
                  <a:gd name="connsiteY11" fmla="*/ 790318 h 1315159"/>
                  <a:gd name="connsiteX12" fmla="*/ 226066 w 1290677"/>
                  <a:gd name="connsiteY12" fmla="*/ 825123 h 1315159"/>
                  <a:gd name="connsiteX13" fmla="*/ 636517 w 1290677"/>
                  <a:gd name="connsiteY13" fmla="*/ 1159650 h 1315159"/>
                  <a:gd name="connsiteX14" fmla="*/ 983928 w 1290677"/>
                  <a:gd name="connsiteY14" fmla="*/ 974933 h 1315159"/>
                  <a:gd name="connsiteX15" fmla="*/ 1001019 w 1290677"/>
                  <a:gd name="connsiteY15" fmla="*/ 943446 h 1315159"/>
                  <a:gd name="connsiteX16" fmla="*/ 1039689 w 1290677"/>
                  <a:gd name="connsiteY16" fmla="*/ 896577 h 1315159"/>
                  <a:gd name="connsiteX17" fmla="*/ 1118563 w 1290677"/>
                  <a:gd name="connsiteY17" fmla="*/ 638362 h 1315159"/>
                  <a:gd name="connsiteX18" fmla="*/ 656730 w 1290677"/>
                  <a:gd name="connsiteY18" fmla="*/ 176529 h 1315159"/>
                  <a:gd name="connsiteX19" fmla="*/ 645186 w 1290677"/>
                  <a:gd name="connsiteY19" fmla="*/ 0 h 1315159"/>
                  <a:gd name="connsiteX20" fmla="*/ 1278785 w 1290677"/>
                  <a:gd name="connsiteY20" fmla="*/ 536005 h 1315159"/>
                  <a:gd name="connsiteX21" fmla="*/ 1290677 w 1290677"/>
                  <a:gd name="connsiteY21" fmla="*/ 658455 h 1315159"/>
                  <a:gd name="connsiteX22" fmla="*/ 1278792 w 1290677"/>
                  <a:gd name="connsiteY22" fmla="*/ 780566 h 1315159"/>
                  <a:gd name="connsiteX23" fmla="*/ 645491 w 1290677"/>
                  <a:gd name="connsiteY23" fmla="*/ 1315159 h 1315159"/>
                  <a:gd name="connsiteX24" fmla="*/ 12190 w 1290677"/>
                  <a:gd name="connsiteY24" fmla="*/ 780566 h 1315159"/>
                  <a:gd name="connsiteX25" fmla="*/ 0 w 1290677"/>
                  <a:gd name="connsiteY25" fmla="*/ 655318 h 1315159"/>
                  <a:gd name="connsiteX26" fmla="*/ 11587 w 1290677"/>
                  <a:gd name="connsiteY26" fmla="*/ 536005 h 1315159"/>
                  <a:gd name="connsiteX27" fmla="*/ 645186 w 1290677"/>
                  <a:gd name="connsiteY27" fmla="*/ 0 h 1315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90677" h="1315159">
                    <a:moveTo>
                      <a:pt x="222558" y="790317"/>
                    </a:moveTo>
                    <a:lnTo>
                      <a:pt x="231190" y="818127"/>
                    </a:lnTo>
                    <a:cubicBezTo>
                      <a:pt x="301301" y="983886"/>
                      <a:pt x="465433" y="1100194"/>
                      <a:pt x="656730" y="1100194"/>
                    </a:cubicBezTo>
                    <a:cubicBezTo>
                      <a:pt x="784262" y="1100194"/>
                      <a:pt x="899720" y="1048502"/>
                      <a:pt x="983295" y="964926"/>
                    </a:cubicBezTo>
                    <a:lnTo>
                      <a:pt x="1001019" y="943445"/>
                    </a:lnTo>
                    <a:lnTo>
                      <a:pt x="983928" y="974932"/>
                    </a:lnTo>
                    <a:cubicBezTo>
                      <a:pt x="908637" y="1086377"/>
                      <a:pt x="781134" y="1159649"/>
                      <a:pt x="636517" y="1159649"/>
                    </a:cubicBezTo>
                    <a:cubicBezTo>
                      <a:pt x="434054" y="1159649"/>
                      <a:pt x="265133" y="1016036"/>
                      <a:pt x="226066" y="825122"/>
                    </a:cubicBezTo>
                    <a:close/>
                    <a:moveTo>
                      <a:pt x="656730" y="176529"/>
                    </a:moveTo>
                    <a:cubicBezTo>
                      <a:pt x="401667" y="176529"/>
                      <a:pt x="194897" y="383299"/>
                      <a:pt x="194897" y="638362"/>
                    </a:cubicBezTo>
                    <a:cubicBezTo>
                      <a:pt x="194897" y="670245"/>
                      <a:pt x="198128" y="701373"/>
                      <a:pt x="204280" y="731437"/>
                    </a:cubicBezTo>
                    <a:lnTo>
                      <a:pt x="222558" y="790318"/>
                    </a:lnTo>
                    <a:lnTo>
                      <a:pt x="226066" y="825123"/>
                    </a:lnTo>
                    <a:cubicBezTo>
                      <a:pt x="265133" y="1016037"/>
                      <a:pt x="434054" y="1159650"/>
                      <a:pt x="636517" y="1159650"/>
                    </a:cubicBezTo>
                    <a:cubicBezTo>
                      <a:pt x="781134" y="1159650"/>
                      <a:pt x="908637" y="1086378"/>
                      <a:pt x="983928" y="974933"/>
                    </a:cubicBezTo>
                    <a:lnTo>
                      <a:pt x="1001019" y="943446"/>
                    </a:lnTo>
                    <a:lnTo>
                      <a:pt x="1039689" y="896577"/>
                    </a:lnTo>
                    <a:cubicBezTo>
                      <a:pt x="1089486" y="822868"/>
                      <a:pt x="1118563" y="734011"/>
                      <a:pt x="1118563" y="638362"/>
                    </a:cubicBezTo>
                    <a:cubicBezTo>
                      <a:pt x="1118563" y="383299"/>
                      <a:pt x="911793" y="176529"/>
                      <a:pt x="656730" y="176529"/>
                    </a:cubicBezTo>
                    <a:close/>
                    <a:moveTo>
                      <a:pt x="645186" y="0"/>
                    </a:moveTo>
                    <a:cubicBezTo>
                      <a:pt x="957722" y="0"/>
                      <a:pt x="1218479" y="230108"/>
                      <a:pt x="1278785" y="536005"/>
                    </a:cubicBezTo>
                    <a:lnTo>
                      <a:pt x="1290677" y="658455"/>
                    </a:lnTo>
                    <a:lnTo>
                      <a:pt x="1278792" y="780566"/>
                    </a:lnTo>
                    <a:cubicBezTo>
                      <a:pt x="1218515" y="1085658"/>
                      <a:pt x="957880" y="1315159"/>
                      <a:pt x="645491" y="1315159"/>
                    </a:cubicBezTo>
                    <a:cubicBezTo>
                      <a:pt x="333102" y="1315159"/>
                      <a:pt x="72468" y="1085658"/>
                      <a:pt x="12190" y="780566"/>
                    </a:cubicBezTo>
                    <a:lnTo>
                      <a:pt x="0" y="655318"/>
                    </a:lnTo>
                    <a:lnTo>
                      <a:pt x="11587" y="536005"/>
                    </a:lnTo>
                    <a:cubicBezTo>
                      <a:pt x="71893" y="230108"/>
                      <a:pt x="332650" y="0"/>
                      <a:pt x="645186" y="0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808080"/>
                  </a:gs>
                  <a:gs pos="100000">
                    <a:srgbClr val="383933"/>
                  </a:gs>
                  <a:gs pos="0">
                    <a:srgbClr val="363632"/>
                  </a:gs>
                </a:gsLst>
                <a:lin ang="111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75" name="任意多边形 290">
                <a:extLst>
                  <a:ext uri="{FF2B5EF4-FFF2-40B4-BE49-F238E27FC236}">
                    <a16:creationId xmlns:a16="http://schemas.microsoft.com/office/drawing/2014/main" id="{80912A01-70AA-4437-84CA-13DDA33B8079}"/>
                  </a:ext>
                </a:extLst>
              </p:cNvPr>
              <p:cNvSpPr/>
              <p:nvPr/>
            </p:nvSpPr>
            <p:spPr>
              <a:xfrm rot="21304564">
                <a:off x="4589424" y="3239246"/>
                <a:ext cx="837926" cy="778471"/>
              </a:xfrm>
              <a:custGeom>
                <a:avLst/>
                <a:gdLst>
                  <a:gd name="connsiteX0" fmla="*/ 418963 w 837926"/>
                  <a:gd name="connsiteY0" fmla="*/ 0 h 778471"/>
                  <a:gd name="connsiteX1" fmla="*/ 837926 w 837926"/>
                  <a:gd name="connsiteY1" fmla="*/ 418963 h 778471"/>
                  <a:gd name="connsiteX2" fmla="*/ 805002 w 837926"/>
                  <a:gd name="connsiteY2" fmla="*/ 582042 h 778471"/>
                  <a:gd name="connsiteX3" fmla="*/ 783465 w 837926"/>
                  <a:gd name="connsiteY3" fmla="*/ 621722 h 778471"/>
                  <a:gd name="connsiteX4" fmla="*/ 765741 w 837926"/>
                  <a:gd name="connsiteY4" fmla="*/ 643203 h 778471"/>
                  <a:gd name="connsiteX5" fmla="*/ 439176 w 837926"/>
                  <a:gd name="connsiteY5" fmla="*/ 778471 h 778471"/>
                  <a:gd name="connsiteX6" fmla="*/ 13636 w 837926"/>
                  <a:gd name="connsiteY6" fmla="*/ 496404 h 778471"/>
                  <a:gd name="connsiteX7" fmla="*/ 5004 w 837926"/>
                  <a:gd name="connsiteY7" fmla="*/ 468594 h 778471"/>
                  <a:gd name="connsiteX8" fmla="*/ 0 w 837926"/>
                  <a:gd name="connsiteY8" fmla="*/ 418963 h 778471"/>
                  <a:gd name="connsiteX9" fmla="*/ 418963 w 837926"/>
                  <a:gd name="connsiteY9" fmla="*/ 0 h 778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7926" h="778471">
                    <a:moveTo>
                      <a:pt x="418963" y="0"/>
                    </a:moveTo>
                    <a:cubicBezTo>
                      <a:pt x="650350" y="0"/>
                      <a:pt x="837926" y="187576"/>
                      <a:pt x="837926" y="418963"/>
                    </a:cubicBezTo>
                    <a:cubicBezTo>
                      <a:pt x="837926" y="476810"/>
                      <a:pt x="826203" y="531918"/>
                      <a:pt x="805002" y="582042"/>
                    </a:cubicBezTo>
                    <a:lnTo>
                      <a:pt x="783465" y="621722"/>
                    </a:lnTo>
                    <a:lnTo>
                      <a:pt x="765741" y="643203"/>
                    </a:lnTo>
                    <a:cubicBezTo>
                      <a:pt x="682166" y="726779"/>
                      <a:pt x="566708" y="778471"/>
                      <a:pt x="439176" y="778471"/>
                    </a:cubicBezTo>
                    <a:cubicBezTo>
                      <a:pt x="247879" y="778471"/>
                      <a:pt x="83747" y="662163"/>
                      <a:pt x="13636" y="496404"/>
                    </a:cubicBezTo>
                    <a:lnTo>
                      <a:pt x="5004" y="468594"/>
                    </a:lnTo>
                    <a:lnTo>
                      <a:pt x="0" y="418963"/>
                    </a:lnTo>
                    <a:cubicBezTo>
                      <a:pt x="0" y="187576"/>
                      <a:pt x="187576" y="0"/>
                      <a:pt x="418963" y="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76" name="任意多边形 291">
                <a:extLst>
                  <a:ext uri="{FF2B5EF4-FFF2-40B4-BE49-F238E27FC236}">
                    <a16:creationId xmlns:a16="http://schemas.microsoft.com/office/drawing/2014/main" id="{149411DD-B4CD-40D0-AD0D-076B19FC1FB1}"/>
                  </a:ext>
                </a:extLst>
              </p:cNvPr>
              <p:cNvSpPr/>
              <p:nvPr/>
            </p:nvSpPr>
            <p:spPr>
              <a:xfrm rot="21304564">
                <a:off x="4553734" y="3092874"/>
                <a:ext cx="923666" cy="766917"/>
              </a:xfrm>
              <a:custGeom>
                <a:avLst/>
                <a:gdLst>
                  <a:gd name="connsiteX0" fmla="*/ 461833 w 923666"/>
                  <a:gd name="connsiteY0" fmla="*/ 0 h 766917"/>
                  <a:gd name="connsiteX1" fmla="*/ 923666 w 923666"/>
                  <a:gd name="connsiteY1" fmla="*/ 461833 h 766917"/>
                  <a:gd name="connsiteX2" fmla="*/ 844792 w 923666"/>
                  <a:gd name="connsiteY2" fmla="*/ 720048 h 766917"/>
                  <a:gd name="connsiteX3" fmla="*/ 806122 w 923666"/>
                  <a:gd name="connsiteY3" fmla="*/ 766917 h 766917"/>
                  <a:gd name="connsiteX4" fmla="*/ 827659 w 923666"/>
                  <a:gd name="connsiteY4" fmla="*/ 727237 h 766917"/>
                  <a:gd name="connsiteX5" fmla="*/ 860583 w 923666"/>
                  <a:gd name="connsiteY5" fmla="*/ 564158 h 766917"/>
                  <a:gd name="connsiteX6" fmla="*/ 441620 w 923666"/>
                  <a:gd name="connsiteY6" fmla="*/ 145195 h 766917"/>
                  <a:gd name="connsiteX7" fmla="*/ 22657 w 923666"/>
                  <a:gd name="connsiteY7" fmla="*/ 564158 h 766917"/>
                  <a:gd name="connsiteX8" fmla="*/ 27661 w 923666"/>
                  <a:gd name="connsiteY8" fmla="*/ 613789 h 766917"/>
                  <a:gd name="connsiteX9" fmla="*/ 9383 w 923666"/>
                  <a:gd name="connsiteY9" fmla="*/ 554908 h 766917"/>
                  <a:gd name="connsiteX10" fmla="*/ 0 w 923666"/>
                  <a:gd name="connsiteY10" fmla="*/ 461833 h 766917"/>
                  <a:gd name="connsiteX11" fmla="*/ 461833 w 923666"/>
                  <a:gd name="connsiteY11" fmla="*/ 0 h 766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23666" h="766917">
                    <a:moveTo>
                      <a:pt x="461833" y="0"/>
                    </a:moveTo>
                    <a:cubicBezTo>
                      <a:pt x="716896" y="0"/>
                      <a:pt x="923666" y="206770"/>
                      <a:pt x="923666" y="461833"/>
                    </a:cubicBezTo>
                    <a:cubicBezTo>
                      <a:pt x="923666" y="557482"/>
                      <a:pt x="894589" y="646339"/>
                      <a:pt x="844792" y="720048"/>
                    </a:cubicBezTo>
                    <a:lnTo>
                      <a:pt x="806122" y="766917"/>
                    </a:lnTo>
                    <a:lnTo>
                      <a:pt x="827659" y="727237"/>
                    </a:lnTo>
                    <a:cubicBezTo>
                      <a:pt x="848860" y="677113"/>
                      <a:pt x="860583" y="622005"/>
                      <a:pt x="860583" y="564158"/>
                    </a:cubicBezTo>
                    <a:cubicBezTo>
                      <a:pt x="860583" y="332771"/>
                      <a:pt x="673007" y="145195"/>
                      <a:pt x="441620" y="145195"/>
                    </a:cubicBezTo>
                    <a:cubicBezTo>
                      <a:pt x="210233" y="145195"/>
                      <a:pt x="22657" y="332771"/>
                      <a:pt x="22657" y="564158"/>
                    </a:cubicBezTo>
                    <a:lnTo>
                      <a:pt x="27661" y="613789"/>
                    </a:lnTo>
                    <a:lnTo>
                      <a:pt x="9383" y="554908"/>
                    </a:lnTo>
                    <a:cubicBezTo>
                      <a:pt x="3231" y="524844"/>
                      <a:pt x="0" y="493716"/>
                      <a:pt x="0" y="461833"/>
                    </a:cubicBezTo>
                    <a:cubicBezTo>
                      <a:pt x="0" y="206770"/>
                      <a:pt x="206770" y="0"/>
                      <a:pt x="461833" y="0"/>
                    </a:cubicBezTo>
                    <a:close/>
                  </a:path>
                </a:pathLst>
              </a:custGeom>
              <a:gradFill>
                <a:gsLst>
                  <a:gs pos="47000">
                    <a:srgbClr val="949A94"/>
                  </a:gs>
                  <a:gs pos="4587">
                    <a:srgbClr val="151515"/>
                  </a:gs>
                  <a:gs pos="95000">
                    <a:srgbClr val="0F0F0F"/>
                  </a:gs>
                </a:gsLst>
                <a:lin ang="108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77" name="任意多边形 292">
                <a:extLst>
                  <a:ext uri="{FF2B5EF4-FFF2-40B4-BE49-F238E27FC236}">
                    <a16:creationId xmlns:a16="http://schemas.microsoft.com/office/drawing/2014/main" id="{06A3673E-1D87-440C-9273-BC925E4189ED}"/>
                  </a:ext>
                </a:extLst>
              </p:cNvPr>
              <p:cNvSpPr/>
              <p:nvPr/>
            </p:nvSpPr>
            <p:spPr>
              <a:xfrm rot="21304564">
                <a:off x="4395005" y="3571032"/>
                <a:ext cx="1293476" cy="687270"/>
              </a:xfrm>
              <a:custGeom>
                <a:avLst/>
                <a:gdLst>
                  <a:gd name="connsiteX0" fmla="*/ 1552 w 1293476"/>
                  <a:gd name="connsiteY0" fmla="*/ 0 h 687270"/>
                  <a:gd name="connsiteX1" fmla="*/ 13742 w 1293476"/>
                  <a:gd name="connsiteY1" fmla="*/ 125248 h 687270"/>
                  <a:gd name="connsiteX2" fmla="*/ 647043 w 1293476"/>
                  <a:gd name="connsiteY2" fmla="*/ 659841 h 687270"/>
                  <a:gd name="connsiteX3" fmla="*/ 1280344 w 1293476"/>
                  <a:gd name="connsiteY3" fmla="*/ 125248 h 687270"/>
                  <a:gd name="connsiteX4" fmla="*/ 1292229 w 1293476"/>
                  <a:gd name="connsiteY4" fmla="*/ 3137 h 687270"/>
                  <a:gd name="connsiteX5" fmla="*/ 1293476 w 1293476"/>
                  <a:gd name="connsiteY5" fmla="*/ 15976 h 687270"/>
                  <a:gd name="connsiteX6" fmla="*/ 646738 w 1293476"/>
                  <a:gd name="connsiteY6" fmla="*/ 687270 h 687270"/>
                  <a:gd name="connsiteX7" fmla="*/ 0 w 1293476"/>
                  <a:gd name="connsiteY7" fmla="*/ 15976 h 687270"/>
                  <a:gd name="connsiteX8" fmla="*/ 1552 w 1293476"/>
                  <a:gd name="connsiteY8" fmla="*/ 0 h 687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3476" h="687270">
                    <a:moveTo>
                      <a:pt x="1552" y="0"/>
                    </a:moveTo>
                    <a:lnTo>
                      <a:pt x="13742" y="125248"/>
                    </a:lnTo>
                    <a:cubicBezTo>
                      <a:pt x="74020" y="430340"/>
                      <a:pt x="334654" y="659841"/>
                      <a:pt x="647043" y="659841"/>
                    </a:cubicBezTo>
                    <a:cubicBezTo>
                      <a:pt x="959432" y="659841"/>
                      <a:pt x="1220067" y="430340"/>
                      <a:pt x="1280344" y="125248"/>
                    </a:cubicBezTo>
                    <a:lnTo>
                      <a:pt x="1292229" y="3137"/>
                    </a:lnTo>
                    <a:lnTo>
                      <a:pt x="1293476" y="15976"/>
                    </a:lnTo>
                    <a:cubicBezTo>
                      <a:pt x="1293476" y="386721"/>
                      <a:pt x="1003922" y="687270"/>
                      <a:pt x="646738" y="687270"/>
                    </a:cubicBezTo>
                    <a:cubicBezTo>
                      <a:pt x="289554" y="687270"/>
                      <a:pt x="0" y="386721"/>
                      <a:pt x="0" y="15976"/>
                    </a:cubicBezTo>
                    <a:lnTo>
                      <a:pt x="1552" y="0"/>
                    </a:lnTo>
                    <a:close/>
                  </a:path>
                </a:pathLst>
              </a:custGeom>
              <a:gradFill>
                <a:gsLst>
                  <a:gs pos="0">
                    <a:srgbClr val="141614"/>
                  </a:gs>
                  <a:gs pos="56000">
                    <a:srgbClr val="A8ABA7"/>
                  </a:gs>
                  <a:gs pos="100000">
                    <a:srgbClr val="111111"/>
                  </a:gs>
                </a:gsLst>
                <a:lin ang="10800000" scaled="0"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1620B1A8-7066-47FF-B829-970BB04EB030}"/>
                </a:ext>
              </a:extLst>
            </p:cNvPr>
            <p:cNvSpPr/>
            <p:nvPr/>
          </p:nvSpPr>
          <p:spPr>
            <a:xfrm>
              <a:off x="4892558" y="1474064"/>
              <a:ext cx="1495642" cy="1486034"/>
            </a:xfrm>
            <a:prstGeom prst="ellipse">
              <a:avLst/>
            </a:prstGeom>
            <a:noFill/>
            <a:ln w="15875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1620B1A8-7066-47FF-B829-970BB04EB030}"/>
                </a:ext>
              </a:extLst>
            </p:cNvPr>
            <p:cNvSpPr/>
            <p:nvPr/>
          </p:nvSpPr>
          <p:spPr>
            <a:xfrm>
              <a:off x="4963997" y="1542645"/>
              <a:ext cx="1364861" cy="1329052"/>
            </a:xfrm>
            <a:prstGeom prst="ellipse">
              <a:avLst/>
            </a:prstGeom>
            <a:noFill/>
            <a:ln w="15875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1620B1A8-7066-47FF-B829-970BB04EB030}"/>
                </a:ext>
              </a:extLst>
            </p:cNvPr>
            <p:cNvSpPr/>
            <p:nvPr/>
          </p:nvSpPr>
          <p:spPr>
            <a:xfrm>
              <a:off x="4828452" y="1405885"/>
              <a:ext cx="1629725" cy="1619256"/>
            </a:xfrm>
            <a:prstGeom prst="ellipse">
              <a:avLst/>
            </a:prstGeom>
            <a:noFill/>
            <a:ln w="15875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" name="直接箭头连接符 44"/>
            <p:cNvCxnSpPr/>
            <p:nvPr/>
          </p:nvCxnSpPr>
          <p:spPr>
            <a:xfrm>
              <a:off x="6586801" y="2252124"/>
              <a:ext cx="335923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/>
                <p:cNvSpPr txBox="1"/>
                <p:nvPr/>
              </p:nvSpPr>
              <p:spPr>
                <a:xfrm>
                  <a:off x="7013248" y="2098235"/>
                  <a:ext cx="212968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zh-CN" altLang="en-US" sz="20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饱和时</a:t>
                  </a:r>
                  <a14:m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磁场</m:t>
                      </m:r>
                      <m:r>
                        <a:rPr lang="zh-CN" alt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强度</m:t>
                      </m:r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" name="文本框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3248" y="2098235"/>
                  <a:ext cx="2129686" cy="307777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7143" t="-26000" r="-1143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箭头连接符 52"/>
            <p:cNvCxnSpPr/>
            <p:nvPr/>
          </p:nvCxnSpPr>
          <p:spPr>
            <a:xfrm>
              <a:off x="6614242" y="4592868"/>
              <a:ext cx="335923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1620B1A8-7066-47FF-B829-970BB04EB030}"/>
                </a:ext>
              </a:extLst>
            </p:cNvPr>
            <p:cNvSpPr/>
            <p:nvPr/>
          </p:nvSpPr>
          <p:spPr>
            <a:xfrm>
              <a:off x="5002097" y="3919462"/>
              <a:ext cx="1364861" cy="1329052"/>
            </a:xfrm>
            <a:prstGeom prst="ellipse">
              <a:avLst/>
            </a:prstGeom>
            <a:noFill/>
            <a:ln w="15875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620B1A8-7066-47FF-B829-970BB04EB030}"/>
                </a:ext>
              </a:extLst>
            </p:cNvPr>
            <p:cNvSpPr/>
            <p:nvPr/>
          </p:nvSpPr>
          <p:spPr>
            <a:xfrm>
              <a:off x="4866552" y="3782702"/>
              <a:ext cx="1629725" cy="1619256"/>
            </a:xfrm>
            <a:prstGeom prst="ellipse">
              <a:avLst/>
            </a:prstGeom>
            <a:noFill/>
            <a:ln w="15875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B98153C0-24EF-42BE-BD42-91B65D3E1606}"/>
                </a:ext>
              </a:extLst>
            </p:cNvPr>
            <p:cNvSpPr/>
            <p:nvPr/>
          </p:nvSpPr>
          <p:spPr>
            <a:xfrm>
              <a:off x="5587959" y="3482408"/>
              <a:ext cx="224563" cy="1024386"/>
            </a:xfrm>
            <a:prstGeom prst="rect">
              <a:avLst/>
            </a:prstGeom>
            <a:solidFill>
              <a:srgbClr val="202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69" name="任意多边形 68"/>
            <p:cNvSpPr/>
            <p:nvPr/>
          </p:nvSpPr>
          <p:spPr>
            <a:xfrm>
              <a:off x="5591175" y="3693465"/>
              <a:ext cx="234950" cy="91135"/>
            </a:xfrm>
            <a:custGeom>
              <a:avLst/>
              <a:gdLst>
                <a:gd name="connsiteX0" fmla="*/ 0 w 238125"/>
                <a:gd name="connsiteY0" fmla="*/ 73933 h 73933"/>
                <a:gd name="connsiteX1" fmla="*/ 73025 w 238125"/>
                <a:gd name="connsiteY1" fmla="*/ 908 h 73933"/>
                <a:gd name="connsiteX2" fmla="*/ 238125 w 238125"/>
                <a:gd name="connsiteY2" fmla="*/ 35833 h 73933"/>
                <a:gd name="connsiteX0" fmla="*/ 0 w 234950"/>
                <a:gd name="connsiteY0" fmla="*/ 73031 h 76206"/>
                <a:gd name="connsiteX1" fmla="*/ 73025 w 234950"/>
                <a:gd name="connsiteY1" fmla="*/ 6 h 76206"/>
                <a:gd name="connsiteX2" fmla="*/ 234950 w 234950"/>
                <a:gd name="connsiteY2" fmla="*/ 76206 h 76206"/>
                <a:gd name="connsiteX0" fmla="*/ 0 w 234950"/>
                <a:gd name="connsiteY0" fmla="*/ 149226 h 152401"/>
                <a:gd name="connsiteX1" fmla="*/ 114300 w 234950"/>
                <a:gd name="connsiteY1" fmla="*/ 1 h 152401"/>
                <a:gd name="connsiteX2" fmla="*/ 234950 w 234950"/>
                <a:gd name="connsiteY2" fmla="*/ 152401 h 152401"/>
                <a:gd name="connsiteX0" fmla="*/ 0 w 234950"/>
                <a:gd name="connsiteY0" fmla="*/ 149226 h 152401"/>
                <a:gd name="connsiteX1" fmla="*/ 114300 w 234950"/>
                <a:gd name="connsiteY1" fmla="*/ 1 h 152401"/>
                <a:gd name="connsiteX2" fmla="*/ 234950 w 234950"/>
                <a:gd name="connsiteY2" fmla="*/ 152401 h 152401"/>
                <a:gd name="connsiteX0" fmla="*/ 0 w 234950"/>
                <a:gd name="connsiteY0" fmla="*/ 149228 h 152403"/>
                <a:gd name="connsiteX1" fmla="*/ 114300 w 234950"/>
                <a:gd name="connsiteY1" fmla="*/ 3 h 152403"/>
                <a:gd name="connsiteX2" fmla="*/ 234950 w 234950"/>
                <a:gd name="connsiteY2" fmla="*/ 152403 h 152403"/>
                <a:gd name="connsiteX0" fmla="*/ 0 w 234950"/>
                <a:gd name="connsiteY0" fmla="*/ 149228 h 152403"/>
                <a:gd name="connsiteX1" fmla="*/ 114300 w 234950"/>
                <a:gd name="connsiteY1" fmla="*/ 3 h 152403"/>
                <a:gd name="connsiteX2" fmla="*/ 234950 w 234950"/>
                <a:gd name="connsiteY2" fmla="*/ 152403 h 152403"/>
                <a:gd name="connsiteX0" fmla="*/ 0 w 234950"/>
                <a:gd name="connsiteY0" fmla="*/ 95630 h 98805"/>
                <a:gd name="connsiteX1" fmla="*/ 104775 w 234950"/>
                <a:gd name="connsiteY1" fmla="*/ 3202 h 98805"/>
                <a:gd name="connsiteX2" fmla="*/ 234950 w 234950"/>
                <a:gd name="connsiteY2" fmla="*/ 98805 h 98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950" h="98805">
                  <a:moveTo>
                    <a:pt x="0" y="95630"/>
                  </a:moveTo>
                  <a:cubicBezTo>
                    <a:pt x="26194" y="11492"/>
                    <a:pt x="65617" y="2673"/>
                    <a:pt x="104775" y="3202"/>
                  </a:cubicBezTo>
                  <a:cubicBezTo>
                    <a:pt x="143933" y="3731"/>
                    <a:pt x="202671" y="-28195"/>
                    <a:pt x="234950" y="98805"/>
                  </a:cubicBezTo>
                </a:path>
              </a:pathLst>
            </a:custGeom>
            <a:noFill/>
            <a:ln w="15875">
              <a:solidFill>
                <a:srgbClr val="A9D18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5584825" y="3933825"/>
              <a:ext cx="228600" cy="47667"/>
            </a:xfrm>
            <a:custGeom>
              <a:avLst/>
              <a:gdLst>
                <a:gd name="connsiteX0" fmla="*/ 0 w 234950"/>
                <a:gd name="connsiteY0" fmla="*/ 0 h 63737"/>
                <a:gd name="connsiteX1" fmla="*/ 66675 w 234950"/>
                <a:gd name="connsiteY1" fmla="*/ 63500 h 63737"/>
                <a:gd name="connsiteX2" fmla="*/ 234950 w 234950"/>
                <a:gd name="connsiteY2" fmla="*/ 22225 h 63737"/>
                <a:gd name="connsiteX0" fmla="*/ 0 w 234950"/>
                <a:gd name="connsiteY0" fmla="*/ 0 h 47999"/>
                <a:gd name="connsiteX1" fmla="*/ 114300 w 234950"/>
                <a:gd name="connsiteY1" fmla="*/ 47625 h 47999"/>
                <a:gd name="connsiteX2" fmla="*/ 234950 w 234950"/>
                <a:gd name="connsiteY2" fmla="*/ 22225 h 47999"/>
                <a:gd name="connsiteX0" fmla="*/ 0 w 228600"/>
                <a:gd name="connsiteY0" fmla="*/ 0 h 47646"/>
                <a:gd name="connsiteX1" fmla="*/ 114300 w 228600"/>
                <a:gd name="connsiteY1" fmla="*/ 47625 h 47646"/>
                <a:gd name="connsiteX2" fmla="*/ 228600 w 228600"/>
                <a:gd name="connsiteY2" fmla="*/ 6350 h 47646"/>
                <a:gd name="connsiteX0" fmla="*/ 0 w 228600"/>
                <a:gd name="connsiteY0" fmla="*/ 0 h 47667"/>
                <a:gd name="connsiteX1" fmla="*/ 114300 w 228600"/>
                <a:gd name="connsiteY1" fmla="*/ 47625 h 47667"/>
                <a:gd name="connsiteX2" fmla="*/ 228600 w 228600"/>
                <a:gd name="connsiteY2" fmla="*/ 6350 h 4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" h="47667">
                  <a:moveTo>
                    <a:pt x="0" y="0"/>
                  </a:moveTo>
                  <a:cubicBezTo>
                    <a:pt x="13758" y="29898"/>
                    <a:pt x="76200" y="46567"/>
                    <a:pt x="114300" y="47625"/>
                  </a:cubicBezTo>
                  <a:cubicBezTo>
                    <a:pt x="152400" y="48683"/>
                    <a:pt x="209550" y="29633"/>
                    <a:pt x="228600" y="6350"/>
                  </a:cubicBezTo>
                </a:path>
              </a:pathLst>
            </a:custGeom>
            <a:noFill/>
            <a:ln w="15875">
              <a:solidFill>
                <a:srgbClr val="A9D18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1620B1A8-7066-47FF-B829-970BB04EB030}"/>
                </a:ext>
              </a:extLst>
            </p:cNvPr>
            <p:cNvSpPr/>
            <p:nvPr/>
          </p:nvSpPr>
          <p:spPr>
            <a:xfrm>
              <a:off x="4934288" y="3849851"/>
              <a:ext cx="1495642" cy="1486034"/>
            </a:xfrm>
            <a:prstGeom prst="ellipse">
              <a:avLst/>
            </a:prstGeom>
            <a:noFill/>
            <a:ln w="15875">
              <a:solidFill>
                <a:schemeClr val="accent6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/>
                <p:cNvSpPr txBox="1"/>
                <p:nvPr/>
              </p:nvSpPr>
              <p:spPr>
                <a:xfrm>
                  <a:off x="7034778" y="4438441"/>
                  <a:ext cx="39203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4778" y="4438441"/>
                  <a:ext cx="392030" cy="307777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5625" r="-3125" b="-1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直接箭头连接符 72"/>
            <p:cNvCxnSpPr/>
            <p:nvPr/>
          </p:nvCxnSpPr>
          <p:spPr>
            <a:xfrm>
              <a:off x="6614242" y="4592412"/>
              <a:ext cx="335923" cy="0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/>
              <p:cNvSpPr/>
              <p:nvPr/>
            </p:nvSpPr>
            <p:spPr>
              <a:xfrm>
                <a:off x="6022142" y="492432"/>
                <a:ext cx="5606407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磁场能量密度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zh-CN" altLang="en-US" sz="2400" i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en-US" sz="24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𝐵𝐻</m:t>
                    </m:r>
                  </m:oMath>
                </a14:m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2" name="矩形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142" y="492432"/>
                <a:ext cx="5606407" cy="710194"/>
              </a:xfrm>
              <a:prstGeom prst="rect">
                <a:avLst/>
              </a:prstGeom>
              <a:blipFill rotWithShape="0">
                <a:blip r:embed="rId4"/>
                <a:stretch>
                  <a:fillRect l="-1739" b="-17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直接连接符 82"/>
          <p:cNvCxnSpPr/>
          <p:nvPr/>
        </p:nvCxnSpPr>
        <p:spPr>
          <a:xfrm>
            <a:off x="6151417" y="1202626"/>
            <a:ext cx="1797628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8156230" y="1384361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单位体积包含的磁场能量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7949045" y="1202626"/>
            <a:ext cx="297180" cy="29718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877833"/>
              </p:ext>
            </p:extLst>
          </p:nvPr>
        </p:nvGraphicFramePr>
        <p:xfrm>
          <a:off x="6022140" y="2233506"/>
          <a:ext cx="59285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2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2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2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FF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磁性材料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空气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铁氧体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粉末铁芯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FFFF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相对磁导率</a:t>
                      </a:r>
                      <a:r>
                        <a:rPr lang="en-US" altLang="zh-CN" b="1" dirty="0">
                          <a:solidFill>
                            <a:srgbClr val="FFFF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μ</a:t>
                      </a:r>
                      <a:endParaRPr lang="zh-CN" altLang="en-US" b="1" dirty="0">
                        <a:solidFill>
                          <a:srgbClr val="FFFF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100~15000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10~550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椭圆 5"/>
          <p:cNvSpPr/>
          <p:nvPr/>
        </p:nvSpPr>
        <p:spPr>
          <a:xfrm>
            <a:off x="1177636" y="3473957"/>
            <a:ext cx="581891" cy="884046"/>
          </a:xfrm>
          <a:prstGeom prst="ellipse">
            <a:avLst/>
          </a:prstGeom>
          <a:solidFill>
            <a:srgbClr val="FFFF00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>
            <a:stCxn id="6" idx="7"/>
          </p:cNvCxnSpPr>
          <p:nvPr/>
        </p:nvCxnSpPr>
        <p:spPr>
          <a:xfrm flipV="1">
            <a:off x="1674311" y="3473956"/>
            <a:ext cx="504823" cy="129467"/>
          </a:xfrm>
          <a:prstGeom prst="line">
            <a:avLst/>
          </a:prstGeom>
          <a:ln w="127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191834" y="3473956"/>
            <a:ext cx="868866" cy="0"/>
          </a:xfrm>
          <a:prstGeom prst="line">
            <a:avLst/>
          </a:prstGeom>
          <a:ln w="127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048000" y="3290890"/>
            <a:ext cx="42883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气隙处的储能密度提升了成百上千倍</a:t>
            </a:r>
          </a:p>
        </p:txBody>
      </p:sp>
      <p:sp>
        <p:nvSpPr>
          <p:cNvPr id="12" name="矩形 11"/>
          <p:cNvSpPr/>
          <p:nvPr/>
        </p:nvSpPr>
        <p:spPr>
          <a:xfrm>
            <a:off x="6031765" y="4514613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气隙增大了存储能量的能力</a:t>
            </a:r>
            <a:endParaRPr lang="zh-CN" altLang="en-US" sz="28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690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4" grpId="0"/>
      <p:bldP spid="6" grpId="0" animBg="1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4880283" y="746066"/>
            <a:ext cx="2431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气隙越大越好吗？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31164" y="1265383"/>
            <a:ext cx="729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93958" y="1907314"/>
            <a:ext cx="680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空芯电感永不饱和，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，电流不能无穷大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954581" y="3668921"/>
                <a:ext cx="4282839" cy="5555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磁场能量密度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zh-CN" altLang="en-US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en-US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zh-CN" altLang="en-US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1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zh-CN" altLang="en-US" b="1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zh-CN" altLang="en-US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sSup>
                      <m:sSupPr>
                        <m:ctrlPr>
                          <a:rPr lang="zh-CN" alt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zh-CN" altLang="en-US" b="1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zh-CN" altLang="en-US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𝐵𝐻</m:t>
                    </m:r>
                  </m:oMath>
                </a14:m>
                <a:endPara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581" y="3668921"/>
                <a:ext cx="4282839" cy="555537"/>
              </a:xfrm>
              <a:prstGeom prst="rect">
                <a:avLst/>
              </a:prstGeom>
              <a:blipFill rotWithShape="0">
                <a:blip r:embed="rId2"/>
                <a:stretch>
                  <a:fillRect l="-1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4136361" y="3060341"/>
            <a:ext cx="3919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同电流不加气隙储能更高</a:t>
            </a:r>
          </a:p>
        </p:txBody>
      </p:sp>
      <p:sp>
        <p:nvSpPr>
          <p:cNvPr id="9" name="下箭头 8"/>
          <p:cNvSpPr/>
          <p:nvPr/>
        </p:nvSpPr>
        <p:spPr>
          <a:xfrm>
            <a:off x="5895110" y="4674164"/>
            <a:ext cx="401781" cy="406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4736532" y="5272808"/>
            <a:ext cx="2718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气隙大小需要合适</a:t>
            </a:r>
          </a:p>
        </p:txBody>
      </p:sp>
    </p:spTree>
    <p:extLst>
      <p:ext uri="{BB962C8B-B14F-4D97-AF65-F5344CB8AC3E}">
        <p14:creationId xmlns:p14="http://schemas.microsoft.com/office/powerpoint/2010/main" val="246126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8" grpId="0"/>
      <p:bldP spid="9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4880283" y="746066"/>
            <a:ext cx="2431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合适的气隙大小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8418596" y="2660740"/>
            <a:ext cx="1622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合适气隙</a:t>
            </a:r>
          </a:p>
        </p:txBody>
      </p:sp>
      <p:sp>
        <p:nvSpPr>
          <p:cNvPr id="3" name="矩形 2"/>
          <p:cNvSpPr/>
          <p:nvPr/>
        </p:nvSpPr>
        <p:spPr>
          <a:xfrm>
            <a:off x="2594064" y="2078182"/>
            <a:ext cx="1668593" cy="71017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满足电流大小</a:t>
            </a:r>
          </a:p>
        </p:txBody>
      </p:sp>
      <p:sp>
        <p:nvSpPr>
          <p:cNvPr id="10" name="矩形 9"/>
          <p:cNvSpPr/>
          <p:nvPr/>
        </p:nvSpPr>
        <p:spPr>
          <a:xfrm>
            <a:off x="2594063" y="3122405"/>
            <a:ext cx="1668593" cy="71017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体积不能太大</a:t>
            </a:r>
          </a:p>
        </p:txBody>
      </p:sp>
      <p:sp>
        <p:nvSpPr>
          <p:cNvPr id="11" name="矩形 10"/>
          <p:cNvSpPr/>
          <p:nvPr/>
        </p:nvSpPr>
        <p:spPr>
          <a:xfrm>
            <a:off x="4880283" y="2078182"/>
            <a:ext cx="1668593" cy="71017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气隙不能太小</a:t>
            </a:r>
          </a:p>
        </p:txBody>
      </p:sp>
      <p:sp>
        <p:nvSpPr>
          <p:cNvPr id="12" name="矩形 11"/>
          <p:cNvSpPr/>
          <p:nvPr/>
        </p:nvSpPr>
        <p:spPr>
          <a:xfrm>
            <a:off x="4880282" y="3122405"/>
            <a:ext cx="1668593" cy="71017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气隙不能太大</a:t>
            </a:r>
          </a:p>
        </p:txBody>
      </p:sp>
      <p:cxnSp>
        <p:nvCxnSpPr>
          <p:cNvPr id="17" name="直接箭头连接符 16"/>
          <p:cNvCxnSpPr>
            <a:stCxn id="3" idx="3"/>
            <a:endCxn id="11" idx="1"/>
          </p:cNvCxnSpPr>
          <p:nvPr/>
        </p:nvCxnSpPr>
        <p:spPr>
          <a:xfrm>
            <a:off x="4262657" y="2433269"/>
            <a:ext cx="617626" cy="0"/>
          </a:xfrm>
          <a:prstGeom prst="straightConnector1">
            <a:avLst/>
          </a:prstGeom>
          <a:ln w="317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4262657" y="3477492"/>
            <a:ext cx="617626" cy="0"/>
          </a:xfrm>
          <a:prstGeom prst="straightConnector1">
            <a:avLst/>
          </a:prstGeom>
          <a:ln w="317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11" idx="3"/>
          </p:cNvCxnSpPr>
          <p:nvPr/>
        </p:nvCxnSpPr>
        <p:spPr>
          <a:xfrm>
            <a:off x="6548876" y="2433269"/>
            <a:ext cx="315428" cy="501842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2" idx="3"/>
          </p:cNvCxnSpPr>
          <p:nvPr/>
        </p:nvCxnSpPr>
        <p:spPr>
          <a:xfrm flipV="1">
            <a:off x="6548875" y="2935111"/>
            <a:ext cx="315429" cy="542381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6867306" y="2925188"/>
            <a:ext cx="1352769" cy="8059"/>
          </a:xfrm>
          <a:prstGeom prst="straightConnector1">
            <a:avLst/>
          </a:prstGeom>
          <a:ln w="317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7137403" y="2532663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二者综合</a:t>
            </a:r>
          </a:p>
        </p:txBody>
      </p:sp>
    </p:spTree>
    <p:extLst>
      <p:ext uri="{BB962C8B-B14F-4D97-AF65-F5344CB8AC3E}">
        <p14:creationId xmlns:p14="http://schemas.microsoft.com/office/powerpoint/2010/main" val="256839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3" grpId="0" animBg="1"/>
      <p:bldP spid="10" grpId="0" animBg="1"/>
      <p:bldP spid="11" grpId="0" animBg="1"/>
      <p:bldP spid="12" grpId="0" animBg="1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/>
          <p:cNvCxnSpPr/>
          <p:nvPr/>
        </p:nvCxnSpPr>
        <p:spPr>
          <a:xfrm>
            <a:off x="2259330" y="3537922"/>
            <a:ext cx="789744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6112105" y="1353996"/>
            <a:ext cx="0" cy="418364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>
          <a:xfrm>
            <a:off x="5107593" y="1802919"/>
            <a:ext cx="2022202" cy="3515755"/>
            <a:chOff x="4661823" y="1160831"/>
            <a:chExt cx="2022202" cy="3464741"/>
          </a:xfrm>
        </p:grpSpPr>
        <p:sp>
          <p:nvSpPr>
            <p:cNvPr id="8" name="任意多边形 7"/>
            <p:cNvSpPr/>
            <p:nvPr/>
          </p:nvSpPr>
          <p:spPr>
            <a:xfrm rot="803021">
              <a:off x="5989371" y="1160831"/>
              <a:ext cx="694654" cy="712046"/>
            </a:xfrm>
            <a:custGeom>
              <a:avLst/>
              <a:gdLst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61 h 290573"/>
                <a:gd name="connsiteX1" fmla="*/ 226219 w 745331"/>
                <a:gd name="connsiteY1" fmla="*/ 83405 h 290573"/>
                <a:gd name="connsiteX2" fmla="*/ 0 w 745331"/>
                <a:gd name="connsiteY2" fmla="*/ 290573 h 290573"/>
                <a:gd name="connsiteX0" fmla="*/ 749148 w 749148"/>
                <a:gd name="connsiteY0" fmla="*/ 33 h 315892"/>
                <a:gd name="connsiteX1" fmla="*/ 226219 w 749148"/>
                <a:gd name="connsiteY1" fmla="*/ 108724 h 315892"/>
                <a:gd name="connsiteX2" fmla="*/ 0 w 749148"/>
                <a:gd name="connsiteY2" fmla="*/ 315892 h 315892"/>
                <a:gd name="connsiteX0" fmla="*/ 749148 w 749148"/>
                <a:gd name="connsiteY0" fmla="*/ 0 h 315859"/>
                <a:gd name="connsiteX1" fmla="*/ 226219 w 749148"/>
                <a:gd name="connsiteY1" fmla="*/ 108691 h 315859"/>
                <a:gd name="connsiteX2" fmla="*/ 0 w 749148"/>
                <a:gd name="connsiteY2" fmla="*/ 315859 h 315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9148" h="315859">
                  <a:moveTo>
                    <a:pt x="749148" y="0"/>
                  </a:moveTo>
                  <a:cubicBezTo>
                    <a:pt x="514302" y="26109"/>
                    <a:pt x="333772" y="53129"/>
                    <a:pt x="226219" y="108691"/>
                  </a:cubicBezTo>
                  <a:cubicBezTo>
                    <a:pt x="118666" y="164253"/>
                    <a:pt x="50998" y="236484"/>
                    <a:pt x="0" y="315859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 rot="803021">
              <a:off x="5633155" y="1749581"/>
              <a:ext cx="152355" cy="1148772"/>
            </a:xfrm>
            <a:custGeom>
              <a:avLst/>
              <a:gdLst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307" h="509588">
                  <a:moveTo>
                    <a:pt x="164307" y="0"/>
                  </a:moveTo>
                  <a:cubicBezTo>
                    <a:pt x="117475" y="76597"/>
                    <a:pt x="94061" y="153194"/>
                    <a:pt x="66676" y="238125"/>
                  </a:cubicBezTo>
                  <a:cubicBezTo>
                    <a:pt x="39292" y="323056"/>
                    <a:pt x="12699" y="447279"/>
                    <a:pt x="0" y="509588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rot="803021">
              <a:off x="4795474" y="2787388"/>
              <a:ext cx="498812" cy="1832483"/>
            </a:xfrm>
            <a:custGeom>
              <a:avLst/>
              <a:gdLst>
                <a:gd name="connsiteX0" fmla="*/ 546100 w 546100"/>
                <a:gd name="connsiteY0" fmla="*/ 0 h 809625"/>
                <a:gd name="connsiteX1" fmla="*/ 428625 w 546100"/>
                <a:gd name="connsiteY1" fmla="*/ 460375 h 809625"/>
                <a:gd name="connsiteX2" fmla="*/ 260350 w 546100"/>
                <a:gd name="connsiteY2" fmla="*/ 717550 h 809625"/>
                <a:gd name="connsiteX3" fmla="*/ 0 w 546100"/>
                <a:gd name="connsiteY3" fmla="*/ 809625 h 809625"/>
                <a:gd name="connsiteX0" fmla="*/ 546100 w 546100"/>
                <a:gd name="connsiteY0" fmla="*/ 0 h 796925"/>
                <a:gd name="connsiteX1" fmla="*/ 428625 w 546100"/>
                <a:gd name="connsiteY1" fmla="*/ 460375 h 796925"/>
                <a:gd name="connsiteX2" fmla="*/ 260350 w 546100"/>
                <a:gd name="connsiteY2" fmla="*/ 717550 h 796925"/>
                <a:gd name="connsiteX3" fmla="*/ 0 w 546100"/>
                <a:gd name="connsiteY3" fmla="*/ 796925 h 796925"/>
                <a:gd name="connsiteX0" fmla="*/ 552450 w 552450"/>
                <a:gd name="connsiteY0" fmla="*/ 0 h 796925"/>
                <a:gd name="connsiteX1" fmla="*/ 428625 w 552450"/>
                <a:gd name="connsiteY1" fmla="*/ 460375 h 796925"/>
                <a:gd name="connsiteX2" fmla="*/ 260350 w 552450"/>
                <a:gd name="connsiteY2" fmla="*/ 717550 h 796925"/>
                <a:gd name="connsiteX3" fmla="*/ 0 w 552450"/>
                <a:gd name="connsiteY3" fmla="*/ 796925 h 796925"/>
                <a:gd name="connsiteX0" fmla="*/ 537943 w 537943"/>
                <a:gd name="connsiteY0" fmla="*/ 0 h 812878"/>
                <a:gd name="connsiteX1" fmla="*/ 414118 w 537943"/>
                <a:gd name="connsiteY1" fmla="*/ 460375 h 812878"/>
                <a:gd name="connsiteX2" fmla="*/ 245843 w 537943"/>
                <a:gd name="connsiteY2" fmla="*/ 717550 h 812878"/>
                <a:gd name="connsiteX3" fmla="*/ 0 w 537943"/>
                <a:gd name="connsiteY3" fmla="*/ 812878 h 812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943" h="812878">
                  <a:moveTo>
                    <a:pt x="537943" y="0"/>
                  </a:moveTo>
                  <a:cubicBezTo>
                    <a:pt x="503018" y="170391"/>
                    <a:pt x="462801" y="340783"/>
                    <a:pt x="414118" y="460375"/>
                  </a:cubicBezTo>
                  <a:cubicBezTo>
                    <a:pt x="365435" y="579967"/>
                    <a:pt x="317280" y="661458"/>
                    <a:pt x="245843" y="717550"/>
                  </a:cubicBezTo>
                  <a:cubicBezTo>
                    <a:pt x="174406" y="773642"/>
                    <a:pt x="94456" y="795944"/>
                    <a:pt x="0" y="812878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 rot="803021">
              <a:off x="4661823" y="3913388"/>
              <a:ext cx="653040" cy="712184"/>
            </a:xfrm>
            <a:custGeom>
              <a:avLst/>
              <a:gdLst>
                <a:gd name="connsiteX0" fmla="*/ 0 w 714375"/>
                <a:gd name="connsiteY0" fmla="*/ 298450 h 299084"/>
                <a:gd name="connsiteX1" fmla="*/ 292100 w 714375"/>
                <a:gd name="connsiteY1" fmla="*/ 279400 h 299084"/>
                <a:gd name="connsiteX2" fmla="*/ 555625 w 714375"/>
                <a:gd name="connsiteY2" fmla="*/ 168275 h 299084"/>
                <a:gd name="connsiteX3" fmla="*/ 714375 w 714375"/>
                <a:gd name="connsiteY3" fmla="*/ 0 h 299084"/>
                <a:gd name="connsiteX4" fmla="*/ 714375 w 714375"/>
                <a:gd name="connsiteY4" fmla="*/ 0 h 299084"/>
                <a:gd name="connsiteX0" fmla="*/ 0 w 704270"/>
                <a:gd name="connsiteY0" fmla="*/ 315920 h 316010"/>
                <a:gd name="connsiteX1" fmla="*/ 281995 w 704270"/>
                <a:gd name="connsiteY1" fmla="*/ 279400 h 316010"/>
                <a:gd name="connsiteX2" fmla="*/ 545520 w 704270"/>
                <a:gd name="connsiteY2" fmla="*/ 168275 h 316010"/>
                <a:gd name="connsiteX3" fmla="*/ 704270 w 704270"/>
                <a:gd name="connsiteY3" fmla="*/ 0 h 316010"/>
                <a:gd name="connsiteX4" fmla="*/ 704270 w 704270"/>
                <a:gd name="connsiteY4" fmla="*/ 0 h 316010"/>
                <a:gd name="connsiteX0" fmla="*/ 0 w 704270"/>
                <a:gd name="connsiteY0" fmla="*/ 315920 h 315920"/>
                <a:gd name="connsiteX1" fmla="*/ 281995 w 704270"/>
                <a:gd name="connsiteY1" fmla="*/ 279400 h 315920"/>
                <a:gd name="connsiteX2" fmla="*/ 545520 w 704270"/>
                <a:gd name="connsiteY2" fmla="*/ 168275 h 315920"/>
                <a:gd name="connsiteX3" fmla="*/ 704270 w 704270"/>
                <a:gd name="connsiteY3" fmla="*/ 0 h 315920"/>
                <a:gd name="connsiteX4" fmla="*/ 704270 w 704270"/>
                <a:gd name="connsiteY4" fmla="*/ 0 h 315920"/>
                <a:gd name="connsiteX0" fmla="*/ 0 w 704270"/>
                <a:gd name="connsiteY0" fmla="*/ 315920 h 315920"/>
                <a:gd name="connsiteX1" fmla="*/ 287233 w 704270"/>
                <a:gd name="connsiteY1" fmla="*/ 270201 h 315920"/>
                <a:gd name="connsiteX2" fmla="*/ 545520 w 704270"/>
                <a:gd name="connsiteY2" fmla="*/ 168275 h 315920"/>
                <a:gd name="connsiteX3" fmla="*/ 704270 w 704270"/>
                <a:gd name="connsiteY3" fmla="*/ 0 h 315920"/>
                <a:gd name="connsiteX4" fmla="*/ 704270 w 704270"/>
                <a:gd name="connsiteY4" fmla="*/ 0 h 31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270" h="315920">
                  <a:moveTo>
                    <a:pt x="0" y="315920"/>
                  </a:moveTo>
                  <a:cubicBezTo>
                    <a:pt x="105822" y="300362"/>
                    <a:pt x="196313" y="294809"/>
                    <a:pt x="287233" y="270201"/>
                  </a:cubicBezTo>
                  <a:cubicBezTo>
                    <a:pt x="378153" y="245594"/>
                    <a:pt x="476014" y="213308"/>
                    <a:pt x="545520" y="168275"/>
                  </a:cubicBezTo>
                  <a:cubicBezTo>
                    <a:pt x="615026" y="123242"/>
                    <a:pt x="704270" y="0"/>
                    <a:pt x="704270" y="0"/>
                  </a:cubicBezTo>
                  <a:lnTo>
                    <a:pt x="704270" y="0"/>
                  </a:ln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 rot="803021">
              <a:off x="5516516" y="2906873"/>
              <a:ext cx="144258" cy="1123720"/>
            </a:xfrm>
            <a:custGeom>
              <a:avLst/>
              <a:gdLst>
                <a:gd name="connsiteX0" fmla="*/ 0 w 161925"/>
                <a:gd name="connsiteY0" fmla="*/ 495300 h 495300"/>
                <a:gd name="connsiteX1" fmla="*/ 88900 w 161925"/>
                <a:gd name="connsiteY1" fmla="*/ 285750 h 495300"/>
                <a:gd name="connsiteX2" fmla="*/ 161925 w 161925"/>
                <a:gd name="connsiteY2" fmla="*/ 0 h 495300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75" h="498475">
                  <a:moveTo>
                    <a:pt x="0" y="498475"/>
                  </a:moveTo>
                  <a:cubicBezTo>
                    <a:pt x="30956" y="434975"/>
                    <a:pt x="62971" y="372004"/>
                    <a:pt x="88900" y="288925"/>
                  </a:cubicBezTo>
                  <a:cubicBezTo>
                    <a:pt x="114829" y="205846"/>
                    <a:pt x="151606" y="53975"/>
                    <a:pt x="155575" y="0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 rot="803021">
              <a:off x="5996541" y="1161667"/>
              <a:ext cx="547747" cy="1872952"/>
            </a:xfrm>
            <a:custGeom>
              <a:avLst/>
              <a:gdLst>
                <a:gd name="connsiteX0" fmla="*/ 0 w 587375"/>
                <a:gd name="connsiteY0" fmla="*/ 800100 h 800100"/>
                <a:gd name="connsiteX1" fmla="*/ 57150 w 587375"/>
                <a:gd name="connsiteY1" fmla="*/ 533400 h 800100"/>
                <a:gd name="connsiteX2" fmla="*/ 187325 w 587375"/>
                <a:gd name="connsiteY2" fmla="*/ 196850 h 800100"/>
                <a:gd name="connsiteX3" fmla="*/ 377825 w 587375"/>
                <a:gd name="connsiteY3" fmla="*/ 60325 h 800100"/>
                <a:gd name="connsiteX4" fmla="*/ 587375 w 587375"/>
                <a:gd name="connsiteY4" fmla="*/ 0 h 800100"/>
                <a:gd name="connsiteX0" fmla="*/ 0 w 590717"/>
                <a:gd name="connsiteY0" fmla="*/ 830830 h 830830"/>
                <a:gd name="connsiteX1" fmla="*/ 57150 w 590717"/>
                <a:gd name="connsiteY1" fmla="*/ 564130 h 830830"/>
                <a:gd name="connsiteX2" fmla="*/ 187325 w 590717"/>
                <a:gd name="connsiteY2" fmla="*/ 227580 h 830830"/>
                <a:gd name="connsiteX3" fmla="*/ 377825 w 590717"/>
                <a:gd name="connsiteY3" fmla="*/ 91055 h 830830"/>
                <a:gd name="connsiteX4" fmla="*/ 590717 w 590717"/>
                <a:gd name="connsiteY4" fmla="*/ 0 h 830830"/>
                <a:gd name="connsiteX0" fmla="*/ 0 w 590717"/>
                <a:gd name="connsiteY0" fmla="*/ 830830 h 830830"/>
                <a:gd name="connsiteX1" fmla="*/ 57150 w 590717"/>
                <a:gd name="connsiteY1" fmla="*/ 564130 h 830830"/>
                <a:gd name="connsiteX2" fmla="*/ 187325 w 590717"/>
                <a:gd name="connsiteY2" fmla="*/ 227580 h 830830"/>
                <a:gd name="connsiteX3" fmla="*/ 366763 w 590717"/>
                <a:gd name="connsiteY3" fmla="*/ 85624 h 830830"/>
                <a:gd name="connsiteX4" fmla="*/ 590717 w 590717"/>
                <a:gd name="connsiteY4" fmla="*/ 0 h 83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0717" h="830830">
                  <a:moveTo>
                    <a:pt x="0" y="830830"/>
                  </a:moveTo>
                  <a:cubicBezTo>
                    <a:pt x="12964" y="747751"/>
                    <a:pt x="25929" y="664672"/>
                    <a:pt x="57150" y="564130"/>
                  </a:cubicBezTo>
                  <a:cubicBezTo>
                    <a:pt x="88371" y="463588"/>
                    <a:pt x="135723" y="307331"/>
                    <a:pt x="187325" y="227580"/>
                  </a:cubicBezTo>
                  <a:cubicBezTo>
                    <a:pt x="238927" y="147829"/>
                    <a:pt x="300088" y="118432"/>
                    <a:pt x="366763" y="85624"/>
                  </a:cubicBezTo>
                  <a:cubicBezTo>
                    <a:pt x="433438" y="52816"/>
                    <a:pt x="519279" y="13758"/>
                    <a:pt x="590717" y="0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9963632" y="35694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H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798372" y="13203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B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2259330" y="3333357"/>
            <a:ext cx="7663131" cy="408527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/>
        </p:nvGrpSpPr>
        <p:grpSpPr>
          <a:xfrm>
            <a:off x="3489250" y="1896248"/>
            <a:ext cx="5304441" cy="3293887"/>
            <a:chOff x="3043480" y="1236376"/>
            <a:chExt cx="5304441" cy="3293887"/>
          </a:xfrm>
        </p:grpSpPr>
        <p:sp>
          <p:nvSpPr>
            <p:cNvPr id="35" name="任意多边形 34"/>
            <p:cNvSpPr/>
            <p:nvPr/>
          </p:nvSpPr>
          <p:spPr>
            <a:xfrm rot="2796524">
              <a:off x="7299768" y="894162"/>
              <a:ext cx="427026" cy="1111453"/>
            </a:xfrm>
            <a:custGeom>
              <a:avLst/>
              <a:gdLst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61 h 290573"/>
                <a:gd name="connsiteX1" fmla="*/ 226219 w 745331"/>
                <a:gd name="connsiteY1" fmla="*/ 83405 h 290573"/>
                <a:gd name="connsiteX2" fmla="*/ 0 w 745331"/>
                <a:gd name="connsiteY2" fmla="*/ 290573 h 290573"/>
                <a:gd name="connsiteX0" fmla="*/ 560041 w 560041"/>
                <a:gd name="connsiteY0" fmla="*/ 45 h 301691"/>
                <a:gd name="connsiteX1" fmla="*/ 226219 w 560041"/>
                <a:gd name="connsiteY1" fmla="*/ 94523 h 301691"/>
                <a:gd name="connsiteX2" fmla="*/ 0 w 560041"/>
                <a:gd name="connsiteY2" fmla="*/ 301691 h 301691"/>
                <a:gd name="connsiteX0" fmla="*/ 560041 w 560041"/>
                <a:gd name="connsiteY0" fmla="*/ 0 h 301646"/>
                <a:gd name="connsiteX1" fmla="*/ 226219 w 560041"/>
                <a:gd name="connsiteY1" fmla="*/ 94478 h 301646"/>
                <a:gd name="connsiteX2" fmla="*/ 0 w 560041"/>
                <a:gd name="connsiteY2" fmla="*/ 301646 h 301646"/>
                <a:gd name="connsiteX0" fmla="*/ 560041 w 560041"/>
                <a:gd name="connsiteY0" fmla="*/ 0 h 301646"/>
                <a:gd name="connsiteX1" fmla="*/ 226219 w 560041"/>
                <a:gd name="connsiteY1" fmla="*/ 94478 h 301646"/>
                <a:gd name="connsiteX2" fmla="*/ 0 w 560041"/>
                <a:gd name="connsiteY2" fmla="*/ 301646 h 301646"/>
                <a:gd name="connsiteX0" fmla="*/ 560041 w 560041"/>
                <a:gd name="connsiteY0" fmla="*/ 0 h 301646"/>
                <a:gd name="connsiteX1" fmla="*/ 239646 w 560041"/>
                <a:gd name="connsiteY1" fmla="*/ 97798 h 301646"/>
                <a:gd name="connsiteX2" fmla="*/ 0 w 560041"/>
                <a:gd name="connsiteY2" fmla="*/ 301646 h 301646"/>
                <a:gd name="connsiteX0" fmla="*/ 655626 w 655626"/>
                <a:gd name="connsiteY0" fmla="*/ 0 h 319585"/>
                <a:gd name="connsiteX1" fmla="*/ 239646 w 655626"/>
                <a:gd name="connsiteY1" fmla="*/ 115737 h 319585"/>
                <a:gd name="connsiteX2" fmla="*/ 0 w 655626"/>
                <a:gd name="connsiteY2" fmla="*/ 319585 h 31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5626" h="319585">
                  <a:moveTo>
                    <a:pt x="655626" y="0"/>
                  </a:moveTo>
                  <a:cubicBezTo>
                    <a:pt x="563802" y="22817"/>
                    <a:pt x="347199" y="60175"/>
                    <a:pt x="239646" y="115737"/>
                  </a:cubicBezTo>
                  <a:cubicBezTo>
                    <a:pt x="132093" y="171299"/>
                    <a:pt x="50998" y="240210"/>
                    <a:pt x="0" y="319585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6" name="任意多边形 35"/>
            <p:cNvSpPr/>
            <p:nvPr/>
          </p:nvSpPr>
          <p:spPr>
            <a:xfrm rot="2796524">
              <a:off x="6228567" y="1360247"/>
              <a:ext cx="107017" cy="1772248"/>
            </a:xfrm>
            <a:custGeom>
              <a:avLst/>
              <a:gdLst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307" h="509588">
                  <a:moveTo>
                    <a:pt x="164307" y="0"/>
                  </a:moveTo>
                  <a:cubicBezTo>
                    <a:pt x="117475" y="76597"/>
                    <a:pt x="94061" y="153194"/>
                    <a:pt x="66676" y="238125"/>
                  </a:cubicBezTo>
                  <a:cubicBezTo>
                    <a:pt x="39292" y="323056"/>
                    <a:pt x="12699" y="447279"/>
                    <a:pt x="0" y="509588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/>
          </p:nvSpPr>
          <p:spPr>
            <a:xfrm rot="2796524">
              <a:off x="4308395" y="2267102"/>
              <a:ext cx="304167" cy="2833998"/>
            </a:xfrm>
            <a:custGeom>
              <a:avLst/>
              <a:gdLst>
                <a:gd name="connsiteX0" fmla="*/ 546100 w 546100"/>
                <a:gd name="connsiteY0" fmla="*/ 0 h 809625"/>
                <a:gd name="connsiteX1" fmla="*/ 428625 w 546100"/>
                <a:gd name="connsiteY1" fmla="*/ 460375 h 809625"/>
                <a:gd name="connsiteX2" fmla="*/ 260350 w 546100"/>
                <a:gd name="connsiteY2" fmla="*/ 717550 h 809625"/>
                <a:gd name="connsiteX3" fmla="*/ 0 w 546100"/>
                <a:gd name="connsiteY3" fmla="*/ 809625 h 809625"/>
                <a:gd name="connsiteX0" fmla="*/ 546100 w 546100"/>
                <a:gd name="connsiteY0" fmla="*/ 0 h 796925"/>
                <a:gd name="connsiteX1" fmla="*/ 428625 w 546100"/>
                <a:gd name="connsiteY1" fmla="*/ 460375 h 796925"/>
                <a:gd name="connsiteX2" fmla="*/ 260350 w 546100"/>
                <a:gd name="connsiteY2" fmla="*/ 717550 h 796925"/>
                <a:gd name="connsiteX3" fmla="*/ 0 w 546100"/>
                <a:gd name="connsiteY3" fmla="*/ 796925 h 796925"/>
                <a:gd name="connsiteX0" fmla="*/ 552450 w 552450"/>
                <a:gd name="connsiteY0" fmla="*/ 0 h 796925"/>
                <a:gd name="connsiteX1" fmla="*/ 428625 w 552450"/>
                <a:gd name="connsiteY1" fmla="*/ 460375 h 796925"/>
                <a:gd name="connsiteX2" fmla="*/ 260350 w 552450"/>
                <a:gd name="connsiteY2" fmla="*/ 717550 h 796925"/>
                <a:gd name="connsiteX3" fmla="*/ 0 w 552450"/>
                <a:gd name="connsiteY3" fmla="*/ 796925 h 796925"/>
                <a:gd name="connsiteX0" fmla="*/ 469365 w 469365"/>
                <a:gd name="connsiteY0" fmla="*/ 0 h 816346"/>
                <a:gd name="connsiteX1" fmla="*/ 345540 w 469365"/>
                <a:gd name="connsiteY1" fmla="*/ 460375 h 816346"/>
                <a:gd name="connsiteX2" fmla="*/ 177265 w 469365"/>
                <a:gd name="connsiteY2" fmla="*/ 717550 h 816346"/>
                <a:gd name="connsiteX3" fmla="*/ 0 w 469365"/>
                <a:gd name="connsiteY3" fmla="*/ 816346 h 816346"/>
                <a:gd name="connsiteX0" fmla="*/ 469365 w 469365"/>
                <a:gd name="connsiteY0" fmla="*/ 0 h 816346"/>
                <a:gd name="connsiteX1" fmla="*/ 345540 w 469365"/>
                <a:gd name="connsiteY1" fmla="*/ 460375 h 816346"/>
                <a:gd name="connsiteX2" fmla="*/ 177265 w 469365"/>
                <a:gd name="connsiteY2" fmla="*/ 717550 h 816346"/>
                <a:gd name="connsiteX3" fmla="*/ 0 w 469365"/>
                <a:gd name="connsiteY3" fmla="*/ 816346 h 816346"/>
                <a:gd name="connsiteX0" fmla="*/ 466998 w 466998"/>
                <a:gd name="connsiteY0" fmla="*/ 0 h 814881"/>
                <a:gd name="connsiteX1" fmla="*/ 343173 w 466998"/>
                <a:gd name="connsiteY1" fmla="*/ 460375 h 814881"/>
                <a:gd name="connsiteX2" fmla="*/ 174898 w 466998"/>
                <a:gd name="connsiteY2" fmla="*/ 717550 h 814881"/>
                <a:gd name="connsiteX3" fmla="*/ 0 w 466998"/>
                <a:gd name="connsiteY3" fmla="*/ 814881 h 814881"/>
                <a:gd name="connsiteX0" fmla="*/ 466998 w 466998"/>
                <a:gd name="connsiteY0" fmla="*/ 0 h 814881"/>
                <a:gd name="connsiteX1" fmla="*/ 343173 w 466998"/>
                <a:gd name="connsiteY1" fmla="*/ 460375 h 814881"/>
                <a:gd name="connsiteX2" fmla="*/ 200885 w 466998"/>
                <a:gd name="connsiteY2" fmla="*/ 718382 h 814881"/>
                <a:gd name="connsiteX3" fmla="*/ 0 w 466998"/>
                <a:gd name="connsiteY3" fmla="*/ 814881 h 81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6998" h="814881">
                  <a:moveTo>
                    <a:pt x="466998" y="0"/>
                  </a:moveTo>
                  <a:cubicBezTo>
                    <a:pt x="432073" y="170391"/>
                    <a:pt x="387525" y="340645"/>
                    <a:pt x="343173" y="460375"/>
                  </a:cubicBezTo>
                  <a:cubicBezTo>
                    <a:pt x="298821" y="580105"/>
                    <a:pt x="272322" y="662290"/>
                    <a:pt x="200885" y="718382"/>
                  </a:cubicBezTo>
                  <a:cubicBezTo>
                    <a:pt x="129448" y="774474"/>
                    <a:pt x="75861" y="794654"/>
                    <a:pt x="0" y="814881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/>
          </p:nvSpPr>
          <p:spPr>
            <a:xfrm rot="2796524">
              <a:off x="3650228" y="3763514"/>
              <a:ext cx="419353" cy="1114145"/>
            </a:xfrm>
            <a:custGeom>
              <a:avLst/>
              <a:gdLst>
                <a:gd name="connsiteX0" fmla="*/ 0 w 714375"/>
                <a:gd name="connsiteY0" fmla="*/ 298450 h 299084"/>
                <a:gd name="connsiteX1" fmla="*/ 292100 w 714375"/>
                <a:gd name="connsiteY1" fmla="*/ 279400 h 299084"/>
                <a:gd name="connsiteX2" fmla="*/ 555625 w 714375"/>
                <a:gd name="connsiteY2" fmla="*/ 168275 h 299084"/>
                <a:gd name="connsiteX3" fmla="*/ 714375 w 714375"/>
                <a:gd name="connsiteY3" fmla="*/ 0 h 299084"/>
                <a:gd name="connsiteX4" fmla="*/ 714375 w 714375"/>
                <a:gd name="connsiteY4" fmla="*/ 0 h 299084"/>
                <a:gd name="connsiteX0" fmla="*/ 1 w 654330"/>
                <a:gd name="connsiteY0" fmla="*/ 319445 h 319520"/>
                <a:gd name="connsiteX1" fmla="*/ 232055 w 654330"/>
                <a:gd name="connsiteY1" fmla="*/ 279400 h 319520"/>
                <a:gd name="connsiteX2" fmla="*/ 495580 w 654330"/>
                <a:gd name="connsiteY2" fmla="*/ 168275 h 319520"/>
                <a:gd name="connsiteX3" fmla="*/ 654330 w 654330"/>
                <a:gd name="connsiteY3" fmla="*/ 0 h 319520"/>
                <a:gd name="connsiteX4" fmla="*/ 654330 w 654330"/>
                <a:gd name="connsiteY4" fmla="*/ 0 h 319520"/>
                <a:gd name="connsiteX0" fmla="*/ -1 w 654328"/>
                <a:gd name="connsiteY0" fmla="*/ 319445 h 319492"/>
                <a:gd name="connsiteX1" fmla="*/ 217609 w 654328"/>
                <a:gd name="connsiteY1" fmla="*/ 269305 h 319492"/>
                <a:gd name="connsiteX2" fmla="*/ 495578 w 654328"/>
                <a:gd name="connsiteY2" fmla="*/ 168275 h 319492"/>
                <a:gd name="connsiteX3" fmla="*/ 654328 w 654328"/>
                <a:gd name="connsiteY3" fmla="*/ 0 h 319492"/>
                <a:gd name="connsiteX4" fmla="*/ 654328 w 654328"/>
                <a:gd name="connsiteY4" fmla="*/ 0 h 319492"/>
                <a:gd name="connsiteX0" fmla="*/ 1 w 654330"/>
                <a:gd name="connsiteY0" fmla="*/ 319445 h 319445"/>
                <a:gd name="connsiteX1" fmla="*/ 217611 w 654330"/>
                <a:gd name="connsiteY1" fmla="*/ 269305 h 319445"/>
                <a:gd name="connsiteX2" fmla="*/ 495580 w 654330"/>
                <a:gd name="connsiteY2" fmla="*/ 168275 h 319445"/>
                <a:gd name="connsiteX3" fmla="*/ 654330 w 654330"/>
                <a:gd name="connsiteY3" fmla="*/ 0 h 319445"/>
                <a:gd name="connsiteX4" fmla="*/ 654330 w 654330"/>
                <a:gd name="connsiteY4" fmla="*/ 0 h 319445"/>
                <a:gd name="connsiteX0" fmla="*/ 0 w 643847"/>
                <a:gd name="connsiteY0" fmla="*/ 320358 h 320358"/>
                <a:gd name="connsiteX1" fmla="*/ 207128 w 643847"/>
                <a:gd name="connsiteY1" fmla="*/ 269305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  <a:gd name="connsiteX0" fmla="*/ 0 w 643847"/>
                <a:gd name="connsiteY0" fmla="*/ 320358 h 320358"/>
                <a:gd name="connsiteX1" fmla="*/ 207128 w 643847"/>
                <a:gd name="connsiteY1" fmla="*/ 269305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  <a:gd name="connsiteX0" fmla="*/ 0 w 643847"/>
                <a:gd name="connsiteY0" fmla="*/ 320358 h 320358"/>
                <a:gd name="connsiteX1" fmla="*/ 255284 w 643847"/>
                <a:gd name="connsiteY1" fmla="*/ 262755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  <a:gd name="connsiteX0" fmla="*/ 0 w 643847"/>
                <a:gd name="connsiteY0" fmla="*/ 320358 h 320358"/>
                <a:gd name="connsiteX1" fmla="*/ 255284 w 643847"/>
                <a:gd name="connsiteY1" fmla="*/ 262755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  <a:gd name="connsiteX0" fmla="*/ 0 w 643847"/>
                <a:gd name="connsiteY0" fmla="*/ 320358 h 320358"/>
                <a:gd name="connsiteX1" fmla="*/ 270500 w 643847"/>
                <a:gd name="connsiteY1" fmla="*/ 260738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3847" h="320358">
                  <a:moveTo>
                    <a:pt x="0" y="320358"/>
                  </a:moveTo>
                  <a:cubicBezTo>
                    <a:pt x="111767" y="298370"/>
                    <a:pt x="191870" y="283652"/>
                    <a:pt x="270500" y="260738"/>
                  </a:cubicBezTo>
                  <a:cubicBezTo>
                    <a:pt x="349130" y="237824"/>
                    <a:pt x="422873" y="211731"/>
                    <a:pt x="485097" y="168275"/>
                  </a:cubicBezTo>
                  <a:cubicBezTo>
                    <a:pt x="547321" y="124819"/>
                    <a:pt x="643847" y="0"/>
                    <a:pt x="643847" y="0"/>
                  </a:cubicBezTo>
                  <a:lnTo>
                    <a:pt x="643847" y="0"/>
                  </a:ln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/>
          </p:nvSpPr>
          <p:spPr>
            <a:xfrm rot="2796524">
              <a:off x="5022792" y="2664801"/>
              <a:ext cx="101330" cy="1733600"/>
            </a:xfrm>
            <a:custGeom>
              <a:avLst/>
              <a:gdLst>
                <a:gd name="connsiteX0" fmla="*/ 0 w 161925"/>
                <a:gd name="connsiteY0" fmla="*/ 495300 h 495300"/>
                <a:gd name="connsiteX1" fmla="*/ 88900 w 161925"/>
                <a:gd name="connsiteY1" fmla="*/ 285750 h 495300"/>
                <a:gd name="connsiteX2" fmla="*/ 161925 w 161925"/>
                <a:gd name="connsiteY2" fmla="*/ 0 h 495300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75" h="498475">
                  <a:moveTo>
                    <a:pt x="0" y="498475"/>
                  </a:moveTo>
                  <a:cubicBezTo>
                    <a:pt x="30956" y="434975"/>
                    <a:pt x="62971" y="372004"/>
                    <a:pt x="88900" y="288925"/>
                  </a:cubicBezTo>
                  <a:cubicBezTo>
                    <a:pt x="114829" y="205846"/>
                    <a:pt x="151606" y="53975"/>
                    <a:pt x="155575" y="0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/>
          </p:nvSpPr>
          <p:spPr>
            <a:xfrm rot="2796524">
              <a:off x="6732356" y="653858"/>
              <a:ext cx="330407" cy="2900722"/>
            </a:xfrm>
            <a:custGeom>
              <a:avLst/>
              <a:gdLst>
                <a:gd name="connsiteX0" fmla="*/ 0 w 587375"/>
                <a:gd name="connsiteY0" fmla="*/ 800100 h 800100"/>
                <a:gd name="connsiteX1" fmla="*/ 57150 w 587375"/>
                <a:gd name="connsiteY1" fmla="*/ 533400 h 800100"/>
                <a:gd name="connsiteX2" fmla="*/ 187325 w 587375"/>
                <a:gd name="connsiteY2" fmla="*/ 196850 h 800100"/>
                <a:gd name="connsiteX3" fmla="*/ 377825 w 587375"/>
                <a:gd name="connsiteY3" fmla="*/ 60325 h 800100"/>
                <a:gd name="connsiteX4" fmla="*/ 587375 w 587375"/>
                <a:gd name="connsiteY4" fmla="*/ 0 h 800100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377825 w 411986"/>
                <a:gd name="connsiteY3" fmla="*/ 74417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27652 w 411986"/>
                <a:gd name="connsiteY3" fmla="*/ 73269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46250 w 411986"/>
                <a:gd name="connsiteY3" fmla="*/ 76562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46250 w 411986"/>
                <a:gd name="connsiteY3" fmla="*/ 76562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46250 w 411986"/>
                <a:gd name="connsiteY3" fmla="*/ 76562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46250 w 411986"/>
                <a:gd name="connsiteY3" fmla="*/ 76562 h 814192"/>
                <a:gd name="connsiteX4" fmla="*/ 411986 w 411986"/>
                <a:gd name="connsiteY4" fmla="*/ 0 h 814192"/>
                <a:gd name="connsiteX0" fmla="*/ 0 w 507282"/>
                <a:gd name="connsiteY0" fmla="*/ 834067 h 834067"/>
                <a:gd name="connsiteX1" fmla="*/ 57150 w 507282"/>
                <a:gd name="connsiteY1" fmla="*/ 567367 h 834067"/>
                <a:gd name="connsiteX2" fmla="*/ 187325 w 507282"/>
                <a:gd name="connsiteY2" fmla="*/ 230817 h 834067"/>
                <a:gd name="connsiteX3" fmla="*/ 246250 w 507282"/>
                <a:gd name="connsiteY3" fmla="*/ 96437 h 834067"/>
                <a:gd name="connsiteX4" fmla="*/ 507283 w 507282"/>
                <a:gd name="connsiteY4" fmla="*/ 0 h 834067"/>
                <a:gd name="connsiteX0" fmla="*/ 0 w 507284"/>
                <a:gd name="connsiteY0" fmla="*/ 834067 h 834067"/>
                <a:gd name="connsiteX1" fmla="*/ 57150 w 507284"/>
                <a:gd name="connsiteY1" fmla="*/ 567367 h 834067"/>
                <a:gd name="connsiteX2" fmla="*/ 187325 w 507284"/>
                <a:gd name="connsiteY2" fmla="*/ 230817 h 834067"/>
                <a:gd name="connsiteX3" fmla="*/ 267649 w 507284"/>
                <a:gd name="connsiteY3" fmla="*/ 101168 h 834067"/>
                <a:gd name="connsiteX4" fmla="*/ 507283 w 507284"/>
                <a:gd name="connsiteY4" fmla="*/ 0 h 834067"/>
                <a:gd name="connsiteX0" fmla="*/ 0 w 507282"/>
                <a:gd name="connsiteY0" fmla="*/ 834067 h 834067"/>
                <a:gd name="connsiteX1" fmla="*/ 57150 w 507282"/>
                <a:gd name="connsiteY1" fmla="*/ 567367 h 834067"/>
                <a:gd name="connsiteX2" fmla="*/ 187325 w 507282"/>
                <a:gd name="connsiteY2" fmla="*/ 230817 h 834067"/>
                <a:gd name="connsiteX3" fmla="*/ 288467 w 507282"/>
                <a:gd name="connsiteY3" fmla="*/ 102027 h 834067"/>
                <a:gd name="connsiteX4" fmla="*/ 507283 w 507282"/>
                <a:gd name="connsiteY4" fmla="*/ 0 h 834067"/>
                <a:gd name="connsiteX0" fmla="*/ 0 w 507284"/>
                <a:gd name="connsiteY0" fmla="*/ 834067 h 834067"/>
                <a:gd name="connsiteX1" fmla="*/ 57150 w 507284"/>
                <a:gd name="connsiteY1" fmla="*/ 567367 h 834067"/>
                <a:gd name="connsiteX2" fmla="*/ 187325 w 507284"/>
                <a:gd name="connsiteY2" fmla="*/ 230817 h 834067"/>
                <a:gd name="connsiteX3" fmla="*/ 288467 w 507284"/>
                <a:gd name="connsiteY3" fmla="*/ 102027 h 834067"/>
                <a:gd name="connsiteX4" fmla="*/ 507283 w 507284"/>
                <a:gd name="connsiteY4" fmla="*/ 0 h 83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84" h="834067">
                  <a:moveTo>
                    <a:pt x="0" y="834067"/>
                  </a:moveTo>
                  <a:cubicBezTo>
                    <a:pt x="12964" y="750988"/>
                    <a:pt x="25929" y="667909"/>
                    <a:pt x="57150" y="567367"/>
                  </a:cubicBezTo>
                  <a:cubicBezTo>
                    <a:pt x="88371" y="466825"/>
                    <a:pt x="148772" y="308374"/>
                    <a:pt x="187325" y="230817"/>
                  </a:cubicBezTo>
                  <a:cubicBezTo>
                    <a:pt x="225878" y="153260"/>
                    <a:pt x="248070" y="137603"/>
                    <a:pt x="288467" y="102027"/>
                  </a:cubicBezTo>
                  <a:cubicBezTo>
                    <a:pt x="308876" y="88353"/>
                    <a:pt x="435845" y="13758"/>
                    <a:pt x="507283" y="0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2388941" y="2053275"/>
            <a:ext cx="7399224" cy="3000215"/>
            <a:chOff x="2068901" y="1354037"/>
            <a:chExt cx="7399224" cy="3000215"/>
          </a:xfrm>
        </p:grpSpPr>
        <p:sp>
          <p:nvSpPr>
            <p:cNvPr id="42" name="任意多边形 41"/>
            <p:cNvSpPr/>
            <p:nvPr/>
          </p:nvSpPr>
          <p:spPr>
            <a:xfrm rot="3703016">
              <a:off x="8483590" y="717830"/>
              <a:ext cx="194823" cy="1467237"/>
            </a:xfrm>
            <a:custGeom>
              <a:avLst/>
              <a:gdLst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61 h 290573"/>
                <a:gd name="connsiteX1" fmla="*/ 226219 w 745331"/>
                <a:gd name="connsiteY1" fmla="*/ 83405 h 290573"/>
                <a:gd name="connsiteX2" fmla="*/ 0 w 745331"/>
                <a:gd name="connsiteY2" fmla="*/ 290573 h 290573"/>
                <a:gd name="connsiteX0" fmla="*/ 652831 w 652832"/>
                <a:gd name="connsiteY0" fmla="*/ 44 h 302575"/>
                <a:gd name="connsiteX1" fmla="*/ 226219 w 652832"/>
                <a:gd name="connsiteY1" fmla="*/ 95407 h 302575"/>
                <a:gd name="connsiteX2" fmla="*/ 0 w 652832"/>
                <a:gd name="connsiteY2" fmla="*/ 302575 h 302575"/>
                <a:gd name="connsiteX0" fmla="*/ 652831 w 652832"/>
                <a:gd name="connsiteY0" fmla="*/ 0 h 302531"/>
                <a:gd name="connsiteX1" fmla="*/ 226219 w 652832"/>
                <a:gd name="connsiteY1" fmla="*/ 95363 h 302531"/>
                <a:gd name="connsiteX2" fmla="*/ 0 w 652832"/>
                <a:gd name="connsiteY2" fmla="*/ 302531 h 302531"/>
                <a:gd name="connsiteX0" fmla="*/ 652831 w 652832"/>
                <a:gd name="connsiteY0" fmla="*/ 0 h 302531"/>
                <a:gd name="connsiteX1" fmla="*/ 226219 w 652832"/>
                <a:gd name="connsiteY1" fmla="*/ 95363 h 302531"/>
                <a:gd name="connsiteX2" fmla="*/ 0 w 652832"/>
                <a:gd name="connsiteY2" fmla="*/ 302531 h 302531"/>
                <a:gd name="connsiteX0" fmla="*/ 693568 w 693569"/>
                <a:gd name="connsiteY0" fmla="*/ 0 h 308051"/>
                <a:gd name="connsiteX1" fmla="*/ 226219 w 693569"/>
                <a:gd name="connsiteY1" fmla="*/ 100883 h 308051"/>
                <a:gd name="connsiteX2" fmla="*/ 0 w 693569"/>
                <a:gd name="connsiteY2" fmla="*/ 308051 h 308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3569" h="308051">
                  <a:moveTo>
                    <a:pt x="693568" y="0"/>
                  </a:moveTo>
                  <a:cubicBezTo>
                    <a:pt x="478122" y="31562"/>
                    <a:pt x="333772" y="45321"/>
                    <a:pt x="226219" y="100883"/>
                  </a:cubicBezTo>
                  <a:cubicBezTo>
                    <a:pt x="118666" y="156445"/>
                    <a:pt x="50998" y="228676"/>
                    <a:pt x="0" y="308051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3" name="任意多边形 42"/>
            <p:cNvSpPr/>
            <p:nvPr/>
          </p:nvSpPr>
          <p:spPr>
            <a:xfrm rot="3703016">
              <a:off x="6786095" y="1054407"/>
              <a:ext cx="46154" cy="2427152"/>
            </a:xfrm>
            <a:custGeom>
              <a:avLst/>
              <a:gdLst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307" h="509588">
                  <a:moveTo>
                    <a:pt x="164307" y="0"/>
                  </a:moveTo>
                  <a:cubicBezTo>
                    <a:pt x="117475" y="76597"/>
                    <a:pt x="94061" y="153194"/>
                    <a:pt x="66676" y="238125"/>
                  </a:cubicBezTo>
                  <a:cubicBezTo>
                    <a:pt x="39292" y="323056"/>
                    <a:pt x="12699" y="447279"/>
                    <a:pt x="0" y="509588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/>
          </p:nvSpPr>
          <p:spPr>
            <a:xfrm rot="3703016">
              <a:off x="3937560" y="1763045"/>
              <a:ext cx="115705" cy="3853023"/>
            </a:xfrm>
            <a:custGeom>
              <a:avLst/>
              <a:gdLst>
                <a:gd name="connsiteX0" fmla="*/ 546100 w 546100"/>
                <a:gd name="connsiteY0" fmla="*/ 0 h 809625"/>
                <a:gd name="connsiteX1" fmla="*/ 428625 w 546100"/>
                <a:gd name="connsiteY1" fmla="*/ 460375 h 809625"/>
                <a:gd name="connsiteX2" fmla="*/ 260350 w 546100"/>
                <a:gd name="connsiteY2" fmla="*/ 717550 h 809625"/>
                <a:gd name="connsiteX3" fmla="*/ 0 w 546100"/>
                <a:gd name="connsiteY3" fmla="*/ 809625 h 809625"/>
                <a:gd name="connsiteX0" fmla="*/ 546100 w 546100"/>
                <a:gd name="connsiteY0" fmla="*/ 0 h 796925"/>
                <a:gd name="connsiteX1" fmla="*/ 428625 w 546100"/>
                <a:gd name="connsiteY1" fmla="*/ 460375 h 796925"/>
                <a:gd name="connsiteX2" fmla="*/ 260350 w 546100"/>
                <a:gd name="connsiteY2" fmla="*/ 717550 h 796925"/>
                <a:gd name="connsiteX3" fmla="*/ 0 w 546100"/>
                <a:gd name="connsiteY3" fmla="*/ 796925 h 796925"/>
                <a:gd name="connsiteX0" fmla="*/ 552450 w 552450"/>
                <a:gd name="connsiteY0" fmla="*/ 0 h 796925"/>
                <a:gd name="connsiteX1" fmla="*/ 428625 w 552450"/>
                <a:gd name="connsiteY1" fmla="*/ 460375 h 796925"/>
                <a:gd name="connsiteX2" fmla="*/ 260350 w 552450"/>
                <a:gd name="connsiteY2" fmla="*/ 717550 h 796925"/>
                <a:gd name="connsiteX3" fmla="*/ 0 w 552450"/>
                <a:gd name="connsiteY3" fmla="*/ 796925 h 796925"/>
                <a:gd name="connsiteX0" fmla="*/ 442909 w 442909"/>
                <a:gd name="connsiteY0" fmla="*/ 0 h 810241"/>
                <a:gd name="connsiteX1" fmla="*/ 319084 w 442909"/>
                <a:gd name="connsiteY1" fmla="*/ 460375 h 810241"/>
                <a:gd name="connsiteX2" fmla="*/ 150809 w 442909"/>
                <a:gd name="connsiteY2" fmla="*/ 717550 h 810241"/>
                <a:gd name="connsiteX3" fmla="*/ 1 w 442909"/>
                <a:gd name="connsiteY3" fmla="*/ 810241 h 810241"/>
                <a:gd name="connsiteX0" fmla="*/ 411909 w 411909"/>
                <a:gd name="connsiteY0" fmla="*/ 0 h 808954"/>
                <a:gd name="connsiteX1" fmla="*/ 288084 w 411909"/>
                <a:gd name="connsiteY1" fmla="*/ 460375 h 808954"/>
                <a:gd name="connsiteX2" fmla="*/ 119809 w 411909"/>
                <a:gd name="connsiteY2" fmla="*/ 717550 h 808954"/>
                <a:gd name="connsiteX3" fmla="*/ 1 w 411909"/>
                <a:gd name="connsiteY3" fmla="*/ 808954 h 80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909" h="808954">
                  <a:moveTo>
                    <a:pt x="411909" y="0"/>
                  </a:moveTo>
                  <a:cubicBezTo>
                    <a:pt x="376984" y="170391"/>
                    <a:pt x="336767" y="340783"/>
                    <a:pt x="288084" y="460375"/>
                  </a:cubicBezTo>
                  <a:cubicBezTo>
                    <a:pt x="239401" y="579967"/>
                    <a:pt x="191246" y="661458"/>
                    <a:pt x="119809" y="717550"/>
                  </a:cubicBezTo>
                  <a:cubicBezTo>
                    <a:pt x="48372" y="773642"/>
                    <a:pt x="94457" y="792020"/>
                    <a:pt x="1" y="808954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3703016">
              <a:off x="2880613" y="3533447"/>
              <a:ext cx="158825" cy="1482785"/>
            </a:xfrm>
            <a:custGeom>
              <a:avLst/>
              <a:gdLst>
                <a:gd name="connsiteX0" fmla="*/ 0 w 714375"/>
                <a:gd name="connsiteY0" fmla="*/ 298450 h 299084"/>
                <a:gd name="connsiteX1" fmla="*/ 292100 w 714375"/>
                <a:gd name="connsiteY1" fmla="*/ 279400 h 299084"/>
                <a:gd name="connsiteX2" fmla="*/ 555625 w 714375"/>
                <a:gd name="connsiteY2" fmla="*/ 168275 h 299084"/>
                <a:gd name="connsiteX3" fmla="*/ 714375 w 714375"/>
                <a:gd name="connsiteY3" fmla="*/ 0 h 299084"/>
                <a:gd name="connsiteX4" fmla="*/ 714375 w 714375"/>
                <a:gd name="connsiteY4" fmla="*/ 0 h 299084"/>
                <a:gd name="connsiteX0" fmla="*/ -1 w 582656"/>
                <a:gd name="connsiteY0" fmla="*/ 307929 h 308090"/>
                <a:gd name="connsiteX1" fmla="*/ 160381 w 582656"/>
                <a:gd name="connsiteY1" fmla="*/ 279400 h 308090"/>
                <a:gd name="connsiteX2" fmla="*/ 423906 w 582656"/>
                <a:gd name="connsiteY2" fmla="*/ 168275 h 308090"/>
                <a:gd name="connsiteX3" fmla="*/ 582656 w 582656"/>
                <a:gd name="connsiteY3" fmla="*/ 0 h 308090"/>
                <a:gd name="connsiteX4" fmla="*/ 582656 w 582656"/>
                <a:gd name="connsiteY4" fmla="*/ 0 h 308090"/>
                <a:gd name="connsiteX0" fmla="*/ -1 w 582656"/>
                <a:gd name="connsiteY0" fmla="*/ 307929 h 308047"/>
                <a:gd name="connsiteX1" fmla="*/ 188502 w 582656"/>
                <a:gd name="connsiteY1" fmla="*/ 276318 h 308047"/>
                <a:gd name="connsiteX2" fmla="*/ 423906 w 582656"/>
                <a:gd name="connsiteY2" fmla="*/ 168275 h 308047"/>
                <a:gd name="connsiteX3" fmla="*/ 582656 w 582656"/>
                <a:gd name="connsiteY3" fmla="*/ 0 h 308047"/>
                <a:gd name="connsiteX4" fmla="*/ 582656 w 582656"/>
                <a:gd name="connsiteY4" fmla="*/ 0 h 308047"/>
                <a:gd name="connsiteX0" fmla="*/ -1 w 565415"/>
                <a:gd name="connsiteY0" fmla="*/ 311315 h 311410"/>
                <a:gd name="connsiteX1" fmla="*/ 171261 w 565415"/>
                <a:gd name="connsiteY1" fmla="*/ 276318 h 311410"/>
                <a:gd name="connsiteX2" fmla="*/ 406665 w 565415"/>
                <a:gd name="connsiteY2" fmla="*/ 168275 h 311410"/>
                <a:gd name="connsiteX3" fmla="*/ 565415 w 565415"/>
                <a:gd name="connsiteY3" fmla="*/ 0 h 311410"/>
                <a:gd name="connsiteX4" fmla="*/ 565415 w 565415"/>
                <a:gd name="connsiteY4" fmla="*/ 0 h 311410"/>
                <a:gd name="connsiteX0" fmla="*/ -1 w 565415"/>
                <a:gd name="connsiteY0" fmla="*/ 311315 h 311315"/>
                <a:gd name="connsiteX1" fmla="*/ 171261 w 565415"/>
                <a:gd name="connsiteY1" fmla="*/ 276318 h 311315"/>
                <a:gd name="connsiteX2" fmla="*/ 406665 w 565415"/>
                <a:gd name="connsiteY2" fmla="*/ 168275 h 311315"/>
                <a:gd name="connsiteX3" fmla="*/ 565415 w 565415"/>
                <a:gd name="connsiteY3" fmla="*/ 0 h 311315"/>
                <a:gd name="connsiteX4" fmla="*/ 565415 w 565415"/>
                <a:gd name="connsiteY4" fmla="*/ 0 h 311315"/>
                <a:gd name="connsiteX0" fmla="*/ -1 w 565415"/>
                <a:gd name="connsiteY0" fmla="*/ 311315 h 311315"/>
                <a:gd name="connsiteX1" fmla="*/ 202255 w 565415"/>
                <a:gd name="connsiteY1" fmla="*/ 275031 h 311315"/>
                <a:gd name="connsiteX2" fmla="*/ 406665 w 565415"/>
                <a:gd name="connsiteY2" fmla="*/ 168275 h 311315"/>
                <a:gd name="connsiteX3" fmla="*/ 565415 w 565415"/>
                <a:gd name="connsiteY3" fmla="*/ 0 h 311315"/>
                <a:gd name="connsiteX4" fmla="*/ 565415 w 565415"/>
                <a:gd name="connsiteY4" fmla="*/ 0 h 311315"/>
                <a:gd name="connsiteX0" fmla="*/ -1 w 565415"/>
                <a:gd name="connsiteY0" fmla="*/ 311315 h 311315"/>
                <a:gd name="connsiteX1" fmla="*/ 202255 w 565415"/>
                <a:gd name="connsiteY1" fmla="*/ 275031 h 311315"/>
                <a:gd name="connsiteX2" fmla="*/ 406665 w 565415"/>
                <a:gd name="connsiteY2" fmla="*/ 168275 h 311315"/>
                <a:gd name="connsiteX3" fmla="*/ 565415 w 565415"/>
                <a:gd name="connsiteY3" fmla="*/ 0 h 311315"/>
                <a:gd name="connsiteX4" fmla="*/ 565415 w 565415"/>
                <a:gd name="connsiteY4" fmla="*/ 0 h 3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415" h="311315">
                  <a:moveTo>
                    <a:pt x="-1" y="311315"/>
                  </a:moveTo>
                  <a:cubicBezTo>
                    <a:pt x="119749" y="295673"/>
                    <a:pt x="135617" y="296636"/>
                    <a:pt x="202255" y="275031"/>
                  </a:cubicBezTo>
                  <a:cubicBezTo>
                    <a:pt x="268893" y="253426"/>
                    <a:pt x="346138" y="214114"/>
                    <a:pt x="406665" y="168275"/>
                  </a:cubicBezTo>
                  <a:cubicBezTo>
                    <a:pt x="467192" y="122437"/>
                    <a:pt x="565415" y="0"/>
                    <a:pt x="565415" y="0"/>
                  </a:cubicBezTo>
                  <a:lnTo>
                    <a:pt x="565415" y="0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任意多边形 45"/>
            <p:cNvSpPr/>
            <p:nvPr/>
          </p:nvSpPr>
          <p:spPr>
            <a:xfrm rot="3703016">
              <a:off x="4684435" y="2263123"/>
              <a:ext cx="43701" cy="2374222"/>
            </a:xfrm>
            <a:custGeom>
              <a:avLst/>
              <a:gdLst>
                <a:gd name="connsiteX0" fmla="*/ 0 w 161925"/>
                <a:gd name="connsiteY0" fmla="*/ 495300 h 495300"/>
                <a:gd name="connsiteX1" fmla="*/ 88900 w 161925"/>
                <a:gd name="connsiteY1" fmla="*/ 285750 h 495300"/>
                <a:gd name="connsiteX2" fmla="*/ 161925 w 161925"/>
                <a:gd name="connsiteY2" fmla="*/ 0 h 495300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75" h="498475">
                  <a:moveTo>
                    <a:pt x="0" y="498475"/>
                  </a:moveTo>
                  <a:cubicBezTo>
                    <a:pt x="30956" y="434975"/>
                    <a:pt x="62971" y="372004"/>
                    <a:pt x="88900" y="288925"/>
                  </a:cubicBezTo>
                  <a:cubicBezTo>
                    <a:pt x="114829" y="205846"/>
                    <a:pt x="151606" y="53975"/>
                    <a:pt x="155575" y="0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 rot="3703016">
              <a:off x="7432644" y="95873"/>
              <a:ext cx="154316" cy="3916646"/>
            </a:xfrm>
            <a:custGeom>
              <a:avLst/>
              <a:gdLst>
                <a:gd name="connsiteX0" fmla="*/ 0 w 587375"/>
                <a:gd name="connsiteY0" fmla="*/ 800100 h 800100"/>
                <a:gd name="connsiteX1" fmla="*/ 57150 w 587375"/>
                <a:gd name="connsiteY1" fmla="*/ 533400 h 800100"/>
                <a:gd name="connsiteX2" fmla="*/ 187325 w 587375"/>
                <a:gd name="connsiteY2" fmla="*/ 196850 h 800100"/>
                <a:gd name="connsiteX3" fmla="*/ 377825 w 587375"/>
                <a:gd name="connsiteY3" fmla="*/ 60325 h 800100"/>
                <a:gd name="connsiteX4" fmla="*/ 587375 w 587375"/>
                <a:gd name="connsiteY4" fmla="*/ 0 h 800100"/>
                <a:gd name="connsiteX0" fmla="*/ 0 w 507493"/>
                <a:gd name="connsiteY0" fmla="*/ 814557 h 814557"/>
                <a:gd name="connsiteX1" fmla="*/ 57150 w 507493"/>
                <a:gd name="connsiteY1" fmla="*/ 547857 h 814557"/>
                <a:gd name="connsiteX2" fmla="*/ 187325 w 507493"/>
                <a:gd name="connsiteY2" fmla="*/ 211307 h 814557"/>
                <a:gd name="connsiteX3" fmla="*/ 377825 w 507493"/>
                <a:gd name="connsiteY3" fmla="*/ 74782 h 814557"/>
                <a:gd name="connsiteX4" fmla="*/ 507491 w 507493"/>
                <a:gd name="connsiteY4" fmla="*/ 0 h 814557"/>
                <a:gd name="connsiteX0" fmla="*/ 0 w 583239"/>
                <a:gd name="connsiteY0" fmla="*/ 821805 h 821805"/>
                <a:gd name="connsiteX1" fmla="*/ 57150 w 583239"/>
                <a:gd name="connsiteY1" fmla="*/ 555105 h 821805"/>
                <a:gd name="connsiteX2" fmla="*/ 187325 w 583239"/>
                <a:gd name="connsiteY2" fmla="*/ 218555 h 821805"/>
                <a:gd name="connsiteX3" fmla="*/ 377825 w 583239"/>
                <a:gd name="connsiteY3" fmla="*/ 82030 h 821805"/>
                <a:gd name="connsiteX4" fmla="*/ 583238 w 583239"/>
                <a:gd name="connsiteY4" fmla="*/ 0 h 821805"/>
                <a:gd name="connsiteX0" fmla="*/ 0 w 549362"/>
                <a:gd name="connsiteY0" fmla="*/ 822312 h 822312"/>
                <a:gd name="connsiteX1" fmla="*/ 57150 w 549362"/>
                <a:gd name="connsiteY1" fmla="*/ 555612 h 822312"/>
                <a:gd name="connsiteX2" fmla="*/ 187325 w 549362"/>
                <a:gd name="connsiteY2" fmla="*/ 219062 h 822312"/>
                <a:gd name="connsiteX3" fmla="*/ 377825 w 549362"/>
                <a:gd name="connsiteY3" fmla="*/ 82537 h 822312"/>
                <a:gd name="connsiteX4" fmla="*/ 549361 w 549362"/>
                <a:gd name="connsiteY4" fmla="*/ 0 h 822312"/>
                <a:gd name="connsiteX0" fmla="*/ 0 w 549362"/>
                <a:gd name="connsiteY0" fmla="*/ 822312 h 822312"/>
                <a:gd name="connsiteX1" fmla="*/ 57150 w 549362"/>
                <a:gd name="connsiteY1" fmla="*/ 555612 h 822312"/>
                <a:gd name="connsiteX2" fmla="*/ 187325 w 549362"/>
                <a:gd name="connsiteY2" fmla="*/ 219062 h 822312"/>
                <a:gd name="connsiteX3" fmla="*/ 329021 w 549362"/>
                <a:gd name="connsiteY3" fmla="*/ 81556 h 822312"/>
                <a:gd name="connsiteX4" fmla="*/ 549361 w 549362"/>
                <a:gd name="connsiteY4" fmla="*/ 0 h 822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9362" h="822312">
                  <a:moveTo>
                    <a:pt x="0" y="822312"/>
                  </a:moveTo>
                  <a:cubicBezTo>
                    <a:pt x="12964" y="739233"/>
                    <a:pt x="25929" y="656154"/>
                    <a:pt x="57150" y="555612"/>
                  </a:cubicBezTo>
                  <a:cubicBezTo>
                    <a:pt x="88371" y="455070"/>
                    <a:pt x="142013" y="298071"/>
                    <a:pt x="187325" y="219062"/>
                  </a:cubicBezTo>
                  <a:cubicBezTo>
                    <a:pt x="232637" y="140053"/>
                    <a:pt x="262346" y="114364"/>
                    <a:pt x="329021" y="81556"/>
                  </a:cubicBezTo>
                  <a:cubicBezTo>
                    <a:pt x="395696" y="48748"/>
                    <a:pt x="477923" y="13758"/>
                    <a:pt x="549361" y="0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053207" y="4179291"/>
            <a:ext cx="1397459" cy="336090"/>
            <a:chOff x="2313242" y="1017906"/>
            <a:chExt cx="1397459" cy="336090"/>
          </a:xfrm>
        </p:grpSpPr>
        <p:grpSp>
          <p:nvGrpSpPr>
            <p:cNvPr id="32" name="组合 31"/>
            <p:cNvGrpSpPr/>
            <p:nvPr/>
          </p:nvGrpSpPr>
          <p:grpSpPr>
            <a:xfrm>
              <a:off x="2313242" y="1029536"/>
              <a:ext cx="186624" cy="324460"/>
              <a:chOff x="4661823" y="1160831"/>
              <a:chExt cx="2022202" cy="3464741"/>
            </a:xfrm>
          </p:grpSpPr>
          <p:sp>
            <p:nvSpPr>
              <p:cNvPr id="33" name="任意多边形 32"/>
              <p:cNvSpPr/>
              <p:nvPr/>
            </p:nvSpPr>
            <p:spPr>
              <a:xfrm rot="803021">
                <a:off x="5989371" y="1160831"/>
                <a:ext cx="694654" cy="712046"/>
              </a:xfrm>
              <a:custGeom>
                <a:avLst/>
                <a:gdLst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61 h 290573"/>
                  <a:gd name="connsiteX1" fmla="*/ 226219 w 745331"/>
                  <a:gd name="connsiteY1" fmla="*/ 83405 h 290573"/>
                  <a:gd name="connsiteX2" fmla="*/ 0 w 745331"/>
                  <a:gd name="connsiteY2" fmla="*/ 290573 h 290573"/>
                  <a:gd name="connsiteX0" fmla="*/ 749148 w 749148"/>
                  <a:gd name="connsiteY0" fmla="*/ 33 h 315892"/>
                  <a:gd name="connsiteX1" fmla="*/ 226219 w 749148"/>
                  <a:gd name="connsiteY1" fmla="*/ 108724 h 315892"/>
                  <a:gd name="connsiteX2" fmla="*/ 0 w 749148"/>
                  <a:gd name="connsiteY2" fmla="*/ 315892 h 315892"/>
                  <a:gd name="connsiteX0" fmla="*/ 749148 w 749148"/>
                  <a:gd name="connsiteY0" fmla="*/ 0 h 315859"/>
                  <a:gd name="connsiteX1" fmla="*/ 226219 w 749148"/>
                  <a:gd name="connsiteY1" fmla="*/ 108691 h 315859"/>
                  <a:gd name="connsiteX2" fmla="*/ 0 w 749148"/>
                  <a:gd name="connsiteY2" fmla="*/ 315859 h 31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9148" h="315859">
                    <a:moveTo>
                      <a:pt x="749148" y="0"/>
                    </a:moveTo>
                    <a:cubicBezTo>
                      <a:pt x="514302" y="26109"/>
                      <a:pt x="333772" y="53129"/>
                      <a:pt x="226219" y="108691"/>
                    </a:cubicBezTo>
                    <a:cubicBezTo>
                      <a:pt x="118666" y="164253"/>
                      <a:pt x="50998" y="236484"/>
                      <a:pt x="0" y="315859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 rot="803021">
                <a:off x="5633155" y="1749581"/>
                <a:ext cx="152355" cy="1148772"/>
              </a:xfrm>
              <a:custGeom>
                <a:avLst/>
                <a:gdLst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4307" h="509588">
                    <a:moveTo>
                      <a:pt x="164307" y="0"/>
                    </a:moveTo>
                    <a:cubicBezTo>
                      <a:pt x="117475" y="76597"/>
                      <a:pt x="94061" y="153194"/>
                      <a:pt x="66676" y="238125"/>
                    </a:cubicBezTo>
                    <a:cubicBezTo>
                      <a:pt x="39292" y="323056"/>
                      <a:pt x="12699" y="447279"/>
                      <a:pt x="0" y="509588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 40"/>
              <p:cNvSpPr/>
              <p:nvPr/>
            </p:nvSpPr>
            <p:spPr>
              <a:xfrm rot="803021">
                <a:off x="4795474" y="2787388"/>
                <a:ext cx="498812" cy="1832483"/>
              </a:xfrm>
              <a:custGeom>
                <a:avLst/>
                <a:gdLst>
                  <a:gd name="connsiteX0" fmla="*/ 546100 w 546100"/>
                  <a:gd name="connsiteY0" fmla="*/ 0 h 809625"/>
                  <a:gd name="connsiteX1" fmla="*/ 428625 w 546100"/>
                  <a:gd name="connsiteY1" fmla="*/ 460375 h 809625"/>
                  <a:gd name="connsiteX2" fmla="*/ 260350 w 546100"/>
                  <a:gd name="connsiteY2" fmla="*/ 717550 h 809625"/>
                  <a:gd name="connsiteX3" fmla="*/ 0 w 546100"/>
                  <a:gd name="connsiteY3" fmla="*/ 809625 h 809625"/>
                  <a:gd name="connsiteX0" fmla="*/ 546100 w 546100"/>
                  <a:gd name="connsiteY0" fmla="*/ 0 h 796925"/>
                  <a:gd name="connsiteX1" fmla="*/ 428625 w 546100"/>
                  <a:gd name="connsiteY1" fmla="*/ 460375 h 796925"/>
                  <a:gd name="connsiteX2" fmla="*/ 260350 w 546100"/>
                  <a:gd name="connsiteY2" fmla="*/ 717550 h 796925"/>
                  <a:gd name="connsiteX3" fmla="*/ 0 w 546100"/>
                  <a:gd name="connsiteY3" fmla="*/ 796925 h 796925"/>
                  <a:gd name="connsiteX0" fmla="*/ 552450 w 552450"/>
                  <a:gd name="connsiteY0" fmla="*/ 0 h 796925"/>
                  <a:gd name="connsiteX1" fmla="*/ 428625 w 552450"/>
                  <a:gd name="connsiteY1" fmla="*/ 460375 h 796925"/>
                  <a:gd name="connsiteX2" fmla="*/ 260350 w 552450"/>
                  <a:gd name="connsiteY2" fmla="*/ 717550 h 796925"/>
                  <a:gd name="connsiteX3" fmla="*/ 0 w 552450"/>
                  <a:gd name="connsiteY3" fmla="*/ 796925 h 796925"/>
                  <a:gd name="connsiteX0" fmla="*/ 537943 w 537943"/>
                  <a:gd name="connsiteY0" fmla="*/ 0 h 812878"/>
                  <a:gd name="connsiteX1" fmla="*/ 414118 w 537943"/>
                  <a:gd name="connsiteY1" fmla="*/ 460375 h 812878"/>
                  <a:gd name="connsiteX2" fmla="*/ 245843 w 537943"/>
                  <a:gd name="connsiteY2" fmla="*/ 717550 h 812878"/>
                  <a:gd name="connsiteX3" fmla="*/ 0 w 537943"/>
                  <a:gd name="connsiteY3" fmla="*/ 812878 h 812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7943" h="812878">
                    <a:moveTo>
                      <a:pt x="537943" y="0"/>
                    </a:moveTo>
                    <a:cubicBezTo>
                      <a:pt x="503018" y="170391"/>
                      <a:pt x="462801" y="340783"/>
                      <a:pt x="414118" y="460375"/>
                    </a:cubicBezTo>
                    <a:cubicBezTo>
                      <a:pt x="365435" y="579967"/>
                      <a:pt x="317280" y="661458"/>
                      <a:pt x="245843" y="717550"/>
                    </a:cubicBezTo>
                    <a:cubicBezTo>
                      <a:pt x="174406" y="773642"/>
                      <a:pt x="94456" y="795944"/>
                      <a:pt x="0" y="812878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任意多边形 47"/>
              <p:cNvSpPr/>
              <p:nvPr/>
            </p:nvSpPr>
            <p:spPr>
              <a:xfrm rot="803021">
                <a:off x="4661823" y="3913388"/>
                <a:ext cx="653040" cy="712184"/>
              </a:xfrm>
              <a:custGeom>
                <a:avLst/>
                <a:gdLst>
                  <a:gd name="connsiteX0" fmla="*/ 0 w 714375"/>
                  <a:gd name="connsiteY0" fmla="*/ 298450 h 299084"/>
                  <a:gd name="connsiteX1" fmla="*/ 292100 w 714375"/>
                  <a:gd name="connsiteY1" fmla="*/ 279400 h 299084"/>
                  <a:gd name="connsiteX2" fmla="*/ 555625 w 714375"/>
                  <a:gd name="connsiteY2" fmla="*/ 168275 h 299084"/>
                  <a:gd name="connsiteX3" fmla="*/ 714375 w 714375"/>
                  <a:gd name="connsiteY3" fmla="*/ 0 h 299084"/>
                  <a:gd name="connsiteX4" fmla="*/ 714375 w 714375"/>
                  <a:gd name="connsiteY4" fmla="*/ 0 h 299084"/>
                  <a:gd name="connsiteX0" fmla="*/ 0 w 704270"/>
                  <a:gd name="connsiteY0" fmla="*/ 315920 h 316010"/>
                  <a:gd name="connsiteX1" fmla="*/ 281995 w 704270"/>
                  <a:gd name="connsiteY1" fmla="*/ 279400 h 316010"/>
                  <a:gd name="connsiteX2" fmla="*/ 545520 w 704270"/>
                  <a:gd name="connsiteY2" fmla="*/ 168275 h 316010"/>
                  <a:gd name="connsiteX3" fmla="*/ 704270 w 704270"/>
                  <a:gd name="connsiteY3" fmla="*/ 0 h 316010"/>
                  <a:gd name="connsiteX4" fmla="*/ 704270 w 704270"/>
                  <a:gd name="connsiteY4" fmla="*/ 0 h 316010"/>
                  <a:gd name="connsiteX0" fmla="*/ 0 w 704270"/>
                  <a:gd name="connsiteY0" fmla="*/ 315920 h 315920"/>
                  <a:gd name="connsiteX1" fmla="*/ 281995 w 704270"/>
                  <a:gd name="connsiteY1" fmla="*/ 279400 h 315920"/>
                  <a:gd name="connsiteX2" fmla="*/ 545520 w 704270"/>
                  <a:gd name="connsiteY2" fmla="*/ 168275 h 315920"/>
                  <a:gd name="connsiteX3" fmla="*/ 704270 w 704270"/>
                  <a:gd name="connsiteY3" fmla="*/ 0 h 315920"/>
                  <a:gd name="connsiteX4" fmla="*/ 704270 w 704270"/>
                  <a:gd name="connsiteY4" fmla="*/ 0 h 315920"/>
                  <a:gd name="connsiteX0" fmla="*/ 0 w 704270"/>
                  <a:gd name="connsiteY0" fmla="*/ 315920 h 315920"/>
                  <a:gd name="connsiteX1" fmla="*/ 287233 w 704270"/>
                  <a:gd name="connsiteY1" fmla="*/ 270201 h 315920"/>
                  <a:gd name="connsiteX2" fmla="*/ 545520 w 704270"/>
                  <a:gd name="connsiteY2" fmla="*/ 168275 h 315920"/>
                  <a:gd name="connsiteX3" fmla="*/ 704270 w 704270"/>
                  <a:gd name="connsiteY3" fmla="*/ 0 h 315920"/>
                  <a:gd name="connsiteX4" fmla="*/ 704270 w 704270"/>
                  <a:gd name="connsiteY4" fmla="*/ 0 h 315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4270" h="315920">
                    <a:moveTo>
                      <a:pt x="0" y="315920"/>
                    </a:moveTo>
                    <a:cubicBezTo>
                      <a:pt x="105822" y="300362"/>
                      <a:pt x="196313" y="294809"/>
                      <a:pt x="287233" y="270201"/>
                    </a:cubicBezTo>
                    <a:cubicBezTo>
                      <a:pt x="378153" y="245594"/>
                      <a:pt x="476014" y="213308"/>
                      <a:pt x="545520" y="168275"/>
                    </a:cubicBezTo>
                    <a:cubicBezTo>
                      <a:pt x="615026" y="123242"/>
                      <a:pt x="704270" y="0"/>
                      <a:pt x="704270" y="0"/>
                    </a:cubicBezTo>
                    <a:lnTo>
                      <a:pt x="704270" y="0"/>
                    </a:ln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 rot="803021">
                <a:off x="5516516" y="2906873"/>
                <a:ext cx="144258" cy="1123720"/>
              </a:xfrm>
              <a:custGeom>
                <a:avLst/>
                <a:gdLst>
                  <a:gd name="connsiteX0" fmla="*/ 0 w 161925"/>
                  <a:gd name="connsiteY0" fmla="*/ 495300 h 495300"/>
                  <a:gd name="connsiteX1" fmla="*/ 88900 w 161925"/>
                  <a:gd name="connsiteY1" fmla="*/ 285750 h 495300"/>
                  <a:gd name="connsiteX2" fmla="*/ 161925 w 161925"/>
                  <a:gd name="connsiteY2" fmla="*/ 0 h 495300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575" h="498475">
                    <a:moveTo>
                      <a:pt x="0" y="498475"/>
                    </a:moveTo>
                    <a:cubicBezTo>
                      <a:pt x="30956" y="434975"/>
                      <a:pt x="62971" y="372004"/>
                      <a:pt x="88900" y="288925"/>
                    </a:cubicBezTo>
                    <a:cubicBezTo>
                      <a:pt x="114829" y="205846"/>
                      <a:pt x="151606" y="53975"/>
                      <a:pt x="155575" y="0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 rot="803021">
                <a:off x="5996541" y="1161667"/>
                <a:ext cx="547747" cy="1872952"/>
              </a:xfrm>
              <a:custGeom>
                <a:avLst/>
                <a:gdLst>
                  <a:gd name="connsiteX0" fmla="*/ 0 w 587375"/>
                  <a:gd name="connsiteY0" fmla="*/ 800100 h 800100"/>
                  <a:gd name="connsiteX1" fmla="*/ 57150 w 587375"/>
                  <a:gd name="connsiteY1" fmla="*/ 533400 h 800100"/>
                  <a:gd name="connsiteX2" fmla="*/ 187325 w 587375"/>
                  <a:gd name="connsiteY2" fmla="*/ 196850 h 800100"/>
                  <a:gd name="connsiteX3" fmla="*/ 377825 w 587375"/>
                  <a:gd name="connsiteY3" fmla="*/ 60325 h 800100"/>
                  <a:gd name="connsiteX4" fmla="*/ 587375 w 587375"/>
                  <a:gd name="connsiteY4" fmla="*/ 0 h 800100"/>
                  <a:gd name="connsiteX0" fmla="*/ 0 w 590717"/>
                  <a:gd name="connsiteY0" fmla="*/ 830830 h 830830"/>
                  <a:gd name="connsiteX1" fmla="*/ 57150 w 590717"/>
                  <a:gd name="connsiteY1" fmla="*/ 564130 h 830830"/>
                  <a:gd name="connsiteX2" fmla="*/ 187325 w 590717"/>
                  <a:gd name="connsiteY2" fmla="*/ 227580 h 830830"/>
                  <a:gd name="connsiteX3" fmla="*/ 377825 w 590717"/>
                  <a:gd name="connsiteY3" fmla="*/ 91055 h 830830"/>
                  <a:gd name="connsiteX4" fmla="*/ 590717 w 590717"/>
                  <a:gd name="connsiteY4" fmla="*/ 0 h 830830"/>
                  <a:gd name="connsiteX0" fmla="*/ 0 w 590717"/>
                  <a:gd name="connsiteY0" fmla="*/ 830830 h 830830"/>
                  <a:gd name="connsiteX1" fmla="*/ 57150 w 590717"/>
                  <a:gd name="connsiteY1" fmla="*/ 564130 h 830830"/>
                  <a:gd name="connsiteX2" fmla="*/ 187325 w 590717"/>
                  <a:gd name="connsiteY2" fmla="*/ 227580 h 830830"/>
                  <a:gd name="connsiteX3" fmla="*/ 366763 w 590717"/>
                  <a:gd name="connsiteY3" fmla="*/ 85624 h 830830"/>
                  <a:gd name="connsiteX4" fmla="*/ 590717 w 590717"/>
                  <a:gd name="connsiteY4" fmla="*/ 0 h 830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0717" h="830830">
                    <a:moveTo>
                      <a:pt x="0" y="830830"/>
                    </a:moveTo>
                    <a:cubicBezTo>
                      <a:pt x="12964" y="747751"/>
                      <a:pt x="25929" y="664672"/>
                      <a:pt x="57150" y="564130"/>
                    </a:cubicBezTo>
                    <a:cubicBezTo>
                      <a:pt x="88371" y="463588"/>
                      <a:pt x="135723" y="307331"/>
                      <a:pt x="187325" y="227580"/>
                    </a:cubicBezTo>
                    <a:cubicBezTo>
                      <a:pt x="238927" y="147829"/>
                      <a:pt x="300088" y="118432"/>
                      <a:pt x="366763" y="85624"/>
                    </a:cubicBezTo>
                    <a:cubicBezTo>
                      <a:pt x="433438" y="52816"/>
                      <a:pt x="519279" y="13758"/>
                      <a:pt x="590717" y="0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6" name="矩形 65"/>
            <p:cNvSpPr/>
            <p:nvPr/>
          </p:nvSpPr>
          <p:spPr>
            <a:xfrm>
              <a:off x="2500113" y="1017906"/>
              <a:ext cx="121058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01AE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----</a:t>
              </a:r>
              <a:r>
                <a:rPr lang="zh-CN" altLang="en-US" sz="1400" dirty="0">
                  <a:solidFill>
                    <a:srgbClr val="01AE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不加气隙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0053207" y="4483270"/>
            <a:ext cx="1324306" cy="307777"/>
            <a:chOff x="2220318" y="1554371"/>
            <a:chExt cx="1324306" cy="307777"/>
          </a:xfrm>
        </p:grpSpPr>
        <p:grpSp>
          <p:nvGrpSpPr>
            <p:cNvPr id="51" name="组合 50"/>
            <p:cNvGrpSpPr/>
            <p:nvPr/>
          </p:nvGrpSpPr>
          <p:grpSpPr>
            <a:xfrm>
              <a:off x="2220318" y="1594649"/>
              <a:ext cx="342161" cy="212471"/>
              <a:chOff x="3043480" y="1236376"/>
              <a:chExt cx="5304441" cy="3293887"/>
            </a:xfrm>
          </p:grpSpPr>
          <p:sp>
            <p:nvSpPr>
              <p:cNvPr id="52" name="任意多边形 51"/>
              <p:cNvSpPr/>
              <p:nvPr/>
            </p:nvSpPr>
            <p:spPr>
              <a:xfrm rot="2796524">
                <a:off x="7299768" y="894162"/>
                <a:ext cx="427026" cy="1111453"/>
              </a:xfrm>
              <a:custGeom>
                <a:avLst/>
                <a:gdLst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61 h 290573"/>
                  <a:gd name="connsiteX1" fmla="*/ 226219 w 745331"/>
                  <a:gd name="connsiteY1" fmla="*/ 83405 h 290573"/>
                  <a:gd name="connsiteX2" fmla="*/ 0 w 745331"/>
                  <a:gd name="connsiteY2" fmla="*/ 290573 h 290573"/>
                  <a:gd name="connsiteX0" fmla="*/ 560041 w 560041"/>
                  <a:gd name="connsiteY0" fmla="*/ 45 h 301691"/>
                  <a:gd name="connsiteX1" fmla="*/ 226219 w 560041"/>
                  <a:gd name="connsiteY1" fmla="*/ 94523 h 301691"/>
                  <a:gd name="connsiteX2" fmla="*/ 0 w 560041"/>
                  <a:gd name="connsiteY2" fmla="*/ 301691 h 301691"/>
                  <a:gd name="connsiteX0" fmla="*/ 560041 w 560041"/>
                  <a:gd name="connsiteY0" fmla="*/ 0 h 301646"/>
                  <a:gd name="connsiteX1" fmla="*/ 226219 w 560041"/>
                  <a:gd name="connsiteY1" fmla="*/ 94478 h 301646"/>
                  <a:gd name="connsiteX2" fmla="*/ 0 w 560041"/>
                  <a:gd name="connsiteY2" fmla="*/ 301646 h 301646"/>
                  <a:gd name="connsiteX0" fmla="*/ 560041 w 560041"/>
                  <a:gd name="connsiteY0" fmla="*/ 0 h 301646"/>
                  <a:gd name="connsiteX1" fmla="*/ 226219 w 560041"/>
                  <a:gd name="connsiteY1" fmla="*/ 94478 h 301646"/>
                  <a:gd name="connsiteX2" fmla="*/ 0 w 560041"/>
                  <a:gd name="connsiteY2" fmla="*/ 301646 h 301646"/>
                  <a:gd name="connsiteX0" fmla="*/ 560041 w 560041"/>
                  <a:gd name="connsiteY0" fmla="*/ 0 h 301646"/>
                  <a:gd name="connsiteX1" fmla="*/ 239646 w 560041"/>
                  <a:gd name="connsiteY1" fmla="*/ 97798 h 301646"/>
                  <a:gd name="connsiteX2" fmla="*/ 0 w 560041"/>
                  <a:gd name="connsiteY2" fmla="*/ 301646 h 301646"/>
                  <a:gd name="connsiteX0" fmla="*/ 655626 w 655626"/>
                  <a:gd name="connsiteY0" fmla="*/ 0 h 319585"/>
                  <a:gd name="connsiteX1" fmla="*/ 239646 w 655626"/>
                  <a:gd name="connsiteY1" fmla="*/ 115737 h 319585"/>
                  <a:gd name="connsiteX2" fmla="*/ 0 w 655626"/>
                  <a:gd name="connsiteY2" fmla="*/ 319585 h 319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55626" h="319585">
                    <a:moveTo>
                      <a:pt x="655626" y="0"/>
                    </a:moveTo>
                    <a:cubicBezTo>
                      <a:pt x="563802" y="22817"/>
                      <a:pt x="347199" y="60175"/>
                      <a:pt x="239646" y="115737"/>
                    </a:cubicBezTo>
                    <a:cubicBezTo>
                      <a:pt x="132093" y="171299"/>
                      <a:pt x="50998" y="240210"/>
                      <a:pt x="0" y="319585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任意多边形 52"/>
              <p:cNvSpPr/>
              <p:nvPr/>
            </p:nvSpPr>
            <p:spPr>
              <a:xfrm rot="2796524">
                <a:off x="6228567" y="1360247"/>
                <a:ext cx="107017" cy="1772248"/>
              </a:xfrm>
              <a:custGeom>
                <a:avLst/>
                <a:gdLst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4307" h="509588">
                    <a:moveTo>
                      <a:pt x="164307" y="0"/>
                    </a:moveTo>
                    <a:cubicBezTo>
                      <a:pt x="117475" y="76597"/>
                      <a:pt x="94061" y="153194"/>
                      <a:pt x="66676" y="238125"/>
                    </a:cubicBezTo>
                    <a:cubicBezTo>
                      <a:pt x="39292" y="323056"/>
                      <a:pt x="12699" y="447279"/>
                      <a:pt x="0" y="509588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任意多边形 53"/>
              <p:cNvSpPr/>
              <p:nvPr/>
            </p:nvSpPr>
            <p:spPr>
              <a:xfrm rot="2796524">
                <a:off x="4308395" y="2267102"/>
                <a:ext cx="304167" cy="2833998"/>
              </a:xfrm>
              <a:custGeom>
                <a:avLst/>
                <a:gdLst>
                  <a:gd name="connsiteX0" fmla="*/ 546100 w 546100"/>
                  <a:gd name="connsiteY0" fmla="*/ 0 h 809625"/>
                  <a:gd name="connsiteX1" fmla="*/ 428625 w 546100"/>
                  <a:gd name="connsiteY1" fmla="*/ 460375 h 809625"/>
                  <a:gd name="connsiteX2" fmla="*/ 260350 w 546100"/>
                  <a:gd name="connsiteY2" fmla="*/ 717550 h 809625"/>
                  <a:gd name="connsiteX3" fmla="*/ 0 w 546100"/>
                  <a:gd name="connsiteY3" fmla="*/ 809625 h 809625"/>
                  <a:gd name="connsiteX0" fmla="*/ 546100 w 546100"/>
                  <a:gd name="connsiteY0" fmla="*/ 0 h 796925"/>
                  <a:gd name="connsiteX1" fmla="*/ 428625 w 546100"/>
                  <a:gd name="connsiteY1" fmla="*/ 460375 h 796925"/>
                  <a:gd name="connsiteX2" fmla="*/ 260350 w 546100"/>
                  <a:gd name="connsiteY2" fmla="*/ 717550 h 796925"/>
                  <a:gd name="connsiteX3" fmla="*/ 0 w 546100"/>
                  <a:gd name="connsiteY3" fmla="*/ 796925 h 796925"/>
                  <a:gd name="connsiteX0" fmla="*/ 552450 w 552450"/>
                  <a:gd name="connsiteY0" fmla="*/ 0 h 796925"/>
                  <a:gd name="connsiteX1" fmla="*/ 428625 w 552450"/>
                  <a:gd name="connsiteY1" fmla="*/ 460375 h 796925"/>
                  <a:gd name="connsiteX2" fmla="*/ 260350 w 552450"/>
                  <a:gd name="connsiteY2" fmla="*/ 717550 h 796925"/>
                  <a:gd name="connsiteX3" fmla="*/ 0 w 552450"/>
                  <a:gd name="connsiteY3" fmla="*/ 796925 h 796925"/>
                  <a:gd name="connsiteX0" fmla="*/ 469365 w 469365"/>
                  <a:gd name="connsiteY0" fmla="*/ 0 h 816346"/>
                  <a:gd name="connsiteX1" fmla="*/ 345540 w 469365"/>
                  <a:gd name="connsiteY1" fmla="*/ 460375 h 816346"/>
                  <a:gd name="connsiteX2" fmla="*/ 177265 w 469365"/>
                  <a:gd name="connsiteY2" fmla="*/ 717550 h 816346"/>
                  <a:gd name="connsiteX3" fmla="*/ 0 w 469365"/>
                  <a:gd name="connsiteY3" fmla="*/ 816346 h 816346"/>
                  <a:gd name="connsiteX0" fmla="*/ 469365 w 469365"/>
                  <a:gd name="connsiteY0" fmla="*/ 0 h 816346"/>
                  <a:gd name="connsiteX1" fmla="*/ 345540 w 469365"/>
                  <a:gd name="connsiteY1" fmla="*/ 460375 h 816346"/>
                  <a:gd name="connsiteX2" fmla="*/ 177265 w 469365"/>
                  <a:gd name="connsiteY2" fmla="*/ 717550 h 816346"/>
                  <a:gd name="connsiteX3" fmla="*/ 0 w 469365"/>
                  <a:gd name="connsiteY3" fmla="*/ 816346 h 816346"/>
                  <a:gd name="connsiteX0" fmla="*/ 466998 w 466998"/>
                  <a:gd name="connsiteY0" fmla="*/ 0 h 814881"/>
                  <a:gd name="connsiteX1" fmla="*/ 343173 w 466998"/>
                  <a:gd name="connsiteY1" fmla="*/ 460375 h 814881"/>
                  <a:gd name="connsiteX2" fmla="*/ 174898 w 466998"/>
                  <a:gd name="connsiteY2" fmla="*/ 717550 h 814881"/>
                  <a:gd name="connsiteX3" fmla="*/ 0 w 466998"/>
                  <a:gd name="connsiteY3" fmla="*/ 814881 h 814881"/>
                  <a:gd name="connsiteX0" fmla="*/ 466998 w 466998"/>
                  <a:gd name="connsiteY0" fmla="*/ 0 h 814881"/>
                  <a:gd name="connsiteX1" fmla="*/ 343173 w 466998"/>
                  <a:gd name="connsiteY1" fmla="*/ 460375 h 814881"/>
                  <a:gd name="connsiteX2" fmla="*/ 200885 w 466998"/>
                  <a:gd name="connsiteY2" fmla="*/ 718382 h 814881"/>
                  <a:gd name="connsiteX3" fmla="*/ 0 w 466998"/>
                  <a:gd name="connsiteY3" fmla="*/ 814881 h 814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6998" h="814881">
                    <a:moveTo>
                      <a:pt x="466998" y="0"/>
                    </a:moveTo>
                    <a:cubicBezTo>
                      <a:pt x="432073" y="170391"/>
                      <a:pt x="387525" y="340645"/>
                      <a:pt x="343173" y="460375"/>
                    </a:cubicBezTo>
                    <a:cubicBezTo>
                      <a:pt x="298821" y="580105"/>
                      <a:pt x="272322" y="662290"/>
                      <a:pt x="200885" y="718382"/>
                    </a:cubicBezTo>
                    <a:cubicBezTo>
                      <a:pt x="129448" y="774474"/>
                      <a:pt x="75861" y="794654"/>
                      <a:pt x="0" y="814881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 rot="2796524">
                <a:off x="3650228" y="3763514"/>
                <a:ext cx="419353" cy="1114145"/>
              </a:xfrm>
              <a:custGeom>
                <a:avLst/>
                <a:gdLst>
                  <a:gd name="connsiteX0" fmla="*/ 0 w 714375"/>
                  <a:gd name="connsiteY0" fmla="*/ 298450 h 299084"/>
                  <a:gd name="connsiteX1" fmla="*/ 292100 w 714375"/>
                  <a:gd name="connsiteY1" fmla="*/ 279400 h 299084"/>
                  <a:gd name="connsiteX2" fmla="*/ 555625 w 714375"/>
                  <a:gd name="connsiteY2" fmla="*/ 168275 h 299084"/>
                  <a:gd name="connsiteX3" fmla="*/ 714375 w 714375"/>
                  <a:gd name="connsiteY3" fmla="*/ 0 h 299084"/>
                  <a:gd name="connsiteX4" fmla="*/ 714375 w 714375"/>
                  <a:gd name="connsiteY4" fmla="*/ 0 h 299084"/>
                  <a:gd name="connsiteX0" fmla="*/ 1 w 654330"/>
                  <a:gd name="connsiteY0" fmla="*/ 319445 h 319520"/>
                  <a:gd name="connsiteX1" fmla="*/ 232055 w 654330"/>
                  <a:gd name="connsiteY1" fmla="*/ 279400 h 319520"/>
                  <a:gd name="connsiteX2" fmla="*/ 495580 w 654330"/>
                  <a:gd name="connsiteY2" fmla="*/ 168275 h 319520"/>
                  <a:gd name="connsiteX3" fmla="*/ 654330 w 654330"/>
                  <a:gd name="connsiteY3" fmla="*/ 0 h 319520"/>
                  <a:gd name="connsiteX4" fmla="*/ 654330 w 654330"/>
                  <a:gd name="connsiteY4" fmla="*/ 0 h 319520"/>
                  <a:gd name="connsiteX0" fmla="*/ -1 w 654328"/>
                  <a:gd name="connsiteY0" fmla="*/ 319445 h 319492"/>
                  <a:gd name="connsiteX1" fmla="*/ 217609 w 654328"/>
                  <a:gd name="connsiteY1" fmla="*/ 269305 h 319492"/>
                  <a:gd name="connsiteX2" fmla="*/ 495578 w 654328"/>
                  <a:gd name="connsiteY2" fmla="*/ 168275 h 319492"/>
                  <a:gd name="connsiteX3" fmla="*/ 654328 w 654328"/>
                  <a:gd name="connsiteY3" fmla="*/ 0 h 319492"/>
                  <a:gd name="connsiteX4" fmla="*/ 654328 w 654328"/>
                  <a:gd name="connsiteY4" fmla="*/ 0 h 319492"/>
                  <a:gd name="connsiteX0" fmla="*/ 1 w 654330"/>
                  <a:gd name="connsiteY0" fmla="*/ 319445 h 319445"/>
                  <a:gd name="connsiteX1" fmla="*/ 217611 w 654330"/>
                  <a:gd name="connsiteY1" fmla="*/ 269305 h 319445"/>
                  <a:gd name="connsiteX2" fmla="*/ 495580 w 654330"/>
                  <a:gd name="connsiteY2" fmla="*/ 168275 h 319445"/>
                  <a:gd name="connsiteX3" fmla="*/ 654330 w 654330"/>
                  <a:gd name="connsiteY3" fmla="*/ 0 h 319445"/>
                  <a:gd name="connsiteX4" fmla="*/ 654330 w 654330"/>
                  <a:gd name="connsiteY4" fmla="*/ 0 h 319445"/>
                  <a:gd name="connsiteX0" fmla="*/ 0 w 643847"/>
                  <a:gd name="connsiteY0" fmla="*/ 320358 h 320358"/>
                  <a:gd name="connsiteX1" fmla="*/ 207128 w 643847"/>
                  <a:gd name="connsiteY1" fmla="*/ 269305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  <a:gd name="connsiteX0" fmla="*/ 0 w 643847"/>
                  <a:gd name="connsiteY0" fmla="*/ 320358 h 320358"/>
                  <a:gd name="connsiteX1" fmla="*/ 207128 w 643847"/>
                  <a:gd name="connsiteY1" fmla="*/ 269305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  <a:gd name="connsiteX0" fmla="*/ 0 w 643847"/>
                  <a:gd name="connsiteY0" fmla="*/ 320358 h 320358"/>
                  <a:gd name="connsiteX1" fmla="*/ 255284 w 643847"/>
                  <a:gd name="connsiteY1" fmla="*/ 262755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  <a:gd name="connsiteX0" fmla="*/ 0 w 643847"/>
                  <a:gd name="connsiteY0" fmla="*/ 320358 h 320358"/>
                  <a:gd name="connsiteX1" fmla="*/ 255284 w 643847"/>
                  <a:gd name="connsiteY1" fmla="*/ 262755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  <a:gd name="connsiteX0" fmla="*/ 0 w 643847"/>
                  <a:gd name="connsiteY0" fmla="*/ 320358 h 320358"/>
                  <a:gd name="connsiteX1" fmla="*/ 270500 w 643847"/>
                  <a:gd name="connsiteY1" fmla="*/ 260738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3847" h="320358">
                    <a:moveTo>
                      <a:pt x="0" y="320358"/>
                    </a:moveTo>
                    <a:cubicBezTo>
                      <a:pt x="111767" y="298370"/>
                      <a:pt x="191870" y="283652"/>
                      <a:pt x="270500" y="260738"/>
                    </a:cubicBezTo>
                    <a:cubicBezTo>
                      <a:pt x="349130" y="237824"/>
                      <a:pt x="422873" y="211731"/>
                      <a:pt x="485097" y="168275"/>
                    </a:cubicBezTo>
                    <a:cubicBezTo>
                      <a:pt x="547321" y="124819"/>
                      <a:pt x="643847" y="0"/>
                      <a:pt x="643847" y="0"/>
                    </a:cubicBezTo>
                    <a:lnTo>
                      <a:pt x="643847" y="0"/>
                    </a:ln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任意多边形 55"/>
              <p:cNvSpPr/>
              <p:nvPr/>
            </p:nvSpPr>
            <p:spPr>
              <a:xfrm rot="2796524">
                <a:off x="5022792" y="2664801"/>
                <a:ext cx="101330" cy="1733600"/>
              </a:xfrm>
              <a:custGeom>
                <a:avLst/>
                <a:gdLst>
                  <a:gd name="connsiteX0" fmla="*/ 0 w 161925"/>
                  <a:gd name="connsiteY0" fmla="*/ 495300 h 495300"/>
                  <a:gd name="connsiteX1" fmla="*/ 88900 w 161925"/>
                  <a:gd name="connsiteY1" fmla="*/ 285750 h 495300"/>
                  <a:gd name="connsiteX2" fmla="*/ 161925 w 161925"/>
                  <a:gd name="connsiteY2" fmla="*/ 0 h 495300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575" h="498475">
                    <a:moveTo>
                      <a:pt x="0" y="498475"/>
                    </a:moveTo>
                    <a:cubicBezTo>
                      <a:pt x="30956" y="434975"/>
                      <a:pt x="62971" y="372004"/>
                      <a:pt x="88900" y="288925"/>
                    </a:cubicBezTo>
                    <a:cubicBezTo>
                      <a:pt x="114829" y="205846"/>
                      <a:pt x="151606" y="53975"/>
                      <a:pt x="155575" y="0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任意多边形 56"/>
              <p:cNvSpPr/>
              <p:nvPr/>
            </p:nvSpPr>
            <p:spPr>
              <a:xfrm rot="2796524">
                <a:off x="6732356" y="653858"/>
                <a:ext cx="330407" cy="2900722"/>
              </a:xfrm>
              <a:custGeom>
                <a:avLst/>
                <a:gdLst>
                  <a:gd name="connsiteX0" fmla="*/ 0 w 587375"/>
                  <a:gd name="connsiteY0" fmla="*/ 800100 h 800100"/>
                  <a:gd name="connsiteX1" fmla="*/ 57150 w 587375"/>
                  <a:gd name="connsiteY1" fmla="*/ 533400 h 800100"/>
                  <a:gd name="connsiteX2" fmla="*/ 187325 w 587375"/>
                  <a:gd name="connsiteY2" fmla="*/ 196850 h 800100"/>
                  <a:gd name="connsiteX3" fmla="*/ 377825 w 587375"/>
                  <a:gd name="connsiteY3" fmla="*/ 60325 h 800100"/>
                  <a:gd name="connsiteX4" fmla="*/ 587375 w 587375"/>
                  <a:gd name="connsiteY4" fmla="*/ 0 h 800100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377825 w 411986"/>
                  <a:gd name="connsiteY3" fmla="*/ 74417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27652 w 411986"/>
                  <a:gd name="connsiteY3" fmla="*/ 73269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46250 w 411986"/>
                  <a:gd name="connsiteY3" fmla="*/ 76562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46250 w 411986"/>
                  <a:gd name="connsiteY3" fmla="*/ 76562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46250 w 411986"/>
                  <a:gd name="connsiteY3" fmla="*/ 76562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46250 w 411986"/>
                  <a:gd name="connsiteY3" fmla="*/ 76562 h 814192"/>
                  <a:gd name="connsiteX4" fmla="*/ 411986 w 411986"/>
                  <a:gd name="connsiteY4" fmla="*/ 0 h 814192"/>
                  <a:gd name="connsiteX0" fmla="*/ 0 w 507282"/>
                  <a:gd name="connsiteY0" fmla="*/ 834067 h 834067"/>
                  <a:gd name="connsiteX1" fmla="*/ 57150 w 507282"/>
                  <a:gd name="connsiteY1" fmla="*/ 567367 h 834067"/>
                  <a:gd name="connsiteX2" fmla="*/ 187325 w 507282"/>
                  <a:gd name="connsiteY2" fmla="*/ 230817 h 834067"/>
                  <a:gd name="connsiteX3" fmla="*/ 246250 w 507282"/>
                  <a:gd name="connsiteY3" fmla="*/ 96437 h 834067"/>
                  <a:gd name="connsiteX4" fmla="*/ 507283 w 507282"/>
                  <a:gd name="connsiteY4" fmla="*/ 0 h 834067"/>
                  <a:gd name="connsiteX0" fmla="*/ 0 w 507284"/>
                  <a:gd name="connsiteY0" fmla="*/ 834067 h 834067"/>
                  <a:gd name="connsiteX1" fmla="*/ 57150 w 507284"/>
                  <a:gd name="connsiteY1" fmla="*/ 567367 h 834067"/>
                  <a:gd name="connsiteX2" fmla="*/ 187325 w 507284"/>
                  <a:gd name="connsiteY2" fmla="*/ 230817 h 834067"/>
                  <a:gd name="connsiteX3" fmla="*/ 267649 w 507284"/>
                  <a:gd name="connsiteY3" fmla="*/ 101168 h 834067"/>
                  <a:gd name="connsiteX4" fmla="*/ 507283 w 507284"/>
                  <a:gd name="connsiteY4" fmla="*/ 0 h 834067"/>
                  <a:gd name="connsiteX0" fmla="*/ 0 w 507282"/>
                  <a:gd name="connsiteY0" fmla="*/ 834067 h 834067"/>
                  <a:gd name="connsiteX1" fmla="*/ 57150 w 507282"/>
                  <a:gd name="connsiteY1" fmla="*/ 567367 h 834067"/>
                  <a:gd name="connsiteX2" fmla="*/ 187325 w 507282"/>
                  <a:gd name="connsiteY2" fmla="*/ 230817 h 834067"/>
                  <a:gd name="connsiteX3" fmla="*/ 288467 w 507282"/>
                  <a:gd name="connsiteY3" fmla="*/ 102027 h 834067"/>
                  <a:gd name="connsiteX4" fmla="*/ 507283 w 507282"/>
                  <a:gd name="connsiteY4" fmla="*/ 0 h 834067"/>
                  <a:gd name="connsiteX0" fmla="*/ 0 w 507284"/>
                  <a:gd name="connsiteY0" fmla="*/ 834067 h 834067"/>
                  <a:gd name="connsiteX1" fmla="*/ 57150 w 507284"/>
                  <a:gd name="connsiteY1" fmla="*/ 567367 h 834067"/>
                  <a:gd name="connsiteX2" fmla="*/ 187325 w 507284"/>
                  <a:gd name="connsiteY2" fmla="*/ 230817 h 834067"/>
                  <a:gd name="connsiteX3" fmla="*/ 288467 w 507284"/>
                  <a:gd name="connsiteY3" fmla="*/ 102027 h 834067"/>
                  <a:gd name="connsiteX4" fmla="*/ 507283 w 507284"/>
                  <a:gd name="connsiteY4" fmla="*/ 0 h 834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7284" h="834067">
                    <a:moveTo>
                      <a:pt x="0" y="834067"/>
                    </a:moveTo>
                    <a:cubicBezTo>
                      <a:pt x="12964" y="750988"/>
                      <a:pt x="25929" y="667909"/>
                      <a:pt x="57150" y="567367"/>
                    </a:cubicBezTo>
                    <a:cubicBezTo>
                      <a:pt x="88371" y="466825"/>
                      <a:pt x="148772" y="308374"/>
                      <a:pt x="187325" y="230817"/>
                    </a:cubicBezTo>
                    <a:cubicBezTo>
                      <a:pt x="225878" y="153260"/>
                      <a:pt x="248070" y="137603"/>
                      <a:pt x="288467" y="102027"/>
                    </a:cubicBezTo>
                    <a:cubicBezTo>
                      <a:pt x="308876" y="88353"/>
                      <a:pt x="435845" y="13758"/>
                      <a:pt x="507283" y="0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" name="矩形 66"/>
            <p:cNvSpPr/>
            <p:nvPr/>
          </p:nvSpPr>
          <p:spPr>
            <a:xfrm>
              <a:off x="2513573" y="1554371"/>
              <a:ext cx="103105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----</a:t>
              </a:r>
              <a:r>
                <a:rPr lang="zh-CN" altLang="en-US" sz="14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气隙小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0053207" y="4787249"/>
            <a:ext cx="1304969" cy="307777"/>
            <a:chOff x="2227185" y="2081605"/>
            <a:chExt cx="1304969" cy="307777"/>
          </a:xfrm>
        </p:grpSpPr>
        <p:grpSp>
          <p:nvGrpSpPr>
            <p:cNvPr id="58" name="组合 57"/>
            <p:cNvGrpSpPr/>
            <p:nvPr/>
          </p:nvGrpSpPr>
          <p:grpSpPr>
            <a:xfrm>
              <a:off x="2227185" y="2159828"/>
              <a:ext cx="321404" cy="130322"/>
              <a:chOff x="2068901" y="1354037"/>
              <a:chExt cx="7399224" cy="3000215"/>
            </a:xfrm>
          </p:grpSpPr>
          <p:sp>
            <p:nvSpPr>
              <p:cNvPr id="59" name="任意多边形 58"/>
              <p:cNvSpPr/>
              <p:nvPr/>
            </p:nvSpPr>
            <p:spPr>
              <a:xfrm rot="3703016">
                <a:off x="8483590" y="717830"/>
                <a:ext cx="194823" cy="1467237"/>
              </a:xfrm>
              <a:custGeom>
                <a:avLst/>
                <a:gdLst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61 h 290573"/>
                  <a:gd name="connsiteX1" fmla="*/ 226219 w 745331"/>
                  <a:gd name="connsiteY1" fmla="*/ 83405 h 290573"/>
                  <a:gd name="connsiteX2" fmla="*/ 0 w 745331"/>
                  <a:gd name="connsiteY2" fmla="*/ 290573 h 290573"/>
                  <a:gd name="connsiteX0" fmla="*/ 652831 w 652832"/>
                  <a:gd name="connsiteY0" fmla="*/ 44 h 302575"/>
                  <a:gd name="connsiteX1" fmla="*/ 226219 w 652832"/>
                  <a:gd name="connsiteY1" fmla="*/ 95407 h 302575"/>
                  <a:gd name="connsiteX2" fmla="*/ 0 w 652832"/>
                  <a:gd name="connsiteY2" fmla="*/ 302575 h 302575"/>
                  <a:gd name="connsiteX0" fmla="*/ 652831 w 652832"/>
                  <a:gd name="connsiteY0" fmla="*/ 0 h 302531"/>
                  <a:gd name="connsiteX1" fmla="*/ 226219 w 652832"/>
                  <a:gd name="connsiteY1" fmla="*/ 95363 h 302531"/>
                  <a:gd name="connsiteX2" fmla="*/ 0 w 652832"/>
                  <a:gd name="connsiteY2" fmla="*/ 302531 h 302531"/>
                  <a:gd name="connsiteX0" fmla="*/ 652831 w 652832"/>
                  <a:gd name="connsiteY0" fmla="*/ 0 h 302531"/>
                  <a:gd name="connsiteX1" fmla="*/ 226219 w 652832"/>
                  <a:gd name="connsiteY1" fmla="*/ 95363 h 302531"/>
                  <a:gd name="connsiteX2" fmla="*/ 0 w 652832"/>
                  <a:gd name="connsiteY2" fmla="*/ 302531 h 302531"/>
                  <a:gd name="connsiteX0" fmla="*/ 693568 w 693569"/>
                  <a:gd name="connsiteY0" fmla="*/ 0 h 308051"/>
                  <a:gd name="connsiteX1" fmla="*/ 226219 w 693569"/>
                  <a:gd name="connsiteY1" fmla="*/ 100883 h 308051"/>
                  <a:gd name="connsiteX2" fmla="*/ 0 w 693569"/>
                  <a:gd name="connsiteY2" fmla="*/ 308051 h 308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3569" h="308051">
                    <a:moveTo>
                      <a:pt x="693568" y="0"/>
                    </a:moveTo>
                    <a:cubicBezTo>
                      <a:pt x="478122" y="31562"/>
                      <a:pt x="333772" y="45321"/>
                      <a:pt x="226219" y="100883"/>
                    </a:cubicBezTo>
                    <a:cubicBezTo>
                      <a:pt x="118666" y="156445"/>
                      <a:pt x="50998" y="228676"/>
                      <a:pt x="0" y="308051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任意多边形 59"/>
              <p:cNvSpPr/>
              <p:nvPr/>
            </p:nvSpPr>
            <p:spPr>
              <a:xfrm rot="3703016">
                <a:off x="6786095" y="1054407"/>
                <a:ext cx="46154" cy="2427152"/>
              </a:xfrm>
              <a:custGeom>
                <a:avLst/>
                <a:gdLst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4307" h="509588">
                    <a:moveTo>
                      <a:pt x="164307" y="0"/>
                    </a:moveTo>
                    <a:cubicBezTo>
                      <a:pt x="117475" y="76597"/>
                      <a:pt x="94061" y="153194"/>
                      <a:pt x="66676" y="238125"/>
                    </a:cubicBezTo>
                    <a:cubicBezTo>
                      <a:pt x="39292" y="323056"/>
                      <a:pt x="12699" y="447279"/>
                      <a:pt x="0" y="509588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任意多边形 60"/>
              <p:cNvSpPr/>
              <p:nvPr/>
            </p:nvSpPr>
            <p:spPr>
              <a:xfrm rot="3703016">
                <a:off x="3937560" y="1763045"/>
                <a:ext cx="115705" cy="3853023"/>
              </a:xfrm>
              <a:custGeom>
                <a:avLst/>
                <a:gdLst>
                  <a:gd name="connsiteX0" fmla="*/ 546100 w 546100"/>
                  <a:gd name="connsiteY0" fmla="*/ 0 h 809625"/>
                  <a:gd name="connsiteX1" fmla="*/ 428625 w 546100"/>
                  <a:gd name="connsiteY1" fmla="*/ 460375 h 809625"/>
                  <a:gd name="connsiteX2" fmla="*/ 260350 w 546100"/>
                  <a:gd name="connsiteY2" fmla="*/ 717550 h 809625"/>
                  <a:gd name="connsiteX3" fmla="*/ 0 w 546100"/>
                  <a:gd name="connsiteY3" fmla="*/ 809625 h 809625"/>
                  <a:gd name="connsiteX0" fmla="*/ 546100 w 546100"/>
                  <a:gd name="connsiteY0" fmla="*/ 0 h 796925"/>
                  <a:gd name="connsiteX1" fmla="*/ 428625 w 546100"/>
                  <a:gd name="connsiteY1" fmla="*/ 460375 h 796925"/>
                  <a:gd name="connsiteX2" fmla="*/ 260350 w 546100"/>
                  <a:gd name="connsiteY2" fmla="*/ 717550 h 796925"/>
                  <a:gd name="connsiteX3" fmla="*/ 0 w 546100"/>
                  <a:gd name="connsiteY3" fmla="*/ 796925 h 796925"/>
                  <a:gd name="connsiteX0" fmla="*/ 552450 w 552450"/>
                  <a:gd name="connsiteY0" fmla="*/ 0 h 796925"/>
                  <a:gd name="connsiteX1" fmla="*/ 428625 w 552450"/>
                  <a:gd name="connsiteY1" fmla="*/ 460375 h 796925"/>
                  <a:gd name="connsiteX2" fmla="*/ 260350 w 552450"/>
                  <a:gd name="connsiteY2" fmla="*/ 717550 h 796925"/>
                  <a:gd name="connsiteX3" fmla="*/ 0 w 552450"/>
                  <a:gd name="connsiteY3" fmla="*/ 796925 h 796925"/>
                  <a:gd name="connsiteX0" fmla="*/ 442909 w 442909"/>
                  <a:gd name="connsiteY0" fmla="*/ 0 h 810241"/>
                  <a:gd name="connsiteX1" fmla="*/ 319084 w 442909"/>
                  <a:gd name="connsiteY1" fmla="*/ 460375 h 810241"/>
                  <a:gd name="connsiteX2" fmla="*/ 150809 w 442909"/>
                  <a:gd name="connsiteY2" fmla="*/ 717550 h 810241"/>
                  <a:gd name="connsiteX3" fmla="*/ 1 w 442909"/>
                  <a:gd name="connsiteY3" fmla="*/ 810241 h 810241"/>
                  <a:gd name="connsiteX0" fmla="*/ 411909 w 411909"/>
                  <a:gd name="connsiteY0" fmla="*/ 0 h 808954"/>
                  <a:gd name="connsiteX1" fmla="*/ 288084 w 411909"/>
                  <a:gd name="connsiteY1" fmla="*/ 460375 h 808954"/>
                  <a:gd name="connsiteX2" fmla="*/ 119809 w 411909"/>
                  <a:gd name="connsiteY2" fmla="*/ 717550 h 808954"/>
                  <a:gd name="connsiteX3" fmla="*/ 1 w 411909"/>
                  <a:gd name="connsiteY3" fmla="*/ 808954 h 808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1909" h="808954">
                    <a:moveTo>
                      <a:pt x="411909" y="0"/>
                    </a:moveTo>
                    <a:cubicBezTo>
                      <a:pt x="376984" y="170391"/>
                      <a:pt x="336767" y="340783"/>
                      <a:pt x="288084" y="460375"/>
                    </a:cubicBezTo>
                    <a:cubicBezTo>
                      <a:pt x="239401" y="579967"/>
                      <a:pt x="191246" y="661458"/>
                      <a:pt x="119809" y="717550"/>
                    </a:cubicBezTo>
                    <a:cubicBezTo>
                      <a:pt x="48372" y="773642"/>
                      <a:pt x="94457" y="792020"/>
                      <a:pt x="1" y="808954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任意多边形 61"/>
              <p:cNvSpPr/>
              <p:nvPr/>
            </p:nvSpPr>
            <p:spPr>
              <a:xfrm rot="3703016">
                <a:off x="2880613" y="3533447"/>
                <a:ext cx="158825" cy="1482785"/>
              </a:xfrm>
              <a:custGeom>
                <a:avLst/>
                <a:gdLst>
                  <a:gd name="connsiteX0" fmla="*/ 0 w 714375"/>
                  <a:gd name="connsiteY0" fmla="*/ 298450 h 299084"/>
                  <a:gd name="connsiteX1" fmla="*/ 292100 w 714375"/>
                  <a:gd name="connsiteY1" fmla="*/ 279400 h 299084"/>
                  <a:gd name="connsiteX2" fmla="*/ 555625 w 714375"/>
                  <a:gd name="connsiteY2" fmla="*/ 168275 h 299084"/>
                  <a:gd name="connsiteX3" fmla="*/ 714375 w 714375"/>
                  <a:gd name="connsiteY3" fmla="*/ 0 h 299084"/>
                  <a:gd name="connsiteX4" fmla="*/ 714375 w 714375"/>
                  <a:gd name="connsiteY4" fmla="*/ 0 h 299084"/>
                  <a:gd name="connsiteX0" fmla="*/ -1 w 582656"/>
                  <a:gd name="connsiteY0" fmla="*/ 307929 h 308090"/>
                  <a:gd name="connsiteX1" fmla="*/ 160381 w 582656"/>
                  <a:gd name="connsiteY1" fmla="*/ 279400 h 308090"/>
                  <a:gd name="connsiteX2" fmla="*/ 423906 w 582656"/>
                  <a:gd name="connsiteY2" fmla="*/ 168275 h 308090"/>
                  <a:gd name="connsiteX3" fmla="*/ 582656 w 582656"/>
                  <a:gd name="connsiteY3" fmla="*/ 0 h 308090"/>
                  <a:gd name="connsiteX4" fmla="*/ 582656 w 582656"/>
                  <a:gd name="connsiteY4" fmla="*/ 0 h 308090"/>
                  <a:gd name="connsiteX0" fmla="*/ -1 w 582656"/>
                  <a:gd name="connsiteY0" fmla="*/ 307929 h 308047"/>
                  <a:gd name="connsiteX1" fmla="*/ 188502 w 582656"/>
                  <a:gd name="connsiteY1" fmla="*/ 276318 h 308047"/>
                  <a:gd name="connsiteX2" fmla="*/ 423906 w 582656"/>
                  <a:gd name="connsiteY2" fmla="*/ 168275 h 308047"/>
                  <a:gd name="connsiteX3" fmla="*/ 582656 w 582656"/>
                  <a:gd name="connsiteY3" fmla="*/ 0 h 308047"/>
                  <a:gd name="connsiteX4" fmla="*/ 582656 w 582656"/>
                  <a:gd name="connsiteY4" fmla="*/ 0 h 308047"/>
                  <a:gd name="connsiteX0" fmla="*/ -1 w 565415"/>
                  <a:gd name="connsiteY0" fmla="*/ 311315 h 311410"/>
                  <a:gd name="connsiteX1" fmla="*/ 171261 w 565415"/>
                  <a:gd name="connsiteY1" fmla="*/ 276318 h 311410"/>
                  <a:gd name="connsiteX2" fmla="*/ 406665 w 565415"/>
                  <a:gd name="connsiteY2" fmla="*/ 168275 h 311410"/>
                  <a:gd name="connsiteX3" fmla="*/ 565415 w 565415"/>
                  <a:gd name="connsiteY3" fmla="*/ 0 h 311410"/>
                  <a:gd name="connsiteX4" fmla="*/ 565415 w 565415"/>
                  <a:gd name="connsiteY4" fmla="*/ 0 h 311410"/>
                  <a:gd name="connsiteX0" fmla="*/ -1 w 565415"/>
                  <a:gd name="connsiteY0" fmla="*/ 311315 h 311315"/>
                  <a:gd name="connsiteX1" fmla="*/ 171261 w 565415"/>
                  <a:gd name="connsiteY1" fmla="*/ 276318 h 311315"/>
                  <a:gd name="connsiteX2" fmla="*/ 406665 w 565415"/>
                  <a:gd name="connsiteY2" fmla="*/ 168275 h 311315"/>
                  <a:gd name="connsiteX3" fmla="*/ 565415 w 565415"/>
                  <a:gd name="connsiteY3" fmla="*/ 0 h 311315"/>
                  <a:gd name="connsiteX4" fmla="*/ 565415 w 565415"/>
                  <a:gd name="connsiteY4" fmla="*/ 0 h 311315"/>
                  <a:gd name="connsiteX0" fmla="*/ -1 w 565415"/>
                  <a:gd name="connsiteY0" fmla="*/ 311315 h 311315"/>
                  <a:gd name="connsiteX1" fmla="*/ 202255 w 565415"/>
                  <a:gd name="connsiteY1" fmla="*/ 275031 h 311315"/>
                  <a:gd name="connsiteX2" fmla="*/ 406665 w 565415"/>
                  <a:gd name="connsiteY2" fmla="*/ 168275 h 311315"/>
                  <a:gd name="connsiteX3" fmla="*/ 565415 w 565415"/>
                  <a:gd name="connsiteY3" fmla="*/ 0 h 311315"/>
                  <a:gd name="connsiteX4" fmla="*/ 565415 w 565415"/>
                  <a:gd name="connsiteY4" fmla="*/ 0 h 311315"/>
                  <a:gd name="connsiteX0" fmla="*/ -1 w 565415"/>
                  <a:gd name="connsiteY0" fmla="*/ 311315 h 311315"/>
                  <a:gd name="connsiteX1" fmla="*/ 202255 w 565415"/>
                  <a:gd name="connsiteY1" fmla="*/ 275031 h 311315"/>
                  <a:gd name="connsiteX2" fmla="*/ 406665 w 565415"/>
                  <a:gd name="connsiteY2" fmla="*/ 168275 h 311315"/>
                  <a:gd name="connsiteX3" fmla="*/ 565415 w 565415"/>
                  <a:gd name="connsiteY3" fmla="*/ 0 h 311315"/>
                  <a:gd name="connsiteX4" fmla="*/ 565415 w 565415"/>
                  <a:gd name="connsiteY4" fmla="*/ 0 h 311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5415" h="311315">
                    <a:moveTo>
                      <a:pt x="-1" y="311315"/>
                    </a:moveTo>
                    <a:cubicBezTo>
                      <a:pt x="119749" y="295673"/>
                      <a:pt x="135617" y="296636"/>
                      <a:pt x="202255" y="275031"/>
                    </a:cubicBezTo>
                    <a:cubicBezTo>
                      <a:pt x="268893" y="253426"/>
                      <a:pt x="346138" y="214114"/>
                      <a:pt x="406665" y="168275"/>
                    </a:cubicBezTo>
                    <a:cubicBezTo>
                      <a:pt x="467192" y="122437"/>
                      <a:pt x="565415" y="0"/>
                      <a:pt x="565415" y="0"/>
                    </a:cubicBezTo>
                    <a:lnTo>
                      <a:pt x="565415" y="0"/>
                    </a:ln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任意多边形 62"/>
              <p:cNvSpPr/>
              <p:nvPr/>
            </p:nvSpPr>
            <p:spPr>
              <a:xfrm rot="3703016">
                <a:off x="4684435" y="2263123"/>
                <a:ext cx="43701" cy="2374222"/>
              </a:xfrm>
              <a:custGeom>
                <a:avLst/>
                <a:gdLst>
                  <a:gd name="connsiteX0" fmla="*/ 0 w 161925"/>
                  <a:gd name="connsiteY0" fmla="*/ 495300 h 495300"/>
                  <a:gd name="connsiteX1" fmla="*/ 88900 w 161925"/>
                  <a:gd name="connsiteY1" fmla="*/ 285750 h 495300"/>
                  <a:gd name="connsiteX2" fmla="*/ 161925 w 161925"/>
                  <a:gd name="connsiteY2" fmla="*/ 0 h 495300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575" h="498475">
                    <a:moveTo>
                      <a:pt x="0" y="498475"/>
                    </a:moveTo>
                    <a:cubicBezTo>
                      <a:pt x="30956" y="434975"/>
                      <a:pt x="62971" y="372004"/>
                      <a:pt x="88900" y="288925"/>
                    </a:cubicBezTo>
                    <a:cubicBezTo>
                      <a:pt x="114829" y="205846"/>
                      <a:pt x="151606" y="53975"/>
                      <a:pt x="155575" y="0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 rot="3703016">
                <a:off x="7432644" y="95873"/>
                <a:ext cx="154316" cy="3916646"/>
              </a:xfrm>
              <a:custGeom>
                <a:avLst/>
                <a:gdLst>
                  <a:gd name="connsiteX0" fmla="*/ 0 w 587375"/>
                  <a:gd name="connsiteY0" fmla="*/ 800100 h 800100"/>
                  <a:gd name="connsiteX1" fmla="*/ 57150 w 587375"/>
                  <a:gd name="connsiteY1" fmla="*/ 533400 h 800100"/>
                  <a:gd name="connsiteX2" fmla="*/ 187325 w 587375"/>
                  <a:gd name="connsiteY2" fmla="*/ 196850 h 800100"/>
                  <a:gd name="connsiteX3" fmla="*/ 377825 w 587375"/>
                  <a:gd name="connsiteY3" fmla="*/ 60325 h 800100"/>
                  <a:gd name="connsiteX4" fmla="*/ 587375 w 587375"/>
                  <a:gd name="connsiteY4" fmla="*/ 0 h 800100"/>
                  <a:gd name="connsiteX0" fmla="*/ 0 w 507493"/>
                  <a:gd name="connsiteY0" fmla="*/ 814557 h 814557"/>
                  <a:gd name="connsiteX1" fmla="*/ 57150 w 507493"/>
                  <a:gd name="connsiteY1" fmla="*/ 547857 h 814557"/>
                  <a:gd name="connsiteX2" fmla="*/ 187325 w 507493"/>
                  <a:gd name="connsiteY2" fmla="*/ 211307 h 814557"/>
                  <a:gd name="connsiteX3" fmla="*/ 377825 w 507493"/>
                  <a:gd name="connsiteY3" fmla="*/ 74782 h 814557"/>
                  <a:gd name="connsiteX4" fmla="*/ 507491 w 507493"/>
                  <a:gd name="connsiteY4" fmla="*/ 0 h 814557"/>
                  <a:gd name="connsiteX0" fmla="*/ 0 w 583239"/>
                  <a:gd name="connsiteY0" fmla="*/ 821805 h 821805"/>
                  <a:gd name="connsiteX1" fmla="*/ 57150 w 583239"/>
                  <a:gd name="connsiteY1" fmla="*/ 555105 h 821805"/>
                  <a:gd name="connsiteX2" fmla="*/ 187325 w 583239"/>
                  <a:gd name="connsiteY2" fmla="*/ 218555 h 821805"/>
                  <a:gd name="connsiteX3" fmla="*/ 377825 w 583239"/>
                  <a:gd name="connsiteY3" fmla="*/ 82030 h 821805"/>
                  <a:gd name="connsiteX4" fmla="*/ 583238 w 583239"/>
                  <a:gd name="connsiteY4" fmla="*/ 0 h 821805"/>
                  <a:gd name="connsiteX0" fmla="*/ 0 w 549362"/>
                  <a:gd name="connsiteY0" fmla="*/ 822312 h 822312"/>
                  <a:gd name="connsiteX1" fmla="*/ 57150 w 549362"/>
                  <a:gd name="connsiteY1" fmla="*/ 555612 h 822312"/>
                  <a:gd name="connsiteX2" fmla="*/ 187325 w 549362"/>
                  <a:gd name="connsiteY2" fmla="*/ 219062 h 822312"/>
                  <a:gd name="connsiteX3" fmla="*/ 377825 w 549362"/>
                  <a:gd name="connsiteY3" fmla="*/ 82537 h 822312"/>
                  <a:gd name="connsiteX4" fmla="*/ 549361 w 549362"/>
                  <a:gd name="connsiteY4" fmla="*/ 0 h 822312"/>
                  <a:gd name="connsiteX0" fmla="*/ 0 w 549362"/>
                  <a:gd name="connsiteY0" fmla="*/ 822312 h 822312"/>
                  <a:gd name="connsiteX1" fmla="*/ 57150 w 549362"/>
                  <a:gd name="connsiteY1" fmla="*/ 555612 h 822312"/>
                  <a:gd name="connsiteX2" fmla="*/ 187325 w 549362"/>
                  <a:gd name="connsiteY2" fmla="*/ 219062 h 822312"/>
                  <a:gd name="connsiteX3" fmla="*/ 329021 w 549362"/>
                  <a:gd name="connsiteY3" fmla="*/ 81556 h 822312"/>
                  <a:gd name="connsiteX4" fmla="*/ 549361 w 549362"/>
                  <a:gd name="connsiteY4" fmla="*/ 0 h 822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9362" h="822312">
                    <a:moveTo>
                      <a:pt x="0" y="822312"/>
                    </a:moveTo>
                    <a:cubicBezTo>
                      <a:pt x="12964" y="739233"/>
                      <a:pt x="25929" y="656154"/>
                      <a:pt x="57150" y="555612"/>
                    </a:cubicBezTo>
                    <a:cubicBezTo>
                      <a:pt x="88371" y="455070"/>
                      <a:pt x="142013" y="298071"/>
                      <a:pt x="187325" y="219062"/>
                    </a:cubicBezTo>
                    <a:cubicBezTo>
                      <a:pt x="232637" y="140053"/>
                      <a:pt x="262346" y="114364"/>
                      <a:pt x="329021" y="81556"/>
                    </a:cubicBezTo>
                    <a:cubicBezTo>
                      <a:pt x="395696" y="48748"/>
                      <a:pt x="477923" y="13758"/>
                      <a:pt x="549361" y="0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8" name="矩形 67"/>
            <p:cNvSpPr/>
            <p:nvPr/>
          </p:nvSpPr>
          <p:spPr>
            <a:xfrm>
              <a:off x="2501103" y="2081605"/>
              <a:ext cx="103105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E077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----</a:t>
              </a:r>
              <a:r>
                <a:rPr lang="zh-CN" altLang="en-US" sz="1400" dirty="0">
                  <a:solidFill>
                    <a:srgbClr val="E077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气隙大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046305" y="5091229"/>
            <a:ext cx="1131856" cy="307777"/>
            <a:chOff x="2235899" y="2584078"/>
            <a:chExt cx="1131856" cy="307777"/>
          </a:xfrm>
        </p:grpSpPr>
        <p:cxnSp>
          <p:nvCxnSpPr>
            <p:cNvPr id="71" name="直接连接符 70"/>
            <p:cNvCxnSpPr/>
            <p:nvPr/>
          </p:nvCxnSpPr>
          <p:spPr>
            <a:xfrm flipV="1">
              <a:off x="2235899" y="2736573"/>
              <a:ext cx="304123" cy="16214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矩形 71"/>
            <p:cNvSpPr/>
            <p:nvPr/>
          </p:nvSpPr>
          <p:spPr>
            <a:xfrm>
              <a:off x="2516240" y="2584078"/>
              <a:ext cx="85151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92B37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----</a:t>
              </a:r>
              <a:r>
                <a:rPr lang="zh-CN" altLang="en-US" sz="1400" dirty="0">
                  <a:solidFill>
                    <a:srgbClr val="92B37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空芯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698020" y="1689645"/>
            <a:ext cx="4107935" cy="276999"/>
            <a:chOff x="5698020" y="1689645"/>
            <a:chExt cx="4107935" cy="276999"/>
          </a:xfrm>
        </p:grpSpPr>
        <p:cxnSp>
          <p:nvCxnSpPr>
            <p:cNvPr id="82" name="直接连接符 81"/>
            <p:cNvCxnSpPr/>
            <p:nvPr/>
          </p:nvCxnSpPr>
          <p:spPr>
            <a:xfrm flipH="1">
              <a:off x="6101231" y="1871448"/>
              <a:ext cx="3704724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5698020" y="1689645"/>
                  <a:ext cx="37048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8020" y="1689645"/>
                  <a:ext cx="370486" cy="276999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13333" r="-1667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/>
          <p:cNvGrpSpPr/>
          <p:nvPr/>
        </p:nvGrpSpPr>
        <p:grpSpPr>
          <a:xfrm>
            <a:off x="2406554" y="5090543"/>
            <a:ext cx="4281887" cy="276999"/>
            <a:chOff x="2406554" y="5090543"/>
            <a:chExt cx="4281887" cy="276999"/>
          </a:xfrm>
        </p:grpSpPr>
        <p:cxnSp>
          <p:nvCxnSpPr>
            <p:cNvPr id="84" name="直接连接符 83"/>
            <p:cNvCxnSpPr/>
            <p:nvPr/>
          </p:nvCxnSpPr>
          <p:spPr>
            <a:xfrm flipH="1">
              <a:off x="2406554" y="5249648"/>
              <a:ext cx="3704724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/>
                <p:cNvSpPr txBox="1"/>
                <p:nvPr/>
              </p:nvSpPr>
              <p:spPr>
                <a:xfrm>
                  <a:off x="6144831" y="5090543"/>
                  <a:ext cx="54361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4" name="文本框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831" y="5090543"/>
                  <a:ext cx="543610" cy="27699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r="-1124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/>
          <p:cNvGrpSpPr/>
          <p:nvPr/>
        </p:nvGrpSpPr>
        <p:grpSpPr>
          <a:xfrm>
            <a:off x="3240833" y="2166465"/>
            <a:ext cx="2855167" cy="898998"/>
            <a:chOff x="3240833" y="2166465"/>
            <a:chExt cx="2855167" cy="898998"/>
          </a:xfrm>
        </p:grpSpPr>
        <p:cxnSp>
          <p:nvCxnSpPr>
            <p:cNvPr id="21" name="直接连接符 20"/>
            <p:cNvCxnSpPr/>
            <p:nvPr/>
          </p:nvCxnSpPr>
          <p:spPr>
            <a:xfrm flipH="1">
              <a:off x="4305674" y="3062288"/>
              <a:ext cx="1790326" cy="0"/>
            </a:xfrm>
            <a:prstGeom prst="line">
              <a:avLst/>
            </a:prstGeom>
            <a:ln w="6350">
              <a:solidFill>
                <a:srgbClr val="02AAE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 flipV="1">
              <a:off x="3618686" y="2375047"/>
              <a:ext cx="690416" cy="690416"/>
            </a:xfrm>
            <a:prstGeom prst="line">
              <a:avLst/>
            </a:prstGeom>
            <a:ln w="6350">
              <a:solidFill>
                <a:srgbClr val="02AAE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/>
                <p:cNvSpPr txBox="1"/>
                <p:nvPr/>
              </p:nvSpPr>
              <p:spPr>
                <a:xfrm>
                  <a:off x="3240833" y="2166465"/>
                  <a:ext cx="31534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02AAE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9" name="文本框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833" y="2166465"/>
                  <a:ext cx="315343" cy="21544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1765" r="-1961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/>
          <p:cNvGrpSpPr/>
          <p:nvPr/>
        </p:nvGrpSpPr>
        <p:grpSpPr>
          <a:xfrm>
            <a:off x="3240833" y="2529965"/>
            <a:ext cx="2864945" cy="890979"/>
            <a:chOff x="3240833" y="2529965"/>
            <a:chExt cx="2864945" cy="890979"/>
          </a:xfrm>
        </p:grpSpPr>
        <p:cxnSp>
          <p:nvCxnSpPr>
            <p:cNvPr id="75" name="直接连接符 74"/>
            <p:cNvCxnSpPr/>
            <p:nvPr/>
          </p:nvCxnSpPr>
          <p:spPr>
            <a:xfrm flipH="1">
              <a:off x="4315452" y="3420944"/>
              <a:ext cx="1790326" cy="0"/>
            </a:xfrm>
            <a:prstGeom prst="line">
              <a:avLst/>
            </a:prstGeom>
            <a:ln w="6350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 flipV="1">
              <a:off x="3621673" y="2726953"/>
              <a:ext cx="690416" cy="690416"/>
            </a:xfrm>
            <a:prstGeom prst="line">
              <a:avLst/>
            </a:prstGeom>
            <a:ln w="6350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/>
                <p:cNvSpPr txBox="1"/>
                <p:nvPr/>
              </p:nvSpPr>
              <p:spPr>
                <a:xfrm>
                  <a:off x="3240833" y="2529965"/>
                  <a:ext cx="31534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0" name="文本框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833" y="2529965"/>
                  <a:ext cx="315343" cy="21544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1765" r="-1961"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/>
          <p:cNvGrpSpPr/>
          <p:nvPr/>
        </p:nvGrpSpPr>
        <p:grpSpPr>
          <a:xfrm>
            <a:off x="3240833" y="2865581"/>
            <a:ext cx="2856537" cy="627443"/>
            <a:chOff x="3240833" y="2865581"/>
            <a:chExt cx="2856537" cy="627443"/>
          </a:xfrm>
        </p:grpSpPr>
        <p:cxnSp>
          <p:nvCxnSpPr>
            <p:cNvPr id="77" name="直接连接符 76"/>
            <p:cNvCxnSpPr/>
            <p:nvPr/>
          </p:nvCxnSpPr>
          <p:spPr>
            <a:xfrm flipH="1">
              <a:off x="4307044" y="3493024"/>
              <a:ext cx="1790326" cy="0"/>
            </a:xfrm>
            <a:prstGeom prst="line">
              <a:avLst/>
            </a:prstGeom>
            <a:ln w="6350">
              <a:solidFill>
                <a:srgbClr val="E0773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 flipV="1">
              <a:off x="3645351" y="3069531"/>
              <a:ext cx="658330" cy="419918"/>
            </a:xfrm>
            <a:prstGeom prst="line">
              <a:avLst/>
            </a:prstGeom>
            <a:ln w="6350">
              <a:solidFill>
                <a:srgbClr val="E0773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/>
                <p:cNvSpPr txBox="1"/>
                <p:nvPr/>
              </p:nvSpPr>
              <p:spPr>
                <a:xfrm>
                  <a:off x="3240833" y="2865581"/>
                  <a:ext cx="31534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  <m:r>
                              <a:rPr lang="en-US" altLang="zh-CN" sz="1400" b="0" i="1" smtClean="0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1" name="文本框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833" y="2865581"/>
                  <a:ext cx="315343" cy="215444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1765" r="-1961"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5" name="矩形 84"/>
          <p:cNvSpPr/>
          <p:nvPr/>
        </p:nvSpPr>
        <p:spPr>
          <a:xfrm>
            <a:off x="3126635" y="1809076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磁滞</a:t>
            </a:r>
          </a:p>
        </p:txBody>
      </p:sp>
      <p:grpSp>
        <p:nvGrpSpPr>
          <p:cNvPr id="100" name="组合 99"/>
          <p:cNvGrpSpPr/>
          <p:nvPr/>
        </p:nvGrpSpPr>
        <p:grpSpPr>
          <a:xfrm>
            <a:off x="7065653" y="1892968"/>
            <a:ext cx="396070" cy="1938710"/>
            <a:chOff x="7065653" y="1892968"/>
            <a:chExt cx="396070" cy="1938710"/>
          </a:xfrm>
        </p:grpSpPr>
        <p:cxnSp>
          <p:nvCxnSpPr>
            <p:cNvPr id="86" name="直接连接符 85"/>
            <p:cNvCxnSpPr>
              <a:stCxn id="13" idx="4"/>
            </p:cNvCxnSpPr>
            <p:nvPr/>
          </p:nvCxnSpPr>
          <p:spPr>
            <a:xfrm>
              <a:off x="7202579" y="1892968"/>
              <a:ext cx="0" cy="164495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/>
                <p:cNvSpPr txBox="1"/>
                <p:nvPr/>
              </p:nvSpPr>
              <p:spPr>
                <a:xfrm>
                  <a:off x="7065653" y="3616234"/>
                  <a:ext cx="39607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𝑠𝑎𝑡</m:t>
                            </m:r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02AAE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2" name="文本框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5653" y="3616234"/>
                  <a:ext cx="396070" cy="21544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7692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/>
          <p:cNvGrpSpPr/>
          <p:nvPr/>
        </p:nvGrpSpPr>
        <p:grpSpPr>
          <a:xfrm>
            <a:off x="8317302" y="1904476"/>
            <a:ext cx="396070" cy="1927202"/>
            <a:chOff x="8317302" y="1904476"/>
            <a:chExt cx="396070" cy="1927202"/>
          </a:xfrm>
        </p:grpSpPr>
        <p:cxnSp>
          <p:nvCxnSpPr>
            <p:cNvPr id="89" name="直接连接符 88"/>
            <p:cNvCxnSpPr/>
            <p:nvPr/>
          </p:nvCxnSpPr>
          <p:spPr>
            <a:xfrm>
              <a:off x="8509565" y="1904476"/>
              <a:ext cx="0" cy="1644954"/>
            </a:xfrm>
            <a:prstGeom prst="line">
              <a:avLst/>
            </a:prstGeom>
            <a:ln>
              <a:solidFill>
                <a:srgbClr val="D5D60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/>
                <p:cNvSpPr txBox="1"/>
                <p:nvPr/>
              </p:nvSpPr>
              <p:spPr>
                <a:xfrm>
                  <a:off x="8317302" y="3616234"/>
                  <a:ext cx="39607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𝑠𝑎𝑡</m:t>
                            </m:r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3" name="文本框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7302" y="3616234"/>
                  <a:ext cx="396070" cy="215444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7692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组合 101"/>
          <p:cNvGrpSpPr/>
          <p:nvPr/>
        </p:nvGrpSpPr>
        <p:grpSpPr>
          <a:xfrm>
            <a:off x="9434071" y="1871448"/>
            <a:ext cx="396070" cy="1960230"/>
            <a:chOff x="9434071" y="1871448"/>
            <a:chExt cx="396070" cy="1960230"/>
          </a:xfrm>
        </p:grpSpPr>
        <p:cxnSp>
          <p:nvCxnSpPr>
            <p:cNvPr id="90" name="直接连接符 89"/>
            <p:cNvCxnSpPr/>
            <p:nvPr/>
          </p:nvCxnSpPr>
          <p:spPr>
            <a:xfrm>
              <a:off x="9590935" y="1871448"/>
              <a:ext cx="0" cy="1644954"/>
            </a:xfrm>
            <a:prstGeom prst="line">
              <a:avLst/>
            </a:prstGeom>
            <a:ln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/>
                <p:cNvSpPr txBox="1"/>
                <p:nvPr/>
              </p:nvSpPr>
              <p:spPr>
                <a:xfrm>
                  <a:off x="9434071" y="3616234"/>
                  <a:ext cx="39607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E0773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E0773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E0773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𝑠𝑎𝑡</m:t>
                            </m:r>
                            <m:r>
                              <a:rPr lang="en-US" altLang="zh-CN" sz="1400" b="0" i="1" smtClean="0">
                                <a:solidFill>
                                  <a:srgbClr val="E0773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E0773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4" name="文本框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4071" y="3616234"/>
                  <a:ext cx="396070" cy="215444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7692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8" name="文本框 97"/>
          <p:cNvSpPr txBox="1"/>
          <p:nvPr/>
        </p:nvSpPr>
        <p:spPr>
          <a:xfrm>
            <a:off x="7693097" y="353929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8887032" y="353929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/>
              <p:cNvSpPr/>
              <p:nvPr/>
            </p:nvSpPr>
            <p:spPr>
              <a:xfrm>
                <a:off x="1522805" y="349828"/>
                <a:ext cx="3800399" cy="5041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磁场能量密度</a:t>
                </a:r>
                <a14:m>
                  <m:oMath xmlns:m="http://schemas.openxmlformats.org/officeDocument/2006/math">
                    <m:r>
                      <a:rPr lang="zh-CN" alt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sz="16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zh-CN" altLang="en-US" sz="16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en-US" sz="16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zh-CN" altLang="en-US" sz="16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zh-CN" altLang="en-US" sz="16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16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1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𝐵𝐻</m:t>
                    </m:r>
                  </m:oMath>
                </a14:m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1" name="矩形 1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805" y="349828"/>
                <a:ext cx="3800399" cy="504112"/>
              </a:xfrm>
              <a:prstGeom prst="rect">
                <a:avLst/>
              </a:prstGeom>
              <a:blipFill rotWithShape="0">
                <a:blip r:embed="rId10"/>
                <a:stretch>
                  <a:fillRect l="-963" b="-1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等腰三角形 104"/>
          <p:cNvSpPr/>
          <p:nvPr/>
        </p:nvSpPr>
        <p:spPr>
          <a:xfrm>
            <a:off x="6124318" y="1855165"/>
            <a:ext cx="1084916" cy="1659534"/>
          </a:xfrm>
          <a:custGeom>
            <a:avLst/>
            <a:gdLst>
              <a:gd name="connsiteX0" fmla="*/ 0 w 1457325"/>
              <a:gd name="connsiteY0" fmla="*/ 1830984 h 1830984"/>
              <a:gd name="connsiteX1" fmla="*/ 728663 w 1457325"/>
              <a:gd name="connsiteY1" fmla="*/ 0 h 1830984"/>
              <a:gd name="connsiteX2" fmla="*/ 1457325 w 1457325"/>
              <a:gd name="connsiteY2" fmla="*/ 1830984 h 1830984"/>
              <a:gd name="connsiteX3" fmla="*/ 0 w 1457325"/>
              <a:gd name="connsiteY3" fmla="*/ 1830984 h 1830984"/>
              <a:gd name="connsiteX0" fmla="*/ 0 w 1457325"/>
              <a:gd name="connsiteY0" fmla="*/ 1659534 h 1659534"/>
              <a:gd name="connsiteX1" fmla="*/ 1071563 w 1457325"/>
              <a:gd name="connsiteY1" fmla="*/ 0 h 1659534"/>
              <a:gd name="connsiteX2" fmla="*/ 1457325 w 1457325"/>
              <a:gd name="connsiteY2" fmla="*/ 1659534 h 1659534"/>
              <a:gd name="connsiteX3" fmla="*/ 0 w 1457325"/>
              <a:gd name="connsiteY3" fmla="*/ 1659534 h 1659534"/>
              <a:gd name="connsiteX0" fmla="*/ 0 w 1076325"/>
              <a:gd name="connsiteY0" fmla="*/ 1659534 h 1659534"/>
              <a:gd name="connsiteX1" fmla="*/ 1071563 w 1076325"/>
              <a:gd name="connsiteY1" fmla="*/ 0 h 1659534"/>
              <a:gd name="connsiteX2" fmla="*/ 1076325 w 1076325"/>
              <a:gd name="connsiteY2" fmla="*/ 1640484 h 1659534"/>
              <a:gd name="connsiteX3" fmla="*/ 0 w 1076325"/>
              <a:gd name="connsiteY3" fmla="*/ 1659534 h 1659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6325" h="1659534">
                <a:moveTo>
                  <a:pt x="0" y="1659534"/>
                </a:moveTo>
                <a:lnTo>
                  <a:pt x="1071563" y="0"/>
                </a:lnTo>
                <a:cubicBezTo>
                  <a:pt x="1073150" y="546828"/>
                  <a:pt x="1074738" y="1093656"/>
                  <a:pt x="1076325" y="1640484"/>
                </a:cubicBezTo>
                <a:lnTo>
                  <a:pt x="0" y="1659534"/>
                </a:lnTo>
                <a:close/>
              </a:path>
            </a:pathLst>
          </a:cu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等腰三角形 104"/>
          <p:cNvSpPr/>
          <p:nvPr/>
        </p:nvSpPr>
        <p:spPr>
          <a:xfrm>
            <a:off x="6140274" y="1882699"/>
            <a:ext cx="2380451" cy="1659534"/>
          </a:xfrm>
          <a:custGeom>
            <a:avLst/>
            <a:gdLst>
              <a:gd name="connsiteX0" fmla="*/ 0 w 1457325"/>
              <a:gd name="connsiteY0" fmla="*/ 1830984 h 1830984"/>
              <a:gd name="connsiteX1" fmla="*/ 728663 w 1457325"/>
              <a:gd name="connsiteY1" fmla="*/ 0 h 1830984"/>
              <a:gd name="connsiteX2" fmla="*/ 1457325 w 1457325"/>
              <a:gd name="connsiteY2" fmla="*/ 1830984 h 1830984"/>
              <a:gd name="connsiteX3" fmla="*/ 0 w 1457325"/>
              <a:gd name="connsiteY3" fmla="*/ 1830984 h 1830984"/>
              <a:gd name="connsiteX0" fmla="*/ 0 w 1457325"/>
              <a:gd name="connsiteY0" fmla="*/ 1659534 h 1659534"/>
              <a:gd name="connsiteX1" fmla="*/ 1071563 w 1457325"/>
              <a:gd name="connsiteY1" fmla="*/ 0 h 1659534"/>
              <a:gd name="connsiteX2" fmla="*/ 1457325 w 1457325"/>
              <a:gd name="connsiteY2" fmla="*/ 1659534 h 1659534"/>
              <a:gd name="connsiteX3" fmla="*/ 0 w 1457325"/>
              <a:gd name="connsiteY3" fmla="*/ 1659534 h 1659534"/>
              <a:gd name="connsiteX0" fmla="*/ 0 w 1076325"/>
              <a:gd name="connsiteY0" fmla="*/ 1659534 h 1659534"/>
              <a:gd name="connsiteX1" fmla="*/ 1071563 w 1076325"/>
              <a:gd name="connsiteY1" fmla="*/ 0 h 1659534"/>
              <a:gd name="connsiteX2" fmla="*/ 1076325 w 1076325"/>
              <a:gd name="connsiteY2" fmla="*/ 1640484 h 1659534"/>
              <a:gd name="connsiteX3" fmla="*/ 0 w 1076325"/>
              <a:gd name="connsiteY3" fmla="*/ 1659534 h 1659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6325" h="1659534">
                <a:moveTo>
                  <a:pt x="0" y="1659534"/>
                </a:moveTo>
                <a:lnTo>
                  <a:pt x="1071563" y="0"/>
                </a:lnTo>
                <a:cubicBezTo>
                  <a:pt x="1073150" y="546828"/>
                  <a:pt x="1074738" y="1093656"/>
                  <a:pt x="1076325" y="1640484"/>
                </a:cubicBezTo>
                <a:lnTo>
                  <a:pt x="0" y="1659534"/>
                </a:lnTo>
                <a:close/>
              </a:path>
            </a:pathLst>
          </a:custGeom>
          <a:solidFill>
            <a:srgbClr val="FFFF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等腰三角形 104"/>
          <p:cNvSpPr/>
          <p:nvPr/>
        </p:nvSpPr>
        <p:spPr>
          <a:xfrm>
            <a:off x="6111189" y="1872450"/>
            <a:ext cx="3479746" cy="1659534"/>
          </a:xfrm>
          <a:custGeom>
            <a:avLst/>
            <a:gdLst>
              <a:gd name="connsiteX0" fmla="*/ 0 w 1457325"/>
              <a:gd name="connsiteY0" fmla="*/ 1830984 h 1830984"/>
              <a:gd name="connsiteX1" fmla="*/ 728663 w 1457325"/>
              <a:gd name="connsiteY1" fmla="*/ 0 h 1830984"/>
              <a:gd name="connsiteX2" fmla="*/ 1457325 w 1457325"/>
              <a:gd name="connsiteY2" fmla="*/ 1830984 h 1830984"/>
              <a:gd name="connsiteX3" fmla="*/ 0 w 1457325"/>
              <a:gd name="connsiteY3" fmla="*/ 1830984 h 1830984"/>
              <a:gd name="connsiteX0" fmla="*/ 0 w 1457325"/>
              <a:gd name="connsiteY0" fmla="*/ 1659534 h 1659534"/>
              <a:gd name="connsiteX1" fmla="*/ 1071563 w 1457325"/>
              <a:gd name="connsiteY1" fmla="*/ 0 h 1659534"/>
              <a:gd name="connsiteX2" fmla="*/ 1457325 w 1457325"/>
              <a:gd name="connsiteY2" fmla="*/ 1659534 h 1659534"/>
              <a:gd name="connsiteX3" fmla="*/ 0 w 1457325"/>
              <a:gd name="connsiteY3" fmla="*/ 1659534 h 1659534"/>
              <a:gd name="connsiteX0" fmla="*/ 0 w 1076325"/>
              <a:gd name="connsiteY0" fmla="*/ 1659534 h 1659534"/>
              <a:gd name="connsiteX1" fmla="*/ 1071563 w 1076325"/>
              <a:gd name="connsiteY1" fmla="*/ 0 h 1659534"/>
              <a:gd name="connsiteX2" fmla="*/ 1076325 w 1076325"/>
              <a:gd name="connsiteY2" fmla="*/ 1640484 h 1659534"/>
              <a:gd name="connsiteX3" fmla="*/ 0 w 1076325"/>
              <a:gd name="connsiteY3" fmla="*/ 1659534 h 1659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6325" h="1659534">
                <a:moveTo>
                  <a:pt x="0" y="1659534"/>
                </a:moveTo>
                <a:lnTo>
                  <a:pt x="1071563" y="0"/>
                </a:lnTo>
                <a:cubicBezTo>
                  <a:pt x="1073150" y="546828"/>
                  <a:pt x="1074738" y="1093656"/>
                  <a:pt x="1076325" y="1640484"/>
                </a:cubicBezTo>
                <a:lnTo>
                  <a:pt x="0" y="1659534"/>
                </a:lnTo>
                <a:close/>
              </a:path>
            </a:pathLst>
          </a:custGeom>
          <a:solidFill>
            <a:srgbClr val="E77A3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84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  <p:bldP spid="85" grpId="0"/>
      <p:bldP spid="98" grpId="0"/>
      <p:bldP spid="99" grpId="0"/>
      <p:bldP spid="111" grpId="0"/>
      <p:bldP spid="112" grpId="0" animBg="1"/>
      <p:bldP spid="113" grpId="0" animBg="1"/>
      <p:bldP spid="1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/>
          <p:cNvCxnSpPr/>
          <p:nvPr/>
        </p:nvCxnSpPr>
        <p:spPr>
          <a:xfrm>
            <a:off x="2259330" y="3537922"/>
            <a:ext cx="789744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6112105" y="1353996"/>
            <a:ext cx="0" cy="418364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>
          <a:xfrm>
            <a:off x="5107593" y="1802919"/>
            <a:ext cx="2022202" cy="3515755"/>
            <a:chOff x="4661823" y="1160831"/>
            <a:chExt cx="2022202" cy="3464741"/>
          </a:xfrm>
        </p:grpSpPr>
        <p:sp>
          <p:nvSpPr>
            <p:cNvPr id="8" name="任意多边形 7"/>
            <p:cNvSpPr/>
            <p:nvPr/>
          </p:nvSpPr>
          <p:spPr>
            <a:xfrm rot="803021">
              <a:off x="5989371" y="1160831"/>
              <a:ext cx="694654" cy="712046"/>
            </a:xfrm>
            <a:custGeom>
              <a:avLst/>
              <a:gdLst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61 h 290573"/>
                <a:gd name="connsiteX1" fmla="*/ 226219 w 745331"/>
                <a:gd name="connsiteY1" fmla="*/ 83405 h 290573"/>
                <a:gd name="connsiteX2" fmla="*/ 0 w 745331"/>
                <a:gd name="connsiteY2" fmla="*/ 290573 h 290573"/>
                <a:gd name="connsiteX0" fmla="*/ 749148 w 749148"/>
                <a:gd name="connsiteY0" fmla="*/ 33 h 315892"/>
                <a:gd name="connsiteX1" fmla="*/ 226219 w 749148"/>
                <a:gd name="connsiteY1" fmla="*/ 108724 h 315892"/>
                <a:gd name="connsiteX2" fmla="*/ 0 w 749148"/>
                <a:gd name="connsiteY2" fmla="*/ 315892 h 315892"/>
                <a:gd name="connsiteX0" fmla="*/ 749148 w 749148"/>
                <a:gd name="connsiteY0" fmla="*/ 0 h 315859"/>
                <a:gd name="connsiteX1" fmla="*/ 226219 w 749148"/>
                <a:gd name="connsiteY1" fmla="*/ 108691 h 315859"/>
                <a:gd name="connsiteX2" fmla="*/ 0 w 749148"/>
                <a:gd name="connsiteY2" fmla="*/ 315859 h 315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9148" h="315859">
                  <a:moveTo>
                    <a:pt x="749148" y="0"/>
                  </a:moveTo>
                  <a:cubicBezTo>
                    <a:pt x="514302" y="26109"/>
                    <a:pt x="333772" y="53129"/>
                    <a:pt x="226219" y="108691"/>
                  </a:cubicBezTo>
                  <a:cubicBezTo>
                    <a:pt x="118666" y="164253"/>
                    <a:pt x="50998" y="236484"/>
                    <a:pt x="0" y="315859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 rot="803021">
              <a:off x="5633155" y="1749581"/>
              <a:ext cx="152355" cy="1148772"/>
            </a:xfrm>
            <a:custGeom>
              <a:avLst/>
              <a:gdLst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307" h="509588">
                  <a:moveTo>
                    <a:pt x="164307" y="0"/>
                  </a:moveTo>
                  <a:cubicBezTo>
                    <a:pt x="117475" y="76597"/>
                    <a:pt x="94061" y="153194"/>
                    <a:pt x="66676" y="238125"/>
                  </a:cubicBezTo>
                  <a:cubicBezTo>
                    <a:pt x="39292" y="323056"/>
                    <a:pt x="12699" y="447279"/>
                    <a:pt x="0" y="509588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rot="803021">
              <a:off x="4795474" y="2787388"/>
              <a:ext cx="498812" cy="1832483"/>
            </a:xfrm>
            <a:custGeom>
              <a:avLst/>
              <a:gdLst>
                <a:gd name="connsiteX0" fmla="*/ 546100 w 546100"/>
                <a:gd name="connsiteY0" fmla="*/ 0 h 809625"/>
                <a:gd name="connsiteX1" fmla="*/ 428625 w 546100"/>
                <a:gd name="connsiteY1" fmla="*/ 460375 h 809625"/>
                <a:gd name="connsiteX2" fmla="*/ 260350 w 546100"/>
                <a:gd name="connsiteY2" fmla="*/ 717550 h 809625"/>
                <a:gd name="connsiteX3" fmla="*/ 0 w 546100"/>
                <a:gd name="connsiteY3" fmla="*/ 809625 h 809625"/>
                <a:gd name="connsiteX0" fmla="*/ 546100 w 546100"/>
                <a:gd name="connsiteY0" fmla="*/ 0 h 796925"/>
                <a:gd name="connsiteX1" fmla="*/ 428625 w 546100"/>
                <a:gd name="connsiteY1" fmla="*/ 460375 h 796925"/>
                <a:gd name="connsiteX2" fmla="*/ 260350 w 546100"/>
                <a:gd name="connsiteY2" fmla="*/ 717550 h 796925"/>
                <a:gd name="connsiteX3" fmla="*/ 0 w 546100"/>
                <a:gd name="connsiteY3" fmla="*/ 796925 h 796925"/>
                <a:gd name="connsiteX0" fmla="*/ 552450 w 552450"/>
                <a:gd name="connsiteY0" fmla="*/ 0 h 796925"/>
                <a:gd name="connsiteX1" fmla="*/ 428625 w 552450"/>
                <a:gd name="connsiteY1" fmla="*/ 460375 h 796925"/>
                <a:gd name="connsiteX2" fmla="*/ 260350 w 552450"/>
                <a:gd name="connsiteY2" fmla="*/ 717550 h 796925"/>
                <a:gd name="connsiteX3" fmla="*/ 0 w 552450"/>
                <a:gd name="connsiteY3" fmla="*/ 796925 h 796925"/>
                <a:gd name="connsiteX0" fmla="*/ 537943 w 537943"/>
                <a:gd name="connsiteY0" fmla="*/ 0 h 812878"/>
                <a:gd name="connsiteX1" fmla="*/ 414118 w 537943"/>
                <a:gd name="connsiteY1" fmla="*/ 460375 h 812878"/>
                <a:gd name="connsiteX2" fmla="*/ 245843 w 537943"/>
                <a:gd name="connsiteY2" fmla="*/ 717550 h 812878"/>
                <a:gd name="connsiteX3" fmla="*/ 0 w 537943"/>
                <a:gd name="connsiteY3" fmla="*/ 812878 h 812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943" h="812878">
                  <a:moveTo>
                    <a:pt x="537943" y="0"/>
                  </a:moveTo>
                  <a:cubicBezTo>
                    <a:pt x="503018" y="170391"/>
                    <a:pt x="462801" y="340783"/>
                    <a:pt x="414118" y="460375"/>
                  </a:cubicBezTo>
                  <a:cubicBezTo>
                    <a:pt x="365435" y="579967"/>
                    <a:pt x="317280" y="661458"/>
                    <a:pt x="245843" y="717550"/>
                  </a:cubicBezTo>
                  <a:cubicBezTo>
                    <a:pt x="174406" y="773642"/>
                    <a:pt x="94456" y="795944"/>
                    <a:pt x="0" y="812878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 rot="803021">
              <a:off x="4661823" y="3913388"/>
              <a:ext cx="653040" cy="712184"/>
            </a:xfrm>
            <a:custGeom>
              <a:avLst/>
              <a:gdLst>
                <a:gd name="connsiteX0" fmla="*/ 0 w 714375"/>
                <a:gd name="connsiteY0" fmla="*/ 298450 h 299084"/>
                <a:gd name="connsiteX1" fmla="*/ 292100 w 714375"/>
                <a:gd name="connsiteY1" fmla="*/ 279400 h 299084"/>
                <a:gd name="connsiteX2" fmla="*/ 555625 w 714375"/>
                <a:gd name="connsiteY2" fmla="*/ 168275 h 299084"/>
                <a:gd name="connsiteX3" fmla="*/ 714375 w 714375"/>
                <a:gd name="connsiteY3" fmla="*/ 0 h 299084"/>
                <a:gd name="connsiteX4" fmla="*/ 714375 w 714375"/>
                <a:gd name="connsiteY4" fmla="*/ 0 h 299084"/>
                <a:gd name="connsiteX0" fmla="*/ 0 w 704270"/>
                <a:gd name="connsiteY0" fmla="*/ 315920 h 316010"/>
                <a:gd name="connsiteX1" fmla="*/ 281995 w 704270"/>
                <a:gd name="connsiteY1" fmla="*/ 279400 h 316010"/>
                <a:gd name="connsiteX2" fmla="*/ 545520 w 704270"/>
                <a:gd name="connsiteY2" fmla="*/ 168275 h 316010"/>
                <a:gd name="connsiteX3" fmla="*/ 704270 w 704270"/>
                <a:gd name="connsiteY3" fmla="*/ 0 h 316010"/>
                <a:gd name="connsiteX4" fmla="*/ 704270 w 704270"/>
                <a:gd name="connsiteY4" fmla="*/ 0 h 316010"/>
                <a:gd name="connsiteX0" fmla="*/ 0 w 704270"/>
                <a:gd name="connsiteY0" fmla="*/ 315920 h 315920"/>
                <a:gd name="connsiteX1" fmla="*/ 281995 w 704270"/>
                <a:gd name="connsiteY1" fmla="*/ 279400 h 315920"/>
                <a:gd name="connsiteX2" fmla="*/ 545520 w 704270"/>
                <a:gd name="connsiteY2" fmla="*/ 168275 h 315920"/>
                <a:gd name="connsiteX3" fmla="*/ 704270 w 704270"/>
                <a:gd name="connsiteY3" fmla="*/ 0 h 315920"/>
                <a:gd name="connsiteX4" fmla="*/ 704270 w 704270"/>
                <a:gd name="connsiteY4" fmla="*/ 0 h 315920"/>
                <a:gd name="connsiteX0" fmla="*/ 0 w 704270"/>
                <a:gd name="connsiteY0" fmla="*/ 315920 h 315920"/>
                <a:gd name="connsiteX1" fmla="*/ 287233 w 704270"/>
                <a:gd name="connsiteY1" fmla="*/ 270201 h 315920"/>
                <a:gd name="connsiteX2" fmla="*/ 545520 w 704270"/>
                <a:gd name="connsiteY2" fmla="*/ 168275 h 315920"/>
                <a:gd name="connsiteX3" fmla="*/ 704270 w 704270"/>
                <a:gd name="connsiteY3" fmla="*/ 0 h 315920"/>
                <a:gd name="connsiteX4" fmla="*/ 704270 w 704270"/>
                <a:gd name="connsiteY4" fmla="*/ 0 h 31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270" h="315920">
                  <a:moveTo>
                    <a:pt x="0" y="315920"/>
                  </a:moveTo>
                  <a:cubicBezTo>
                    <a:pt x="105822" y="300362"/>
                    <a:pt x="196313" y="294809"/>
                    <a:pt x="287233" y="270201"/>
                  </a:cubicBezTo>
                  <a:cubicBezTo>
                    <a:pt x="378153" y="245594"/>
                    <a:pt x="476014" y="213308"/>
                    <a:pt x="545520" y="168275"/>
                  </a:cubicBezTo>
                  <a:cubicBezTo>
                    <a:pt x="615026" y="123242"/>
                    <a:pt x="704270" y="0"/>
                    <a:pt x="704270" y="0"/>
                  </a:cubicBezTo>
                  <a:lnTo>
                    <a:pt x="704270" y="0"/>
                  </a:ln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 rot="803021">
              <a:off x="5516516" y="2906873"/>
              <a:ext cx="144258" cy="1123720"/>
            </a:xfrm>
            <a:custGeom>
              <a:avLst/>
              <a:gdLst>
                <a:gd name="connsiteX0" fmla="*/ 0 w 161925"/>
                <a:gd name="connsiteY0" fmla="*/ 495300 h 495300"/>
                <a:gd name="connsiteX1" fmla="*/ 88900 w 161925"/>
                <a:gd name="connsiteY1" fmla="*/ 285750 h 495300"/>
                <a:gd name="connsiteX2" fmla="*/ 161925 w 161925"/>
                <a:gd name="connsiteY2" fmla="*/ 0 h 495300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75" h="498475">
                  <a:moveTo>
                    <a:pt x="0" y="498475"/>
                  </a:moveTo>
                  <a:cubicBezTo>
                    <a:pt x="30956" y="434975"/>
                    <a:pt x="62971" y="372004"/>
                    <a:pt x="88900" y="288925"/>
                  </a:cubicBezTo>
                  <a:cubicBezTo>
                    <a:pt x="114829" y="205846"/>
                    <a:pt x="151606" y="53975"/>
                    <a:pt x="155575" y="0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 rot="803021">
              <a:off x="5996541" y="1161667"/>
              <a:ext cx="547747" cy="1872952"/>
            </a:xfrm>
            <a:custGeom>
              <a:avLst/>
              <a:gdLst>
                <a:gd name="connsiteX0" fmla="*/ 0 w 587375"/>
                <a:gd name="connsiteY0" fmla="*/ 800100 h 800100"/>
                <a:gd name="connsiteX1" fmla="*/ 57150 w 587375"/>
                <a:gd name="connsiteY1" fmla="*/ 533400 h 800100"/>
                <a:gd name="connsiteX2" fmla="*/ 187325 w 587375"/>
                <a:gd name="connsiteY2" fmla="*/ 196850 h 800100"/>
                <a:gd name="connsiteX3" fmla="*/ 377825 w 587375"/>
                <a:gd name="connsiteY3" fmla="*/ 60325 h 800100"/>
                <a:gd name="connsiteX4" fmla="*/ 587375 w 587375"/>
                <a:gd name="connsiteY4" fmla="*/ 0 h 800100"/>
                <a:gd name="connsiteX0" fmla="*/ 0 w 590717"/>
                <a:gd name="connsiteY0" fmla="*/ 830830 h 830830"/>
                <a:gd name="connsiteX1" fmla="*/ 57150 w 590717"/>
                <a:gd name="connsiteY1" fmla="*/ 564130 h 830830"/>
                <a:gd name="connsiteX2" fmla="*/ 187325 w 590717"/>
                <a:gd name="connsiteY2" fmla="*/ 227580 h 830830"/>
                <a:gd name="connsiteX3" fmla="*/ 377825 w 590717"/>
                <a:gd name="connsiteY3" fmla="*/ 91055 h 830830"/>
                <a:gd name="connsiteX4" fmla="*/ 590717 w 590717"/>
                <a:gd name="connsiteY4" fmla="*/ 0 h 830830"/>
                <a:gd name="connsiteX0" fmla="*/ 0 w 590717"/>
                <a:gd name="connsiteY0" fmla="*/ 830830 h 830830"/>
                <a:gd name="connsiteX1" fmla="*/ 57150 w 590717"/>
                <a:gd name="connsiteY1" fmla="*/ 564130 h 830830"/>
                <a:gd name="connsiteX2" fmla="*/ 187325 w 590717"/>
                <a:gd name="connsiteY2" fmla="*/ 227580 h 830830"/>
                <a:gd name="connsiteX3" fmla="*/ 366763 w 590717"/>
                <a:gd name="connsiteY3" fmla="*/ 85624 h 830830"/>
                <a:gd name="connsiteX4" fmla="*/ 590717 w 590717"/>
                <a:gd name="connsiteY4" fmla="*/ 0 h 83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0717" h="830830">
                  <a:moveTo>
                    <a:pt x="0" y="830830"/>
                  </a:moveTo>
                  <a:cubicBezTo>
                    <a:pt x="12964" y="747751"/>
                    <a:pt x="25929" y="664672"/>
                    <a:pt x="57150" y="564130"/>
                  </a:cubicBezTo>
                  <a:cubicBezTo>
                    <a:pt x="88371" y="463588"/>
                    <a:pt x="135723" y="307331"/>
                    <a:pt x="187325" y="227580"/>
                  </a:cubicBezTo>
                  <a:cubicBezTo>
                    <a:pt x="238927" y="147829"/>
                    <a:pt x="300088" y="118432"/>
                    <a:pt x="366763" y="85624"/>
                  </a:cubicBezTo>
                  <a:cubicBezTo>
                    <a:pt x="433438" y="52816"/>
                    <a:pt x="519279" y="13758"/>
                    <a:pt x="590717" y="0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9963632" y="35694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H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798372" y="13203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B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2259330" y="3333357"/>
            <a:ext cx="7663131" cy="408527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/>
        </p:nvGrpSpPr>
        <p:grpSpPr>
          <a:xfrm>
            <a:off x="3489250" y="1896248"/>
            <a:ext cx="5304441" cy="3293887"/>
            <a:chOff x="3043480" y="1236376"/>
            <a:chExt cx="5304441" cy="3293887"/>
          </a:xfrm>
        </p:grpSpPr>
        <p:sp>
          <p:nvSpPr>
            <p:cNvPr id="35" name="任意多边形 34"/>
            <p:cNvSpPr/>
            <p:nvPr/>
          </p:nvSpPr>
          <p:spPr>
            <a:xfrm rot="2796524">
              <a:off x="7299768" y="894162"/>
              <a:ext cx="427026" cy="1111453"/>
            </a:xfrm>
            <a:custGeom>
              <a:avLst/>
              <a:gdLst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61 h 290573"/>
                <a:gd name="connsiteX1" fmla="*/ 226219 w 745331"/>
                <a:gd name="connsiteY1" fmla="*/ 83405 h 290573"/>
                <a:gd name="connsiteX2" fmla="*/ 0 w 745331"/>
                <a:gd name="connsiteY2" fmla="*/ 290573 h 290573"/>
                <a:gd name="connsiteX0" fmla="*/ 560041 w 560041"/>
                <a:gd name="connsiteY0" fmla="*/ 45 h 301691"/>
                <a:gd name="connsiteX1" fmla="*/ 226219 w 560041"/>
                <a:gd name="connsiteY1" fmla="*/ 94523 h 301691"/>
                <a:gd name="connsiteX2" fmla="*/ 0 w 560041"/>
                <a:gd name="connsiteY2" fmla="*/ 301691 h 301691"/>
                <a:gd name="connsiteX0" fmla="*/ 560041 w 560041"/>
                <a:gd name="connsiteY0" fmla="*/ 0 h 301646"/>
                <a:gd name="connsiteX1" fmla="*/ 226219 w 560041"/>
                <a:gd name="connsiteY1" fmla="*/ 94478 h 301646"/>
                <a:gd name="connsiteX2" fmla="*/ 0 w 560041"/>
                <a:gd name="connsiteY2" fmla="*/ 301646 h 301646"/>
                <a:gd name="connsiteX0" fmla="*/ 560041 w 560041"/>
                <a:gd name="connsiteY0" fmla="*/ 0 h 301646"/>
                <a:gd name="connsiteX1" fmla="*/ 226219 w 560041"/>
                <a:gd name="connsiteY1" fmla="*/ 94478 h 301646"/>
                <a:gd name="connsiteX2" fmla="*/ 0 w 560041"/>
                <a:gd name="connsiteY2" fmla="*/ 301646 h 301646"/>
                <a:gd name="connsiteX0" fmla="*/ 560041 w 560041"/>
                <a:gd name="connsiteY0" fmla="*/ 0 h 301646"/>
                <a:gd name="connsiteX1" fmla="*/ 239646 w 560041"/>
                <a:gd name="connsiteY1" fmla="*/ 97798 h 301646"/>
                <a:gd name="connsiteX2" fmla="*/ 0 w 560041"/>
                <a:gd name="connsiteY2" fmla="*/ 301646 h 301646"/>
                <a:gd name="connsiteX0" fmla="*/ 655626 w 655626"/>
                <a:gd name="connsiteY0" fmla="*/ 0 h 319585"/>
                <a:gd name="connsiteX1" fmla="*/ 239646 w 655626"/>
                <a:gd name="connsiteY1" fmla="*/ 115737 h 319585"/>
                <a:gd name="connsiteX2" fmla="*/ 0 w 655626"/>
                <a:gd name="connsiteY2" fmla="*/ 319585 h 31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5626" h="319585">
                  <a:moveTo>
                    <a:pt x="655626" y="0"/>
                  </a:moveTo>
                  <a:cubicBezTo>
                    <a:pt x="563802" y="22817"/>
                    <a:pt x="347199" y="60175"/>
                    <a:pt x="239646" y="115737"/>
                  </a:cubicBezTo>
                  <a:cubicBezTo>
                    <a:pt x="132093" y="171299"/>
                    <a:pt x="50998" y="240210"/>
                    <a:pt x="0" y="319585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6" name="任意多边形 35"/>
            <p:cNvSpPr/>
            <p:nvPr/>
          </p:nvSpPr>
          <p:spPr>
            <a:xfrm rot="2796524">
              <a:off x="6228567" y="1360247"/>
              <a:ext cx="107017" cy="1772248"/>
            </a:xfrm>
            <a:custGeom>
              <a:avLst/>
              <a:gdLst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307" h="509588">
                  <a:moveTo>
                    <a:pt x="164307" y="0"/>
                  </a:moveTo>
                  <a:cubicBezTo>
                    <a:pt x="117475" y="76597"/>
                    <a:pt x="94061" y="153194"/>
                    <a:pt x="66676" y="238125"/>
                  </a:cubicBezTo>
                  <a:cubicBezTo>
                    <a:pt x="39292" y="323056"/>
                    <a:pt x="12699" y="447279"/>
                    <a:pt x="0" y="509588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/>
          </p:nvSpPr>
          <p:spPr>
            <a:xfrm rot="2796524">
              <a:off x="4308395" y="2267102"/>
              <a:ext cx="304167" cy="2833998"/>
            </a:xfrm>
            <a:custGeom>
              <a:avLst/>
              <a:gdLst>
                <a:gd name="connsiteX0" fmla="*/ 546100 w 546100"/>
                <a:gd name="connsiteY0" fmla="*/ 0 h 809625"/>
                <a:gd name="connsiteX1" fmla="*/ 428625 w 546100"/>
                <a:gd name="connsiteY1" fmla="*/ 460375 h 809625"/>
                <a:gd name="connsiteX2" fmla="*/ 260350 w 546100"/>
                <a:gd name="connsiteY2" fmla="*/ 717550 h 809625"/>
                <a:gd name="connsiteX3" fmla="*/ 0 w 546100"/>
                <a:gd name="connsiteY3" fmla="*/ 809625 h 809625"/>
                <a:gd name="connsiteX0" fmla="*/ 546100 w 546100"/>
                <a:gd name="connsiteY0" fmla="*/ 0 h 796925"/>
                <a:gd name="connsiteX1" fmla="*/ 428625 w 546100"/>
                <a:gd name="connsiteY1" fmla="*/ 460375 h 796925"/>
                <a:gd name="connsiteX2" fmla="*/ 260350 w 546100"/>
                <a:gd name="connsiteY2" fmla="*/ 717550 h 796925"/>
                <a:gd name="connsiteX3" fmla="*/ 0 w 546100"/>
                <a:gd name="connsiteY3" fmla="*/ 796925 h 796925"/>
                <a:gd name="connsiteX0" fmla="*/ 552450 w 552450"/>
                <a:gd name="connsiteY0" fmla="*/ 0 h 796925"/>
                <a:gd name="connsiteX1" fmla="*/ 428625 w 552450"/>
                <a:gd name="connsiteY1" fmla="*/ 460375 h 796925"/>
                <a:gd name="connsiteX2" fmla="*/ 260350 w 552450"/>
                <a:gd name="connsiteY2" fmla="*/ 717550 h 796925"/>
                <a:gd name="connsiteX3" fmla="*/ 0 w 552450"/>
                <a:gd name="connsiteY3" fmla="*/ 796925 h 796925"/>
                <a:gd name="connsiteX0" fmla="*/ 469365 w 469365"/>
                <a:gd name="connsiteY0" fmla="*/ 0 h 816346"/>
                <a:gd name="connsiteX1" fmla="*/ 345540 w 469365"/>
                <a:gd name="connsiteY1" fmla="*/ 460375 h 816346"/>
                <a:gd name="connsiteX2" fmla="*/ 177265 w 469365"/>
                <a:gd name="connsiteY2" fmla="*/ 717550 h 816346"/>
                <a:gd name="connsiteX3" fmla="*/ 0 w 469365"/>
                <a:gd name="connsiteY3" fmla="*/ 816346 h 816346"/>
                <a:gd name="connsiteX0" fmla="*/ 469365 w 469365"/>
                <a:gd name="connsiteY0" fmla="*/ 0 h 816346"/>
                <a:gd name="connsiteX1" fmla="*/ 345540 w 469365"/>
                <a:gd name="connsiteY1" fmla="*/ 460375 h 816346"/>
                <a:gd name="connsiteX2" fmla="*/ 177265 w 469365"/>
                <a:gd name="connsiteY2" fmla="*/ 717550 h 816346"/>
                <a:gd name="connsiteX3" fmla="*/ 0 w 469365"/>
                <a:gd name="connsiteY3" fmla="*/ 816346 h 816346"/>
                <a:gd name="connsiteX0" fmla="*/ 466998 w 466998"/>
                <a:gd name="connsiteY0" fmla="*/ 0 h 814881"/>
                <a:gd name="connsiteX1" fmla="*/ 343173 w 466998"/>
                <a:gd name="connsiteY1" fmla="*/ 460375 h 814881"/>
                <a:gd name="connsiteX2" fmla="*/ 174898 w 466998"/>
                <a:gd name="connsiteY2" fmla="*/ 717550 h 814881"/>
                <a:gd name="connsiteX3" fmla="*/ 0 w 466998"/>
                <a:gd name="connsiteY3" fmla="*/ 814881 h 814881"/>
                <a:gd name="connsiteX0" fmla="*/ 466998 w 466998"/>
                <a:gd name="connsiteY0" fmla="*/ 0 h 814881"/>
                <a:gd name="connsiteX1" fmla="*/ 343173 w 466998"/>
                <a:gd name="connsiteY1" fmla="*/ 460375 h 814881"/>
                <a:gd name="connsiteX2" fmla="*/ 200885 w 466998"/>
                <a:gd name="connsiteY2" fmla="*/ 718382 h 814881"/>
                <a:gd name="connsiteX3" fmla="*/ 0 w 466998"/>
                <a:gd name="connsiteY3" fmla="*/ 814881 h 81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6998" h="814881">
                  <a:moveTo>
                    <a:pt x="466998" y="0"/>
                  </a:moveTo>
                  <a:cubicBezTo>
                    <a:pt x="432073" y="170391"/>
                    <a:pt x="387525" y="340645"/>
                    <a:pt x="343173" y="460375"/>
                  </a:cubicBezTo>
                  <a:cubicBezTo>
                    <a:pt x="298821" y="580105"/>
                    <a:pt x="272322" y="662290"/>
                    <a:pt x="200885" y="718382"/>
                  </a:cubicBezTo>
                  <a:cubicBezTo>
                    <a:pt x="129448" y="774474"/>
                    <a:pt x="75861" y="794654"/>
                    <a:pt x="0" y="814881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/>
          </p:nvSpPr>
          <p:spPr>
            <a:xfrm rot="2796524">
              <a:off x="3650228" y="3763514"/>
              <a:ext cx="419353" cy="1114145"/>
            </a:xfrm>
            <a:custGeom>
              <a:avLst/>
              <a:gdLst>
                <a:gd name="connsiteX0" fmla="*/ 0 w 714375"/>
                <a:gd name="connsiteY0" fmla="*/ 298450 h 299084"/>
                <a:gd name="connsiteX1" fmla="*/ 292100 w 714375"/>
                <a:gd name="connsiteY1" fmla="*/ 279400 h 299084"/>
                <a:gd name="connsiteX2" fmla="*/ 555625 w 714375"/>
                <a:gd name="connsiteY2" fmla="*/ 168275 h 299084"/>
                <a:gd name="connsiteX3" fmla="*/ 714375 w 714375"/>
                <a:gd name="connsiteY3" fmla="*/ 0 h 299084"/>
                <a:gd name="connsiteX4" fmla="*/ 714375 w 714375"/>
                <a:gd name="connsiteY4" fmla="*/ 0 h 299084"/>
                <a:gd name="connsiteX0" fmla="*/ 1 w 654330"/>
                <a:gd name="connsiteY0" fmla="*/ 319445 h 319520"/>
                <a:gd name="connsiteX1" fmla="*/ 232055 w 654330"/>
                <a:gd name="connsiteY1" fmla="*/ 279400 h 319520"/>
                <a:gd name="connsiteX2" fmla="*/ 495580 w 654330"/>
                <a:gd name="connsiteY2" fmla="*/ 168275 h 319520"/>
                <a:gd name="connsiteX3" fmla="*/ 654330 w 654330"/>
                <a:gd name="connsiteY3" fmla="*/ 0 h 319520"/>
                <a:gd name="connsiteX4" fmla="*/ 654330 w 654330"/>
                <a:gd name="connsiteY4" fmla="*/ 0 h 319520"/>
                <a:gd name="connsiteX0" fmla="*/ -1 w 654328"/>
                <a:gd name="connsiteY0" fmla="*/ 319445 h 319492"/>
                <a:gd name="connsiteX1" fmla="*/ 217609 w 654328"/>
                <a:gd name="connsiteY1" fmla="*/ 269305 h 319492"/>
                <a:gd name="connsiteX2" fmla="*/ 495578 w 654328"/>
                <a:gd name="connsiteY2" fmla="*/ 168275 h 319492"/>
                <a:gd name="connsiteX3" fmla="*/ 654328 w 654328"/>
                <a:gd name="connsiteY3" fmla="*/ 0 h 319492"/>
                <a:gd name="connsiteX4" fmla="*/ 654328 w 654328"/>
                <a:gd name="connsiteY4" fmla="*/ 0 h 319492"/>
                <a:gd name="connsiteX0" fmla="*/ 1 w 654330"/>
                <a:gd name="connsiteY0" fmla="*/ 319445 h 319445"/>
                <a:gd name="connsiteX1" fmla="*/ 217611 w 654330"/>
                <a:gd name="connsiteY1" fmla="*/ 269305 h 319445"/>
                <a:gd name="connsiteX2" fmla="*/ 495580 w 654330"/>
                <a:gd name="connsiteY2" fmla="*/ 168275 h 319445"/>
                <a:gd name="connsiteX3" fmla="*/ 654330 w 654330"/>
                <a:gd name="connsiteY3" fmla="*/ 0 h 319445"/>
                <a:gd name="connsiteX4" fmla="*/ 654330 w 654330"/>
                <a:gd name="connsiteY4" fmla="*/ 0 h 319445"/>
                <a:gd name="connsiteX0" fmla="*/ 0 w 643847"/>
                <a:gd name="connsiteY0" fmla="*/ 320358 h 320358"/>
                <a:gd name="connsiteX1" fmla="*/ 207128 w 643847"/>
                <a:gd name="connsiteY1" fmla="*/ 269305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  <a:gd name="connsiteX0" fmla="*/ 0 w 643847"/>
                <a:gd name="connsiteY0" fmla="*/ 320358 h 320358"/>
                <a:gd name="connsiteX1" fmla="*/ 207128 w 643847"/>
                <a:gd name="connsiteY1" fmla="*/ 269305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  <a:gd name="connsiteX0" fmla="*/ 0 w 643847"/>
                <a:gd name="connsiteY0" fmla="*/ 320358 h 320358"/>
                <a:gd name="connsiteX1" fmla="*/ 255284 w 643847"/>
                <a:gd name="connsiteY1" fmla="*/ 262755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  <a:gd name="connsiteX0" fmla="*/ 0 w 643847"/>
                <a:gd name="connsiteY0" fmla="*/ 320358 h 320358"/>
                <a:gd name="connsiteX1" fmla="*/ 255284 w 643847"/>
                <a:gd name="connsiteY1" fmla="*/ 262755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  <a:gd name="connsiteX0" fmla="*/ 0 w 643847"/>
                <a:gd name="connsiteY0" fmla="*/ 320358 h 320358"/>
                <a:gd name="connsiteX1" fmla="*/ 270500 w 643847"/>
                <a:gd name="connsiteY1" fmla="*/ 260738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3847" h="320358">
                  <a:moveTo>
                    <a:pt x="0" y="320358"/>
                  </a:moveTo>
                  <a:cubicBezTo>
                    <a:pt x="111767" y="298370"/>
                    <a:pt x="191870" y="283652"/>
                    <a:pt x="270500" y="260738"/>
                  </a:cubicBezTo>
                  <a:cubicBezTo>
                    <a:pt x="349130" y="237824"/>
                    <a:pt x="422873" y="211731"/>
                    <a:pt x="485097" y="168275"/>
                  </a:cubicBezTo>
                  <a:cubicBezTo>
                    <a:pt x="547321" y="124819"/>
                    <a:pt x="643847" y="0"/>
                    <a:pt x="643847" y="0"/>
                  </a:cubicBezTo>
                  <a:lnTo>
                    <a:pt x="643847" y="0"/>
                  </a:ln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/>
          </p:nvSpPr>
          <p:spPr>
            <a:xfrm rot="2796524">
              <a:off x="5022792" y="2664801"/>
              <a:ext cx="101330" cy="1733600"/>
            </a:xfrm>
            <a:custGeom>
              <a:avLst/>
              <a:gdLst>
                <a:gd name="connsiteX0" fmla="*/ 0 w 161925"/>
                <a:gd name="connsiteY0" fmla="*/ 495300 h 495300"/>
                <a:gd name="connsiteX1" fmla="*/ 88900 w 161925"/>
                <a:gd name="connsiteY1" fmla="*/ 285750 h 495300"/>
                <a:gd name="connsiteX2" fmla="*/ 161925 w 161925"/>
                <a:gd name="connsiteY2" fmla="*/ 0 h 495300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75" h="498475">
                  <a:moveTo>
                    <a:pt x="0" y="498475"/>
                  </a:moveTo>
                  <a:cubicBezTo>
                    <a:pt x="30956" y="434975"/>
                    <a:pt x="62971" y="372004"/>
                    <a:pt x="88900" y="288925"/>
                  </a:cubicBezTo>
                  <a:cubicBezTo>
                    <a:pt x="114829" y="205846"/>
                    <a:pt x="151606" y="53975"/>
                    <a:pt x="155575" y="0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/>
          </p:nvSpPr>
          <p:spPr>
            <a:xfrm rot="2796524">
              <a:off x="6732356" y="653858"/>
              <a:ext cx="330407" cy="2900722"/>
            </a:xfrm>
            <a:custGeom>
              <a:avLst/>
              <a:gdLst>
                <a:gd name="connsiteX0" fmla="*/ 0 w 587375"/>
                <a:gd name="connsiteY0" fmla="*/ 800100 h 800100"/>
                <a:gd name="connsiteX1" fmla="*/ 57150 w 587375"/>
                <a:gd name="connsiteY1" fmla="*/ 533400 h 800100"/>
                <a:gd name="connsiteX2" fmla="*/ 187325 w 587375"/>
                <a:gd name="connsiteY2" fmla="*/ 196850 h 800100"/>
                <a:gd name="connsiteX3" fmla="*/ 377825 w 587375"/>
                <a:gd name="connsiteY3" fmla="*/ 60325 h 800100"/>
                <a:gd name="connsiteX4" fmla="*/ 587375 w 587375"/>
                <a:gd name="connsiteY4" fmla="*/ 0 h 800100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377825 w 411986"/>
                <a:gd name="connsiteY3" fmla="*/ 74417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27652 w 411986"/>
                <a:gd name="connsiteY3" fmla="*/ 73269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46250 w 411986"/>
                <a:gd name="connsiteY3" fmla="*/ 76562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46250 w 411986"/>
                <a:gd name="connsiteY3" fmla="*/ 76562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46250 w 411986"/>
                <a:gd name="connsiteY3" fmla="*/ 76562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46250 w 411986"/>
                <a:gd name="connsiteY3" fmla="*/ 76562 h 814192"/>
                <a:gd name="connsiteX4" fmla="*/ 411986 w 411986"/>
                <a:gd name="connsiteY4" fmla="*/ 0 h 814192"/>
                <a:gd name="connsiteX0" fmla="*/ 0 w 507282"/>
                <a:gd name="connsiteY0" fmla="*/ 834067 h 834067"/>
                <a:gd name="connsiteX1" fmla="*/ 57150 w 507282"/>
                <a:gd name="connsiteY1" fmla="*/ 567367 h 834067"/>
                <a:gd name="connsiteX2" fmla="*/ 187325 w 507282"/>
                <a:gd name="connsiteY2" fmla="*/ 230817 h 834067"/>
                <a:gd name="connsiteX3" fmla="*/ 246250 w 507282"/>
                <a:gd name="connsiteY3" fmla="*/ 96437 h 834067"/>
                <a:gd name="connsiteX4" fmla="*/ 507283 w 507282"/>
                <a:gd name="connsiteY4" fmla="*/ 0 h 834067"/>
                <a:gd name="connsiteX0" fmla="*/ 0 w 507284"/>
                <a:gd name="connsiteY0" fmla="*/ 834067 h 834067"/>
                <a:gd name="connsiteX1" fmla="*/ 57150 w 507284"/>
                <a:gd name="connsiteY1" fmla="*/ 567367 h 834067"/>
                <a:gd name="connsiteX2" fmla="*/ 187325 w 507284"/>
                <a:gd name="connsiteY2" fmla="*/ 230817 h 834067"/>
                <a:gd name="connsiteX3" fmla="*/ 267649 w 507284"/>
                <a:gd name="connsiteY3" fmla="*/ 101168 h 834067"/>
                <a:gd name="connsiteX4" fmla="*/ 507283 w 507284"/>
                <a:gd name="connsiteY4" fmla="*/ 0 h 834067"/>
                <a:gd name="connsiteX0" fmla="*/ 0 w 507282"/>
                <a:gd name="connsiteY0" fmla="*/ 834067 h 834067"/>
                <a:gd name="connsiteX1" fmla="*/ 57150 w 507282"/>
                <a:gd name="connsiteY1" fmla="*/ 567367 h 834067"/>
                <a:gd name="connsiteX2" fmla="*/ 187325 w 507282"/>
                <a:gd name="connsiteY2" fmla="*/ 230817 h 834067"/>
                <a:gd name="connsiteX3" fmla="*/ 288467 w 507282"/>
                <a:gd name="connsiteY3" fmla="*/ 102027 h 834067"/>
                <a:gd name="connsiteX4" fmla="*/ 507283 w 507282"/>
                <a:gd name="connsiteY4" fmla="*/ 0 h 834067"/>
                <a:gd name="connsiteX0" fmla="*/ 0 w 507284"/>
                <a:gd name="connsiteY0" fmla="*/ 834067 h 834067"/>
                <a:gd name="connsiteX1" fmla="*/ 57150 w 507284"/>
                <a:gd name="connsiteY1" fmla="*/ 567367 h 834067"/>
                <a:gd name="connsiteX2" fmla="*/ 187325 w 507284"/>
                <a:gd name="connsiteY2" fmla="*/ 230817 h 834067"/>
                <a:gd name="connsiteX3" fmla="*/ 288467 w 507284"/>
                <a:gd name="connsiteY3" fmla="*/ 102027 h 834067"/>
                <a:gd name="connsiteX4" fmla="*/ 507283 w 507284"/>
                <a:gd name="connsiteY4" fmla="*/ 0 h 83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84" h="834067">
                  <a:moveTo>
                    <a:pt x="0" y="834067"/>
                  </a:moveTo>
                  <a:cubicBezTo>
                    <a:pt x="12964" y="750988"/>
                    <a:pt x="25929" y="667909"/>
                    <a:pt x="57150" y="567367"/>
                  </a:cubicBezTo>
                  <a:cubicBezTo>
                    <a:pt x="88371" y="466825"/>
                    <a:pt x="148772" y="308374"/>
                    <a:pt x="187325" y="230817"/>
                  </a:cubicBezTo>
                  <a:cubicBezTo>
                    <a:pt x="225878" y="153260"/>
                    <a:pt x="248070" y="137603"/>
                    <a:pt x="288467" y="102027"/>
                  </a:cubicBezTo>
                  <a:cubicBezTo>
                    <a:pt x="308876" y="88353"/>
                    <a:pt x="435845" y="13758"/>
                    <a:pt x="507283" y="0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2388941" y="2053275"/>
            <a:ext cx="7399224" cy="3000215"/>
            <a:chOff x="2068901" y="1354037"/>
            <a:chExt cx="7399224" cy="3000215"/>
          </a:xfrm>
        </p:grpSpPr>
        <p:sp>
          <p:nvSpPr>
            <p:cNvPr id="42" name="任意多边形 41"/>
            <p:cNvSpPr/>
            <p:nvPr/>
          </p:nvSpPr>
          <p:spPr>
            <a:xfrm rot="3703016">
              <a:off x="8483590" y="717830"/>
              <a:ext cx="194823" cy="1467237"/>
            </a:xfrm>
            <a:custGeom>
              <a:avLst/>
              <a:gdLst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61 h 290573"/>
                <a:gd name="connsiteX1" fmla="*/ 226219 w 745331"/>
                <a:gd name="connsiteY1" fmla="*/ 83405 h 290573"/>
                <a:gd name="connsiteX2" fmla="*/ 0 w 745331"/>
                <a:gd name="connsiteY2" fmla="*/ 290573 h 290573"/>
                <a:gd name="connsiteX0" fmla="*/ 652831 w 652832"/>
                <a:gd name="connsiteY0" fmla="*/ 44 h 302575"/>
                <a:gd name="connsiteX1" fmla="*/ 226219 w 652832"/>
                <a:gd name="connsiteY1" fmla="*/ 95407 h 302575"/>
                <a:gd name="connsiteX2" fmla="*/ 0 w 652832"/>
                <a:gd name="connsiteY2" fmla="*/ 302575 h 302575"/>
                <a:gd name="connsiteX0" fmla="*/ 652831 w 652832"/>
                <a:gd name="connsiteY0" fmla="*/ 0 h 302531"/>
                <a:gd name="connsiteX1" fmla="*/ 226219 w 652832"/>
                <a:gd name="connsiteY1" fmla="*/ 95363 h 302531"/>
                <a:gd name="connsiteX2" fmla="*/ 0 w 652832"/>
                <a:gd name="connsiteY2" fmla="*/ 302531 h 302531"/>
                <a:gd name="connsiteX0" fmla="*/ 652831 w 652832"/>
                <a:gd name="connsiteY0" fmla="*/ 0 h 302531"/>
                <a:gd name="connsiteX1" fmla="*/ 226219 w 652832"/>
                <a:gd name="connsiteY1" fmla="*/ 95363 h 302531"/>
                <a:gd name="connsiteX2" fmla="*/ 0 w 652832"/>
                <a:gd name="connsiteY2" fmla="*/ 302531 h 302531"/>
                <a:gd name="connsiteX0" fmla="*/ 693568 w 693569"/>
                <a:gd name="connsiteY0" fmla="*/ 0 h 308051"/>
                <a:gd name="connsiteX1" fmla="*/ 226219 w 693569"/>
                <a:gd name="connsiteY1" fmla="*/ 100883 h 308051"/>
                <a:gd name="connsiteX2" fmla="*/ 0 w 693569"/>
                <a:gd name="connsiteY2" fmla="*/ 308051 h 308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3569" h="308051">
                  <a:moveTo>
                    <a:pt x="693568" y="0"/>
                  </a:moveTo>
                  <a:cubicBezTo>
                    <a:pt x="478122" y="31562"/>
                    <a:pt x="333772" y="45321"/>
                    <a:pt x="226219" y="100883"/>
                  </a:cubicBezTo>
                  <a:cubicBezTo>
                    <a:pt x="118666" y="156445"/>
                    <a:pt x="50998" y="228676"/>
                    <a:pt x="0" y="308051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3" name="任意多边形 42"/>
            <p:cNvSpPr/>
            <p:nvPr/>
          </p:nvSpPr>
          <p:spPr>
            <a:xfrm rot="3703016">
              <a:off x="6786095" y="1054407"/>
              <a:ext cx="46154" cy="2427152"/>
            </a:xfrm>
            <a:custGeom>
              <a:avLst/>
              <a:gdLst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307" h="509588">
                  <a:moveTo>
                    <a:pt x="164307" y="0"/>
                  </a:moveTo>
                  <a:cubicBezTo>
                    <a:pt x="117475" y="76597"/>
                    <a:pt x="94061" y="153194"/>
                    <a:pt x="66676" y="238125"/>
                  </a:cubicBezTo>
                  <a:cubicBezTo>
                    <a:pt x="39292" y="323056"/>
                    <a:pt x="12699" y="447279"/>
                    <a:pt x="0" y="509588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/>
          </p:nvSpPr>
          <p:spPr>
            <a:xfrm rot="3703016">
              <a:off x="3937560" y="1763045"/>
              <a:ext cx="115705" cy="3853023"/>
            </a:xfrm>
            <a:custGeom>
              <a:avLst/>
              <a:gdLst>
                <a:gd name="connsiteX0" fmla="*/ 546100 w 546100"/>
                <a:gd name="connsiteY0" fmla="*/ 0 h 809625"/>
                <a:gd name="connsiteX1" fmla="*/ 428625 w 546100"/>
                <a:gd name="connsiteY1" fmla="*/ 460375 h 809625"/>
                <a:gd name="connsiteX2" fmla="*/ 260350 w 546100"/>
                <a:gd name="connsiteY2" fmla="*/ 717550 h 809625"/>
                <a:gd name="connsiteX3" fmla="*/ 0 w 546100"/>
                <a:gd name="connsiteY3" fmla="*/ 809625 h 809625"/>
                <a:gd name="connsiteX0" fmla="*/ 546100 w 546100"/>
                <a:gd name="connsiteY0" fmla="*/ 0 h 796925"/>
                <a:gd name="connsiteX1" fmla="*/ 428625 w 546100"/>
                <a:gd name="connsiteY1" fmla="*/ 460375 h 796925"/>
                <a:gd name="connsiteX2" fmla="*/ 260350 w 546100"/>
                <a:gd name="connsiteY2" fmla="*/ 717550 h 796925"/>
                <a:gd name="connsiteX3" fmla="*/ 0 w 546100"/>
                <a:gd name="connsiteY3" fmla="*/ 796925 h 796925"/>
                <a:gd name="connsiteX0" fmla="*/ 552450 w 552450"/>
                <a:gd name="connsiteY0" fmla="*/ 0 h 796925"/>
                <a:gd name="connsiteX1" fmla="*/ 428625 w 552450"/>
                <a:gd name="connsiteY1" fmla="*/ 460375 h 796925"/>
                <a:gd name="connsiteX2" fmla="*/ 260350 w 552450"/>
                <a:gd name="connsiteY2" fmla="*/ 717550 h 796925"/>
                <a:gd name="connsiteX3" fmla="*/ 0 w 552450"/>
                <a:gd name="connsiteY3" fmla="*/ 796925 h 796925"/>
                <a:gd name="connsiteX0" fmla="*/ 442909 w 442909"/>
                <a:gd name="connsiteY0" fmla="*/ 0 h 810241"/>
                <a:gd name="connsiteX1" fmla="*/ 319084 w 442909"/>
                <a:gd name="connsiteY1" fmla="*/ 460375 h 810241"/>
                <a:gd name="connsiteX2" fmla="*/ 150809 w 442909"/>
                <a:gd name="connsiteY2" fmla="*/ 717550 h 810241"/>
                <a:gd name="connsiteX3" fmla="*/ 1 w 442909"/>
                <a:gd name="connsiteY3" fmla="*/ 810241 h 810241"/>
                <a:gd name="connsiteX0" fmla="*/ 411909 w 411909"/>
                <a:gd name="connsiteY0" fmla="*/ 0 h 808954"/>
                <a:gd name="connsiteX1" fmla="*/ 288084 w 411909"/>
                <a:gd name="connsiteY1" fmla="*/ 460375 h 808954"/>
                <a:gd name="connsiteX2" fmla="*/ 119809 w 411909"/>
                <a:gd name="connsiteY2" fmla="*/ 717550 h 808954"/>
                <a:gd name="connsiteX3" fmla="*/ 1 w 411909"/>
                <a:gd name="connsiteY3" fmla="*/ 808954 h 80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909" h="808954">
                  <a:moveTo>
                    <a:pt x="411909" y="0"/>
                  </a:moveTo>
                  <a:cubicBezTo>
                    <a:pt x="376984" y="170391"/>
                    <a:pt x="336767" y="340783"/>
                    <a:pt x="288084" y="460375"/>
                  </a:cubicBezTo>
                  <a:cubicBezTo>
                    <a:pt x="239401" y="579967"/>
                    <a:pt x="191246" y="661458"/>
                    <a:pt x="119809" y="717550"/>
                  </a:cubicBezTo>
                  <a:cubicBezTo>
                    <a:pt x="48372" y="773642"/>
                    <a:pt x="94457" y="792020"/>
                    <a:pt x="1" y="808954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3703016">
              <a:off x="2880613" y="3533447"/>
              <a:ext cx="158825" cy="1482785"/>
            </a:xfrm>
            <a:custGeom>
              <a:avLst/>
              <a:gdLst>
                <a:gd name="connsiteX0" fmla="*/ 0 w 714375"/>
                <a:gd name="connsiteY0" fmla="*/ 298450 h 299084"/>
                <a:gd name="connsiteX1" fmla="*/ 292100 w 714375"/>
                <a:gd name="connsiteY1" fmla="*/ 279400 h 299084"/>
                <a:gd name="connsiteX2" fmla="*/ 555625 w 714375"/>
                <a:gd name="connsiteY2" fmla="*/ 168275 h 299084"/>
                <a:gd name="connsiteX3" fmla="*/ 714375 w 714375"/>
                <a:gd name="connsiteY3" fmla="*/ 0 h 299084"/>
                <a:gd name="connsiteX4" fmla="*/ 714375 w 714375"/>
                <a:gd name="connsiteY4" fmla="*/ 0 h 299084"/>
                <a:gd name="connsiteX0" fmla="*/ -1 w 582656"/>
                <a:gd name="connsiteY0" fmla="*/ 307929 h 308090"/>
                <a:gd name="connsiteX1" fmla="*/ 160381 w 582656"/>
                <a:gd name="connsiteY1" fmla="*/ 279400 h 308090"/>
                <a:gd name="connsiteX2" fmla="*/ 423906 w 582656"/>
                <a:gd name="connsiteY2" fmla="*/ 168275 h 308090"/>
                <a:gd name="connsiteX3" fmla="*/ 582656 w 582656"/>
                <a:gd name="connsiteY3" fmla="*/ 0 h 308090"/>
                <a:gd name="connsiteX4" fmla="*/ 582656 w 582656"/>
                <a:gd name="connsiteY4" fmla="*/ 0 h 308090"/>
                <a:gd name="connsiteX0" fmla="*/ -1 w 582656"/>
                <a:gd name="connsiteY0" fmla="*/ 307929 h 308047"/>
                <a:gd name="connsiteX1" fmla="*/ 188502 w 582656"/>
                <a:gd name="connsiteY1" fmla="*/ 276318 h 308047"/>
                <a:gd name="connsiteX2" fmla="*/ 423906 w 582656"/>
                <a:gd name="connsiteY2" fmla="*/ 168275 h 308047"/>
                <a:gd name="connsiteX3" fmla="*/ 582656 w 582656"/>
                <a:gd name="connsiteY3" fmla="*/ 0 h 308047"/>
                <a:gd name="connsiteX4" fmla="*/ 582656 w 582656"/>
                <a:gd name="connsiteY4" fmla="*/ 0 h 308047"/>
                <a:gd name="connsiteX0" fmla="*/ -1 w 565415"/>
                <a:gd name="connsiteY0" fmla="*/ 311315 h 311410"/>
                <a:gd name="connsiteX1" fmla="*/ 171261 w 565415"/>
                <a:gd name="connsiteY1" fmla="*/ 276318 h 311410"/>
                <a:gd name="connsiteX2" fmla="*/ 406665 w 565415"/>
                <a:gd name="connsiteY2" fmla="*/ 168275 h 311410"/>
                <a:gd name="connsiteX3" fmla="*/ 565415 w 565415"/>
                <a:gd name="connsiteY3" fmla="*/ 0 h 311410"/>
                <a:gd name="connsiteX4" fmla="*/ 565415 w 565415"/>
                <a:gd name="connsiteY4" fmla="*/ 0 h 311410"/>
                <a:gd name="connsiteX0" fmla="*/ -1 w 565415"/>
                <a:gd name="connsiteY0" fmla="*/ 311315 h 311315"/>
                <a:gd name="connsiteX1" fmla="*/ 171261 w 565415"/>
                <a:gd name="connsiteY1" fmla="*/ 276318 h 311315"/>
                <a:gd name="connsiteX2" fmla="*/ 406665 w 565415"/>
                <a:gd name="connsiteY2" fmla="*/ 168275 h 311315"/>
                <a:gd name="connsiteX3" fmla="*/ 565415 w 565415"/>
                <a:gd name="connsiteY3" fmla="*/ 0 h 311315"/>
                <a:gd name="connsiteX4" fmla="*/ 565415 w 565415"/>
                <a:gd name="connsiteY4" fmla="*/ 0 h 311315"/>
                <a:gd name="connsiteX0" fmla="*/ -1 w 565415"/>
                <a:gd name="connsiteY0" fmla="*/ 311315 h 311315"/>
                <a:gd name="connsiteX1" fmla="*/ 202255 w 565415"/>
                <a:gd name="connsiteY1" fmla="*/ 275031 h 311315"/>
                <a:gd name="connsiteX2" fmla="*/ 406665 w 565415"/>
                <a:gd name="connsiteY2" fmla="*/ 168275 h 311315"/>
                <a:gd name="connsiteX3" fmla="*/ 565415 w 565415"/>
                <a:gd name="connsiteY3" fmla="*/ 0 h 311315"/>
                <a:gd name="connsiteX4" fmla="*/ 565415 w 565415"/>
                <a:gd name="connsiteY4" fmla="*/ 0 h 311315"/>
                <a:gd name="connsiteX0" fmla="*/ -1 w 565415"/>
                <a:gd name="connsiteY0" fmla="*/ 311315 h 311315"/>
                <a:gd name="connsiteX1" fmla="*/ 202255 w 565415"/>
                <a:gd name="connsiteY1" fmla="*/ 275031 h 311315"/>
                <a:gd name="connsiteX2" fmla="*/ 406665 w 565415"/>
                <a:gd name="connsiteY2" fmla="*/ 168275 h 311315"/>
                <a:gd name="connsiteX3" fmla="*/ 565415 w 565415"/>
                <a:gd name="connsiteY3" fmla="*/ 0 h 311315"/>
                <a:gd name="connsiteX4" fmla="*/ 565415 w 565415"/>
                <a:gd name="connsiteY4" fmla="*/ 0 h 3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415" h="311315">
                  <a:moveTo>
                    <a:pt x="-1" y="311315"/>
                  </a:moveTo>
                  <a:cubicBezTo>
                    <a:pt x="119749" y="295673"/>
                    <a:pt x="135617" y="296636"/>
                    <a:pt x="202255" y="275031"/>
                  </a:cubicBezTo>
                  <a:cubicBezTo>
                    <a:pt x="268893" y="253426"/>
                    <a:pt x="346138" y="214114"/>
                    <a:pt x="406665" y="168275"/>
                  </a:cubicBezTo>
                  <a:cubicBezTo>
                    <a:pt x="467192" y="122437"/>
                    <a:pt x="565415" y="0"/>
                    <a:pt x="565415" y="0"/>
                  </a:cubicBezTo>
                  <a:lnTo>
                    <a:pt x="565415" y="0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任意多边形 45"/>
            <p:cNvSpPr/>
            <p:nvPr/>
          </p:nvSpPr>
          <p:spPr>
            <a:xfrm rot="3703016">
              <a:off x="4684435" y="2263123"/>
              <a:ext cx="43701" cy="2374222"/>
            </a:xfrm>
            <a:custGeom>
              <a:avLst/>
              <a:gdLst>
                <a:gd name="connsiteX0" fmla="*/ 0 w 161925"/>
                <a:gd name="connsiteY0" fmla="*/ 495300 h 495300"/>
                <a:gd name="connsiteX1" fmla="*/ 88900 w 161925"/>
                <a:gd name="connsiteY1" fmla="*/ 285750 h 495300"/>
                <a:gd name="connsiteX2" fmla="*/ 161925 w 161925"/>
                <a:gd name="connsiteY2" fmla="*/ 0 h 495300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75" h="498475">
                  <a:moveTo>
                    <a:pt x="0" y="498475"/>
                  </a:moveTo>
                  <a:cubicBezTo>
                    <a:pt x="30956" y="434975"/>
                    <a:pt x="62971" y="372004"/>
                    <a:pt x="88900" y="288925"/>
                  </a:cubicBezTo>
                  <a:cubicBezTo>
                    <a:pt x="114829" y="205846"/>
                    <a:pt x="151606" y="53975"/>
                    <a:pt x="155575" y="0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 rot="3703016">
              <a:off x="7432644" y="95873"/>
              <a:ext cx="154316" cy="3916646"/>
            </a:xfrm>
            <a:custGeom>
              <a:avLst/>
              <a:gdLst>
                <a:gd name="connsiteX0" fmla="*/ 0 w 587375"/>
                <a:gd name="connsiteY0" fmla="*/ 800100 h 800100"/>
                <a:gd name="connsiteX1" fmla="*/ 57150 w 587375"/>
                <a:gd name="connsiteY1" fmla="*/ 533400 h 800100"/>
                <a:gd name="connsiteX2" fmla="*/ 187325 w 587375"/>
                <a:gd name="connsiteY2" fmla="*/ 196850 h 800100"/>
                <a:gd name="connsiteX3" fmla="*/ 377825 w 587375"/>
                <a:gd name="connsiteY3" fmla="*/ 60325 h 800100"/>
                <a:gd name="connsiteX4" fmla="*/ 587375 w 587375"/>
                <a:gd name="connsiteY4" fmla="*/ 0 h 800100"/>
                <a:gd name="connsiteX0" fmla="*/ 0 w 507493"/>
                <a:gd name="connsiteY0" fmla="*/ 814557 h 814557"/>
                <a:gd name="connsiteX1" fmla="*/ 57150 w 507493"/>
                <a:gd name="connsiteY1" fmla="*/ 547857 h 814557"/>
                <a:gd name="connsiteX2" fmla="*/ 187325 w 507493"/>
                <a:gd name="connsiteY2" fmla="*/ 211307 h 814557"/>
                <a:gd name="connsiteX3" fmla="*/ 377825 w 507493"/>
                <a:gd name="connsiteY3" fmla="*/ 74782 h 814557"/>
                <a:gd name="connsiteX4" fmla="*/ 507491 w 507493"/>
                <a:gd name="connsiteY4" fmla="*/ 0 h 814557"/>
                <a:gd name="connsiteX0" fmla="*/ 0 w 583239"/>
                <a:gd name="connsiteY0" fmla="*/ 821805 h 821805"/>
                <a:gd name="connsiteX1" fmla="*/ 57150 w 583239"/>
                <a:gd name="connsiteY1" fmla="*/ 555105 h 821805"/>
                <a:gd name="connsiteX2" fmla="*/ 187325 w 583239"/>
                <a:gd name="connsiteY2" fmla="*/ 218555 h 821805"/>
                <a:gd name="connsiteX3" fmla="*/ 377825 w 583239"/>
                <a:gd name="connsiteY3" fmla="*/ 82030 h 821805"/>
                <a:gd name="connsiteX4" fmla="*/ 583238 w 583239"/>
                <a:gd name="connsiteY4" fmla="*/ 0 h 821805"/>
                <a:gd name="connsiteX0" fmla="*/ 0 w 549362"/>
                <a:gd name="connsiteY0" fmla="*/ 822312 h 822312"/>
                <a:gd name="connsiteX1" fmla="*/ 57150 w 549362"/>
                <a:gd name="connsiteY1" fmla="*/ 555612 h 822312"/>
                <a:gd name="connsiteX2" fmla="*/ 187325 w 549362"/>
                <a:gd name="connsiteY2" fmla="*/ 219062 h 822312"/>
                <a:gd name="connsiteX3" fmla="*/ 377825 w 549362"/>
                <a:gd name="connsiteY3" fmla="*/ 82537 h 822312"/>
                <a:gd name="connsiteX4" fmla="*/ 549361 w 549362"/>
                <a:gd name="connsiteY4" fmla="*/ 0 h 822312"/>
                <a:gd name="connsiteX0" fmla="*/ 0 w 549362"/>
                <a:gd name="connsiteY0" fmla="*/ 822312 h 822312"/>
                <a:gd name="connsiteX1" fmla="*/ 57150 w 549362"/>
                <a:gd name="connsiteY1" fmla="*/ 555612 h 822312"/>
                <a:gd name="connsiteX2" fmla="*/ 187325 w 549362"/>
                <a:gd name="connsiteY2" fmla="*/ 219062 h 822312"/>
                <a:gd name="connsiteX3" fmla="*/ 329021 w 549362"/>
                <a:gd name="connsiteY3" fmla="*/ 81556 h 822312"/>
                <a:gd name="connsiteX4" fmla="*/ 549361 w 549362"/>
                <a:gd name="connsiteY4" fmla="*/ 0 h 822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9362" h="822312">
                  <a:moveTo>
                    <a:pt x="0" y="822312"/>
                  </a:moveTo>
                  <a:cubicBezTo>
                    <a:pt x="12964" y="739233"/>
                    <a:pt x="25929" y="656154"/>
                    <a:pt x="57150" y="555612"/>
                  </a:cubicBezTo>
                  <a:cubicBezTo>
                    <a:pt x="88371" y="455070"/>
                    <a:pt x="142013" y="298071"/>
                    <a:pt x="187325" y="219062"/>
                  </a:cubicBezTo>
                  <a:cubicBezTo>
                    <a:pt x="232637" y="140053"/>
                    <a:pt x="262346" y="114364"/>
                    <a:pt x="329021" y="81556"/>
                  </a:cubicBezTo>
                  <a:cubicBezTo>
                    <a:pt x="395696" y="48748"/>
                    <a:pt x="477923" y="13758"/>
                    <a:pt x="549361" y="0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053207" y="4179291"/>
            <a:ext cx="1397459" cy="336090"/>
            <a:chOff x="2313242" y="1017906"/>
            <a:chExt cx="1397459" cy="336090"/>
          </a:xfrm>
        </p:grpSpPr>
        <p:grpSp>
          <p:nvGrpSpPr>
            <p:cNvPr id="32" name="组合 31"/>
            <p:cNvGrpSpPr/>
            <p:nvPr/>
          </p:nvGrpSpPr>
          <p:grpSpPr>
            <a:xfrm>
              <a:off x="2313242" y="1029536"/>
              <a:ext cx="186624" cy="324460"/>
              <a:chOff x="4661823" y="1160831"/>
              <a:chExt cx="2022202" cy="3464741"/>
            </a:xfrm>
          </p:grpSpPr>
          <p:sp>
            <p:nvSpPr>
              <p:cNvPr id="33" name="任意多边形 32"/>
              <p:cNvSpPr/>
              <p:nvPr/>
            </p:nvSpPr>
            <p:spPr>
              <a:xfrm rot="803021">
                <a:off x="5989371" y="1160831"/>
                <a:ext cx="694654" cy="712046"/>
              </a:xfrm>
              <a:custGeom>
                <a:avLst/>
                <a:gdLst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61 h 290573"/>
                  <a:gd name="connsiteX1" fmla="*/ 226219 w 745331"/>
                  <a:gd name="connsiteY1" fmla="*/ 83405 h 290573"/>
                  <a:gd name="connsiteX2" fmla="*/ 0 w 745331"/>
                  <a:gd name="connsiteY2" fmla="*/ 290573 h 290573"/>
                  <a:gd name="connsiteX0" fmla="*/ 749148 w 749148"/>
                  <a:gd name="connsiteY0" fmla="*/ 33 h 315892"/>
                  <a:gd name="connsiteX1" fmla="*/ 226219 w 749148"/>
                  <a:gd name="connsiteY1" fmla="*/ 108724 h 315892"/>
                  <a:gd name="connsiteX2" fmla="*/ 0 w 749148"/>
                  <a:gd name="connsiteY2" fmla="*/ 315892 h 315892"/>
                  <a:gd name="connsiteX0" fmla="*/ 749148 w 749148"/>
                  <a:gd name="connsiteY0" fmla="*/ 0 h 315859"/>
                  <a:gd name="connsiteX1" fmla="*/ 226219 w 749148"/>
                  <a:gd name="connsiteY1" fmla="*/ 108691 h 315859"/>
                  <a:gd name="connsiteX2" fmla="*/ 0 w 749148"/>
                  <a:gd name="connsiteY2" fmla="*/ 315859 h 31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9148" h="315859">
                    <a:moveTo>
                      <a:pt x="749148" y="0"/>
                    </a:moveTo>
                    <a:cubicBezTo>
                      <a:pt x="514302" y="26109"/>
                      <a:pt x="333772" y="53129"/>
                      <a:pt x="226219" y="108691"/>
                    </a:cubicBezTo>
                    <a:cubicBezTo>
                      <a:pt x="118666" y="164253"/>
                      <a:pt x="50998" y="236484"/>
                      <a:pt x="0" y="315859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 rot="803021">
                <a:off x="5633155" y="1749581"/>
                <a:ext cx="152355" cy="1148772"/>
              </a:xfrm>
              <a:custGeom>
                <a:avLst/>
                <a:gdLst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4307" h="509588">
                    <a:moveTo>
                      <a:pt x="164307" y="0"/>
                    </a:moveTo>
                    <a:cubicBezTo>
                      <a:pt x="117475" y="76597"/>
                      <a:pt x="94061" y="153194"/>
                      <a:pt x="66676" y="238125"/>
                    </a:cubicBezTo>
                    <a:cubicBezTo>
                      <a:pt x="39292" y="323056"/>
                      <a:pt x="12699" y="447279"/>
                      <a:pt x="0" y="509588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 40"/>
              <p:cNvSpPr/>
              <p:nvPr/>
            </p:nvSpPr>
            <p:spPr>
              <a:xfrm rot="803021">
                <a:off x="4795474" y="2787388"/>
                <a:ext cx="498812" cy="1832483"/>
              </a:xfrm>
              <a:custGeom>
                <a:avLst/>
                <a:gdLst>
                  <a:gd name="connsiteX0" fmla="*/ 546100 w 546100"/>
                  <a:gd name="connsiteY0" fmla="*/ 0 h 809625"/>
                  <a:gd name="connsiteX1" fmla="*/ 428625 w 546100"/>
                  <a:gd name="connsiteY1" fmla="*/ 460375 h 809625"/>
                  <a:gd name="connsiteX2" fmla="*/ 260350 w 546100"/>
                  <a:gd name="connsiteY2" fmla="*/ 717550 h 809625"/>
                  <a:gd name="connsiteX3" fmla="*/ 0 w 546100"/>
                  <a:gd name="connsiteY3" fmla="*/ 809625 h 809625"/>
                  <a:gd name="connsiteX0" fmla="*/ 546100 w 546100"/>
                  <a:gd name="connsiteY0" fmla="*/ 0 h 796925"/>
                  <a:gd name="connsiteX1" fmla="*/ 428625 w 546100"/>
                  <a:gd name="connsiteY1" fmla="*/ 460375 h 796925"/>
                  <a:gd name="connsiteX2" fmla="*/ 260350 w 546100"/>
                  <a:gd name="connsiteY2" fmla="*/ 717550 h 796925"/>
                  <a:gd name="connsiteX3" fmla="*/ 0 w 546100"/>
                  <a:gd name="connsiteY3" fmla="*/ 796925 h 796925"/>
                  <a:gd name="connsiteX0" fmla="*/ 552450 w 552450"/>
                  <a:gd name="connsiteY0" fmla="*/ 0 h 796925"/>
                  <a:gd name="connsiteX1" fmla="*/ 428625 w 552450"/>
                  <a:gd name="connsiteY1" fmla="*/ 460375 h 796925"/>
                  <a:gd name="connsiteX2" fmla="*/ 260350 w 552450"/>
                  <a:gd name="connsiteY2" fmla="*/ 717550 h 796925"/>
                  <a:gd name="connsiteX3" fmla="*/ 0 w 552450"/>
                  <a:gd name="connsiteY3" fmla="*/ 796925 h 796925"/>
                  <a:gd name="connsiteX0" fmla="*/ 537943 w 537943"/>
                  <a:gd name="connsiteY0" fmla="*/ 0 h 812878"/>
                  <a:gd name="connsiteX1" fmla="*/ 414118 w 537943"/>
                  <a:gd name="connsiteY1" fmla="*/ 460375 h 812878"/>
                  <a:gd name="connsiteX2" fmla="*/ 245843 w 537943"/>
                  <a:gd name="connsiteY2" fmla="*/ 717550 h 812878"/>
                  <a:gd name="connsiteX3" fmla="*/ 0 w 537943"/>
                  <a:gd name="connsiteY3" fmla="*/ 812878 h 812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7943" h="812878">
                    <a:moveTo>
                      <a:pt x="537943" y="0"/>
                    </a:moveTo>
                    <a:cubicBezTo>
                      <a:pt x="503018" y="170391"/>
                      <a:pt x="462801" y="340783"/>
                      <a:pt x="414118" y="460375"/>
                    </a:cubicBezTo>
                    <a:cubicBezTo>
                      <a:pt x="365435" y="579967"/>
                      <a:pt x="317280" y="661458"/>
                      <a:pt x="245843" y="717550"/>
                    </a:cubicBezTo>
                    <a:cubicBezTo>
                      <a:pt x="174406" y="773642"/>
                      <a:pt x="94456" y="795944"/>
                      <a:pt x="0" y="812878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任意多边形 47"/>
              <p:cNvSpPr/>
              <p:nvPr/>
            </p:nvSpPr>
            <p:spPr>
              <a:xfrm rot="803021">
                <a:off x="4661823" y="3913388"/>
                <a:ext cx="653040" cy="712184"/>
              </a:xfrm>
              <a:custGeom>
                <a:avLst/>
                <a:gdLst>
                  <a:gd name="connsiteX0" fmla="*/ 0 w 714375"/>
                  <a:gd name="connsiteY0" fmla="*/ 298450 h 299084"/>
                  <a:gd name="connsiteX1" fmla="*/ 292100 w 714375"/>
                  <a:gd name="connsiteY1" fmla="*/ 279400 h 299084"/>
                  <a:gd name="connsiteX2" fmla="*/ 555625 w 714375"/>
                  <a:gd name="connsiteY2" fmla="*/ 168275 h 299084"/>
                  <a:gd name="connsiteX3" fmla="*/ 714375 w 714375"/>
                  <a:gd name="connsiteY3" fmla="*/ 0 h 299084"/>
                  <a:gd name="connsiteX4" fmla="*/ 714375 w 714375"/>
                  <a:gd name="connsiteY4" fmla="*/ 0 h 299084"/>
                  <a:gd name="connsiteX0" fmla="*/ 0 w 704270"/>
                  <a:gd name="connsiteY0" fmla="*/ 315920 h 316010"/>
                  <a:gd name="connsiteX1" fmla="*/ 281995 w 704270"/>
                  <a:gd name="connsiteY1" fmla="*/ 279400 h 316010"/>
                  <a:gd name="connsiteX2" fmla="*/ 545520 w 704270"/>
                  <a:gd name="connsiteY2" fmla="*/ 168275 h 316010"/>
                  <a:gd name="connsiteX3" fmla="*/ 704270 w 704270"/>
                  <a:gd name="connsiteY3" fmla="*/ 0 h 316010"/>
                  <a:gd name="connsiteX4" fmla="*/ 704270 w 704270"/>
                  <a:gd name="connsiteY4" fmla="*/ 0 h 316010"/>
                  <a:gd name="connsiteX0" fmla="*/ 0 w 704270"/>
                  <a:gd name="connsiteY0" fmla="*/ 315920 h 315920"/>
                  <a:gd name="connsiteX1" fmla="*/ 281995 w 704270"/>
                  <a:gd name="connsiteY1" fmla="*/ 279400 h 315920"/>
                  <a:gd name="connsiteX2" fmla="*/ 545520 w 704270"/>
                  <a:gd name="connsiteY2" fmla="*/ 168275 h 315920"/>
                  <a:gd name="connsiteX3" fmla="*/ 704270 w 704270"/>
                  <a:gd name="connsiteY3" fmla="*/ 0 h 315920"/>
                  <a:gd name="connsiteX4" fmla="*/ 704270 w 704270"/>
                  <a:gd name="connsiteY4" fmla="*/ 0 h 315920"/>
                  <a:gd name="connsiteX0" fmla="*/ 0 w 704270"/>
                  <a:gd name="connsiteY0" fmla="*/ 315920 h 315920"/>
                  <a:gd name="connsiteX1" fmla="*/ 287233 w 704270"/>
                  <a:gd name="connsiteY1" fmla="*/ 270201 h 315920"/>
                  <a:gd name="connsiteX2" fmla="*/ 545520 w 704270"/>
                  <a:gd name="connsiteY2" fmla="*/ 168275 h 315920"/>
                  <a:gd name="connsiteX3" fmla="*/ 704270 w 704270"/>
                  <a:gd name="connsiteY3" fmla="*/ 0 h 315920"/>
                  <a:gd name="connsiteX4" fmla="*/ 704270 w 704270"/>
                  <a:gd name="connsiteY4" fmla="*/ 0 h 315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4270" h="315920">
                    <a:moveTo>
                      <a:pt x="0" y="315920"/>
                    </a:moveTo>
                    <a:cubicBezTo>
                      <a:pt x="105822" y="300362"/>
                      <a:pt x="196313" y="294809"/>
                      <a:pt x="287233" y="270201"/>
                    </a:cubicBezTo>
                    <a:cubicBezTo>
                      <a:pt x="378153" y="245594"/>
                      <a:pt x="476014" y="213308"/>
                      <a:pt x="545520" y="168275"/>
                    </a:cubicBezTo>
                    <a:cubicBezTo>
                      <a:pt x="615026" y="123242"/>
                      <a:pt x="704270" y="0"/>
                      <a:pt x="704270" y="0"/>
                    </a:cubicBezTo>
                    <a:lnTo>
                      <a:pt x="704270" y="0"/>
                    </a:ln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 rot="803021">
                <a:off x="5516516" y="2906873"/>
                <a:ext cx="144258" cy="1123720"/>
              </a:xfrm>
              <a:custGeom>
                <a:avLst/>
                <a:gdLst>
                  <a:gd name="connsiteX0" fmla="*/ 0 w 161925"/>
                  <a:gd name="connsiteY0" fmla="*/ 495300 h 495300"/>
                  <a:gd name="connsiteX1" fmla="*/ 88900 w 161925"/>
                  <a:gd name="connsiteY1" fmla="*/ 285750 h 495300"/>
                  <a:gd name="connsiteX2" fmla="*/ 161925 w 161925"/>
                  <a:gd name="connsiteY2" fmla="*/ 0 h 495300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575" h="498475">
                    <a:moveTo>
                      <a:pt x="0" y="498475"/>
                    </a:moveTo>
                    <a:cubicBezTo>
                      <a:pt x="30956" y="434975"/>
                      <a:pt x="62971" y="372004"/>
                      <a:pt x="88900" y="288925"/>
                    </a:cubicBezTo>
                    <a:cubicBezTo>
                      <a:pt x="114829" y="205846"/>
                      <a:pt x="151606" y="53975"/>
                      <a:pt x="155575" y="0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 rot="803021">
                <a:off x="5996541" y="1161667"/>
                <a:ext cx="547747" cy="1872952"/>
              </a:xfrm>
              <a:custGeom>
                <a:avLst/>
                <a:gdLst>
                  <a:gd name="connsiteX0" fmla="*/ 0 w 587375"/>
                  <a:gd name="connsiteY0" fmla="*/ 800100 h 800100"/>
                  <a:gd name="connsiteX1" fmla="*/ 57150 w 587375"/>
                  <a:gd name="connsiteY1" fmla="*/ 533400 h 800100"/>
                  <a:gd name="connsiteX2" fmla="*/ 187325 w 587375"/>
                  <a:gd name="connsiteY2" fmla="*/ 196850 h 800100"/>
                  <a:gd name="connsiteX3" fmla="*/ 377825 w 587375"/>
                  <a:gd name="connsiteY3" fmla="*/ 60325 h 800100"/>
                  <a:gd name="connsiteX4" fmla="*/ 587375 w 587375"/>
                  <a:gd name="connsiteY4" fmla="*/ 0 h 800100"/>
                  <a:gd name="connsiteX0" fmla="*/ 0 w 590717"/>
                  <a:gd name="connsiteY0" fmla="*/ 830830 h 830830"/>
                  <a:gd name="connsiteX1" fmla="*/ 57150 w 590717"/>
                  <a:gd name="connsiteY1" fmla="*/ 564130 h 830830"/>
                  <a:gd name="connsiteX2" fmla="*/ 187325 w 590717"/>
                  <a:gd name="connsiteY2" fmla="*/ 227580 h 830830"/>
                  <a:gd name="connsiteX3" fmla="*/ 377825 w 590717"/>
                  <a:gd name="connsiteY3" fmla="*/ 91055 h 830830"/>
                  <a:gd name="connsiteX4" fmla="*/ 590717 w 590717"/>
                  <a:gd name="connsiteY4" fmla="*/ 0 h 830830"/>
                  <a:gd name="connsiteX0" fmla="*/ 0 w 590717"/>
                  <a:gd name="connsiteY0" fmla="*/ 830830 h 830830"/>
                  <a:gd name="connsiteX1" fmla="*/ 57150 w 590717"/>
                  <a:gd name="connsiteY1" fmla="*/ 564130 h 830830"/>
                  <a:gd name="connsiteX2" fmla="*/ 187325 w 590717"/>
                  <a:gd name="connsiteY2" fmla="*/ 227580 h 830830"/>
                  <a:gd name="connsiteX3" fmla="*/ 366763 w 590717"/>
                  <a:gd name="connsiteY3" fmla="*/ 85624 h 830830"/>
                  <a:gd name="connsiteX4" fmla="*/ 590717 w 590717"/>
                  <a:gd name="connsiteY4" fmla="*/ 0 h 830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0717" h="830830">
                    <a:moveTo>
                      <a:pt x="0" y="830830"/>
                    </a:moveTo>
                    <a:cubicBezTo>
                      <a:pt x="12964" y="747751"/>
                      <a:pt x="25929" y="664672"/>
                      <a:pt x="57150" y="564130"/>
                    </a:cubicBezTo>
                    <a:cubicBezTo>
                      <a:pt x="88371" y="463588"/>
                      <a:pt x="135723" y="307331"/>
                      <a:pt x="187325" y="227580"/>
                    </a:cubicBezTo>
                    <a:cubicBezTo>
                      <a:pt x="238927" y="147829"/>
                      <a:pt x="300088" y="118432"/>
                      <a:pt x="366763" y="85624"/>
                    </a:cubicBezTo>
                    <a:cubicBezTo>
                      <a:pt x="433438" y="52816"/>
                      <a:pt x="519279" y="13758"/>
                      <a:pt x="590717" y="0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6" name="矩形 65"/>
            <p:cNvSpPr/>
            <p:nvPr/>
          </p:nvSpPr>
          <p:spPr>
            <a:xfrm>
              <a:off x="2500113" y="1017906"/>
              <a:ext cx="121058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01AE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----</a:t>
              </a:r>
              <a:r>
                <a:rPr lang="zh-CN" altLang="en-US" sz="1400" dirty="0">
                  <a:solidFill>
                    <a:srgbClr val="01AE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不加气隙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0053207" y="4483270"/>
            <a:ext cx="1324306" cy="307777"/>
            <a:chOff x="2220318" y="1554371"/>
            <a:chExt cx="1324306" cy="307777"/>
          </a:xfrm>
        </p:grpSpPr>
        <p:grpSp>
          <p:nvGrpSpPr>
            <p:cNvPr id="51" name="组合 50"/>
            <p:cNvGrpSpPr/>
            <p:nvPr/>
          </p:nvGrpSpPr>
          <p:grpSpPr>
            <a:xfrm>
              <a:off x="2220318" y="1594649"/>
              <a:ext cx="342161" cy="212471"/>
              <a:chOff x="3043480" y="1236376"/>
              <a:chExt cx="5304441" cy="3293887"/>
            </a:xfrm>
          </p:grpSpPr>
          <p:sp>
            <p:nvSpPr>
              <p:cNvPr id="52" name="任意多边形 51"/>
              <p:cNvSpPr/>
              <p:nvPr/>
            </p:nvSpPr>
            <p:spPr>
              <a:xfrm rot="2796524">
                <a:off x="7299768" y="894162"/>
                <a:ext cx="427026" cy="1111453"/>
              </a:xfrm>
              <a:custGeom>
                <a:avLst/>
                <a:gdLst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61 h 290573"/>
                  <a:gd name="connsiteX1" fmla="*/ 226219 w 745331"/>
                  <a:gd name="connsiteY1" fmla="*/ 83405 h 290573"/>
                  <a:gd name="connsiteX2" fmla="*/ 0 w 745331"/>
                  <a:gd name="connsiteY2" fmla="*/ 290573 h 290573"/>
                  <a:gd name="connsiteX0" fmla="*/ 560041 w 560041"/>
                  <a:gd name="connsiteY0" fmla="*/ 45 h 301691"/>
                  <a:gd name="connsiteX1" fmla="*/ 226219 w 560041"/>
                  <a:gd name="connsiteY1" fmla="*/ 94523 h 301691"/>
                  <a:gd name="connsiteX2" fmla="*/ 0 w 560041"/>
                  <a:gd name="connsiteY2" fmla="*/ 301691 h 301691"/>
                  <a:gd name="connsiteX0" fmla="*/ 560041 w 560041"/>
                  <a:gd name="connsiteY0" fmla="*/ 0 h 301646"/>
                  <a:gd name="connsiteX1" fmla="*/ 226219 w 560041"/>
                  <a:gd name="connsiteY1" fmla="*/ 94478 h 301646"/>
                  <a:gd name="connsiteX2" fmla="*/ 0 w 560041"/>
                  <a:gd name="connsiteY2" fmla="*/ 301646 h 301646"/>
                  <a:gd name="connsiteX0" fmla="*/ 560041 w 560041"/>
                  <a:gd name="connsiteY0" fmla="*/ 0 h 301646"/>
                  <a:gd name="connsiteX1" fmla="*/ 226219 w 560041"/>
                  <a:gd name="connsiteY1" fmla="*/ 94478 h 301646"/>
                  <a:gd name="connsiteX2" fmla="*/ 0 w 560041"/>
                  <a:gd name="connsiteY2" fmla="*/ 301646 h 301646"/>
                  <a:gd name="connsiteX0" fmla="*/ 560041 w 560041"/>
                  <a:gd name="connsiteY0" fmla="*/ 0 h 301646"/>
                  <a:gd name="connsiteX1" fmla="*/ 239646 w 560041"/>
                  <a:gd name="connsiteY1" fmla="*/ 97798 h 301646"/>
                  <a:gd name="connsiteX2" fmla="*/ 0 w 560041"/>
                  <a:gd name="connsiteY2" fmla="*/ 301646 h 301646"/>
                  <a:gd name="connsiteX0" fmla="*/ 655626 w 655626"/>
                  <a:gd name="connsiteY0" fmla="*/ 0 h 319585"/>
                  <a:gd name="connsiteX1" fmla="*/ 239646 w 655626"/>
                  <a:gd name="connsiteY1" fmla="*/ 115737 h 319585"/>
                  <a:gd name="connsiteX2" fmla="*/ 0 w 655626"/>
                  <a:gd name="connsiteY2" fmla="*/ 319585 h 319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55626" h="319585">
                    <a:moveTo>
                      <a:pt x="655626" y="0"/>
                    </a:moveTo>
                    <a:cubicBezTo>
                      <a:pt x="563802" y="22817"/>
                      <a:pt x="347199" y="60175"/>
                      <a:pt x="239646" y="115737"/>
                    </a:cubicBezTo>
                    <a:cubicBezTo>
                      <a:pt x="132093" y="171299"/>
                      <a:pt x="50998" y="240210"/>
                      <a:pt x="0" y="319585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任意多边形 52"/>
              <p:cNvSpPr/>
              <p:nvPr/>
            </p:nvSpPr>
            <p:spPr>
              <a:xfrm rot="2796524">
                <a:off x="6228567" y="1360247"/>
                <a:ext cx="107017" cy="1772248"/>
              </a:xfrm>
              <a:custGeom>
                <a:avLst/>
                <a:gdLst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4307" h="509588">
                    <a:moveTo>
                      <a:pt x="164307" y="0"/>
                    </a:moveTo>
                    <a:cubicBezTo>
                      <a:pt x="117475" y="76597"/>
                      <a:pt x="94061" y="153194"/>
                      <a:pt x="66676" y="238125"/>
                    </a:cubicBezTo>
                    <a:cubicBezTo>
                      <a:pt x="39292" y="323056"/>
                      <a:pt x="12699" y="447279"/>
                      <a:pt x="0" y="509588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任意多边形 53"/>
              <p:cNvSpPr/>
              <p:nvPr/>
            </p:nvSpPr>
            <p:spPr>
              <a:xfrm rot="2796524">
                <a:off x="4308395" y="2267102"/>
                <a:ext cx="304167" cy="2833998"/>
              </a:xfrm>
              <a:custGeom>
                <a:avLst/>
                <a:gdLst>
                  <a:gd name="connsiteX0" fmla="*/ 546100 w 546100"/>
                  <a:gd name="connsiteY0" fmla="*/ 0 h 809625"/>
                  <a:gd name="connsiteX1" fmla="*/ 428625 w 546100"/>
                  <a:gd name="connsiteY1" fmla="*/ 460375 h 809625"/>
                  <a:gd name="connsiteX2" fmla="*/ 260350 w 546100"/>
                  <a:gd name="connsiteY2" fmla="*/ 717550 h 809625"/>
                  <a:gd name="connsiteX3" fmla="*/ 0 w 546100"/>
                  <a:gd name="connsiteY3" fmla="*/ 809625 h 809625"/>
                  <a:gd name="connsiteX0" fmla="*/ 546100 w 546100"/>
                  <a:gd name="connsiteY0" fmla="*/ 0 h 796925"/>
                  <a:gd name="connsiteX1" fmla="*/ 428625 w 546100"/>
                  <a:gd name="connsiteY1" fmla="*/ 460375 h 796925"/>
                  <a:gd name="connsiteX2" fmla="*/ 260350 w 546100"/>
                  <a:gd name="connsiteY2" fmla="*/ 717550 h 796925"/>
                  <a:gd name="connsiteX3" fmla="*/ 0 w 546100"/>
                  <a:gd name="connsiteY3" fmla="*/ 796925 h 796925"/>
                  <a:gd name="connsiteX0" fmla="*/ 552450 w 552450"/>
                  <a:gd name="connsiteY0" fmla="*/ 0 h 796925"/>
                  <a:gd name="connsiteX1" fmla="*/ 428625 w 552450"/>
                  <a:gd name="connsiteY1" fmla="*/ 460375 h 796925"/>
                  <a:gd name="connsiteX2" fmla="*/ 260350 w 552450"/>
                  <a:gd name="connsiteY2" fmla="*/ 717550 h 796925"/>
                  <a:gd name="connsiteX3" fmla="*/ 0 w 552450"/>
                  <a:gd name="connsiteY3" fmla="*/ 796925 h 796925"/>
                  <a:gd name="connsiteX0" fmla="*/ 469365 w 469365"/>
                  <a:gd name="connsiteY0" fmla="*/ 0 h 816346"/>
                  <a:gd name="connsiteX1" fmla="*/ 345540 w 469365"/>
                  <a:gd name="connsiteY1" fmla="*/ 460375 h 816346"/>
                  <a:gd name="connsiteX2" fmla="*/ 177265 w 469365"/>
                  <a:gd name="connsiteY2" fmla="*/ 717550 h 816346"/>
                  <a:gd name="connsiteX3" fmla="*/ 0 w 469365"/>
                  <a:gd name="connsiteY3" fmla="*/ 816346 h 816346"/>
                  <a:gd name="connsiteX0" fmla="*/ 469365 w 469365"/>
                  <a:gd name="connsiteY0" fmla="*/ 0 h 816346"/>
                  <a:gd name="connsiteX1" fmla="*/ 345540 w 469365"/>
                  <a:gd name="connsiteY1" fmla="*/ 460375 h 816346"/>
                  <a:gd name="connsiteX2" fmla="*/ 177265 w 469365"/>
                  <a:gd name="connsiteY2" fmla="*/ 717550 h 816346"/>
                  <a:gd name="connsiteX3" fmla="*/ 0 w 469365"/>
                  <a:gd name="connsiteY3" fmla="*/ 816346 h 816346"/>
                  <a:gd name="connsiteX0" fmla="*/ 466998 w 466998"/>
                  <a:gd name="connsiteY0" fmla="*/ 0 h 814881"/>
                  <a:gd name="connsiteX1" fmla="*/ 343173 w 466998"/>
                  <a:gd name="connsiteY1" fmla="*/ 460375 h 814881"/>
                  <a:gd name="connsiteX2" fmla="*/ 174898 w 466998"/>
                  <a:gd name="connsiteY2" fmla="*/ 717550 h 814881"/>
                  <a:gd name="connsiteX3" fmla="*/ 0 w 466998"/>
                  <a:gd name="connsiteY3" fmla="*/ 814881 h 814881"/>
                  <a:gd name="connsiteX0" fmla="*/ 466998 w 466998"/>
                  <a:gd name="connsiteY0" fmla="*/ 0 h 814881"/>
                  <a:gd name="connsiteX1" fmla="*/ 343173 w 466998"/>
                  <a:gd name="connsiteY1" fmla="*/ 460375 h 814881"/>
                  <a:gd name="connsiteX2" fmla="*/ 200885 w 466998"/>
                  <a:gd name="connsiteY2" fmla="*/ 718382 h 814881"/>
                  <a:gd name="connsiteX3" fmla="*/ 0 w 466998"/>
                  <a:gd name="connsiteY3" fmla="*/ 814881 h 814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6998" h="814881">
                    <a:moveTo>
                      <a:pt x="466998" y="0"/>
                    </a:moveTo>
                    <a:cubicBezTo>
                      <a:pt x="432073" y="170391"/>
                      <a:pt x="387525" y="340645"/>
                      <a:pt x="343173" y="460375"/>
                    </a:cubicBezTo>
                    <a:cubicBezTo>
                      <a:pt x="298821" y="580105"/>
                      <a:pt x="272322" y="662290"/>
                      <a:pt x="200885" y="718382"/>
                    </a:cubicBezTo>
                    <a:cubicBezTo>
                      <a:pt x="129448" y="774474"/>
                      <a:pt x="75861" y="794654"/>
                      <a:pt x="0" y="814881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 rot="2796524">
                <a:off x="3650228" y="3763514"/>
                <a:ext cx="419353" cy="1114145"/>
              </a:xfrm>
              <a:custGeom>
                <a:avLst/>
                <a:gdLst>
                  <a:gd name="connsiteX0" fmla="*/ 0 w 714375"/>
                  <a:gd name="connsiteY0" fmla="*/ 298450 h 299084"/>
                  <a:gd name="connsiteX1" fmla="*/ 292100 w 714375"/>
                  <a:gd name="connsiteY1" fmla="*/ 279400 h 299084"/>
                  <a:gd name="connsiteX2" fmla="*/ 555625 w 714375"/>
                  <a:gd name="connsiteY2" fmla="*/ 168275 h 299084"/>
                  <a:gd name="connsiteX3" fmla="*/ 714375 w 714375"/>
                  <a:gd name="connsiteY3" fmla="*/ 0 h 299084"/>
                  <a:gd name="connsiteX4" fmla="*/ 714375 w 714375"/>
                  <a:gd name="connsiteY4" fmla="*/ 0 h 299084"/>
                  <a:gd name="connsiteX0" fmla="*/ 1 w 654330"/>
                  <a:gd name="connsiteY0" fmla="*/ 319445 h 319520"/>
                  <a:gd name="connsiteX1" fmla="*/ 232055 w 654330"/>
                  <a:gd name="connsiteY1" fmla="*/ 279400 h 319520"/>
                  <a:gd name="connsiteX2" fmla="*/ 495580 w 654330"/>
                  <a:gd name="connsiteY2" fmla="*/ 168275 h 319520"/>
                  <a:gd name="connsiteX3" fmla="*/ 654330 w 654330"/>
                  <a:gd name="connsiteY3" fmla="*/ 0 h 319520"/>
                  <a:gd name="connsiteX4" fmla="*/ 654330 w 654330"/>
                  <a:gd name="connsiteY4" fmla="*/ 0 h 319520"/>
                  <a:gd name="connsiteX0" fmla="*/ -1 w 654328"/>
                  <a:gd name="connsiteY0" fmla="*/ 319445 h 319492"/>
                  <a:gd name="connsiteX1" fmla="*/ 217609 w 654328"/>
                  <a:gd name="connsiteY1" fmla="*/ 269305 h 319492"/>
                  <a:gd name="connsiteX2" fmla="*/ 495578 w 654328"/>
                  <a:gd name="connsiteY2" fmla="*/ 168275 h 319492"/>
                  <a:gd name="connsiteX3" fmla="*/ 654328 w 654328"/>
                  <a:gd name="connsiteY3" fmla="*/ 0 h 319492"/>
                  <a:gd name="connsiteX4" fmla="*/ 654328 w 654328"/>
                  <a:gd name="connsiteY4" fmla="*/ 0 h 319492"/>
                  <a:gd name="connsiteX0" fmla="*/ 1 w 654330"/>
                  <a:gd name="connsiteY0" fmla="*/ 319445 h 319445"/>
                  <a:gd name="connsiteX1" fmla="*/ 217611 w 654330"/>
                  <a:gd name="connsiteY1" fmla="*/ 269305 h 319445"/>
                  <a:gd name="connsiteX2" fmla="*/ 495580 w 654330"/>
                  <a:gd name="connsiteY2" fmla="*/ 168275 h 319445"/>
                  <a:gd name="connsiteX3" fmla="*/ 654330 w 654330"/>
                  <a:gd name="connsiteY3" fmla="*/ 0 h 319445"/>
                  <a:gd name="connsiteX4" fmla="*/ 654330 w 654330"/>
                  <a:gd name="connsiteY4" fmla="*/ 0 h 319445"/>
                  <a:gd name="connsiteX0" fmla="*/ 0 w 643847"/>
                  <a:gd name="connsiteY0" fmla="*/ 320358 h 320358"/>
                  <a:gd name="connsiteX1" fmla="*/ 207128 w 643847"/>
                  <a:gd name="connsiteY1" fmla="*/ 269305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  <a:gd name="connsiteX0" fmla="*/ 0 w 643847"/>
                  <a:gd name="connsiteY0" fmla="*/ 320358 h 320358"/>
                  <a:gd name="connsiteX1" fmla="*/ 207128 w 643847"/>
                  <a:gd name="connsiteY1" fmla="*/ 269305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  <a:gd name="connsiteX0" fmla="*/ 0 w 643847"/>
                  <a:gd name="connsiteY0" fmla="*/ 320358 h 320358"/>
                  <a:gd name="connsiteX1" fmla="*/ 255284 w 643847"/>
                  <a:gd name="connsiteY1" fmla="*/ 262755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  <a:gd name="connsiteX0" fmla="*/ 0 w 643847"/>
                  <a:gd name="connsiteY0" fmla="*/ 320358 h 320358"/>
                  <a:gd name="connsiteX1" fmla="*/ 255284 w 643847"/>
                  <a:gd name="connsiteY1" fmla="*/ 262755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  <a:gd name="connsiteX0" fmla="*/ 0 w 643847"/>
                  <a:gd name="connsiteY0" fmla="*/ 320358 h 320358"/>
                  <a:gd name="connsiteX1" fmla="*/ 270500 w 643847"/>
                  <a:gd name="connsiteY1" fmla="*/ 260738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3847" h="320358">
                    <a:moveTo>
                      <a:pt x="0" y="320358"/>
                    </a:moveTo>
                    <a:cubicBezTo>
                      <a:pt x="111767" y="298370"/>
                      <a:pt x="191870" y="283652"/>
                      <a:pt x="270500" y="260738"/>
                    </a:cubicBezTo>
                    <a:cubicBezTo>
                      <a:pt x="349130" y="237824"/>
                      <a:pt x="422873" y="211731"/>
                      <a:pt x="485097" y="168275"/>
                    </a:cubicBezTo>
                    <a:cubicBezTo>
                      <a:pt x="547321" y="124819"/>
                      <a:pt x="643847" y="0"/>
                      <a:pt x="643847" y="0"/>
                    </a:cubicBezTo>
                    <a:lnTo>
                      <a:pt x="643847" y="0"/>
                    </a:ln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任意多边形 55"/>
              <p:cNvSpPr/>
              <p:nvPr/>
            </p:nvSpPr>
            <p:spPr>
              <a:xfrm rot="2796524">
                <a:off x="5022792" y="2664801"/>
                <a:ext cx="101330" cy="1733600"/>
              </a:xfrm>
              <a:custGeom>
                <a:avLst/>
                <a:gdLst>
                  <a:gd name="connsiteX0" fmla="*/ 0 w 161925"/>
                  <a:gd name="connsiteY0" fmla="*/ 495300 h 495300"/>
                  <a:gd name="connsiteX1" fmla="*/ 88900 w 161925"/>
                  <a:gd name="connsiteY1" fmla="*/ 285750 h 495300"/>
                  <a:gd name="connsiteX2" fmla="*/ 161925 w 161925"/>
                  <a:gd name="connsiteY2" fmla="*/ 0 h 495300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575" h="498475">
                    <a:moveTo>
                      <a:pt x="0" y="498475"/>
                    </a:moveTo>
                    <a:cubicBezTo>
                      <a:pt x="30956" y="434975"/>
                      <a:pt x="62971" y="372004"/>
                      <a:pt x="88900" y="288925"/>
                    </a:cubicBezTo>
                    <a:cubicBezTo>
                      <a:pt x="114829" y="205846"/>
                      <a:pt x="151606" y="53975"/>
                      <a:pt x="155575" y="0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任意多边形 56"/>
              <p:cNvSpPr/>
              <p:nvPr/>
            </p:nvSpPr>
            <p:spPr>
              <a:xfrm rot="2796524">
                <a:off x="6732356" y="653858"/>
                <a:ext cx="330407" cy="2900722"/>
              </a:xfrm>
              <a:custGeom>
                <a:avLst/>
                <a:gdLst>
                  <a:gd name="connsiteX0" fmla="*/ 0 w 587375"/>
                  <a:gd name="connsiteY0" fmla="*/ 800100 h 800100"/>
                  <a:gd name="connsiteX1" fmla="*/ 57150 w 587375"/>
                  <a:gd name="connsiteY1" fmla="*/ 533400 h 800100"/>
                  <a:gd name="connsiteX2" fmla="*/ 187325 w 587375"/>
                  <a:gd name="connsiteY2" fmla="*/ 196850 h 800100"/>
                  <a:gd name="connsiteX3" fmla="*/ 377825 w 587375"/>
                  <a:gd name="connsiteY3" fmla="*/ 60325 h 800100"/>
                  <a:gd name="connsiteX4" fmla="*/ 587375 w 587375"/>
                  <a:gd name="connsiteY4" fmla="*/ 0 h 800100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377825 w 411986"/>
                  <a:gd name="connsiteY3" fmla="*/ 74417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27652 w 411986"/>
                  <a:gd name="connsiteY3" fmla="*/ 73269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46250 w 411986"/>
                  <a:gd name="connsiteY3" fmla="*/ 76562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46250 w 411986"/>
                  <a:gd name="connsiteY3" fmla="*/ 76562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46250 w 411986"/>
                  <a:gd name="connsiteY3" fmla="*/ 76562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46250 w 411986"/>
                  <a:gd name="connsiteY3" fmla="*/ 76562 h 814192"/>
                  <a:gd name="connsiteX4" fmla="*/ 411986 w 411986"/>
                  <a:gd name="connsiteY4" fmla="*/ 0 h 814192"/>
                  <a:gd name="connsiteX0" fmla="*/ 0 w 507282"/>
                  <a:gd name="connsiteY0" fmla="*/ 834067 h 834067"/>
                  <a:gd name="connsiteX1" fmla="*/ 57150 w 507282"/>
                  <a:gd name="connsiteY1" fmla="*/ 567367 h 834067"/>
                  <a:gd name="connsiteX2" fmla="*/ 187325 w 507282"/>
                  <a:gd name="connsiteY2" fmla="*/ 230817 h 834067"/>
                  <a:gd name="connsiteX3" fmla="*/ 246250 w 507282"/>
                  <a:gd name="connsiteY3" fmla="*/ 96437 h 834067"/>
                  <a:gd name="connsiteX4" fmla="*/ 507283 w 507282"/>
                  <a:gd name="connsiteY4" fmla="*/ 0 h 834067"/>
                  <a:gd name="connsiteX0" fmla="*/ 0 w 507284"/>
                  <a:gd name="connsiteY0" fmla="*/ 834067 h 834067"/>
                  <a:gd name="connsiteX1" fmla="*/ 57150 w 507284"/>
                  <a:gd name="connsiteY1" fmla="*/ 567367 h 834067"/>
                  <a:gd name="connsiteX2" fmla="*/ 187325 w 507284"/>
                  <a:gd name="connsiteY2" fmla="*/ 230817 h 834067"/>
                  <a:gd name="connsiteX3" fmla="*/ 267649 w 507284"/>
                  <a:gd name="connsiteY3" fmla="*/ 101168 h 834067"/>
                  <a:gd name="connsiteX4" fmla="*/ 507283 w 507284"/>
                  <a:gd name="connsiteY4" fmla="*/ 0 h 834067"/>
                  <a:gd name="connsiteX0" fmla="*/ 0 w 507282"/>
                  <a:gd name="connsiteY0" fmla="*/ 834067 h 834067"/>
                  <a:gd name="connsiteX1" fmla="*/ 57150 w 507282"/>
                  <a:gd name="connsiteY1" fmla="*/ 567367 h 834067"/>
                  <a:gd name="connsiteX2" fmla="*/ 187325 w 507282"/>
                  <a:gd name="connsiteY2" fmla="*/ 230817 h 834067"/>
                  <a:gd name="connsiteX3" fmla="*/ 288467 w 507282"/>
                  <a:gd name="connsiteY3" fmla="*/ 102027 h 834067"/>
                  <a:gd name="connsiteX4" fmla="*/ 507283 w 507282"/>
                  <a:gd name="connsiteY4" fmla="*/ 0 h 834067"/>
                  <a:gd name="connsiteX0" fmla="*/ 0 w 507284"/>
                  <a:gd name="connsiteY0" fmla="*/ 834067 h 834067"/>
                  <a:gd name="connsiteX1" fmla="*/ 57150 w 507284"/>
                  <a:gd name="connsiteY1" fmla="*/ 567367 h 834067"/>
                  <a:gd name="connsiteX2" fmla="*/ 187325 w 507284"/>
                  <a:gd name="connsiteY2" fmla="*/ 230817 h 834067"/>
                  <a:gd name="connsiteX3" fmla="*/ 288467 w 507284"/>
                  <a:gd name="connsiteY3" fmla="*/ 102027 h 834067"/>
                  <a:gd name="connsiteX4" fmla="*/ 507283 w 507284"/>
                  <a:gd name="connsiteY4" fmla="*/ 0 h 834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7284" h="834067">
                    <a:moveTo>
                      <a:pt x="0" y="834067"/>
                    </a:moveTo>
                    <a:cubicBezTo>
                      <a:pt x="12964" y="750988"/>
                      <a:pt x="25929" y="667909"/>
                      <a:pt x="57150" y="567367"/>
                    </a:cubicBezTo>
                    <a:cubicBezTo>
                      <a:pt x="88371" y="466825"/>
                      <a:pt x="148772" y="308374"/>
                      <a:pt x="187325" y="230817"/>
                    </a:cubicBezTo>
                    <a:cubicBezTo>
                      <a:pt x="225878" y="153260"/>
                      <a:pt x="248070" y="137603"/>
                      <a:pt x="288467" y="102027"/>
                    </a:cubicBezTo>
                    <a:cubicBezTo>
                      <a:pt x="308876" y="88353"/>
                      <a:pt x="435845" y="13758"/>
                      <a:pt x="507283" y="0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" name="矩形 66"/>
            <p:cNvSpPr/>
            <p:nvPr/>
          </p:nvSpPr>
          <p:spPr>
            <a:xfrm>
              <a:off x="2513573" y="1554371"/>
              <a:ext cx="103105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----</a:t>
              </a:r>
              <a:r>
                <a:rPr lang="zh-CN" altLang="en-US" sz="14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气隙小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0053207" y="4787249"/>
            <a:ext cx="1304969" cy="307777"/>
            <a:chOff x="2227185" y="2081605"/>
            <a:chExt cx="1304969" cy="307777"/>
          </a:xfrm>
        </p:grpSpPr>
        <p:grpSp>
          <p:nvGrpSpPr>
            <p:cNvPr id="58" name="组合 57"/>
            <p:cNvGrpSpPr/>
            <p:nvPr/>
          </p:nvGrpSpPr>
          <p:grpSpPr>
            <a:xfrm>
              <a:off x="2227185" y="2159828"/>
              <a:ext cx="321404" cy="130322"/>
              <a:chOff x="2068901" y="1354037"/>
              <a:chExt cx="7399224" cy="3000215"/>
            </a:xfrm>
          </p:grpSpPr>
          <p:sp>
            <p:nvSpPr>
              <p:cNvPr id="59" name="任意多边形 58"/>
              <p:cNvSpPr/>
              <p:nvPr/>
            </p:nvSpPr>
            <p:spPr>
              <a:xfrm rot="3703016">
                <a:off x="8483590" y="717830"/>
                <a:ext cx="194823" cy="1467237"/>
              </a:xfrm>
              <a:custGeom>
                <a:avLst/>
                <a:gdLst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61 h 290573"/>
                  <a:gd name="connsiteX1" fmla="*/ 226219 w 745331"/>
                  <a:gd name="connsiteY1" fmla="*/ 83405 h 290573"/>
                  <a:gd name="connsiteX2" fmla="*/ 0 w 745331"/>
                  <a:gd name="connsiteY2" fmla="*/ 290573 h 290573"/>
                  <a:gd name="connsiteX0" fmla="*/ 652831 w 652832"/>
                  <a:gd name="connsiteY0" fmla="*/ 44 h 302575"/>
                  <a:gd name="connsiteX1" fmla="*/ 226219 w 652832"/>
                  <a:gd name="connsiteY1" fmla="*/ 95407 h 302575"/>
                  <a:gd name="connsiteX2" fmla="*/ 0 w 652832"/>
                  <a:gd name="connsiteY2" fmla="*/ 302575 h 302575"/>
                  <a:gd name="connsiteX0" fmla="*/ 652831 w 652832"/>
                  <a:gd name="connsiteY0" fmla="*/ 0 h 302531"/>
                  <a:gd name="connsiteX1" fmla="*/ 226219 w 652832"/>
                  <a:gd name="connsiteY1" fmla="*/ 95363 h 302531"/>
                  <a:gd name="connsiteX2" fmla="*/ 0 w 652832"/>
                  <a:gd name="connsiteY2" fmla="*/ 302531 h 302531"/>
                  <a:gd name="connsiteX0" fmla="*/ 652831 w 652832"/>
                  <a:gd name="connsiteY0" fmla="*/ 0 h 302531"/>
                  <a:gd name="connsiteX1" fmla="*/ 226219 w 652832"/>
                  <a:gd name="connsiteY1" fmla="*/ 95363 h 302531"/>
                  <a:gd name="connsiteX2" fmla="*/ 0 w 652832"/>
                  <a:gd name="connsiteY2" fmla="*/ 302531 h 302531"/>
                  <a:gd name="connsiteX0" fmla="*/ 693568 w 693569"/>
                  <a:gd name="connsiteY0" fmla="*/ 0 h 308051"/>
                  <a:gd name="connsiteX1" fmla="*/ 226219 w 693569"/>
                  <a:gd name="connsiteY1" fmla="*/ 100883 h 308051"/>
                  <a:gd name="connsiteX2" fmla="*/ 0 w 693569"/>
                  <a:gd name="connsiteY2" fmla="*/ 308051 h 308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3569" h="308051">
                    <a:moveTo>
                      <a:pt x="693568" y="0"/>
                    </a:moveTo>
                    <a:cubicBezTo>
                      <a:pt x="478122" y="31562"/>
                      <a:pt x="333772" y="45321"/>
                      <a:pt x="226219" y="100883"/>
                    </a:cubicBezTo>
                    <a:cubicBezTo>
                      <a:pt x="118666" y="156445"/>
                      <a:pt x="50998" y="228676"/>
                      <a:pt x="0" y="308051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任意多边形 59"/>
              <p:cNvSpPr/>
              <p:nvPr/>
            </p:nvSpPr>
            <p:spPr>
              <a:xfrm rot="3703016">
                <a:off x="6786095" y="1054407"/>
                <a:ext cx="46154" cy="2427152"/>
              </a:xfrm>
              <a:custGeom>
                <a:avLst/>
                <a:gdLst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4307" h="509588">
                    <a:moveTo>
                      <a:pt x="164307" y="0"/>
                    </a:moveTo>
                    <a:cubicBezTo>
                      <a:pt x="117475" y="76597"/>
                      <a:pt x="94061" y="153194"/>
                      <a:pt x="66676" y="238125"/>
                    </a:cubicBezTo>
                    <a:cubicBezTo>
                      <a:pt x="39292" y="323056"/>
                      <a:pt x="12699" y="447279"/>
                      <a:pt x="0" y="509588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任意多边形 60"/>
              <p:cNvSpPr/>
              <p:nvPr/>
            </p:nvSpPr>
            <p:spPr>
              <a:xfrm rot="3703016">
                <a:off x="3937560" y="1763045"/>
                <a:ext cx="115705" cy="3853023"/>
              </a:xfrm>
              <a:custGeom>
                <a:avLst/>
                <a:gdLst>
                  <a:gd name="connsiteX0" fmla="*/ 546100 w 546100"/>
                  <a:gd name="connsiteY0" fmla="*/ 0 h 809625"/>
                  <a:gd name="connsiteX1" fmla="*/ 428625 w 546100"/>
                  <a:gd name="connsiteY1" fmla="*/ 460375 h 809625"/>
                  <a:gd name="connsiteX2" fmla="*/ 260350 w 546100"/>
                  <a:gd name="connsiteY2" fmla="*/ 717550 h 809625"/>
                  <a:gd name="connsiteX3" fmla="*/ 0 w 546100"/>
                  <a:gd name="connsiteY3" fmla="*/ 809625 h 809625"/>
                  <a:gd name="connsiteX0" fmla="*/ 546100 w 546100"/>
                  <a:gd name="connsiteY0" fmla="*/ 0 h 796925"/>
                  <a:gd name="connsiteX1" fmla="*/ 428625 w 546100"/>
                  <a:gd name="connsiteY1" fmla="*/ 460375 h 796925"/>
                  <a:gd name="connsiteX2" fmla="*/ 260350 w 546100"/>
                  <a:gd name="connsiteY2" fmla="*/ 717550 h 796925"/>
                  <a:gd name="connsiteX3" fmla="*/ 0 w 546100"/>
                  <a:gd name="connsiteY3" fmla="*/ 796925 h 796925"/>
                  <a:gd name="connsiteX0" fmla="*/ 552450 w 552450"/>
                  <a:gd name="connsiteY0" fmla="*/ 0 h 796925"/>
                  <a:gd name="connsiteX1" fmla="*/ 428625 w 552450"/>
                  <a:gd name="connsiteY1" fmla="*/ 460375 h 796925"/>
                  <a:gd name="connsiteX2" fmla="*/ 260350 w 552450"/>
                  <a:gd name="connsiteY2" fmla="*/ 717550 h 796925"/>
                  <a:gd name="connsiteX3" fmla="*/ 0 w 552450"/>
                  <a:gd name="connsiteY3" fmla="*/ 796925 h 796925"/>
                  <a:gd name="connsiteX0" fmla="*/ 442909 w 442909"/>
                  <a:gd name="connsiteY0" fmla="*/ 0 h 810241"/>
                  <a:gd name="connsiteX1" fmla="*/ 319084 w 442909"/>
                  <a:gd name="connsiteY1" fmla="*/ 460375 h 810241"/>
                  <a:gd name="connsiteX2" fmla="*/ 150809 w 442909"/>
                  <a:gd name="connsiteY2" fmla="*/ 717550 h 810241"/>
                  <a:gd name="connsiteX3" fmla="*/ 1 w 442909"/>
                  <a:gd name="connsiteY3" fmla="*/ 810241 h 810241"/>
                  <a:gd name="connsiteX0" fmla="*/ 411909 w 411909"/>
                  <a:gd name="connsiteY0" fmla="*/ 0 h 808954"/>
                  <a:gd name="connsiteX1" fmla="*/ 288084 w 411909"/>
                  <a:gd name="connsiteY1" fmla="*/ 460375 h 808954"/>
                  <a:gd name="connsiteX2" fmla="*/ 119809 w 411909"/>
                  <a:gd name="connsiteY2" fmla="*/ 717550 h 808954"/>
                  <a:gd name="connsiteX3" fmla="*/ 1 w 411909"/>
                  <a:gd name="connsiteY3" fmla="*/ 808954 h 808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1909" h="808954">
                    <a:moveTo>
                      <a:pt x="411909" y="0"/>
                    </a:moveTo>
                    <a:cubicBezTo>
                      <a:pt x="376984" y="170391"/>
                      <a:pt x="336767" y="340783"/>
                      <a:pt x="288084" y="460375"/>
                    </a:cubicBezTo>
                    <a:cubicBezTo>
                      <a:pt x="239401" y="579967"/>
                      <a:pt x="191246" y="661458"/>
                      <a:pt x="119809" y="717550"/>
                    </a:cubicBezTo>
                    <a:cubicBezTo>
                      <a:pt x="48372" y="773642"/>
                      <a:pt x="94457" y="792020"/>
                      <a:pt x="1" y="808954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任意多边形 61"/>
              <p:cNvSpPr/>
              <p:nvPr/>
            </p:nvSpPr>
            <p:spPr>
              <a:xfrm rot="3703016">
                <a:off x="2880613" y="3533447"/>
                <a:ext cx="158825" cy="1482785"/>
              </a:xfrm>
              <a:custGeom>
                <a:avLst/>
                <a:gdLst>
                  <a:gd name="connsiteX0" fmla="*/ 0 w 714375"/>
                  <a:gd name="connsiteY0" fmla="*/ 298450 h 299084"/>
                  <a:gd name="connsiteX1" fmla="*/ 292100 w 714375"/>
                  <a:gd name="connsiteY1" fmla="*/ 279400 h 299084"/>
                  <a:gd name="connsiteX2" fmla="*/ 555625 w 714375"/>
                  <a:gd name="connsiteY2" fmla="*/ 168275 h 299084"/>
                  <a:gd name="connsiteX3" fmla="*/ 714375 w 714375"/>
                  <a:gd name="connsiteY3" fmla="*/ 0 h 299084"/>
                  <a:gd name="connsiteX4" fmla="*/ 714375 w 714375"/>
                  <a:gd name="connsiteY4" fmla="*/ 0 h 299084"/>
                  <a:gd name="connsiteX0" fmla="*/ -1 w 582656"/>
                  <a:gd name="connsiteY0" fmla="*/ 307929 h 308090"/>
                  <a:gd name="connsiteX1" fmla="*/ 160381 w 582656"/>
                  <a:gd name="connsiteY1" fmla="*/ 279400 h 308090"/>
                  <a:gd name="connsiteX2" fmla="*/ 423906 w 582656"/>
                  <a:gd name="connsiteY2" fmla="*/ 168275 h 308090"/>
                  <a:gd name="connsiteX3" fmla="*/ 582656 w 582656"/>
                  <a:gd name="connsiteY3" fmla="*/ 0 h 308090"/>
                  <a:gd name="connsiteX4" fmla="*/ 582656 w 582656"/>
                  <a:gd name="connsiteY4" fmla="*/ 0 h 308090"/>
                  <a:gd name="connsiteX0" fmla="*/ -1 w 582656"/>
                  <a:gd name="connsiteY0" fmla="*/ 307929 h 308047"/>
                  <a:gd name="connsiteX1" fmla="*/ 188502 w 582656"/>
                  <a:gd name="connsiteY1" fmla="*/ 276318 h 308047"/>
                  <a:gd name="connsiteX2" fmla="*/ 423906 w 582656"/>
                  <a:gd name="connsiteY2" fmla="*/ 168275 h 308047"/>
                  <a:gd name="connsiteX3" fmla="*/ 582656 w 582656"/>
                  <a:gd name="connsiteY3" fmla="*/ 0 h 308047"/>
                  <a:gd name="connsiteX4" fmla="*/ 582656 w 582656"/>
                  <a:gd name="connsiteY4" fmla="*/ 0 h 308047"/>
                  <a:gd name="connsiteX0" fmla="*/ -1 w 565415"/>
                  <a:gd name="connsiteY0" fmla="*/ 311315 h 311410"/>
                  <a:gd name="connsiteX1" fmla="*/ 171261 w 565415"/>
                  <a:gd name="connsiteY1" fmla="*/ 276318 h 311410"/>
                  <a:gd name="connsiteX2" fmla="*/ 406665 w 565415"/>
                  <a:gd name="connsiteY2" fmla="*/ 168275 h 311410"/>
                  <a:gd name="connsiteX3" fmla="*/ 565415 w 565415"/>
                  <a:gd name="connsiteY3" fmla="*/ 0 h 311410"/>
                  <a:gd name="connsiteX4" fmla="*/ 565415 w 565415"/>
                  <a:gd name="connsiteY4" fmla="*/ 0 h 311410"/>
                  <a:gd name="connsiteX0" fmla="*/ -1 w 565415"/>
                  <a:gd name="connsiteY0" fmla="*/ 311315 h 311315"/>
                  <a:gd name="connsiteX1" fmla="*/ 171261 w 565415"/>
                  <a:gd name="connsiteY1" fmla="*/ 276318 h 311315"/>
                  <a:gd name="connsiteX2" fmla="*/ 406665 w 565415"/>
                  <a:gd name="connsiteY2" fmla="*/ 168275 h 311315"/>
                  <a:gd name="connsiteX3" fmla="*/ 565415 w 565415"/>
                  <a:gd name="connsiteY3" fmla="*/ 0 h 311315"/>
                  <a:gd name="connsiteX4" fmla="*/ 565415 w 565415"/>
                  <a:gd name="connsiteY4" fmla="*/ 0 h 311315"/>
                  <a:gd name="connsiteX0" fmla="*/ -1 w 565415"/>
                  <a:gd name="connsiteY0" fmla="*/ 311315 h 311315"/>
                  <a:gd name="connsiteX1" fmla="*/ 202255 w 565415"/>
                  <a:gd name="connsiteY1" fmla="*/ 275031 h 311315"/>
                  <a:gd name="connsiteX2" fmla="*/ 406665 w 565415"/>
                  <a:gd name="connsiteY2" fmla="*/ 168275 h 311315"/>
                  <a:gd name="connsiteX3" fmla="*/ 565415 w 565415"/>
                  <a:gd name="connsiteY3" fmla="*/ 0 h 311315"/>
                  <a:gd name="connsiteX4" fmla="*/ 565415 w 565415"/>
                  <a:gd name="connsiteY4" fmla="*/ 0 h 311315"/>
                  <a:gd name="connsiteX0" fmla="*/ -1 w 565415"/>
                  <a:gd name="connsiteY0" fmla="*/ 311315 h 311315"/>
                  <a:gd name="connsiteX1" fmla="*/ 202255 w 565415"/>
                  <a:gd name="connsiteY1" fmla="*/ 275031 h 311315"/>
                  <a:gd name="connsiteX2" fmla="*/ 406665 w 565415"/>
                  <a:gd name="connsiteY2" fmla="*/ 168275 h 311315"/>
                  <a:gd name="connsiteX3" fmla="*/ 565415 w 565415"/>
                  <a:gd name="connsiteY3" fmla="*/ 0 h 311315"/>
                  <a:gd name="connsiteX4" fmla="*/ 565415 w 565415"/>
                  <a:gd name="connsiteY4" fmla="*/ 0 h 311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5415" h="311315">
                    <a:moveTo>
                      <a:pt x="-1" y="311315"/>
                    </a:moveTo>
                    <a:cubicBezTo>
                      <a:pt x="119749" y="295673"/>
                      <a:pt x="135617" y="296636"/>
                      <a:pt x="202255" y="275031"/>
                    </a:cubicBezTo>
                    <a:cubicBezTo>
                      <a:pt x="268893" y="253426"/>
                      <a:pt x="346138" y="214114"/>
                      <a:pt x="406665" y="168275"/>
                    </a:cubicBezTo>
                    <a:cubicBezTo>
                      <a:pt x="467192" y="122437"/>
                      <a:pt x="565415" y="0"/>
                      <a:pt x="565415" y="0"/>
                    </a:cubicBezTo>
                    <a:lnTo>
                      <a:pt x="565415" y="0"/>
                    </a:ln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任意多边形 62"/>
              <p:cNvSpPr/>
              <p:nvPr/>
            </p:nvSpPr>
            <p:spPr>
              <a:xfrm rot="3703016">
                <a:off x="4684435" y="2263123"/>
                <a:ext cx="43701" cy="2374222"/>
              </a:xfrm>
              <a:custGeom>
                <a:avLst/>
                <a:gdLst>
                  <a:gd name="connsiteX0" fmla="*/ 0 w 161925"/>
                  <a:gd name="connsiteY0" fmla="*/ 495300 h 495300"/>
                  <a:gd name="connsiteX1" fmla="*/ 88900 w 161925"/>
                  <a:gd name="connsiteY1" fmla="*/ 285750 h 495300"/>
                  <a:gd name="connsiteX2" fmla="*/ 161925 w 161925"/>
                  <a:gd name="connsiteY2" fmla="*/ 0 h 495300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575" h="498475">
                    <a:moveTo>
                      <a:pt x="0" y="498475"/>
                    </a:moveTo>
                    <a:cubicBezTo>
                      <a:pt x="30956" y="434975"/>
                      <a:pt x="62971" y="372004"/>
                      <a:pt x="88900" y="288925"/>
                    </a:cubicBezTo>
                    <a:cubicBezTo>
                      <a:pt x="114829" y="205846"/>
                      <a:pt x="151606" y="53975"/>
                      <a:pt x="155575" y="0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 rot="3703016">
                <a:off x="7432644" y="95873"/>
                <a:ext cx="154316" cy="3916646"/>
              </a:xfrm>
              <a:custGeom>
                <a:avLst/>
                <a:gdLst>
                  <a:gd name="connsiteX0" fmla="*/ 0 w 587375"/>
                  <a:gd name="connsiteY0" fmla="*/ 800100 h 800100"/>
                  <a:gd name="connsiteX1" fmla="*/ 57150 w 587375"/>
                  <a:gd name="connsiteY1" fmla="*/ 533400 h 800100"/>
                  <a:gd name="connsiteX2" fmla="*/ 187325 w 587375"/>
                  <a:gd name="connsiteY2" fmla="*/ 196850 h 800100"/>
                  <a:gd name="connsiteX3" fmla="*/ 377825 w 587375"/>
                  <a:gd name="connsiteY3" fmla="*/ 60325 h 800100"/>
                  <a:gd name="connsiteX4" fmla="*/ 587375 w 587375"/>
                  <a:gd name="connsiteY4" fmla="*/ 0 h 800100"/>
                  <a:gd name="connsiteX0" fmla="*/ 0 w 507493"/>
                  <a:gd name="connsiteY0" fmla="*/ 814557 h 814557"/>
                  <a:gd name="connsiteX1" fmla="*/ 57150 w 507493"/>
                  <a:gd name="connsiteY1" fmla="*/ 547857 h 814557"/>
                  <a:gd name="connsiteX2" fmla="*/ 187325 w 507493"/>
                  <a:gd name="connsiteY2" fmla="*/ 211307 h 814557"/>
                  <a:gd name="connsiteX3" fmla="*/ 377825 w 507493"/>
                  <a:gd name="connsiteY3" fmla="*/ 74782 h 814557"/>
                  <a:gd name="connsiteX4" fmla="*/ 507491 w 507493"/>
                  <a:gd name="connsiteY4" fmla="*/ 0 h 814557"/>
                  <a:gd name="connsiteX0" fmla="*/ 0 w 583239"/>
                  <a:gd name="connsiteY0" fmla="*/ 821805 h 821805"/>
                  <a:gd name="connsiteX1" fmla="*/ 57150 w 583239"/>
                  <a:gd name="connsiteY1" fmla="*/ 555105 h 821805"/>
                  <a:gd name="connsiteX2" fmla="*/ 187325 w 583239"/>
                  <a:gd name="connsiteY2" fmla="*/ 218555 h 821805"/>
                  <a:gd name="connsiteX3" fmla="*/ 377825 w 583239"/>
                  <a:gd name="connsiteY3" fmla="*/ 82030 h 821805"/>
                  <a:gd name="connsiteX4" fmla="*/ 583238 w 583239"/>
                  <a:gd name="connsiteY4" fmla="*/ 0 h 821805"/>
                  <a:gd name="connsiteX0" fmla="*/ 0 w 549362"/>
                  <a:gd name="connsiteY0" fmla="*/ 822312 h 822312"/>
                  <a:gd name="connsiteX1" fmla="*/ 57150 w 549362"/>
                  <a:gd name="connsiteY1" fmla="*/ 555612 h 822312"/>
                  <a:gd name="connsiteX2" fmla="*/ 187325 w 549362"/>
                  <a:gd name="connsiteY2" fmla="*/ 219062 h 822312"/>
                  <a:gd name="connsiteX3" fmla="*/ 377825 w 549362"/>
                  <a:gd name="connsiteY3" fmla="*/ 82537 h 822312"/>
                  <a:gd name="connsiteX4" fmla="*/ 549361 w 549362"/>
                  <a:gd name="connsiteY4" fmla="*/ 0 h 822312"/>
                  <a:gd name="connsiteX0" fmla="*/ 0 w 549362"/>
                  <a:gd name="connsiteY0" fmla="*/ 822312 h 822312"/>
                  <a:gd name="connsiteX1" fmla="*/ 57150 w 549362"/>
                  <a:gd name="connsiteY1" fmla="*/ 555612 h 822312"/>
                  <a:gd name="connsiteX2" fmla="*/ 187325 w 549362"/>
                  <a:gd name="connsiteY2" fmla="*/ 219062 h 822312"/>
                  <a:gd name="connsiteX3" fmla="*/ 329021 w 549362"/>
                  <a:gd name="connsiteY3" fmla="*/ 81556 h 822312"/>
                  <a:gd name="connsiteX4" fmla="*/ 549361 w 549362"/>
                  <a:gd name="connsiteY4" fmla="*/ 0 h 822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9362" h="822312">
                    <a:moveTo>
                      <a:pt x="0" y="822312"/>
                    </a:moveTo>
                    <a:cubicBezTo>
                      <a:pt x="12964" y="739233"/>
                      <a:pt x="25929" y="656154"/>
                      <a:pt x="57150" y="555612"/>
                    </a:cubicBezTo>
                    <a:cubicBezTo>
                      <a:pt x="88371" y="455070"/>
                      <a:pt x="142013" y="298071"/>
                      <a:pt x="187325" y="219062"/>
                    </a:cubicBezTo>
                    <a:cubicBezTo>
                      <a:pt x="232637" y="140053"/>
                      <a:pt x="262346" y="114364"/>
                      <a:pt x="329021" y="81556"/>
                    </a:cubicBezTo>
                    <a:cubicBezTo>
                      <a:pt x="395696" y="48748"/>
                      <a:pt x="477923" y="13758"/>
                      <a:pt x="549361" y="0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8" name="矩形 67"/>
            <p:cNvSpPr/>
            <p:nvPr/>
          </p:nvSpPr>
          <p:spPr>
            <a:xfrm>
              <a:off x="2501103" y="2081605"/>
              <a:ext cx="103105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E077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----</a:t>
              </a:r>
              <a:r>
                <a:rPr lang="zh-CN" altLang="en-US" sz="1400" dirty="0">
                  <a:solidFill>
                    <a:srgbClr val="E077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气隙大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046305" y="5091229"/>
            <a:ext cx="1131856" cy="307777"/>
            <a:chOff x="2235899" y="2584078"/>
            <a:chExt cx="1131856" cy="307777"/>
          </a:xfrm>
        </p:grpSpPr>
        <p:cxnSp>
          <p:nvCxnSpPr>
            <p:cNvPr id="71" name="直接连接符 70"/>
            <p:cNvCxnSpPr/>
            <p:nvPr/>
          </p:nvCxnSpPr>
          <p:spPr>
            <a:xfrm flipV="1">
              <a:off x="2235899" y="2736573"/>
              <a:ext cx="304123" cy="16214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矩形 71"/>
            <p:cNvSpPr/>
            <p:nvPr/>
          </p:nvSpPr>
          <p:spPr>
            <a:xfrm>
              <a:off x="2516240" y="2584078"/>
              <a:ext cx="85151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92B37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----</a:t>
              </a:r>
              <a:r>
                <a:rPr lang="zh-CN" altLang="en-US" sz="1400" dirty="0">
                  <a:solidFill>
                    <a:srgbClr val="92B37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空芯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698020" y="1689645"/>
            <a:ext cx="4107935" cy="276999"/>
            <a:chOff x="5698020" y="1689645"/>
            <a:chExt cx="4107935" cy="276999"/>
          </a:xfrm>
        </p:grpSpPr>
        <p:cxnSp>
          <p:nvCxnSpPr>
            <p:cNvPr id="82" name="直接连接符 81"/>
            <p:cNvCxnSpPr/>
            <p:nvPr/>
          </p:nvCxnSpPr>
          <p:spPr>
            <a:xfrm flipH="1">
              <a:off x="6101231" y="1871448"/>
              <a:ext cx="3704724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5698020" y="1689645"/>
                  <a:ext cx="37048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8020" y="1689645"/>
                  <a:ext cx="370486" cy="276999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13333" r="-1667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/>
          <p:cNvGrpSpPr/>
          <p:nvPr/>
        </p:nvGrpSpPr>
        <p:grpSpPr>
          <a:xfrm>
            <a:off x="2406554" y="5090543"/>
            <a:ext cx="4281887" cy="276999"/>
            <a:chOff x="2406554" y="5090543"/>
            <a:chExt cx="4281887" cy="276999"/>
          </a:xfrm>
        </p:grpSpPr>
        <p:cxnSp>
          <p:nvCxnSpPr>
            <p:cNvPr id="84" name="直接连接符 83"/>
            <p:cNvCxnSpPr/>
            <p:nvPr/>
          </p:nvCxnSpPr>
          <p:spPr>
            <a:xfrm flipH="1">
              <a:off x="2406554" y="5249648"/>
              <a:ext cx="3704724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/>
                <p:cNvSpPr txBox="1"/>
                <p:nvPr/>
              </p:nvSpPr>
              <p:spPr>
                <a:xfrm>
                  <a:off x="6144831" y="5090543"/>
                  <a:ext cx="54361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4" name="文本框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831" y="5090543"/>
                  <a:ext cx="543610" cy="27699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r="-1124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/>
          <p:cNvGrpSpPr/>
          <p:nvPr/>
        </p:nvGrpSpPr>
        <p:grpSpPr>
          <a:xfrm>
            <a:off x="3240833" y="2166465"/>
            <a:ext cx="2855167" cy="898998"/>
            <a:chOff x="3240833" y="2166465"/>
            <a:chExt cx="2855167" cy="898998"/>
          </a:xfrm>
        </p:grpSpPr>
        <p:cxnSp>
          <p:nvCxnSpPr>
            <p:cNvPr id="21" name="直接连接符 20"/>
            <p:cNvCxnSpPr/>
            <p:nvPr/>
          </p:nvCxnSpPr>
          <p:spPr>
            <a:xfrm flipH="1">
              <a:off x="4305674" y="3062288"/>
              <a:ext cx="1790326" cy="0"/>
            </a:xfrm>
            <a:prstGeom prst="line">
              <a:avLst/>
            </a:prstGeom>
            <a:ln w="6350">
              <a:solidFill>
                <a:srgbClr val="02AAE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 flipV="1">
              <a:off x="3618686" y="2375047"/>
              <a:ext cx="690416" cy="690416"/>
            </a:xfrm>
            <a:prstGeom prst="line">
              <a:avLst/>
            </a:prstGeom>
            <a:ln w="6350">
              <a:solidFill>
                <a:srgbClr val="02AAE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/>
                <p:cNvSpPr txBox="1"/>
                <p:nvPr/>
              </p:nvSpPr>
              <p:spPr>
                <a:xfrm>
                  <a:off x="3240833" y="2166465"/>
                  <a:ext cx="31534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02AAE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9" name="文本框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833" y="2166465"/>
                  <a:ext cx="315343" cy="21544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1765" r="-1961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/>
          <p:cNvGrpSpPr/>
          <p:nvPr/>
        </p:nvGrpSpPr>
        <p:grpSpPr>
          <a:xfrm>
            <a:off x="3240833" y="2529965"/>
            <a:ext cx="2864945" cy="890979"/>
            <a:chOff x="3240833" y="2529965"/>
            <a:chExt cx="2864945" cy="890979"/>
          </a:xfrm>
        </p:grpSpPr>
        <p:cxnSp>
          <p:nvCxnSpPr>
            <p:cNvPr id="75" name="直接连接符 74"/>
            <p:cNvCxnSpPr/>
            <p:nvPr/>
          </p:nvCxnSpPr>
          <p:spPr>
            <a:xfrm flipH="1">
              <a:off x="4315452" y="3420944"/>
              <a:ext cx="1790326" cy="0"/>
            </a:xfrm>
            <a:prstGeom prst="line">
              <a:avLst/>
            </a:prstGeom>
            <a:ln w="6350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 flipV="1">
              <a:off x="3621673" y="2726953"/>
              <a:ext cx="690416" cy="690416"/>
            </a:xfrm>
            <a:prstGeom prst="line">
              <a:avLst/>
            </a:prstGeom>
            <a:ln w="6350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/>
                <p:cNvSpPr txBox="1"/>
                <p:nvPr/>
              </p:nvSpPr>
              <p:spPr>
                <a:xfrm>
                  <a:off x="3240833" y="2529965"/>
                  <a:ext cx="31534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0" name="文本框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833" y="2529965"/>
                  <a:ext cx="315343" cy="21544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1765" r="-1961"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/>
          <p:cNvGrpSpPr/>
          <p:nvPr/>
        </p:nvGrpSpPr>
        <p:grpSpPr>
          <a:xfrm>
            <a:off x="3240833" y="2865581"/>
            <a:ext cx="2856537" cy="627443"/>
            <a:chOff x="3240833" y="2865581"/>
            <a:chExt cx="2856537" cy="627443"/>
          </a:xfrm>
        </p:grpSpPr>
        <p:cxnSp>
          <p:nvCxnSpPr>
            <p:cNvPr id="77" name="直接连接符 76"/>
            <p:cNvCxnSpPr/>
            <p:nvPr/>
          </p:nvCxnSpPr>
          <p:spPr>
            <a:xfrm flipH="1">
              <a:off x="4307044" y="3493024"/>
              <a:ext cx="1790326" cy="0"/>
            </a:xfrm>
            <a:prstGeom prst="line">
              <a:avLst/>
            </a:prstGeom>
            <a:ln w="6350">
              <a:solidFill>
                <a:srgbClr val="E0773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 flipV="1">
              <a:off x="3645351" y="3069531"/>
              <a:ext cx="658330" cy="419918"/>
            </a:xfrm>
            <a:prstGeom prst="line">
              <a:avLst/>
            </a:prstGeom>
            <a:ln w="6350">
              <a:solidFill>
                <a:srgbClr val="E0773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/>
                <p:cNvSpPr txBox="1"/>
                <p:nvPr/>
              </p:nvSpPr>
              <p:spPr>
                <a:xfrm>
                  <a:off x="3240833" y="2865581"/>
                  <a:ext cx="31534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  <m:r>
                              <a:rPr lang="en-US" altLang="zh-CN" sz="1400" b="0" i="1" smtClean="0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1" name="文本框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833" y="2865581"/>
                  <a:ext cx="315343" cy="215444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1765" r="-1961"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5" name="矩形 84"/>
          <p:cNvSpPr/>
          <p:nvPr/>
        </p:nvSpPr>
        <p:spPr>
          <a:xfrm>
            <a:off x="3126635" y="1809076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磁滞</a:t>
            </a:r>
          </a:p>
        </p:txBody>
      </p:sp>
      <p:grpSp>
        <p:nvGrpSpPr>
          <p:cNvPr id="100" name="组合 99"/>
          <p:cNvGrpSpPr/>
          <p:nvPr/>
        </p:nvGrpSpPr>
        <p:grpSpPr>
          <a:xfrm>
            <a:off x="7065653" y="1892968"/>
            <a:ext cx="396070" cy="1938710"/>
            <a:chOff x="7065653" y="1892968"/>
            <a:chExt cx="396070" cy="1938710"/>
          </a:xfrm>
        </p:grpSpPr>
        <p:cxnSp>
          <p:nvCxnSpPr>
            <p:cNvPr id="86" name="直接连接符 85"/>
            <p:cNvCxnSpPr>
              <a:stCxn id="13" idx="4"/>
            </p:cNvCxnSpPr>
            <p:nvPr/>
          </p:nvCxnSpPr>
          <p:spPr>
            <a:xfrm>
              <a:off x="7202579" y="1892968"/>
              <a:ext cx="0" cy="164495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/>
                <p:cNvSpPr txBox="1"/>
                <p:nvPr/>
              </p:nvSpPr>
              <p:spPr>
                <a:xfrm>
                  <a:off x="7065653" y="3616234"/>
                  <a:ext cx="39607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𝑠𝑎𝑡</m:t>
                            </m:r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02AAE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2" name="文本框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5653" y="3616234"/>
                  <a:ext cx="396070" cy="21544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7692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/>
          <p:cNvGrpSpPr/>
          <p:nvPr/>
        </p:nvGrpSpPr>
        <p:grpSpPr>
          <a:xfrm>
            <a:off x="8317302" y="1904476"/>
            <a:ext cx="396070" cy="1927202"/>
            <a:chOff x="8317302" y="1904476"/>
            <a:chExt cx="396070" cy="1927202"/>
          </a:xfrm>
        </p:grpSpPr>
        <p:cxnSp>
          <p:nvCxnSpPr>
            <p:cNvPr id="89" name="直接连接符 88"/>
            <p:cNvCxnSpPr/>
            <p:nvPr/>
          </p:nvCxnSpPr>
          <p:spPr>
            <a:xfrm>
              <a:off x="8509565" y="1904476"/>
              <a:ext cx="0" cy="1644954"/>
            </a:xfrm>
            <a:prstGeom prst="line">
              <a:avLst/>
            </a:prstGeom>
            <a:ln>
              <a:solidFill>
                <a:srgbClr val="D5D60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/>
                <p:cNvSpPr txBox="1"/>
                <p:nvPr/>
              </p:nvSpPr>
              <p:spPr>
                <a:xfrm>
                  <a:off x="8317302" y="3616234"/>
                  <a:ext cx="39607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𝑠𝑎𝑡</m:t>
                            </m:r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3" name="文本框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7302" y="3616234"/>
                  <a:ext cx="396070" cy="215444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7692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组合 101"/>
          <p:cNvGrpSpPr/>
          <p:nvPr/>
        </p:nvGrpSpPr>
        <p:grpSpPr>
          <a:xfrm>
            <a:off x="9434071" y="1871448"/>
            <a:ext cx="396070" cy="1960230"/>
            <a:chOff x="9434071" y="1871448"/>
            <a:chExt cx="396070" cy="1960230"/>
          </a:xfrm>
        </p:grpSpPr>
        <p:cxnSp>
          <p:nvCxnSpPr>
            <p:cNvPr id="90" name="直接连接符 89"/>
            <p:cNvCxnSpPr/>
            <p:nvPr/>
          </p:nvCxnSpPr>
          <p:spPr>
            <a:xfrm>
              <a:off x="9590935" y="1871448"/>
              <a:ext cx="0" cy="1644954"/>
            </a:xfrm>
            <a:prstGeom prst="line">
              <a:avLst/>
            </a:prstGeom>
            <a:ln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/>
                <p:cNvSpPr txBox="1"/>
                <p:nvPr/>
              </p:nvSpPr>
              <p:spPr>
                <a:xfrm>
                  <a:off x="9434071" y="3616234"/>
                  <a:ext cx="39607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E0773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E0773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E0773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𝑠𝑎𝑡</m:t>
                            </m:r>
                            <m:r>
                              <a:rPr lang="en-US" altLang="zh-CN" sz="1400" b="0" i="1" smtClean="0">
                                <a:solidFill>
                                  <a:srgbClr val="E0773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E0773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4" name="文本框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4071" y="3616234"/>
                  <a:ext cx="396070" cy="215444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7692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8" name="文本框 97"/>
          <p:cNvSpPr txBox="1"/>
          <p:nvPr/>
        </p:nvSpPr>
        <p:spPr>
          <a:xfrm>
            <a:off x="7693097" y="353929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8887032" y="353929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/>
              <p:cNvSpPr/>
              <p:nvPr/>
            </p:nvSpPr>
            <p:spPr>
              <a:xfrm>
                <a:off x="1522805" y="349828"/>
                <a:ext cx="3800399" cy="5041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磁场能量密度</a:t>
                </a:r>
                <a14:m>
                  <m:oMath xmlns:m="http://schemas.openxmlformats.org/officeDocument/2006/math">
                    <m:r>
                      <a:rPr lang="zh-CN" alt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sz="16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zh-CN" altLang="en-US" sz="16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en-US" sz="16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zh-CN" altLang="en-US" sz="16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zh-CN" altLang="en-US" sz="16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16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1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𝐵𝐻</m:t>
                    </m:r>
                  </m:oMath>
                </a14:m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3" name="矩形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805" y="349828"/>
                <a:ext cx="3800399" cy="504112"/>
              </a:xfrm>
              <a:prstGeom prst="rect">
                <a:avLst/>
              </a:prstGeom>
              <a:blipFill rotWithShape="0">
                <a:blip r:embed="rId10"/>
                <a:stretch>
                  <a:fillRect l="-963" b="-1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等腰三角形 104"/>
          <p:cNvSpPr/>
          <p:nvPr/>
        </p:nvSpPr>
        <p:spPr>
          <a:xfrm>
            <a:off x="6124318" y="1855165"/>
            <a:ext cx="1084916" cy="1659534"/>
          </a:xfrm>
          <a:custGeom>
            <a:avLst/>
            <a:gdLst>
              <a:gd name="connsiteX0" fmla="*/ 0 w 1457325"/>
              <a:gd name="connsiteY0" fmla="*/ 1830984 h 1830984"/>
              <a:gd name="connsiteX1" fmla="*/ 728663 w 1457325"/>
              <a:gd name="connsiteY1" fmla="*/ 0 h 1830984"/>
              <a:gd name="connsiteX2" fmla="*/ 1457325 w 1457325"/>
              <a:gd name="connsiteY2" fmla="*/ 1830984 h 1830984"/>
              <a:gd name="connsiteX3" fmla="*/ 0 w 1457325"/>
              <a:gd name="connsiteY3" fmla="*/ 1830984 h 1830984"/>
              <a:gd name="connsiteX0" fmla="*/ 0 w 1457325"/>
              <a:gd name="connsiteY0" fmla="*/ 1659534 h 1659534"/>
              <a:gd name="connsiteX1" fmla="*/ 1071563 w 1457325"/>
              <a:gd name="connsiteY1" fmla="*/ 0 h 1659534"/>
              <a:gd name="connsiteX2" fmla="*/ 1457325 w 1457325"/>
              <a:gd name="connsiteY2" fmla="*/ 1659534 h 1659534"/>
              <a:gd name="connsiteX3" fmla="*/ 0 w 1457325"/>
              <a:gd name="connsiteY3" fmla="*/ 1659534 h 1659534"/>
              <a:gd name="connsiteX0" fmla="*/ 0 w 1076325"/>
              <a:gd name="connsiteY0" fmla="*/ 1659534 h 1659534"/>
              <a:gd name="connsiteX1" fmla="*/ 1071563 w 1076325"/>
              <a:gd name="connsiteY1" fmla="*/ 0 h 1659534"/>
              <a:gd name="connsiteX2" fmla="*/ 1076325 w 1076325"/>
              <a:gd name="connsiteY2" fmla="*/ 1640484 h 1659534"/>
              <a:gd name="connsiteX3" fmla="*/ 0 w 1076325"/>
              <a:gd name="connsiteY3" fmla="*/ 1659534 h 1659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6325" h="1659534">
                <a:moveTo>
                  <a:pt x="0" y="1659534"/>
                </a:moveTo>
                <a:lnTo>
                  <a:pt x="1071563" y="0"/>
                </a:lnTo>
                <a:cubicBezTo>
                  <a:pt x="1073150" y="546828"/>
                  <a:pt x="1074738" y="1093656"/>
                  <a:pt x="1076325" y="1640484"/>
                </a:cubicBezTo>
                <a:lnTo>
                  <a:pt x="0" y="1659534"/>
                </a:lnTo>
                <a:close/>
              </a:path>
            </a:pathLst>
          </a:cu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等腰三角形 104"/>
          <p:cNvSpPr/>
          <p:nvPr/>
        </p:nvSpPr>
        <p:spPr>
          <a:xfrm>
            <a:off x="6140274" y="1882699"/>
            <a:ext cx="2380451" cy="1659534"/>
          </a:xfrm>
          <a:custGeom>
            <a:avLst/>
            <a:gdLst>
              <a:gd name="connsiteX0" fmla="*/ 0 w 1457325"/>
              <a:gd name="connsiteY0" fmla="*/ 1830984 h 1830984"/>
              <a:gd name="connsiteX1" fmla="*/ 728663 w 1457325"/>
              <a:gd name="connsiteY1" fmla="*/ 0 h 1830984"/>
              <a:gd name="connsiteX2" fmla="*/ 1457325 w 1457325"/>
              <a:gd name="connsiteY2" fmla="*/ 1830984 h 1830984"/>
              <a:gd name="connsiteX3" fmla="*/ 0 w 1457325"/>
              <a:gd name="connsiteY3" fmla="*/ 1830984 h 1830984"/>
              <a:gd name="connsiteX0" fmla="*/ 0 w 1457325"/>
              <a:gd name="connsiteY0" fmla="*/ 1659534 h 1659534"/>
              <a:gd name="connsiteX1" fmla="*/ 1071563 w 1457325"/>
              <a:gd name="connsiteY1" fmla="*/ 0 h 1659534"/>
              <a:gd name="connsiteX2" fmla="*/ 1457325 w 1457325"/>
              <a:gd name="connsiteY2" fmla="*/ 1659534 h 1659534"/>
              <a:gd name="connsiteX3" fmla="*/ 0 w 1457325"/>
              <a:gd name="connsiteY3" fmla="*/ 1659534 h 1659534"/>
              <a:gd name="connsiteX0" fmla="*/ 0 w 1076325"/>
              <a:gd name="connsiteY0" fmla="*/ 1659534 h 1659534"/>
              <a:gd name="connsiteX1" fmla="*/ 1071563 w 1076325"/>
              <a:gd name="connsiteY1" fmla="*/ 0 h 1659534"/>
              <a:gd name="connsiteX2" fmla="*/ 1076325 w 1076325"/>
              <a:gd name="connsiteY2" fmla="*/ 1640484 h 1659534"/>
              <a:gd name="connsiteX3" fmla="*/ 0 w 1076325"/>
              <a:gd name="connsiteY3" fmla="*/ 1659534 h 1659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6325" h="1659534">
                <a:moveTo>
                  <a:pt x="0" y="1659534"/>
                </a:moveTo>
                <a:lnTo>
                  <a:pt x="1071563" y="0"/>
                </a:lnTo>
                <a:cubicBezTo>
                  <a:pt x="1073150" y="546828"/>
                  <a:pt x="1074738" y="1093656"/>
                  <a:pt x="1076325" y="1640484"/>
                </a:cubicBezTo>
                <a:lnTo>
                  <a:pt x="0" y="1659534"/>
                </a:lnTo>
                <a:close/>
              </a:path>
            </a:pathLst>
          </a:custGeom>
          <a:solidFill>
            <a:srgbClr val="FFFF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等腰三角形 104"/>
          <p:cNvSpPr/>
          <p:nvPr/>
        </p:nvSpPr>
        <p:spPr>
          <a:xfrm>
            <a:off x="6111189" y="1872450"/>
            <a:ext cx="3479746" cy="1659534"/>
          </a:xfrm>
          <a:custGeom>
            <a:avLst/>
            <a:gdLst>
              <a:gd name="connsiteX0" fmla="*/ 0 w 1457325"/>
              <a:gd name="connsiteY0" fmla="*/ 1830984 h 1830984"/>
              <a:gd name="connsiteX1" fmla="*/ 728663 w 1457325"/>
              <a:gd name="connsiteY1" fmla="*/ 0 h 1830984"/>
              <a:gd name="connsiteX2" fmla="*/ 1457325 w 1457325"/>
              <a:gd name="connsiteY2" fmla="*/ 1830984 h 1830984"/>
              <a:gd name="connsiteX3" fmla="*/ 0 w 1457325"/>
              <a:gd name="connsiteY3" fmla="*/ 1830984 h 1830984"/>
              <a:gd name="connsiteX0" fmla="*/ 0 w 1457325"/>
              <a:gd name="connsiteY0" fmla="*/ 1659534 h 1659534"/>
              <a:gd name="connsiteX1" fmla="*/ 1071563 w 1457325"/>
              <a:gd name="connsiteY1" fmla="*/ 0 h 1659534"/>
              <a:gd name="connsiteX2" fmla="*/ 1457325 w 1457325"/>
              <a:gd name="connsiteY2" fmla="*/ 1659534 h 1659534"/>
              <a:gd name="connsiteX3" fmla="*/ 0 w 1457325"/>
              <a:gd name="connsiteY3" fmla="*/ 1659534 h 1659534"/>
              <a:gd name="connsiteX0" fmla="*/ 0 w 1076325"/>
              <a:gd name="connsiteY0" fmla="*/ 1659534 h 1659534"/>
              <a:gd name="connsiteX1" fmla="*/ 1071563 w 1076325"/>
              <a:gd name="connsiteY1" fmla="*/ 0 h 1659534"/>
              <a:gd name="connsiteX2" fmla="*/ 1076325 w 1076325"/>
              <a:gd name="connsiteY2" fmla="*/ 1640484 h 1659534"/>
              <a:gd name="connsiteX3" fmla="*/ 0 w 1076325"/>
              <a:gd name="connsiteY3" fmla="*/ 1659534 h 1659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6325" h="1659534">
                <a:moveTo>
                  <a:pt x="0" y="1659534"/>
                </a:moveTo>
                <a:lnTo>
                  <a:pt x="1071563" y="0"/>
                </a:lnTo>
                <a:cubicBezTo>
                  <a:pt x="1073150" y="546828"/>
                  <a:pt x="1074738" y="1093656"/>
                  <a:pt x="1076325" y="1640484"/>
                </a:cubicBezTo>
                <a:lnTo>
                  <a:pt x="0" y="1659534"/>
                </a:lnTo>
                <a:close/>
              </a:path>
            </a:pathLst>
          </a:custGeom>
          <a:solidFill>
            <a:srgbClr val="E77A3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6455266" y="2371872"/>
            <a:ext cx="237565" cy="1520194"/>
            <a:chOff x="6455266" y="2371872"/>
            <a:chExt cx="237565" cy="1520194"/>
          </a:xfrm>
        </p:grpSpPr>
        <p:cxnSp>
          <p:nvCxnSpPr>
            <p:cNvPr id="3" name="直接连接符 2"/>
            <p:cNvCxnSpPr/>
            <p:nvPr/>
          </p:nvCxnSpPr>
          <p:spPr>
            <a:xfrm flipV="1">
              <a:off x="6572250" y="2371872"/>
              <a:ext cx="0" cy="1167418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矩形 103"/>
            <p:cNvSpPr/>
            <p:nvPr/>
          </p:nvSpPr>
          <p:spPr>
            <a:xfrm>
              <a:off x="6455266" y="3584289"/>
              <a:ext cx="23756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直角三角形 19"/>
          <p:cNvSpPr/>
          <p:nvPr/>
        </p:nvSpPr>
        <p:spPr>
          <a:xfrm flipH="1">
            <a:off x="6110566" y="3292403"/>
            <a:ext cx="467096" cy="245090"/>
          </a:xfrm>
          <a:prstGeom prst="rtTriangle">
            <a:avLst/>
          </a:prstGeom>
          <a:solidFill>
            <a:srgbClr val="ED7D3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直角三角形 107" hidden="1"/>
          <p:cNvSpPr/>
          <p:nvPr/>
        </p:nvSpPr>
        <p:spPr>
          <a:xfrm flipH="1">
            <a:off x="6101791" y="3133070"/>
            <a:ext cx="467096" cy="401627"/>
          </a:xfrm>
          <a:prstGeom prst="rtTriangle">
            <a:avLst/>
          </a:prstGeom>
          <a:solidFill>
            <a:srgbClr val="868913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直角三角形 108"/>
          <p:cNvSpPr/>
          <p:nvPr/>
        </p:nvSpPr>
        <p:spPr>
          <a:xfrm flipH="1">
            <a:off x="6099001" y="2356818"/>
            <a:ext cx="467096" cy="1176523"/>
          </a:xfrm>
          <a:prstGeom prst="rtTriangle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直角三角形 109"/>
          <p:cNvSpPr/>
          <p:nvPr/>
        </p:nvSpPr>
        <p:spPr>
          <a:xfrm flipH="1">
            <a:off x="6101895" y="3146749"/>
            <a:ext cx="467096" cy="389211"/>
          </a:xfrm>
          <a:prstGeom prst="rtTriangle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63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6" grpId="0" animBg="1"/>
      <p:bldP spid="97" grpId="0" animBg="1"/>
      <p:bldP spid="20" grpId="0" animBg="1"/>
      <p:bldP spid="109" grpId="0" animBg="1"/>
      <p:bldP spid="1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AA2D497-EE08-4DD0-9E00-52767BD86B5E}"/>
              </a:ext>
            </a:extLst>
          </p:cNvPr>
          <p:cNvSpPr txBox="1"/>
          <p:nvPr/>
        </p:nvSpPr>
        <p:spPr>
          <a:xfrm>
            <a:off x="4880283" y="746066"/>
            <a:ext cx="2431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2" name="矩形 1"/>
          <p:cNvSpPr/>
          <p:nvPr/>
        </p:nvSpPr>
        <p:spPr>
          <a:xfrm>
            <a:off x="4306028" y="4126966"/>
            <a:ext cx="3579944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zh-CN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、设计需要选择合适的气隙大小 </a:t>
            </a:r>
            <a:endParaRPr lang="zh-CN" altLang="zh-CN" kern="10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06028" y="1982389"/>
            <a:ext cx="261267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、气隙可以减小磁导率</a:t>
            </a:r>
          </a:p>
        </p:txBody>
      </p:sp>
      <p:sp>
        <p:nvSpPr>
          <p:cNvPr id="5" name="矩形 4"/>
          <p:cNvSpPr/>
          <p:nvPr/>
        </p:nvSpPr>
        <p:spPr>
          <a:xfrm>
            <a:off x="4306028" y="2518533"/>
            <a:ext cx="284219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、气隙可以增大饱和电流</a:t>
            </a:r>
          </a:p>
        </p:txBody>
      </p:sp>
      <p:sp>
        <p:nvSpPr>
          <p:cNvPr id="6" name="矩形 5"/>
          <p:cNvSpPr/>
          <p:nvPr/>
        </p:nvSpPr>
        <p:spPr>
          <a:xfrm>
            <a:off x="4306028" y="3054677"/>
            <a:ext cx="284219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、气隙可以增大储能上限</a:t>
            </a:r>
          </a:p>
        </p:txBody>
      </p:sp>
      <p:sp>
        <p:nvSpPr>
          <p:cNvPr id="7" name="矩形 6"/>
          <p:cNvSpPr/>
          <p:nvPr/>
        </p:nvSpPr>
        <p:spPr>
          <a:xfrm>
            <a:off x="4306028" y="3590821"/>
            <a:ext cx="238315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、气隙可以减小剩磁</a:t>
            </a:r>
          </a:p>
        </p:txBody>
      </p:sp>
    </p:spTree>
    <p:extLst>
      <p:ext uri="{BB962C8B-B14F-4D97-AF65-F5344CB8AC3E}">
        <p14:creationId xmlns:p14="http://schemas.microsoft.com/office/powerpoint/2010/main" val="351575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/>
      <p:bldP spid="5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52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/>
          <p:cNvCxnSpPr/>
          <p:nvPr/>
        </p:nvCxnSpPr>
        <p:spPr>
          <a:xfrm>
            <a:off x="2259330" y="3537922"/>
            <a:ext cx="7897442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6112105" y="1353996"/>
            <a:ext cx="0" cy="418364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>
          <a:xfrm>
            <a:off x="5107593" y="1802919"/>
            <a:ext cx="2022202" cy="3515755"/>
            <a:chOff x="4661823" y="1160831"/>
            <a:chExt cx="2022202" cy="3464741"/>
          </a:xfrm>
        </p:grpSpPr>
        <p:sp>
          <p:nvSpPr>
            <p:cNvPr id="8" name="任意多边形 7"/>
            <p:cNvSpPr/>
            <p:nvPr/>
          </p:nvSpPr>
          <p:spPr>
            <a:xfrm rot="803021">
              <a:off x="5989371" y="1160831"/>
              <a:ext cx="694654" cy="712046"/>
            </a:xfrm>
            <a:custGeom>
              <a:avLst/>
              <a:gdLst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61 h 290573"/>
                <a:gd name="connsiteX1" fmla="*/ 226219 w 745331"/>
                <a:gd name="connsiteY1" fmla="*/ 83405 h 290573"/>
                <a:gd name="connsiteX2" fmla="*/ 0 w 745331"/>
                <a:gd name="connsiteY2" fmla="*/ 290573 h 290573"/>
                <a:gd name="connsiteX0" fmla="*/ 749148 w 749148"/>
                <a:gd name="connsiteY0" fmla="*/ 33 h 315892"/>
                <a:gd name="connsiteX1" fmla="*/ 226219 w 749148"/>
                <a:gd name="connsiteY1" fmla="*/ 108724 h 315892"/>
                <a:gd name="connsiteX2" fmla="*/ 0 w 749148"/>
                <a:gd name="connsiteY2" fmla="*/ 315892 h 315892"/>
                <a:gd name="connsiteX0" fmla="*/ 749148 w 749148"/>
                <a:gd name="connsiteY0" fmla="*/ 0 h 315859"/>
                <a:gd name="connsiteX1" fmla="*/ 226219 w 749148"/>
                <a:gd name="connsiteY1" fmla="*/ 108691 h 315859"/>
                <a:gd name="connsiteX2" fmla="*/ 0 w 749148"/>
                <a:gd name="connsiteY2" fmla="*/ 315859 h 315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9148" h="315859">
                  <a:moveTo>
                    <a:pt x="749148" y="0"/>
                  </a:moveTo>
                  <a:cubicBezTo>
                    <a:pt x="514302" y="26109"/>
                    <a:pt x="333772" y="53129"/>
                    <a:pt x="226219" y="108691"/>
                  </a:cubicBezTo>
                  <a:cubicBezTo>
                    <a:pt x="118666" y="164253"/>
                    <a:pt x="50998" y="236484"/>
                    <a:pt x="0" y="315859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 rot="803021">
              <a:off x="5633155" y="1749581"/>
              <a:ext cx="152355" cy="1148772"/>
            </a:xfrm>
            <a:custGeom>
              <a:avLst/>
              <a:gdLst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307" h="509588">
                  <a:moveTo>
                    <a:pt x="164307" y="0"/>
                  </a:moveTo>
                  <a:cubicBezTo>
                    <a:pt x="117475" y="76597"/>
                    <a:pt x="94061" y="153194"/>
                    <a:pt x="66676" y="238125"/>
                  </a:cubicBezTo>
                  <a:cubicBezTo>
                    <a:pt x="39292" y="323056"/>
                    <a:pt x="12699" y="447279"/>
                    <a:pt x="0" y="509588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rot="803021">
              <a:off x="4795474" y="2787388"/>
              <a:ext cx="498812" cy="1832483"/>
            </a:xfrm>
            <a:custGeom>
              <a:avLst/>
              <a:gdLst>
                <a:gd name="connsiteX0" fmla="*/ 546100 w 546100"/>
                <a:gd name="connsiteY0" fmla="*/ 0 h 809625"/>
                <a:gd name="connsiteX1" fmla="*/ 428625 w 546100"/>
                <a:gd name="connsiteY1" fmla="*/ 460375 h 809625"/>
                <a:gd name="connsiteX2" fmla="*/ 260350 w 546100"/>
                <a:gd name="connsiteY2" fmla="*/ 717550 h 809625"/>
                <a:gd name="connsiteX3" fmla="*/ 0 w 546100"/>
                <a:gd name="connsiteY3" fmla="*/ 809625 h 809625"/>
                <a:gd name="connsiteX0" fmla="*/ 546100 w 546100"/>
                <a:gd name="connsiteY0" fmla="*/ 0 h 796925"/>
                <a:gd name="connsiteX1" fmla="*/ 428625 w 546100"/>
                <a:gd name="connsiteY1" fmla="*/ 460375 h 796925"/>
                <a:gd name="connsiteX2" fmla="*/ 260350 w 546100"/>
                <a:gd name="connsiteY2" fmla="*/ 717550 h 796925"/>
                <a:gd name="connsiteX3" fmla="*/ 0 w 546100"/>
                <a:gd name="connsiteY3" fmla="*/ 796925 h 796925"/>
                <a:gd name="connsiteX0" fmla="*/ 552450 w 552450"/>
                <a:gd name="connsiteY0" fmla="*/ 0 h 796925"/>
                <a:gd name="connsiteX1" fmla="*/ 428625 w 552450"/>
                <a:gd name="connsiteY1" fmla="*/ 460375 h 796925"/>
                <a:gd name="connsiteX2" fmla="*/ 260350 w 552450"/>
                <a:gd name="connsiteY2" fmla="*/ 717550 h 796925"/>
                <a:gd name="connsiteX3" fmla="*/ 0 w 552450"/>
                <a:gd name="connsiteY3" fmla="*/ 796925 h 796925"/>
                <a:gd name="connsiteX0" fmla="*/ 537943 w 537943"/>
                <a:gd name="connsiteY0" fmla="*/ 0 h 812878"/>
                <a:gd name="connsiteX1" fmla="*/ 414118 w 537943"/>
                <a:gd name="connsiteY1" fmla="*/ 460375 h 812878"/>
                <a:gd name="connsiteX2" fmla="*/ 245843 w 537943"/>
                <a:gd name="connsiteY2" fmla="*/ 717550 h 812878"/>
                <a:gd name="connsiteX3" fmla="*/ 0 w 537943"/>
                <a:gd name="connsiteY3" fmla="*/ 812878 h 812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943" h="812878">
                  <a:moveTo>
                    <a:pt x="537943" y="0"/>
                  </a:moveTo>
                  <a:cubicBezTo>
                    <a:pt x="503018" y="170391"/>
                    <a:pt x="462801" y="340783"/>
                    <a:pt x="414118" y="460375"/>
                  </a:cubicBezTo>
                  <a:cubicBezTo>
                    <a:pt x="365435" y="579967"/>
                    <a:pt x="317280" y="661458"/>
                    <a:pt x="245843" y="717550"/>
                  </a:cubicBezTo>
                  <a:cubicBezTo>
                    <a:pt x="174406" y="773642"/>
                    <a:pt x="94456" y="795944"/>
                    <a:pt x="0" y="812878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 rot="803021">
              <a:off x="4661823" y="3913388"/>
              <a:ext cx="653040" cy="712184"/>
            </a:xfrm>
            <a:custGeom>
              <a:avLst/>
              <a:gdLst>
                <a:gd name="connsiteX0" fmla="*/ 0 w 714375"/>
                <a:gd name="connsiteY0" fmla="*/ 298450 h 299084"/>
                <a:gd name="connsiteX1" fmla="*/ 292100 w 714375"/>
                <a:gd name="connsiteY1" fmla="*/ 279400 h 299084"/>
                <a:gd name="connsiteX2" fmla="*/ 555625 w 714375"/>
                <a:gd name="connsiteY2" fmla="*/ 168275 h 299084"/>
                <a:gd name="connsiteX3" fmla="*/ 714375 w 714375"/>
                <a:gd name="connsiteY3" fmla="*/ 0 h 299084"/>
                <a:gd name="connsiteX4" fmla="*/ 714375 w 714375"/>
                <a:gd name="connsiteY4" fmla="*/ 0 h 299084"/>
                <a:gd name="connsiteX0" fmla="*/ 0 w 704270"/>
                <a:gd name="connsiteY0" fmla="*/ 315920 h 316010"/>
                <a:gd name="connsiteX1" fmla="*/ 281995 w 704270"/>
                <a:gd name="connsiteY1" fmla="*/ 279400 h 316010"/>
                <a:gd name="connsiteX2" fmla="*/ 545520 w 704270"/>
                <a:gd name="connsiteY2" fmla="*/ 168275 h 316010"/>
                <a:gd name="connsiteX3" fmla="*/ 704270 w 704270"/>
                <a:gd name="connsiteY3" fmla="*/ 0 h 316010"/>
                <a:gd name="connsiteX4" fmla="*/ 704270 w 704270"/>
                <a:gd name="connsiteY4" fmla="*/ 0 h 316010"/>
                <a:gd name="connsiteX0" fmla="*/ 0 w 704270"/>
                <a:gd name="connsiteY0" fmla="*/ 315920 h 315920"/>
                <a:gd name="connsiteX1" fmla="*/ 281995 w 704270"/>
                <a:gd name="connsiteY1" fmla="*/ 279400 h 315920"/>
                <a:gd name="connsiteX2" fmla="*/ 545520 w 704270"/>
                <a:gd name="connsiteY2" fmla="*/ 168275 h 315920"/>
                <a:gd name="connsiteX3" fmla="*/ 704270 w 704270"/>
                <a:gd name="connsiteY3" fmla="*/ 0 h 315920"/>
                <a:gd name="connsiteX4" fmla="*/ 704270 w 704270"/>
                <a:gd name="connsiteY4" fmla="*/ 0 h 315920"/>
                <a:gd name="connsiteX0" fmla="*/ 0 w 704270"/>
                <a:gd name="connsiteY0" fmla="*/ 315920 h 315920"/>
                <a:gd name="connsiteX1" fmla="*/ 287233 w 704270"/>
                <a:gd name="connsiteY1" fmla="*/ 270201 h 315920"/>
                <a:gd name="connsiteX2" fmla="*/ 545520 w 704270"/>
                <a:gd name="connsiteY2" fmla="*/ 168275 h 315920"/>
                <a:gd name="connsiteX3" fmla="*/ 704270 w 704270"/>
                <a:gd name="connsiteY3" fmla="*/ 0 h 315920"/>
                <a:gd name="connsiteX4" fmla="*/ 704270 w 704270"/>
                <a:gd name="connsiteY4" fmla="*/ 0 h 31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270" h="315920">
                  <a:moveTo>
                    <a:pt x="0" y="315920"/>
                  </a:moveTo>
                  <a:cubicBezTo>
                    <a:pt x="105822" y="300362"/>
                    <a:pt x="196313" y="294809"/>
                    <a:pt x="287233" y="270201"/>
                  </a:cubicBezTo>
                  <a:cubicBezTo>
                    <a:pt x="378153" y="245594"/>
                    <a:pt x="476014" y="213308"/>
                    <a:pt x="545520" y="168275"/>
                  </a:cubicBezTo>
                  <a:cubicBezTo>
                    <a:pt x="615026" y="123242"/>
                    <a:pt x="704270" y="0"/>
                    <a:pt x="704270" y="0"/>
                  </a:cubicBezTo>
                  <a:lnTo>
                    <a:pt x="704270" y="0"/>
                  </a:ln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 rot="803021">
              <a:off x="5516516" y="2906873"/>
              <a:ext cx="144258" cy="1123720"/>
            </a:xfrm>
            <a:custGeom>
              <a:avLst/>
              <a:gdLst>
                <a:gd name="connsiteX0" fmla="*/ 0 w 161925"/>
                <a:gd name="connsiteY0" fmla="*/ 495300 h 495300"/>
                <a:gd name="connsiteX1" fmla="*/ 88900 w 161925"/>
                <a:gd name="connsiteY1" fmla="*/ 285750 h 495300"/>
                <a:gd name="connsiteX2" fmla="*/ 161925 w 161925"/>
                <a:gd name="connsiteY2" fmla="*/ 0 h 495300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75" h="498475">
                  <a:moveTo>
                    <a:pt x="0" y="498475"/>
                  </a:moveTo>
                  <a:cubicBezTo>
                    <a:pt x="30956" y="434975"/>
                    <a:pt x="62971" y="372004"/>
                    <a:pt x="88900" y="288925"/>
                  </a:cubicBezTo>
                  <a:cubicBezTo>
                    <a:pt x="114829" y="205846"/>
                    <a:pt x="151606" y="53975"/>
                    <a:pt x="155575" y="0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 rot="803021">
              <a:off x="5996541" y="1161667"/>
              <a:ext cx="547747" cy="1872952"/>
            </a:xfrm>
            <a:custGeom>
              <a:avLst/>
              <a:gdLst>
                <a:gd name="connsiteX0" fmla="*/ 0 w 587375"/>
                <a:gd name="connsiteY0" fmla="*/ 800100 h 800100"/>
                <a:gd name="connsiteX1" fmla="*/ 57150 w 587375"/>
                <a:gd name="connsiteY1" fmla="*/ 533400 h 800100"/>
                <a:gd name="connsiteX2" fmla="*/ 187325 w 587375"/>
                <a:gd name="connsiteY2" fmla="*/ 196850 h 800100"/>
                <a:gd name="connsiteX3" fmla="*/ 377825 w 587375"/>
                <a:gd name="connsiteY3" fmla="*/ 60325 h 800100"/>
                <a:gd name="connsiteX4" fmla="*/ 587375 w 587375"/>
                <a:gd name="connsiteY4" fmla="*/ 0 h 800100"/>
                <a:gd name="connsiteX0" fmla="*/ 0 w 590717"/>
                <a:gd name="connsiteY0" fmla="*/ 830830 h 830830"/>
                <a:gd name="connsiteX1" fmla="*/ 57150 w 590717"/>
                <a:gd name="connsiteY1" fmla="*/ 564130 h 830830"/>
                <a:gd name="connsiteX2" fmla="*/ 187325 w 590717"/>
                <a:gd name="connsiteY2" fmla="*/ 227580 h 830830"/>
                <a:gd name="connsiteX3" fmla="*/ 377825 w 590717"/>
                <a:gd name="connsiteY3" fmla="*/ 91055 h 830830"/>
                <a:gd name="connsiteX4" fmla="*/ 590717 w 590717"/>
                <a:gd name="connsiteY4" fmla="*/ 0 h 830830"/>
                <a:gd name="connsiteX0" fmla="*/ 0 w 590717"/>
                <a:gd name="connsiteY0" fmla="*/ 830830 h 830830"/>
                <a:gd name="connsiteX1" fmla="*/ 57150 w 590717"/>
                <a:gd name="connsiteY1" fmla="*/ 564130 h 830830"/>
                <a:gd name="connsiteX2" fmla="*/ 187325 w 590717"/>
                <a:gd name="connsiteY2" fmla="*/ 227580 h 830830"/>
                <a:gd name="connsiteX3" fmla="*/ 366763 w 590717"/>
                <a:gd name="connsiteY3" fmla="*/ 85624 h 830830"/>
                <a:gd name="connsiteX4" fmla="*/ 590717 w 590717"/>
                <a:gd name="connsiteY4" fmla="*/ 0 h 83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0717" h="830830">
                  <a:moveTo>
                    <a:pt x="0" y="830830"/>
                  </a:moveTo>
                  <a:cubicBezTo>
                    <a:pt x="12964" y="747751"/>
                    <a:pt x="25929" y="664672"/>
                    <a:pt x="57150" y="564130"/>
                  </a:cubicBezTo>
                  <a:cubicBezTo>
                    <a:pt x="88371" y="463588"/>
                    <a:pt x="135723" y="307331"/>
                    <a:pt x="187325" y="227580"/>
                  </a:cubicBezTo>
                  <a:cubicBezTo>
                    <a:pt x="238927" y="147829"/>
                    <a:pt x="300088" y="118432"/>
                    <a:pt x="366763" y="85624"/>
                  </a:cubicBezTo>
                  <a:cubicBezTo>
                    <a:pt x="433438" y="52816"/>
                    <a:pt x="519279" y="13758"/>
                    <a:pt x="590717" y="0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9963632" y="35694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H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798372" y="13203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B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2259330" y="3333357"/>
            <a:ext cx="7663131" cy="408527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/>
        </p:nvGrpSpPr>
        <p:grpSpPr>
          <a:xfrm>
            <a:off x="3489250" y="1896248"/>
            <a:ext cx="5304441" cy="3293887"/>
            <a:chOff x="3043480" y="1236376"/>
            <a:chExt cx="5304441" cy="3293887"/>
          </a:xfrm>
        </p:grpSpPr>
        <p:sp>
          <p:nvSpPr>
            <p:cNvPr id="35" name="任意多边形 34"/>
            <p:cNvSpPr/>
            <p:nvPr/>
          </p:nvSpPr>
          <p:spPr>
            <a:xfrm rot="2796524">
              <a:off x="7299768" y="894162"/>
              <a:ext cx="427026" cy="1111453"/>
            </a:xfrm>
            <a:custGeom>
              <a:avLst/>
              <a:gdLst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61 h 290573"/>
                <a:gd name="connsiteX1" fmla="*/ 226219 w 745331"/>
                <a:gd name="connsiteY1" fmla="*/ 83405 h 290573"/>
                <a:gd name="connsiteX2" fmla="*/ 0 w 745331"/>
                <a:gd name="connsiteY2" fmla="*/ 290573 h 290573"/>
                <a:gd name="connsiteX0" fmla="*/ 560041 w 560041"/>
                <a:gd name="connsiteY0" fmla="*/ 45 h 301691"/>
                <a:gd name="connsiteX1" fmla="*/ 226219 w 560041"/>
                <a:gd name="connsiteY1" fmla="*/ 94523 h 301691"/>
                <a:gd name="connsiteX2" fmla="*/ 0 w 560041"/>
                <a:gd name="connsiteY2" fmla="*/ 301691 h 301691"/>
                <a:gd name="connsiteX0" fmla="*/ 560041 w 560041"/>
                <a:gd name="connsiteY0" fmla="*/ 0 h 301646"/>
                <a:gd name="connsiteX1" fmla="*/ 226219 w 560041"/>
                <a:gd name="connsiteY1" fmla="*/ 94478 h 301646"/>
                <a:gd name="connsiteX2" fmla="*/ 0 w 560041"/>
                <a:gd name="connsiteY2" fmla="*/ 301646 h 301646"/>
                <a:gd name="connsiteX0" fmla="*/ 560041 w 560041"/>
                <a:gd name="connsiteY0" fmla="*/ 0 h 301646"/>
                <a:gd name="connsiteX1" fmla="*/ 226219 w 560041"/>
                <a:gd name="connsiteY1" fmla="*/ 94478 h 301646"/>
                <a:gd name="connsiteX2" fmla="*/ 0 w 560041"/>
                <a:gd name="connsiteY2" fmla="*/ 301646 h 301646"/>
                <a:gd name="connsiteX0" fmla="*/ 560041 w 560041"/>
                <a:gd name="connsiteY0" fmla="*/ 0 h 301646"/>
                <a:gd name="connsiteX1" fmla="*/ 239646 w 560041"/>
                <a:gd name="connsiteY1" fmla="*/ 97798 h 301646"/>
                <a:gd name="connsiteX2" fmla="*/ 0 w 560041"/>
                <a:gd name="connsiteY2" fmla="*/ 301646 h 301646"/>
                <a:gd name="connsiteX0" fmla="*/ 655626 w 655626"/>
                <a:gd name="connsiteY0" fmla="*/ 0 h 319585"/>
                <a:gd name="connsiteX1" fmla="*/ 239646 w 655626"/>
                <a:gd name="connsiteY1" fmla="*/ 115737 h 319585"/>
                <a:gd name="connsiteX2" fmla="*/ 0 w 655626"/>
                <a:gd name="connsiteY2" fmla="*/ 319585 h 31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5626" h="319585">
                  <a:moveTo>
                    <a:pt x="655626" y="0"/>
                  </a:moveTo>
                  <a:cubicBezTo>
                    <a:pt x="563802" y="22817"/>
                    <a:pt x="347199" y="60175"/>
                    <a:pt x="239646" y="115737"/>
                  </a:cubicBezTo>
                  <a:cubicBezTo>
                    <a:pt x="132093" y="171299"/>
                    <a:pt x="50998" y="240210"/>
                    <a:pt x="0" y="319585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6" name="任意多边形 35"/>
            <p:cNvSpPr/>
            <p:nvPr/>
          </p:nvSpPr>
          <p:spPr>
            <a:xfrm rot="2796524">
              <a:off x="6228567" y="1360247"/>
              <a:ext cx="107017" cy="1772248"/>
            </a:xfrm>
            <a:custGeom>
              <a:avLst/>
              <a:gdLst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307" h="509588">
                  <a:moveTo>
                    <a:pt x="164307" y="0"/>
                  </a:moveTo>
                  <a:cubicBezTo>
                    <a:pt x="117475" y="76597"/>
                    <a:pt x="94061" y="153194"/>
                    <a:pt x="66676" y="238125"/>
                  </a:cubicBezTo>
                  <a:cubicBezTo>
                    <a:pt x="39292" y="323056"/>
                    <a:pt x="12699" y="447279"/>
                    <a:pt x="0" y="509588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/>
          </p:nvSpPr>
          <p:spPr>
            <a:xfrm rot="2796524">
              <a:off x="4308395" y="2267102"/>
              <a:ext cx="304167" cy="2833998"/>
            </a:xfrm>
            <a:custGeom>
              <a:avLst/>
              <a:gdLst>
                <a:gd name="connsiteX0" fmla="*/ 546100 w 546100"/>
                <a:gd name="connsiteY0" fmla="*/ 0 h 809625"/>
                <a:gd name="connsiteX1" fmla="*/ 428625 w 546100"/>
                <a:gd name="connsiteY1" fmla="*/ 460375 h 809625"/>
                <a:gd name="connsiteX2" fmla="*/ 260350 w 546100"/>
                <a:gd name="connsiteY2" fmla="*/ 717550 h 809625"/>
                <a:gd name="connsiteX3" fmla="*/ 0 w 546100"/>
                <a:gd name="connsiteY3" fmla="*/ 809625 h 809625"/>
                <a:gd name="connsiteX0" fmla="*/ 546100 w 546100"/>
                <a:gd name="connsiteY0" fmla="*/ 0 h 796925"/>
                <a:gd name="connsiteX1" fmla="*/ 428625 w 546100"/>
                <a:gd name="connsiteY1" fmla="*/ 460375 h 796925"/>
                <a:gd name="connsiteX2" fmla="*/ 260350 w 546100"/>
                <a:gd name="connsiteY2" fmla="*/ 717550 h 796925"/>
                <a:gd name="connsiteX3" fmla="*/ 0 w 546100"/>
                <a:gd name="connsiteY3" fmla="*/ 796925 h 796925"/>
                <a:gd name="connsiteX0" fmla="*/ 552450 w 552450"/>
                <a:gd name="connsiteY0" fmla="*/ 0 h 796925"/>
                <a:gd name="connsiteX1" fmla="*/ 428625 w 552450"/>
                <a:gd name="connsiteY1" fmla="*/ 460375 h 796925"/>
                <a:gd name="connsiteX2" fmla="*/ 260350 w 552450"/>
                <a:gd name="connsiteY2" fmla="*/ 717550 h 796925"/>
                <a:gd name="connsiteX3" fmla="*/ 0 w 552450"/>
                <a:gd name="connsiteY3" fmla="*/ 796925 h 796925"/>
                <a:gd name="connsiteX0" fmla="*/ 469365 w 469365"/>
                <a:gd name="connsiteY0" fmla="*/ 0 h 816346"/>
                <a:gd name="connsiteX1" fmla="*/ 345540 w 469365"/>
                <a:gd name="connsiteY1" fmla="*/ 460375 h 816346"/>
                <a:gd name="connsiteX2" fmla="*/ 177265 w 469365"/>
                <a:gd name="connsiteY2" fmla="*/ 717550 h 816346"/>
                <a:gd name="connsiteX3" fmla="*/ 0 w 469365"/>
                <a:gd name="connsiteY3" fmla="*/ 816346 h 816346"/>
                <a:gd name="connsiteX0" fmla="*/ 469365 w 469365"/>
                <a:gd name="connsiteY0" fmla="*/ 0 h 816346"/>
                <a:gd name="connsiteX1" fmla="*/ 345540 w 469365"/>
                <a:gd name="connsiteY1" fmla="*/ 460375 h 816346"/>
                <a:gd name="connsiteX2" fmla="*/ 177265 w 469365"/>
                <a:gd name="connsiteY2" fmla="*/ 717550 h 816346"/>
                <a:gd name="connsiteX3" fmla="*/ 0 w 469365"/>
                <a:gd name="connsiteY3" fmla="*/ 816346 h 816346"/>
                <a:gd name="connsiteX0" fmla="*/ 466998 w 466998"/>
                <a:gd name="connsiteY0" fmla="*/ 0 h 814881"/>
                <a:gd name="connsiteX1" fmla="*/ 343173 w 466998"/>
                <a:gd name="connsiteY1" fmla="*/ 460375 h 814881"/>
                <a:gd name="connsiteX2" fmla="*/ 174898 w 466998"/>
                <a:gd name="connsiteY2" fmla="*/ 717550 h 814881"/>
                <a:gd name="connsiteX3" fmla="*/ 0 w 466998"/>
                <a:gd name="connsiteY3" fmla="*/ 814881 h 814881"/>
                <a:gd name="connsiteX0" fmla="*/ 466998 w 466998"/>
                <a:gd name="connsiteY0" fmla="*/ 0 h 814881"/>
                <a:gd name="connsiteX1" fmla="*/ 343173 w 466998"/>
                <a:gd name="connsiteY1" fmla="*/ 460375 h 814881"/>
                <a:gd name="connsiteX2" fmla="*/ 200885 w 466998"/>
                <a:gd name="connsiteY2" fmla="*/ 718382 h 814881"/>
                <a:gd name="connsiteX3" fmla="*/ 0 w 466998"/>
                <a:gd name="connsiteY3" fmla="*/ 814881 h 81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6998" h="814881">
                  <a:moveTo>
                    <a:pt x="466998" y="0"/>
                  </a:moveTo>
                  <a:cubicBezTo>
                    <a:pt x="432073" y="170391"/>
                    <a:pt x="387525" y="340645"/>
                    <a:pt x="343173" y="460375"/>
                  </a:cubicBezTo>
                  <a:cubicBezTo>
                    <a:pt x="298821" y="580105"/>
                    <a:pt x="272322" y="662290"/>
                    <a:pt x="200885" y="718382"/>
                  </a:cubicBezTo>
                  <a:cubicBezTo>
                    <a:pt x="129448" y="774474"/>
                    <a:pt x="75861" y="794654"/>
                    <a:pt x="0" y="814881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/>
          </p:nvSpPr>
          <p:spPr>
            <a:xfrm rot="2796524">
              <a:off x="3650228" y="3763514"/>
              <a:ext cx="419353" cy="1114145"/>
            </a:xfrm>
            <a:custGeom>
              <a:avLst/>
              <a:gdLst>
                <a:gd name="connsiteX0" fmla="*/ 0 w 714375"/>
                <a:gd name="connsiteY0" fmla="*/ 298450 h 299084"/>
                <a:gd name="connsiteX1" fmla="*/ 292100 w 714375"/>
                <a:gd name="connsiteY1" fmla="*/ 279400 h 299084"/>
                <a:gd name="connsiteX2" fmla="*/ 555625 w 714375"/>
                <a:gd name="connsiteY2" fmla="*/ 168275 h 299084"/>
                <a:gd name="connsiteX3" fmla="*/ 714375 w 714375"/>
                <a:gd name="connsiteY3" fmla="*/ 0 h 299084"/>
                <a:gd name="connsiteX4" fmla="*/ 714375 w 714375"/>
                <a:gd name="connsiteY4" fmla="*/ 0 h 299084"/>
                <a:gd name="connsiteX0" fmla="*/ 1 w 654330"/>
                <a:gd name="connsiteY0" fmla="*/ 319445 h 319520"/>
                <a:gd name="connsiteX1" fmla="*/ 232055 w 654330"/>
                <a:gd name="connsiteY1" fmla="*/ 279400 h 319520"/>
                <a:gd name="connsiteX2" fmla="*/ 495580 w 654330"/>
                <a:gd name="connsiteY2" fmla="*/ 168275 h 319520"/>
                <a:gd name="connsiteX3" fmla="*/ 654330 w 654330"/>
                <a:gd name="connsiteY3" fmla="*/ 0 h 319520"/>
                <a:gd name="connsiteX4" fmla="*/ 654330 w 654330"/>
                <a:gd name="connsiteY4" fmla="*/ 0 h 319520"/>
                <a:gd name="connsiteX0" fmla="*/ -1 w 654328"/>
                <a:gd name="connsiteY0" fmla="*/ 319445 h 319492"/>
                <a:gd name="connsiteX1" fmla="*/ 217609 w 654328"/>
                <a:gd name="connsiteY1" fmla="*/ 269305 h 319492"/>
                <a:gd name="connsiteX2" fmla="*/ 495578 w 654328"/>
                <a:gd name="connsiteY2" fmla="*/ 168275 h 319492"/>
                <a:gd name="connsiteX3" fmla="*/ 654328 w 654328"/>
                <a:gd name="connsiteY3" fmla="*/ 0 h 319492"/>
                <a:gd name="connsiteX4" fmla="*/ 654328 w 654328"/>
                <a:gd name="connsiteY4" fmla="*/ 0 h 319492"/>
                <a:gd name="connsiteX0" fmla="*/ 1 w 654330"/>
                <a:gd name="connsiteY0" fmla="*/ 319445 h 319445"/>
                <a:gd name="connsiteX1" fmla="*/ 217611 w 654330"/>
                <a:gd name="connsiteY1" fmla="*/ 269305 h 319445"/>
                <a:gd name="connsiteX2" fmla="*/ 495580 w 654330"/>
                <a:gd name="connsiteY2" fmla="*/ 168275 h 319445"/>
                <a:gd name="connsiteX3" fmla="*/ 654330 w 654330"/>
                <a:gd name="connsiteY3" fmla="*/ 0 h 319445"/>
                <a:gd name="connsiteX4" fmla="*/ 654330 w 654330"/>
                <a:gd name="connsiteY4" fmla="*/ 0 h 319445"/>
                <a:gd name="connsiteX0" fmla="*/ 0 w 643847"/>
                <a:gd name="connsiteY0" fmla="*/ 320358 h 320358"/>
                <a:gd name="connsiteX1" fmla="*/ 207128 w 643847"/>
                <a:gd name="connsiteY1" fmla="*/ 269305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  <a:gd name="connsiteX0" fmla="*/ 0 w 643847"/>
                <a:gd name="connsiteY0" fmla="*/ 320358 h 320358"/>
                <a:gd name="connsiteX1" fmla="*/ 207128 w 643847"/>
                <a:gd name="connsiteY1" fmla="*/ 269305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  <a:gd name="connsiteX0" fmla="*/ 0 w 643847"/>
                <a:gd name="connsiteY0" fmla="*/ 320358 h 320358"/>
                <a:gd name="connsiteX1" fmla="*/ 255284 w 643847"/>
                <a:gd name="connsiteY1" fmla="*/ 262755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  <a:gd name="connsiteX0" fmla="*/ 0 w 643847"/>
                <a:gd name="connsiteY0" fmla="*/ 320358 h 320358"/>
                <a:gd name="connsiteX1" fmla="*/ 255284 w 643847"/>
                <a:gd name="connsiteY1" fmla="*/ 262755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  <a:gd name="connsiteX0" fmla="*/ 0 w 643847"/>
                <a:gd name="connsiteY0" fmla="*/ 320358 h 320358"/>
                <a:gd name="connsiteX1" fmla="*/ 270500 w 643847"/>
                <a:gd name="connsiteY1" fmla="*/ 260738 h 320358"/>
                <a:gd name="connsiteX2" fmla="*/ 485097 w 643847"/>
                <a:gd name="connsiteY2" fmla="*/ 168275 h 320358"/>
                <a:gd name="connsiteX3" fmla="*/ 643847 w 643847"/>
                <a:gd name="connsiteY3" fmla="*/ 0 h 320358"/>
                <a:gd name="connsiteX4" fmla="*/ 643847 w 643847"/>
                <a:gd name="connsiteY4" fmla="*/ 0 h 320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3847" h="320358">
                  <a:moveTo>
                    <a:pt x="0" y="320358"/>
                  </a:moveTo>
                  <a:cubicBezTo>
                    <a:pt x="111767" y="298370"/>
                    <a:pt x="191870" y="283652"/>
                    <a:pt x="270500" y="260738"/>
                  </a:cubicBezTo>
                  <a:cubicBezTo>
                    <a:pt x="349130" y="237824"/>
                    <a:pt x="422873" y="211731"/>
                    <a:pt x="485097" y="168275"/>
                  </a:cubicBezTo>
                  <a:cubicBezTo>
                    <a:pt x="547321" y="124819"/>
                    <a:pt x="643847" y="0"/>
                    <a:pt x="643847" y="0"/>
                  </a:cubicBezTo>
                  <a:lnTo>
                    <a:pt x="643847" y="0"/>
                  </a:ln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/>
          </p:nvSpPr>
          <p:spPr>
            <a:xfrm rot="2796524">
              <a:off x="5022792" y="2664801"/>
              <a:ext cx="101330" cy="1733600"/>
            </a:xfrm>
            <a:custGeom>
              <a:avLst/>
              <a:gdLst>
                <a:gd name="connsiteX0" fmla="*/ 0 w 161925"/>
                <a:gd name="connsiteY0" fmla="*/ 495300 h 495300"/>
                <a:gd name="connsiteX1" fmla="*/ 88900 w 161925"/>
                <a:gd name="connsiteY1" fmla="*/ 285750 h 495300"/>
                <a:gd name="connsiteX2" fmla="*/ 161925 w 161925"/>
                <a:gd name="connsiteY2" fmla="*/ 0 h 495300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75" h="498475">
                  <a:moveTo>
                    <a:pt x="0" y="498475"/>
                  </a:moveTo>
                  <a:cubicBezTo>
                    <a:pt x="30956" y="434975"/>
                    <a:pt x="62971" y="372004"/>
                    <a:pt x="88900" y="288925"/>
                  </a:cubicBezTo>
                  <a:cubicBezTo>
                    <a:pt x="114829" y="205846"/>
                    <a:pt x="151606" y="53975"/>
                    <a:pt x="155575" y="0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/>
          </p:nvSpPr>
          <p:spPr>
            <a:xfrm rot="2796524">
              <a:off x="6732356" y="653858"/>
              <a:ext cx="330407" cy="2900722"/>
            </a:xfrm>
            <a:custGeom>
              <a:avLst/>
              <a:gdLst>
                <a:gd name="connsiteX0" fmla="*/ 0 w 587375"/>
                <a:gd name="connsiteY0" fmla="*/ 800100 h 800100"/>
                <a:gd name="connsiteX1" fmla="*/ 57150 w 587375"/>
                <a:gd name="connsiteY1" fmla="*/ 533400 h 800100"/>
                <a:gd name="connsiteX2" fmla="*/ 187325 w 587375"/>
                <a:gd name="connsiteY2" fmla="*/ 196850 h 800100"/>
                <a:gd name="connsiteX3" fmla="*/ 377825 w 587375"/>
                <a:gd name="connsiteY3" fmla="*/ 60325 h 800100"/>
                <a:gd name="connsiteX4" fmla="*/ 587375 w 587375"/>
                <a:gd name="connsiteY4" fmla="*/ 0 h 800100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377825 w 411986"/>
                <a:gd name="connsiteY3" fmla="*/ 74417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27652 w 411986"/>
                <a:gd name="connsiteY3" fmla="*/ 73269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46250 w 411986"/>
                <a:gd name="connsiteY3" fmla="*/ 76562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46250 w 411986"/>
                <a:gd name="connsiteY3" fmla="*/ 76562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46250 w 411986"/>
                <a:gd name="connsiteY3" fmla="*/ 76562 h 814192"/>
                <a:gd name="connsiteX4" fmla="*/ 411986 w 411986"/>
                <a:gd name="connsiteY4" fmla="*/ 0 h 814192"/>
                <a:gd name="connsiteX0" fmla="*/ 0 w 411986"/>
                <a:gd name="connsiteY0" fmla="*/ 814192 h 814192"/>
                <a:gd name="connsiteX1" fmla="*/ 57150 w 411986"/>
                <a:gd name="connsiteY1" fmla="*/ 547492 h 814192"/>
                <a:gd name="connsiteX2" fmla="*/ 187325 w 411986"/>
                <a:gd name="connsiteY2" fmla="*/ 210942 h 814192"/>
                <a:gd name="connsiteX3" fmla="*/ 246250 w 411986"/>
                <a:gd name="connsiteY3" fmla="*/ 76562 h 814192"/>
                <a:gd name="connsiteX4" fmla="*/ 411986 w 411986"/>
                <a:gd name="connsiteY4" fmla="*/ 0 h 814192"/>
                <a:gd name="connsiteX0" fmla="*/ 0 w 507282"/>
                <a:gd name="connsiteY0" fmla="*/ 834067 h 834067"/>
                <a:gd name="connsiteX1" fmla="*/ 57150 w 507282"/>
                <a:gd name="connsiteY1" fmla="*/ 567367 h 834067"/>
                <a:gd name="connsiteX2" fmla="*/ 187325 w 507282"/>
                <a:gd name="connsiteY2" fmla="*/ 230817 h 834067"/>
                <a:gd name="connsiteX3" fmla="*/ 246250 w 507282"/>
                <a:gd name="connsiteY3" fmla="*/ 96437 h 834067"/>
                <a:gd name="connsiteX4" fmla="*/ 507283 w 507282"/>
                <a:gd name="connsiteY4" fmla="*/ 0 h 834067"/>
                <a:gd name="connsiteX0" fmla="*/ 0 w 507284"/>
                <a:gd name="connsiteY0" fmla="*/ 834067 h 834067"/>
                <a:gd name="connsiteX1" fmla="*/ 57150 w 507284"/>
                <a:gd name="connsiteY1" fmla="*/ 567367 h 834067"/>
                <a:gd name="connsiteX2" fmla="*/ 187325 w 507284"/>
                <a:gd name="connsiteY2" fmla="*/ 230817 h 834067"/>
                <a:gd name="connsiteX3" fmla="*/ 267649 w 507284"/>
                <a:gd name="connsiteY3" fmla="*/ 101168 h 834067"/>
                <a:gd name="connsiteX4" fmla="*/ 507283 w 507284"/>
                <a:gd name="connsiteY4" fmla="*/ 0 h 834067"/>
                <a:gd name="connsiteX0" fmla="*/ 0 w 507282"/>
                <a:gd name="connsiteY0" fmla="*/ 834067 h 834067"/>
                <a:gd name="connsiteX1" fmla="*/ 57150 w 507282"/>
                <a:gd name="connsiteY1" fmla="*/ 567367 h 834067"/>
                <a:gd name="connsiteX2" fmla="*/ 187325 w 507282"/>
                <a:gd name="connsiteY2" fmla="*/ 230817 h 834067"/>
                <a:gd name="connsiteX3" fmla="*/ 288467 w 507282"/>
                <a:gd name="connsiteY3" fmla="*/ 102027 h 834067"/>
                <a:gd name="connsiteX4" fmla="*/ 507283 w 507282"/>
                <a:gd name="connsiteY4" fmla="*/ 0 h 834067"/>
                <a:gd name="connsiteX0" fmla="*/ 0 w 507284"/>
                <a:gd name="connsiteY0" fmla="*/ 834067 h 834067"/>
                <a:gd name="connsiteX1" fmla="*/ 57150 w 507284"/>
                <a:gd name="connsiteY1" fmla="*/ 567367 h 834067"/>
                <a:gd name="connsiteX2" fmla="*/ 187325 w 507284"/>
                <a:gd name="connsiteY2" fmla="*/ 230817 h 834067"/>
                <a:gd name="connsiteX3" fmla="*/ 288467 w 507284"/>
                <a:gd name="connsiteY3" fmla="*/ 102027 h 834067"/>
                <a:gd name="connsiteX4" fmla="*/ 507283 w 507284"/>
                <a:gd name="connsiteY4" fmla="*/ 0 h 83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84" h="834067">
                  <a:moveTo>
                    <a:pt x="0" y="834067"/>
                  </a:moveTo>
                  <a:cubicBezTo>
                    <a:pt x="12964" y="750988"/>
                    <a:pt x="25929" y="667909"/>
                    <a:pt x="57150" y="567367"/>
                  </a:cubicBezTo>
                  <a:cubicBezTo>
                    <a:pt x="88371" y="466825"/>
                    <a:pt x="148772" y="308374"/>
                    <a:pt x="187325" y="230817"/>
                  </a:cubicBezTo>
                  <a:cubicBezTo>
                    <a:pt x="225878" y="153260"/>
                    <a:pt x="248070" y="137603"/>
                    <a:pt x="288467" y="102027"/>
                  </a:cubicBezTo>
                  <a:cubicBezTo>
                    <a:pt x="308876" y="88353"/>
                    <a:pt x="435845" y="13758"/>
                    <a:pt x="507283" y="0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2388941" y="2053275"/>
            <a:ext cx="7399224" cy="3000215"/>
            <a:chOff x="2068901" y="1354037"/>
            <a:chExt cx="7399224" cy="3000215"/>
          </a:xfrm>
        </p:grpSpPr>
        <p:sp>
          <p:nvSpPr>
            <p:cNvPr id="42" name="任意多边形 41"/>
            <p:cNvSpPr/>
            <p:nvPr/>
          </p:nvSpPr>
          <p:spPr>
            <a:xfrm rot="3703016">
              <a:off x="8483590" y="717830"/>
              <a:ext cx="194823" cy="1467237"/>
            </a:xfrm>
            <a:custGeom>
              <a:avLst/>
              <a:gdLst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61 h 290573"/>
                <a:gd name="connsiteX1" fmla="*/ 226219 w 745331"/>
                <a:gd name="connsiteY1" fmla="*/ 83405 h 290573"/>
                <a:gd name="connsiteX2" fmla="*/ 0 w 745331"/>
                <a:gd name="connsiteY2" fmla="*/ 290573 h 290573"/>
                <a:gd name="connsiteX0" fmla="*/ 652831 w 652832"/>
                <a:gd name="connsiteY0" fmla="*/ 44 h 302575"/>
                <a:gd name="connsiteX1" fmla="*/ 226219 w 652832"/>
                <a:gd name="connsiteY1" fmla="*/ 95407 h 302575"/>
                <a:gd name="connsiteX2" fmla="*/ 0 w 652832"/>
                <a:gd name="connsiteY2" fmla="*/ 302575 h 302575"/>
                <a:gd name="connsiteX0" fmla="*/ 652831 w 652832"/>
                <a:gd name="connsiteY0" fmla="*/ 0 h 302531"/>
                <a:gd name="connsiteX1" fmla="*/ 226219 w 652832"/>
                <a:gd name="connsiteY1" fmla="*/ 95363 h 302531"/>
                <a:gd name="connsiteX2" fmla="*/ 0 w 652832"/>
                <a:gd name="connsiteY2" fmla="*/ 302531 h 302531"/>
                <a:gd name="connsiteX0" fmla="*/ 652831 w 652832"/>
                <a:gd name="connsiteY0" fmla="*/ 0 h 302531"/>
                <a:gd name="connsiteX1" fmla="*/ 226219 w 652832"/>
                <a:gd name="connsiteY1" fmla="*/ 95363 h 302531"/>
                <a:gd name="connsiteX2" fmla="*/ 0 w 652832"/>
                <a:gd name="connsiteY2" fmla="*/ 302531 h 302531"/>
                <a:gd name="connsiteX0" fmla="*/ 693568 w 693569"/>
                <a:gd name="connsiteY0" fmla="*/ 0 h 308051"/>
                <a:gd name="connsiteX1" fmla="*/ 226219 w 693569"/>
                <a:gd name="connsiteY1" fmla="*/ 100883 h 308051"/>
                <a:gd name="connsiteX2" fmla="*/ 0 w 693569"/>
                <a:gd name="connsiteY2" fmla="*/ 308051 h 308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3569" h="308051">
                  <a:moveTo>
                    <a:pt x="693568" y="0"/>
                  </a:moveTo>
                  <a:cubicBezTo>
                    <a:pt x="478122" y="31562"/>
                    <a:pt x="333772" y="45321"/>
                    <a:pt x="226219" y="100883"/>
                  </a:cubicBezTo>
                  <a:cubicBezTo>
                    <a:pt x="118666" y="156445"/>
                    <a:pt x="50998" y="228676"/>
                    <a:pt x="0" y="308051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3" name="任意多边形 42"/>
            <p:cNvSpPr/>
            <p:nvPr/>
          </p:nvSpPr>
          <p:spPr>
            <a:xfrm rot="3703016">
              <a:off x="6786095" y="1054407"/>
              <a:ext cx="46154" cy="2427152"/>
            </a:xfrm>
            <a:custGeom>
              <a:avLst/>
              <a:gdLst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307" h="509588">
                  <a:moveTo>
                    <a:pt x="164307" y="0"/>
                  </a:moveTo>
                  <a:cubicBezTo>
                    <a:pt x="117475" y="76597"/>
                    <a:pt x="94061" y="153194"/>
                    <a:pt x="66676" y="238125"/>
                  </a:cubicBezTo>
                  <a:cubicBezTo>
                    <a:pt x="39292" y="323056"/>
                    <a:pt x="12699" y="447279"/>
                    <a:pt x="0" y="509588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/>
          </p:nvSpPr>
          <p:spPr>
            <a:xfrm rot="3703016">
              <a:off x="3937560" y="1763045"/>
              <a:ext cx="115705" cy="3853023"/>
            </a:xfrm>
            <a:custGeom>
              <a:avLst/>
              <a:gdLst>
                <a:gd name="connsiteX0" fmla="*/ 546100 w 546100"/>
                <a:gd name="connsiteY0" fmla="*/ 0 h 809625"/>
                <a:gd name="connsiteX1" fmla="*/ 428625 w 546100"/>
                <a:gd name="connsiteY1" fmla="*/ 460375 h 809625"/>
                <a:gd name="connsiteX2" fmla="*/ 260350 w 546100"/>
                <a:gd name="connsiteY2" fmla="*/ 717550 h 809625"/>
                <a:gd name="connsiteX3" fmla="*/ 0 w 546100"/>
                <a:gd name="connsiteY3" fmla="*/ 809625 h 809625"/>
                <a:gd name="connsiteX0" fmla="*/ 546100 w 546100"/>
                <a:gd name="connsiteY0" fmla="*/ 0 h 796925"/>
                <a:gd name="connsiteX1" fmla="*/ 428625 w 546100"/>
                <a:gd name="connsiteY1" fmla="*/ 460375 h 796925"/>
                <a:gd name="connsiteX2" fmla="*/ 260350 w 546100"/>
                <a:gd name="connsiteY2" fmla="*/ 717550 h 796925"/>
                <a:gd name="connsiteX3" fmla="*/ 0 w 546100"/>
                <a:gd name="connsiteY3" fmla="*/ 796925 h 796925"/>
                <a:gd name="connsiteX0" fmla="*/ 552450 w 552450"/>
                <a:gd name="connsiteY0" fmla="*/ 0 h 796925"/>
                <a:gd name="connsiteX1" fmla="*/ 428625 w 552450"/>
                <a:gd name="connsiteY1" fmla="*/ 460375 h 796925"/>
                <a:gd name="connsiteX2" fmla="*/ 260350 w 552450"/>
                <a:gd name="connsiteY2" fmla="*/ 717550 h 796925"/>
                <a:gd name="connsiteX3" fmla="*/ 0 w 552450"/>
                <a:gd name="connsiteY3" fmla="*/ 796925 h 796925"/>
                <a:gd name="connsiteX0" fmla="*/ 442909 w 442909"/>
                <a:gd name="connsiteY0" fmla="*/ 0 h 810241"/>
                <a:gd name="connsiteX1" fmla="*/ 319084 w 442909"/>
                <a:gd name="connsiteY1" fmla="*/ 460375 h 810241"/>
                <a:gd name="connsiteX2" fmla="*/ 150809 w 442909"/>
                <a:gd name="connsiteY2" fmla="*/ 717550 h 810241"/>
                <a:gd name="connsiteX3" fmla="*/ 1 w 442909"/>
                <a:gd name="connsiteY3" fmla="*/ 810241 h 810241"/>
                <a:gd name="connsiteX0" fmla="*/ 411909 w 411909"/>
                <a:gd name="connsiteY0" fmla="*/ 0 h 808954"/>
                <a:gd name="connsiteX1" fmla="*/ 288084 w 411909"/>
                <a:gd name="connsiteY1" fmla="*/ 460375 h 808954"/>
                <a:gd name="connsiteX2" fmla="*/ 119809 w 411909"/>
                <a:gd name="connsiteY2" fmla="*/ 717550 h 808954"/>
                <a:gd name="connsiteX3" fmla="*/ 1 w 411909"/>
                <a:gd name="connsiteY3" fmla="*/ 808954 h 80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909" h="808954">
                  <a:moveTo>
                    <a:pt x="411909" y="0"/>
                  </a:moveTo>
                  <a:cubicBezTo>
                    <a:pt x="376984" y="170391"/>
                    <a:pt x="336767" y="340783"/>
                    <a:pt x="288084" y="460375"/>
                  </a:cubicBezTo>
                  <a:cubicBezTo>
                    <a:pt x="239401" y="579967"/>
                    <a:pt x="191246" y="661458"/>
                    <a:pt x="119809" y="717550"/>
                  </a:cubicBezTo>
                  <a:cubicBezTo>
                    <a:pt x="48372" y="773642"/>
                    <a:pt x="94457" y="792020"/>
                    <a:pt x="1" y="808954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 rot="3703016">
              <a:off x="2880613" y="3533447"/>
              <a:ext cx="158825" cy="1482785"/>
            </a:xfrm>
            <a:custGeom>
              <a:avLst/>
              <a:gdLst>
                <a:gd name="connsiteX0" fmla="*/ 0 w 714375"/>
                <a:gd name="connsiteY0" fmla="*/ 298450 h 299084"/>
                <a:gd name="connsiteX1" fmla="*/ 292100 w 714375"/>
                <a:gd name="connsiteY1" fmla="*/ 279400 h 299084"/>
                <a:gd name="connsiteX2" fmla="*/ 555625 w 714375"/>
                <a:gd name="connsiteY2" fmla="*/ 168275 h 299084"/>
                <a:gd name="connsiteX3" fmla="*/ 714375 w 714375"/>
                <a:gd name="connsiteY3" fmla="*/ 0 h 299084"/>
                <a:gd name="connsiteX4" fmla="*/ 714375 w 714375"/>
                <a:gd name="connsiteY4" fmla="*/ 0 h 299084"/>
                <a:gd name="connsiteX0" fmla="*/ -1 w 582656"/>
                <a:gd name="connsiteY0" fmla="*/ 307929 h 308090"/>
                <a:gd name="connsiteX1" fmla="*/ 160381 w 582656"/>
                <a:gd name="connsiteY1" fmla="*/ 279400 h 308090"/>
                <a:gd name="connsiteX2" fmla="*/ 423906 w 582656"/>
                <a:gd name="connsiteY2" fmla="*/ 168275 h 308090"/>
                <a:gd name="connsiteX3" fmla="*/ 582656 w 582656"/>
                <a:gd name="connsiteY3" fmla="*/ 0 h 308090"/>
                <a:gd name="connsiteX4" fmla="*/ 582656 w 582656"/>
                <a:gd name="connsiteY4" fmla="*/ 0 h 308090"/>
                <a:gd name="connsiteX0" fmla="*/ -1 w 582656"/>
                <a:gd name="connsiteY0" fmla="*/ 307929 h 308047"/>
                <a:gd name="connsiteX1" fmla="*/ 188502 w 582656"/>
                <a:gd name="connsiteY1" fmla="*/ 276318 h 308047"/>
                <a:gd name="connsiteX2" fmla="*/ 423906 w 582656"/>
                <a:gd name="connsiteY2" fmla="*/ 168275 h 308047"/>
                <a:gd name="connsiteX3" fmla="*/ 582656 w 582656"/>
                <a:gd name="connsiteY3" fmla="*/ 0 h 308047"/>
                <a:gd name="connsiteX4" fmla="*/ 582656 w 582656"/>
                <a:gd name="connsiteY4" fmla="*/ 0 h 308047"/>
                <a:gd name="connsiteX0" fmla="*/ -1 w 565415"/>
                <a:gd name="connsiteY0" fmla="*/ 311315 h 311410"/>
                <a:gd name="connsiteX1" fmla="*/ 171261 w 565415"/>
                <a:gd name="connsiteY1" fmla="*/ 276318 h 311410"/>
                <a:gd name="connsiteX2" fmla="*/ 406665 w 565415"/>
                <a:gd name="connsiteY2" fmla="*/ 168275 h 311410"/>
                <a:gd name="connsiteX3" fmla="*/ 565415 w 565415"/>
                <a:gd name="connsiteY3" fmla="*/ 0 h 311410"/>
                <a:gd name="connsiteX4" fmla="*/ 565415 w 565415"/>
                <a:gd name="connsiteY4" fmla="*/ 0 h 311410"/>
                <a:gd name="connsiteX0" fmla="*/ -1 w 565415"/>
                <a:gd name="connsiteY0" fmla="*/ 311315 h 311315"/>
                <a:gd name="connsiteX1" fmla="*/ 171261 w 565415"/>
                <a:gd name="connsiteY1" fmla="*/ 276318 h 311315"/>
                <a:gd name="connsiteX2" fmla="*/ 406665 w 565415"/>
                <a:gd name="connsiteY2" fmla="*/ 168275 h 311315"/>
                <a:gd name="connsiteX3" fmla="*/ 565415 w 565415"/>
                <a:gd name="connsiteY3" fmla="*/ 0 h 311315"/>
                <a:gd name="connsiteX4" fmla="*/ 565415 w 565415"/>
                <a:gd name="connsiteY4" fmla="*/ 0 h 311315"/>
                <a:gd name="connsiteX0" fmla="*/ -1 w 565415"/>
                <a:gd name="connsiteY0" fmla="*/ 311315 h 311315"/>
                <a:gd name="connsiteX1" fmla="*/ 202255 w 565415"/>
                <a:gd name="connsiteY1" fmla="*/ 275031 h 311315"/>
                <a:gd name="connsiteX2" fmla="*/ 406665 w 565415"/>
                <a:gd name="connsiteY2" fmla="*/ 168275 h 311315"/>
                <a:gd name="connsiteX3" fmla="*/ 565415 w 565415"/>
                <a:gd name="connsiteY3" fmla="*/ 0 h 311315"/>
                <a:gd name="connsiteX4" fmla="*/ 565415 w 565415"/>
                <a:gd name="connsiteY4" fmla="*/ 0 h 311315"/>
                <a:gd name="connsiteX0" fmla="*/ -1 w 565415"/>
                <a:gd name="connsiteY0" fmla="*/ 311315 h 311315"/>
                <a:gd name="connsiteX1" fmla="*/ 202255 w 565415"/>
                <a:gd name="connsiteY1" fmla="*/ 275031 h 311315"/>
                <a:gd name="connsiteX2" fmla="*/ 406665 w 565415"/>
                <a:gd name="connsiteY2" fmla="*/ 168275 h 311315"/>
                <a:gd name="connsiteX3" fmla="*/ 565415 w 565415"/>
                <a:gd name="connsiteY3" fmla="*/ 0 h 311315"/>
                <a:gd name="connsiteX4" fmla="*/ 565415 w 565415"/>
                <a:gd name="connsiteY4" fmla="*/ 0 h 3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5415" h="311315">
                  <a:moveTo>
                    <a:pt x="-1" y="311315"/>
                  </a:moveTo>
                  <a:cubicBezTo>
                    <a:pt x="119749" y="295673"/>
                    <a:pt x="135617" y="296636"/>
                    <a:pt x="202255" y="275031"/>
                  </a:cubicBezTo>
                  <a:cubicBezTo>
                    <a:pt x="268893" y="253426"/>
                    <a:pt x="346138" y="214114"/>
                    <a:pt x="406665" y="168275"/>
                  </a:cubicBezTo>
                  <a:cubicBezTo>
                    <a:pt x="467192" y="122437"/>
                    <a:pt x="565415" y="0"/>
                    <a:pt x="565415" y="0"/>
                  </a:cubicBezTo>
                  <a:lnTo>
                    <a:pt x="565415" y="0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任意多边形 45"/>
            <p:cNvSpPr/>
            <p:nvPr/>
          </p:nvSpPr>
          <p:spPr>
            <a:xfrm rot="3703016">
              <a:off x="4684435" y="2263123"/>
              <a:ext cx="43701" cy="2374222"/>
            </a:xfrm>
            <a:custGeom>
              <a:avLst/>
              <a:gdLst>
                <a:gd name="connsiteX0" fmla="*/ 0 w 161925"/>
                <a:gd name="connsiteY0" fmla="*/ 495300 h 495300"/>
                <a:gd name="connsiteX1" fmla="*/ 88900 w 161925"/>
                <a:gd name="connsiteY1" fmla="*/ 285750 h 495300"/>
                <a:gd name="connsiteX2" fmla="*/ 161925 w 161925"/>
                <a:gd name="connsiteY2" fmla="*/ 0 h 495300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75" h="498475">
                  <a:moveTo>
                    <a:pt x="0" y="498475"/>
                  </a:moveTo>
                  <a:cubicBezTo>
                    <a:pt x="30956" y="434975"/>
                    <a:pt x="62971" y="372004"/>
                    <a:pt x="88900" y="288925"/>
                  </a:cubicBezTo>
                  <a:cubicBezTo>
                    <a:pt x="114829" y="205846"/>
                    <a:pt x="151606" y="53975"/>
                    <a:pt x="155575" y="0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 rot="3703016">
              <a:off x="7432644" y="95873"/>
              <a:ext cx="154316" cy="3916646"/>
            </a:xfrm>
            <a:custGeom>
              <a:avLst/>
              <a:gdLst>
                <a:gd name="connsiteX0" fmla="*/ 0 w 587375"/>
                <a:gd name="connsiteY0" fmla="*/ 800100 h 800100"/>
                <a:gd name="connsiteX1" fmla="*/ 57150 w 587375"/>
                <a:gd name="connsiteY1" fmla="*/ 533400 h 800100"/>
                <a:gd name="connsiteX2" fmla="*/ 187325 w 587375"/>
                <a:gd name="connsiteY2" fmla="*/ 196850 h 800100"/>
                <a:gd name="connsiteX3" fmla="*/ 377825 w 587375"/>
                <a:gd name="connsiteY3" fmla="*/ 60325 h 800100"/>
                <a:gd name="connsiteX4" fmla="*/ 587375 w 587375"/>
                <a:gd name="connsiteY4" fmla="*/ 0 h 800100"/>
                <a:gd name="connsiteX0" fmla="*/ 0 w 507493"/>
                <a:gd name="connsiteY0" fmla="*/ 814557 h 814557"/>
                <a:gd name="connsiteX1" fmla="*/ 57150 w 507493"/>
                <a:gd name="connsiteY1" fmla="*/ 547857 h 814557"/>
                <a:gd name="connsiteX2" fmla="*/ 187325 w 507493"/>
                <a:gd name="connsiteY2" fmla="*/ 211307 h 814557"/>
                <a:gd name="connsiteX3" fmla="*/ 377825 w 507493"/>
                <a:gd name="connsiteY3" fmla="*/ 74782 h 814557"/>
                <a:gd name="connsiteX4" fmla="*/ 507491 w 507493"/>
                <a:gd name="connsiteY4" fmla="*/ 0 h 814557"/>
                <a:gd name="connsiteX0" fmla="*/ 0 w 583239"/>
                <a:gd name="connsiteY0" fmla="*/ 821805 h 821805"/>
                <a:gd name="connsiteX1" fmla="*/ 57150 w 583239"/>
                <a:gd name="connsiteY1" fmla="*/ 555105 h 821805"/>
                <a:gd name="connsiteX2" fmla="*/ 187325 w 583239"/>
                <a:gd name="connsiteY2" fmla="*/ 218555 h 821805"/>
                <a:gd name="connsiteX3" fmla="*/ 377825 w 583239"/>
                <a:gd name="connsiteY3" fmla="*/ 82030 h 821805"/>
                <a:gd name="connsiteX4" fmla="*/ 583238 w 583239"/>
                <a:gd name="connsiteY4" fmla="*/ 0 h 821805"/>
                <a:gd name="connsiteX0" fmla="*/ 0 w 549362"/>
                <a:gd name="connsiteY0" fmla="*/ 822312 h 822312"/>
                <a:gd name="connsiteX1" fmla="*/ 57150 w 549362"/>
                <a:gd name="connsiteY1" fmla="*/ 555612 h 822312"/>
                <a:gd name="connsiteX2" fmla="*/ 187325 w 549362"/>
                <a:gd name="connsiteY2" fmla="*/ 219062 h 822312"/>
                <a:gd name="connsiteX3" fmla="*/ 377825 w 549362"/>
                <a:gd name="connsiteY3" fmla="*/ 82537 h 822312"/>
                <a:gd name="connsiteX4" fmla="*/ 549361 w 549362"/>
                <a:gd name="connsiteY4" fmla="*/ 0 h 822312"/>
                <a:gd name="connsiteX0" fmla="*/ 0 w 549362"/>
                <a:gd name="connsiteY0" fmla="*/ 822312 h 822312"/>
                <a:gd name="connsiteX1" fmla="*/ 57150 w 549362"/>
                <a:gd name="connsiteY1" fmla="*/ 555612 h 822312"/>
                <a:gd name="connsiteX2" fmla="*/ 187325 w 549362"/>
                <a:gd name="connsiteY2" fmla="*/ 219062 h 822312"/>
                <a:gd name="connsiteX3" fmla="*/ 329021 w 549362"/>
                <a:gd name="connsiteY3" fmla="*/ 81556 h 822312"/>
                <a:gd name="connsiteX4" fmla="*/ 549361 w 549362"/>
                <a:gd name="connsiteY4" fmla="*/ 0 h 822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9362" h="822312">
                  <a:moveTo>
                    <a:pt x="0" y="822312"/>
                  </a:moveTo>
                  <a:cubicBezTo>
                    <a:pt x="12964" y="739233"/>
                    <a:pt x="25929" y="656154"/>
                    <a:pt x="57150" y="555612"/>
                  </a:cubicBezTo>
                  <a:cubicBezTo>
                    <a:pt x="88371" y="455070"/>
                    <a:pt x="142013" y="298071"/>
                    <a:pt x="187325" y="219062"/>
                  </a:cubicBezTo>
                  <a:cubicBezTo>
                    <a:pt x="232637" y="140053"/>
                    <a:pt x="262346" y="114364"/>
                    <a:pt x="329021" y="81556"/>
                  </a:cubicBezTo>
                  <a:cubicBezTo>
                    <a:pt x="395696" y="48748"/>
                    <a:pt x="477923" y="13758"/>
                    <a:pt x="549361" y="0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053207" y="4179291"/>
            <a:ext cx="1397459" cy="336090"/>
            <a:chOff x="2313242" y="1017906"/>
            <a:chExt cx="1397459" cy="336090"/>
          </a:xfrm>
        </p:grpSpPr>
        <p:grpSp>
          <p:nvGrpSpPr>
            <p:cNvPr id="32" name="组合 31"/>
            <p:cNvGrpSpPr/>
            <p:nvPr/>
          </p:nvGrpSpPr>
          <p:grpSpPr>
            <a:xfrm>
              <a:off x="2313242" y="1029536"/>
              <a:ext cx="186624" cy="324460"/>
              <a:chOff x="4661823" y="1160831"/>
              <a:chExt cx="2022202" cy="3464741"/>
            </a:xfrm>
          </p:grpSpPr>
          <p:sp>
            <p:nvSpPr>
              <p:cNvPr id="33" name="任意多边形 32"/>
              <p:cNvSpPr/>
              <p:nvPr/>
            </p:nvSpPr>
            <p:spPr>
              <a:xfrm rot="803021">
                <a:off x="5989371" y="1160831"/>
                <a:ext cx="694654" cy="712046"/>
              </a:xfrm>
              <a:custGeom>
                <a:avLst/>
                <a:gdLst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61 h 290573"/>
                  <a:gd name="connsiteX1" fmla="*/ 226219 w 745331"/>
                  <a:gd name="connsiteY1" fmla="*/ 83405 h 290573"/>
                  <a:gd name="connsiteX2" fmla="*/ 0 w 745331"/>
                  <a:gd name="connsiteY2" fmla="*/ 290573 h 290573"/>
                  <a:gd name="connsiteX0" fmla="*/ 749148 w 749148"/>
                  <a:gd name="connsiteY0" fmla="*/ 33 h 315892"/>
                  <a:gd name="connsiteX1" fmla="*/ 226219 w 749148"/>
                  <a:gd name="connsiteY1" fmla="*/ 108724 h 315892"/>
                  <a:gd name="connsiteX2" fmla="*/ 0 w 749148"/>
                  <a:gd name="connsiteY2" fmla="*/ 315892 h 315892"/>
                  <a:gd name="connsiteX0" fmla="*/ 749148 w 749148"/>
                  <a:gd name="connsiteY0" fmla="*/ 0 h 315859"/>
                  <a:gd name="connsiteX1" fmla="*/ 226219 w 749148"/>
                  <a:gd name="connsiteY1" fmla="*/ 108691 h 315859"/>
                  <a:gd name="connsiteX2" fmla="*/ 0 w 749148"/>
                  <a:gd name="connsiteY2" fmla="*/ 315859 h 315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9148" h="315859">
                    <a:moveTo>
                      <a:pt x="749148" y="0"/>
                    </a:moveTo>
                    <a:cubicBezTo>
                      <a:pt x="514302" y="26109"/>
                      <a:pt x="333772" y="53129"/>
                      <a:pt x="226219" y="108691"/>
                    </a:cubicBezTo>
                    <a:cubicBezTo>
                      <a:pt x="118666" y="164253"/>
                      <a:pt x="50998" y="236484"/>
                      <a:pt x="0" y="315859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 rot="803021">
                <a:off x="5633155" y="1749581"/>
                <a:ext cx="152355" cy="1148772"/>
              </a:xfrm>
              <a:custGeom>
                <a:avLst/>
                <a:gdLst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4307" h="509588">
                    <a:moveTo>
                      <a:pt x="164307" y="0"/>
                    </a:moveTo>
                    <a:cubicBezTo>
                      <a:pt x="117475" y="76597"/>
                      <a:pt x="94061" y="153194"/>
                      <a:pt x="66676" y="238125"/>
                    </a:cubicBezTo>
                    <a:cubicBezTo>
                      <a:pt x="39292" y="323056"/>
                      <a:pt x="12699" y="447279"/>
                      <a:pt x="0" y="509588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 40"/>
              <p:cNvSpPr/>
              <p:nvPr/>
            </p:nvSpPr>
            <p:spPr>
              <a:xfrm rot="803021">
                <a:off x="4795474" y="2787388"/>
                <a:ext cx="498812" cy="1832483"/>
              </a:xfrm>
              <a:custGeom>
                <a:avLst/>
                <a:gdLst>
                  <a:gd name="connsiteX0" fmla="*/ 546100 w 546100"/>
                  <a:gd name="connsiteY0" fmla="*/ 0 h 809625"/>
                  <a:gd name="connsiteX1" fmla="*/ 428625 w 546100"/>
                  <a:gd name="connsiteY1" fmla="*/ 460375 h 809625"/>
                  <a:gd name="connsiteX2" fmla="*/ 260350 w 546100"/>
                  <a:gd name="connsiteY2" fmla="*/ 717550 h 809625"/>
                  <a:gd name="connsiteX3" fmla="*/ 0 w 546100"/>
                  <a:gd name="connsiteY3" fmla="*/ 809625 h 809625"/>
                  <a:gd name="connsiteX0" fmla="*/ 546100 w 546100"/>
                  <a:gd name="connsiteY0" fmla="*/ 0 h 796925"/>
                  <a:gd name="connsiteX1" fmla="*/ 428625 w 546100"/>
                  <a:gd name="connsiteY1" fmla="*/ 460375 h 796925"/>
                  <a:gd name="connsiteX2" fmla="*/ 260350 w 546100"/>
                  <a:gd name="connsiteY2" fmla="*/ 717550 h 796925"/>
                  <a:gd name="connsiteX3" fmla="*/ 0 w 546100"/>
                  <a:gd name="connsiteY3" fmla="*/ 796925 h 796925"/>
                  <a:gd name="connsiteX0" fmla="*/ 552450 w 552450"/>
                  <a:gd name="connsiteY0" fmla="*/ 0 h 796925"/>
                  <a:gd name="connsiteX1" fmla="*/ 428625 w 552450"/>
                  <a:gd name="connsiteY1" fmla="*/ 460375 h 796925"/>
                  <a:gd name="connsiteX2" fmla="*/ 260350 w 552450"/>
                  <a:gd name="connsiteY2" fmla="*/ 717550 h 796925"/>
                  <a:gd name="connsiteX3" fmla="*/ 0 w 552450"/>
                  <a:gd name="connsiteY3" fmla="*/ 796925 h 796925"/>
                  <a:gd name="connsiteX0" fmla="*/ 537943 w 537943"/>
                  <a:gd name="connsiteY0" fmla="*/ 0 h 812878"/>
                  <a:gd name="connsiteX1" fmla="*/ 414118 w 537943"/>
                  <a:gd name="connsiteY1" fmla="*/ 460375 h 812878"/>
                  <a:gd name="connsiteX2" fmla="*/ 245843 w 537943"/>
                  <a:gd name="connsiteY2" fmla="*/ 717550 h 812878"/>
                  <a:gd name="connsiteX3" fmla="*/ 0 w 537943"/>
                  <a:gd name="connsiteY3" fmla="*/ 812878 h 812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7943" h="812878">
                    <a:moveTo>
                      <a:pt x="537943" y="0"/>
                    </a:moveTo>
                    <a:cubicBezTo>
                      <a:pt x="503018" y="170391"/>
                      <a:pt x="462801" y="340783"/>
                      <a:pt x="414118" y="460375"/>
                    </a:cubicBezTo>
                    <a:cubicBezTo>
                      <a:pt x="365435" y="579967"/>
                      <a:pt x="317280" y="661458"/>
                      <a:pt x="245843" y="717550"/>
                    </a:cubicBezTo>
                    <a:cubicBezTo>
                      <a:pt x="174406" y="773642"/>
                      <a:pt x="94456" y="795944"/>
                      <a:pt x="0" y="812878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任意多边形 47"/>
              <p:cNvSpPr/>
              <p:nvPr/>
            </p:nvSpPr>
            <p:spPr>
              <a:xfrm rot="803021">
                <a:off x="4661823" y="3913388"/>
                <a:ext cx="653040" cy="712184"/>
              </a:xfrm>
              <a:custGeom>
                <a:avLst/>
                <a:gdLst>
                  <a:gd name="connsiteX0" fmla="*/ 0 w 714375"/>
                  <a:gd name="connsiteY0" fmla="*/ 298450 h 299084"/>
                  <a:gd name="connsiteX1" fmla="*/ 292100 w 714375"/>
                  <a:gd name="connsiteY1" fmla="*/ 279400 h 299084"/>
                  <a:gd name="connsiteX2" fmla="*/ 555625 w 714375"/>
                  <a:gd name="connsiteY2" fmla="*/ 168275 h 299084"/>
                  <a:gd name="connsiteX3" fmla="*/ 714375 w 714375"/>
                  <a:gd name="connsiteY3" fmla="*/ 0 h 299084"/>
                  <a:gd name="connsiteX4" fmla="*/ 714375 w 714375"/>
                  <a:gd name="connsiteY4" fmla="*/ 0 h 299084"/>
                  <a:gd name="connsiteX0" fmla="*/ 0 w 704270"/>
                  <a:gd name="connsiteY0" fmla="*/ 315920 h 316010"/>
                  <a:gd name="connsiteX1" fmla="*/ 281995 w 704270"/>
                  <a:gd name="connsiteY1" fmla="*/ 279400 h 316010"/>
                  <a:gd name="connsiteX2" fmla="*/ 545520 w 704270"/>
                  <a:gd name="connsiteY2" fmla="*/ 168275 h 316010"/>
                  <a:gd name="connsiteX3" fmla="*/ 704270 w 704270"/>
                  <a:gd name="connsiteY3" fmla="*/ 0 h 316010"/>
                  <a:gd name="connsiteX4" fmla="*/ 704270 w 704270"/>
                  <a:gd name="connsiteY4" fmla="*/ 0 h 316010"/>
                  <a:gd name="connsiteX0" fmla="*/ 0 w 704270"/>
                  <a:gd name="connsiteY0" fmla="*/ 315920 h 315920"/>
                  <a:gd name="connsiteX1" fmla="*/ 281995 w 704270"/>
                  <a:gd name="connsiteY1" fmla="*/ 279400 h 315920"/>
                  <a:gd name="connsiteX2" fmla="*/ 545520 w 704270"/>
                  <a:gd name="connsiteY2" fmla="*/ 168275 h 315920"/>
                  <a:gd name="connsiteX3" fmla="*/ 704270 w 704270"/>
                  <a:gd name="connsiteY3" fmla="*/ 0 h 315920"/>
                  <a:gd name="connsiteX4" fmla="*/ 704270 w 704270"/>
                  <a:gd name="connsiteY4" fmla="*/ 0 h 315920"/>
                  <a:gd name="connsiteX0" fmla="*/ 0 w 704270"/>
                  <a:gd name="connsiteY0" fmla="*/ 315920 h 315920"/>
                  <a:gd name="connsiteX1" fmla="*/ 287233 w 704270"/>
                  <a:gd name="connsiteY1" fmla="*/ 270201 h 315920"/>
                  <a:gd name="connsiteX2" fmla="*/ 545520 w 704270"/>
                  <a:gd name="connsiteY2" fmla="*/ 168275 h 315920"/>
                  <a:gd name="connsiteX3" fmla="*/ 704270 w 704270"/>
                  <a:gd name="connsiteY3" fmla="*/ 0 h 315920"/>
                  <a:gd name="connsiteX4" fmla="*/ 704270 w 704270"/>
                  <a:gd name="connsiteY4" fmla="*/ 0 h 315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4270" h="315920">
                    <a:moveTo>
                      <a:pt x="0" y="315920"/>
                    </a:moveTo>
                    <a:cubicBezTo>
                      <a:pt x="105822" y="300362"/>
                      <a:pt x="196313" y="294809"/>
                      <a:pt x="287233" y="270201"/>
                    </a:cubicBezTo>
                    <a:cubicBezTo>
                      <a:pt x="378153" y="245594"/>
                      <a:pt x="476014" y="213308"/>
                      <a:pt x="545520" y="168275"/>
                    </a:cubicBezTo>
                    <a:cubicBezTo>
                      <a:pt x="615026" y="123242"/>
                      <a:pt x="704270" y="0"/>
                      <a:pt x="704270" y="0"/>
                    </a:cubicBezTo>
                    <a:lnTo>
                      <a:pt x="704270" y="0"/>
                    </a:ln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 rot="803021">
                <a:off x="5516516" y="2906873"/>
                <a:ext cx="144258" cy="1123720"/>
              </a:xfrm>
              <a:custGeom>
                <a:avLst/>
                <a:gdLst>
                  <a:gd name="connsiteX0" fmla="*/ 0 w 161925"/>
                  <a:gd name="connsiteY0" fmla="*/ 495300 h 495300"/>
                  <a:gd name="connsiteX1" fmla="*/ 88900 w 161925"/>
                  <a:gd name="connsiteY1" fmla="*/ 285750 h 495300"/>
                  <a:gd name="connsiteX2" fmla="*/ 161925 w 161925"/>
                  <a:gd name="connsiteY2" fmla="*/ 0 h 495300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575" h="498475">
                    <a:moveTo>
                      <a:pt x="0" y="498475"/>
                    </a:moveTo>
                    <a:cubicBezTo>
                      <a:pt x="30956" y="434975"/>
                      <a:pt x="62971" y="372004"/>
                      <a:pt x="88900" y="288925"/>
                    </a:cubicBezTo>
                    <a:cubicBezTo>
                      <a:pt x="114829" y="205846"/>
                      <a:pt x="151606" y="53975"/>
                      <a:pt x="155575" y="0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 rot="803021">
                <a:off x="5996541" y="1161667"/>
                <a:ext cx="547747" cy="1872952"/>
              </a:xfrm>
              <a:custGeom>
                <a:avLst/>
                <a:gdLst>
                  <a:gd name="connsiteX0" fmla="*/ 0 w 587375"/>
                  <a:gd name="connsiteY0" fmla="*/ 800100 h 800100"/>
                  <a:gd name="connsiteX1" fmla="*/ 57150 w 587375"/>
                  <a:gd name="connsiteY1" fmla="*/ 533400 h 800100"/>
                  <a:gd name="connsiteX2" fmla="*/ 187325 w 587375"/>
                  <a:gd name="connsiteY2" fmla="*/ 196850 h 800100"/>
                  <a:gd name="connsiteX3" fmla="*/ 377825 w 587375"/>
                  <a:gd name="connsiteY3" fmla="*/ 60325 h 800100"/>
                  <a:gd name="connsiteX4" fmla="*/ 587375 w 587375"/>
                  <a:gd name="connsiteY4" fmla="*/ 0 h 800100"/>
                  <a:gd name="connsiteX0" fmla="*/ 0 w 590717"/>
                  <a:gd name="connsiteY0" fmla="*/ 830830 h 830830"/>
                  <a:gd name="connsiteX1" fmla="*/ 57150 w 590717"/>
                  <a:gd name="connsiteY1" fmla="*/ 564130 h 830830"/>
                  <a:gd name="connsiteX2" fmla="*/ 187325 w 590717"/>
                  <a:gd name="connsiteY2" fmla="*/ 227580 h 830830"/>
                  <a:gd name="connsiteX3" fmla="*/ 377825 w 590717"/>
                  <a:gd name="connsiteY3" fmla="*/ 91055 h 830830"/>
                  <a:gd name="connsiteX4" fmla="*/ 590717 w 590717"/>
                  <a:gd name="connsiteY4" fmla="*/ 0 h 830830"/>
                  <a:gd name="connsiteX0" fmla="*/ 0 w 590717"/>
                  <a:gd name="connsiteY0" fmla="*/ 830830 h 830830"/>
                  <a:gd name="connsiteX1" fmla="*/ 57150 w 590717"/>
                  <a:gd name="connsiteY1" fmla="*/ 564130 h 830830"/>
                  <a:gd name="connsiteX2" fmla="*/ 187325 w 590717"/>
                  <a:gd name="connsiteY2" fmla="*/ 227580 h 830830"/>
                  <a:gd name="connsiteX3" fmla="*/ 366763 w 590717"/>
                  <a:gd name="connsiteY3" fmla="*/ 85624 h 830830"/>
                  <a:gd name="connsiteX4" fmla="*/ 590717 w 590717"/>
                  <a:gd name="connsiteY4" fmla="*/ 0 h 830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0717" h="830830">
                    <a:moveTo>
                      <a:pt x="0" y="830830"/>
                    </a:moveTo>
                    <a:cubicBezTo>
                      <a:pt x="12964" y="747751"/>
                      <a:pt x="25929" y="664672"/>
                      <a:pt x="57150" y="564130"/>
                    </a:cubicBezTo>
                    <a:cubicBezTo>
                      <a:pt x="88371" y="463588"/>
                      <a:pt x="135723" y="307331"/>
                      <a:pt x="187325" y="227580"/>
                    </a:cubicBezTo>
                    <a:cubicBezTo>
                      <a:pt x="238927" y="147829"/>
                      <a:pt x="300088" y="118432"/>
                      <a:pt x="366763" y="85624"/>
                    </a:cubicBezTo>
                    <a:cubicBezTo>
                      <a:pt x="433438" y="52816"/>
                      <a:pt x="519279" y="13758"/>
                      <a:pt x="590717" y="0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6" name="矩形 65"/>
            <p:cNvSpPr/>
            <p:nvPr/>
          </p:nvSpPr>
          <p:spPr>
            <a:xfrm>
              <a:off x="2500113" y="1017906"/>
              <a:ext cx="121058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01AE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----</a:t>
              </a:r>
              <a:r>
                <a:rPr lang="zh-CN" altLang="en-US" sz="1400" dirty="0">
                  <a:solidFill>
                    <a:srgbClr val="01AE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不加气隙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0053207" y="4483270"/>
            <a:ext cx="1324306" cy="307777"/>
            <a:chOff x="2220318" y="1554371"/>
            <a:chExt cx="1324306" cy="307777"/>
          </a:xfrm>
        </p:grpSpPr>
        <p:grpSp>
          <p:nvGrpSpPr>
            <p:cNvPr id="51" name="组合 50"/>
            <p:cNvGrpSpPr/>
            <p:nvPr/>
          </p:nvGrpSpPr>
          <p:grpSpPr>
            <a:xfrm>
              <a:off x="2220318" y="1594649"/>
              <a:ext cx="342161" cy="212471"/>
              <a:chOff x="3043480" y="1236376"/>
              <a:chExt cx="5304441" cy="3293887"/>
            </a:xfrm>
          </p:grpSpPr>
          <p:sp>
            <p:nvSpPr>
              <p:cNvPr id="52" name="任意多边形 51"/>
              <p:cNvSpPr/>
              <p:nvPr/>
            </p:nvSpPr>
            <p:spPr>
              <a:xfrm rot="2796524">
                <a:off x="7299768" y="894162"/>
                <a:ext cx="427026" cy="1111453"/>
              </a:xfrm>
              <a:custGeom>
                <a:avLst/>
                <a:gdLst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61 h 290573"/>
                  <a:gd name="connsiteX1" fmla="*/ 226219 w 745331"/>
                  <a:gd name="connsiteY1" fmla="*/ 83405 h 290573"/>
                  <a:gd name="connsiteX2" fmla="*/ 0 w 745331"/>
                  <a:gd name="connsiteY2" fmla="*/ 290573 h 290573"/>
                  <a:gd name="connsiteX0" fmla="*/ 560041 w 560041"/>
                  <a:gd name="connsiteY0" fmla="*/ 45 h 301691"/>
                  <a:gd name="connsiteX1" fmla="*/ 226219 w 560041"/>
                  <a:gd name="connsiteY1" fmla="*/ 94523 h 301691"/>
                  <a:gd name="connsiteX2" fmla="*/ 0 w 560041"/>
                  <a:gd name="connsiteY2" fmla="*/ 301691 h 301691"/>
                  <a:gd name="connsiteX0" fmla="*/ 560041 w 560041"/>
                  <a:gd name="connsiteY0" fmla="*/ 0 h 301646"/>
                  <a:gd name="connsiteX1" fmla="*/ 226219 w 560041"/>
                  <a:gd name="connsiteY1" fmla="*/ 94478 h 301646"/>
                  <a:gd name="connsiteX2" fmla="*/ 0 w 560041"/>
                  <a:gd name="connsiteY2" fmla="*/ 301646 h 301646"/>
                  <a:gd name="connsiteX0" fmla="*/ 560041 w 560041"/>
                  <a:gd name="connsiteY0" fmla="*/ 0 h 301646"/>
                  <a:gd name="connsiteX1" fmla="*/ 226219 w 560041"/>
                  <a:gd name="connsiteY1" fmla="*/ 94478 h 301646"/>
                  <a:gd name="connsiteX2" fmla="*/ 0 w 560041"/>
                  <a:gd name="connsiteY2" fmla="*/ 301646 h 301646"/>
                  <a:gd name="connsiteX0" fmla="*/ 560041 w 560041"/>
                  <a:gd name="connsiteY0" fmla="*/ 0 h 301646"/>
                  <a:gd name="connsiteX1" fmla="*/ 239646 w 560041"/>
                  <a:gd name="connsiteY1" fmla="*/ 97798 h 301646"/>
                  <a:gd name="connsiteX2" fmla="*/ 0 w 560041"/>
                  <a:gd name="connsiteY2" fmla="*/ 301646 h 301646"/>
                  <a:gd name="connsiteX0" fmla="*/ 655626 w 655626"/>
                  <a:gd name="connsiteY0" fmla="*/ 0 h 319585"/>
                  <a:gd name="connsiteX1" fmla="*/ 239646 w 655626"/>
                  <a:gd name="connsiteY1" fmla="*/ 115737 h 319585"/>
                  <a:gd name="connsiteX2" fmla="*/ 0 w 655626"/>
                  <a:gd name="connsiteY2" fmla="*/ 319585 h 319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55626" h="319585">
                    <a:moveTo>
                      <a:pt x="655626" y="0"/>
                    </a:moveTo>
                    <a:cubicBezTo>
                      <a:pt x="563802" y="22817"/>
                      <a:pt x="347199" y="60175"/>
                      <a:pt x="239646" y="115737"/>
                    </a:cubicBezTo>
                    <a:cubicBezTo>
                      <a:pt x="132093" y="171299"/>
                      <a:pt x="50998" y="240210"/>
                      <a:pt x="0" y="319585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任意多边形 52"/>
              <p:cNvSpPr/>
              <p:nvPr/>
            </p:nvSpPr>
            <p:spPr>
              <a:xfrm rot="2796524">
                <a:off x="6228567" y="1360247"/>
                <a:ext cx="107017" cy="1772248"/>
              </a:xfrm>
              <a:custGeom>
                <a:avLst/>
                <a:gdLst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4307" h="509588">
                    <a:moveTo>
                      <a:pt x="164307" y="0"/>
                    </a:moveTo>
                    <a:cubicBezTo>
                      <a:pt x="117475" y="76597"/>
                      <a:pt x="94061" y="153194"/>
                      <a:pt x="66676" y="238125"/>
                    </a:cubicBezTo>
                    <a:cubicBezTo>
                      <a:pt x="39292" y="323056"/>
                      <a:pt x="12699" y="447279"/>
                      <a:pt x="0" y="509588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任意多边形 53"/>
              <p:cNvSpPr/>
              <p:nvPr/>
            </p:nvSpPr>
            <p:spPr>
              <a:xfrm rot="2796524">
                <a:off x="4308395" y="2267102"/>
                <a:ext cx="304167" cy="2833998"/>
              </a:xfrm>
              <a:custGeom>
                <a:avLst/>
                <a:gdLst>
                  <a:gd name="connsiteX0" fmla="*/ 546100 w 546100"/>
                  <a:gd name="connsiteY0" fmla="*/ 0 h 809625"/>
                  <a:gd name="connsiteX1" fmla="*/ 428625 w 546100"/>
                  <a:gd name="connsiteY1" fmla="*/ 460375 h 809625"/>
                  <a:gd name="connsiteX2" fmla="*/ 260350 w 546100"/>
                  <a:gd name="connsiteY2" fmla="*/ 717550 h 809625"/>
                  <a:gd name="connsiteX3" fmla="*/ 0 w 546100"/>
                  <a:gd name="connsiteY3" fmla="*/ 809625 h 809625"/>
                  <a:gd name="connsiteX0" fmla="*/ 546100 w 546100"/>
                  <a:gd name="connsiteY0" fmla="*/ 0 h 796925"/>
                  <a:gd name="connsiteX1" fmla="*/ 428625 w 546100"/>
                  <a:gd name="connsiteY1" fmla="*/ 460375 h 796925"/>
                  <a:gd name="connsiteX2" fmla="*/ 260350 w 546100"/>
                  <a:gd name="connsiteY2" fmla="*/ 717550 h 796925"/>
                  <a:gd name="connsiteX3" fmla="*/ 0 w 546100"/>
                  <a:gd name="connsiteY3" fmla="*/ 796925 h 796925"/>
                  <a:gd name="connsiteX0" fmla="*/ 552450 w 552450"/>
                  <a:gd name="connsiteY0" fmla="*/ 0 h 796925"/>
                  <a:gd name="connsiteX1" fmla="*/ 428625 w 552450"/>
                  <a:gd name="connsiteY1" fmla="*/ 460375 h 796925"/>
                  <a:gd name="connsiteX2" fmla="*/ 260350 w 552450"/>
                  <a:gd name="connsiteY2" fmla="*/ 717550 h 796925"/>
                  <a:gd name="connsiteX3" fmla="*/ 0 w 552450"/>
                  <a:gd name="connsiteY3" fmla="*/ 796925 h 796925"/>
                  <a:gd name="connsiteX0" fmla="*/ 469365 w 469365"/>
                  <a:gd name="connsiteY0" fmla="*/ 0 h 816346"/>
                  <a:gd name="connsiteX1" fmla="*/ 345540 w 469365"/>
                  <a:gd name="connsiteY1" fmla="*/ 460375 h 816346"/>
                  <a:gd name="connsiteX2" fmla="*/ 177265 w 469365"/>
                  <a:gd name="connsiteY2" fmla="*/ 717550 h 816346"/>
                  <a:gd name="connsiteX3" fmla="*/ 0 w 469365"/>
                  <a:gd name="connsiteY3" fmla="*/ 816346 h 816346"/>
                  <a:gd name="connsiteX0" fmla="*/ 469365 w 469365"/>
                  <a:gd name="connsiteY0" fmla="*/ 0 h 816346"/>
                  <a:gd name="connsiteX1" fmla="*/ 345540 w 469365"/>
                  <a:gd name="connsiteY1" fmla="*/ 460375 h 816346"/>
                  <a:gd name="connsiteX2" fmla="*/ 177265 w 469365"/>
                  <a:gd name="connsiteY2" fmla="*/ 717550 h 816346"/>
                  <a:gd name="connsiteX3" fmla="*/ 0 w 469365"/>
                  <a:gd name="connsiteY3" fmla="*/ 816346 h 816346"/>
                  <a:gd name="connsiteX0" fmla="*/ 466998 w 466998"/>
                  <a:gd name="connsiteY0" fmla="*/ 0 h 814881"/>
                  <a:gd name="connsiteX1" fmla="*/ 343173 w 466998"/>
                  <a:gd name="connsiteY1" fmla="*/ 460375 h 814881"/>
                  <a:gd name="connsiteX2" fmla="*/ 174898 w 466998"/>
                  <a:gd name="connsiteY2" fmla="*/ 717550 h 814881"/>
                  <a:gd name="connsiteX3" fmla="*/ 0 w 466998"/>
                  <a:gd name="connsiteY3" fmla="*/ 814881 h 814881"/>
                  <a:gd name="connsiteX0" fmla="*/ 466998 w 466998"/>
                  <a:gd name="connsiteY0" fmla="*/ 0 h 814881"/>
                  <a:gd name="connsiteX1" fmla="*/ 343173 w 466998"/>
                  <a:gd name="connsiteY1" fmla="*/ 460375 h 814881"/>
                  <a:gd name="connsiteX2" fmla="*/ 200885 w 466998"/>
                  <a:gd name="connsiteY2" fmla="*/ 718382 h 814881"/>
                  <a:gd name="connsiteX3" fmla="*/ 0 w 466998"/>
                  <a:gd name="connsiteY3" fmla="*/ 814881 h 814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6998" h="814881">
                    <a:moveTo>
                      <a:pt x="466998" y="0"/>
                    </a:moveTo>
                    <a:cubicBezTo>
                      <a:pt x="432073" y="170391"/>
                      <a:pt x="387525" y="340645"/>
                      <a:pt x="343173" y="460375"/>
                    </a:cubicBezTo>
                    <a:cubicBezTo>
                      <a:pt x="298821" y="580105"/>
                      <a:pt x="272322" y="662290"/>
                      <a:pt x="200885" y="718382"/>
                    </a:cubicBezTo>
                    <a:cubicBezTo>
                      <a:pt x="129448" y="774474"/>
                      <a:pt x="75861" y="794654"/>
                      <a:pt x="0" y="814881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 rot="2796524">
                <a:off x="3650228" y="3763514"/>
                <a:ext cx="419353" cy="1114145"/>
              </a:xfrm>
              <a:custGeom>
                <a:avLst/>
                <a:gdLst>
                  <a:gd name="connsiteX0" fmla="*/ 0 w 714375"/>
                  <a:gd name="connsiteY0" fmla="*/ 298450 h 299084"/>
                  <a:gd name="connsiteX1" fmla="*/ 292100 w 714375"/>
                  <a:gd name="connsiteY1" fmla="*/ 279400 h 299084"/>
                  <a:gd name="connsiteX2" fmla="*/ 555625 w 714375"/>
                  <a:gd name="connsiteY2" fmla="*/ 168275 h 299084"/>
                  <a:gd name="connsiteX3" fmla="*/ 714375 w 714375"/>
                  <a:gd name="connsiteY3" fmla="*/ 0 h 299084"/>
                  <a:gd name="connsiteX4" fmla="*/ 714375 w 714375"/>
                  <a:gd name="connsiteY4" fmla="*/ 0 h 299084"/>
                  <a:gd name="connsiteX0" fmla="*/ 1 w 654330"/>
                  <a:gd name="connsiteY0" fmla="*/ 319445 h 319520"/>
                  <a:gd name="connsiteX1" fmla="*/ 232055 w 654330"/>
                  <a:gd name="connsiteY1" fmla="*/ 279400 h 319520"/>
                  <a:gd name="connsiteX2" fmla="*/ 495580 w 654330"/>
                  <a:gd name="connsiteY2" fmla="*/ 168275 h 319520"/>
                  <a:gd name="connsiteX3" fmla="*/ 654330 w 654330"/>
                  <a:gd name="connsiteY3" fmla="*/ 0 h 319520"/>
                  <a:gd name="connsiteX4" fmla="*/ 654330 w 654330"/>
                  <a:gd name="connsiteY4" fmla="*/ 0 h 319520"/>
                  <a:gd name="connsiteX0" fmla="*/ -1 w 654328"/>
                  <a:gd name="connsiteY0" fmla="*/ 319445 h 319492"/>
                  <a:gd name="connsiteX1" fmla="*/ 217609 w 654328"/>
                  <a:gd name="connsiteY1" fmla="*/ 269305 h 319492"/>
                  <a:gd name="connsiteX2" fmla="*/ 495578 w 654328"/>
                  <a:gd name="connsiteY2" fmla="*/ 168275 h 319492"/>
                  <a:gd name="connsiteX3" fmla="*/ 654328 w 654328"/>
                  <a:gd name="connsiteY3" fmla="*/ 0 h 319492"/>
                  <a:gd name="connsiteX4" fmla="*/ 654328 w 654328"/>
                  <a:gd name="connsiteY4" fmla="*/ 0 h 319492"/>
                  <a:gd name="connsiteX0" fmla="*/ 1 w 654330"/>
                  <a:gd name="connsiteY0" fmla="*/ 319445 h 319445"/>
                  <a:gd name="connsiteX1" fmla="*/ 217611 w 654330"/>
                  <a:gd name="connsiteY1" fmla="*/ 269305 h 319445"/>
                  <a:gd name="connsiteX2" fmla="*/ 495580 w 654330"/>
                  <a:gd name="connsiteY2" fmla="*/ 168275 h 319445"/>
                  <a:gd name="connsiteX3" fmla="*/ 654330 w 654330"/>
                  <a:gd name="connsiteY3" fmla="*/ 0 h 319445"/>
                  <a:gd name="connsiteX4" fmla="*/ 654330 w 654330"/>
                  <a:gd name="connsiteY4" fmla="*/ 0 h 319445"/>
                  <a:gd name="connsiteX0" fmla="*/ 0 w 643847"/>
                  <a:gd name="connsiteY0" fmla="*/ 320358 h 320358"/>
                  <a:gd name="connsiteX1" fmla="*/ 207128 w 643847"/>
                  <a:gd name="connsiteY1" fmla="*/ 269305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  <a:gd name="connsiteX0" fmla="*/ 0 w 643847"/>
                  <a:gd name="connsiteY0" fmla="*/ 320358 h 320358"/>
                  <a:gd name="connsiteX1" fmla="*/ 207128 w 643847"/>
                  <a:gd name="connsiteY1" fmla="*/ 269305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  <a:gd name="connsiteX0" fmla="*/ 0 w 643847"/>
                  <a:gd name="connsiteY0" fmla="*/ 320358 h 320358"/>
                  <a:gd name="connsiteX1" fmla="*/ 255284 w 643847"/>
                  <a:gd name="connsiteY1" fmla="*/ 262755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  <a:gd name="connsiteX0" fmla="*/ 0 w 643847"/>
                  <a:gd name="connsiteY0" fmla="*/ 320358 h 320358"/>
                  <a:gd name="connsiteX1" fmla="*/ 255284 w 643847"/>
                  <a:gd name="connsiteY1" fmla="*/ 262755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  <a:gd name="connsiteX0" fmla="*/ 0 w 643847"/>
                  <a:gd name="connsiteY0" fmla="*/ 320358 h 320358"/>
                  <a:gd name="connsiteX1" fmla="*/ 270500 w 643847"/>
                  <a:gd name="connsiteY1" fmla="*/ 260738 h 320358"/>
                  <a:gd name="connsiteX2" fmla="*/ 485097 w 643847"/>
                  <a:gd name="connsiteY2" fmla="*/ 168275 h 320358"/>
                  <a:gd name="connsiteX3" fmla="*/ 643847 w 643847"/>
                  <a:gd name="connsiteY3" fmla="*/ 0 h 320358"/>
                  <a:gd name="connsiteX4" fmla="*/ 643847 w 643847"/>
                  <a:gd name="connsiteY4" fmla="*/ 0 h 320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3847" h="320358">
                    <a:moveTo>
                      <a:pt x="0" y="320358"/>
                    </a:moveTo>
                    <a:cubicBezTo>
                      <a:pt x="111767" y="298370"/>
                      <a:pt x="191870" y="283652"/>
                      <a:pt x="270500" y="260738"/>
                    </a:cubicBezTo>
                    <a:cubicBezTo>
                      <a:pt x="349130" y="237824"/>
                      <a:pt x="422873" y="211731"/>
                      <a:pt x="485097" y="168275"/>
                    </a:cubicBezTo>
                    <a:cubicBezTo>
                      <a:pt x="547321" y="124819"/>
                      <a:pt x="643847" y="0"/>
                      <a:pt x="643847" y="0"/>
                    </a:cubicBezTo>
                    <a:lnTo>
                      <a:pt x="643847" y="0"/>
                    </a:ln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任意多边形 55"/>
              <p:cNvSpPr/>
              <p:nvPr/>
            </p:nvSpPr>
            <p:spPr>
              <a:xfrm rot="2796524">
                <a:off x="5022792" y="2664801"/>
                <a:ext cx="101330" cy="1733600"/>
              </a:xfrm>
              <a:custGeom>
                <a:avLst/>
                <a:gdLst>
                  <a:gd name="connsiteX0" fmla="*/ 0 w 161925"/>
                  <a:gd name="connsiteY0" fmla="*/ 495300 h 495300"/>
                  <a:gd name="connsiteX1" fmla="*/ 88900 w 161925"/>
                  <a:gd name="connsiteY1" fmla="*/ 285750 h 495300"/>
                  <a:gd name="connsiteX2" fmla="*/ 161925 w 161925"/>
                  <a:gd name="connsiteY2" fmla="*/ 0 h 495300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575" h="498475">
                    <a:moveTo>
                      <a:pt x="0" y="498475"/>
                    </a:moveTo>
                    <a:cubicBezTo>
                      <a:pt x="30956" y="434975"/>
                      <a:pt x="62971" y="372004"/>
                      <a:pt x="88900" y="288925"/>
                    </a:cubicBezTo>
                    <a:cubicBezTo>
                      <a:pt x="114829" y="205846"/>
                      <a:pt x="151606" y="53975"/>
                      <a:pt x="155575" y="0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任意多边形 56"/>
              <p:cNvSpPr/>
              <p:nvPr/>
            </p:nvSpPr>
            <p:spPr>
              <a:xfrm rot="2796524">
                <a:off x="6732356" y="653858"/>
                <a:ext cx="330407" cy="2900722"/>
              </a:xfrm>
              <a:custGeom>
                <a:avLst/>
                <a:gdLst>
                  <a:gd name="connsiteX0" fmla="*/ 0 w 587375"/>
                  <a:gd name="connsiteY0" fmla="*/ 800100 h 800100"/>
                  <a:gd name="connsiteX1" fmla="*/ 57150 w 587375"/>
                  <a:gd name="connsiteY1" fmla="*/ 533400 h 800100"/>
                  <a:gd name="connsiteX2" fmla="*/ 187325 w 587375"/>
                  <a:gd name="connsiteY2" fmla="*/ 196850 h 800100"/>
                  <a:gd name="connsiteX3" fmla="*/ 377825 w 587375"/>
                  <a:gd name="connsiteY3" fmla="*/ 60325 h 800100"/>
                  <a:gd name="connsiteX4" fmla="*/ 587375 w 587375"/>
                  <a:gd name="connsiteY4" fmla="*/ 0 h 800100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377825 w 411986"/>
                  <a:gd name="connsiteY3" fmla="*/ 74417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27652 w 411986"/>
                  <a:gd name="connsiteY3" fmla="*/ 73269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46250 w 411986"/>
                  <a:gd name="connsiteY3" fmla="*/ 76562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46250 w 411986"/>
                  <a:gd name="connsiteY3" fmla="*/ 76562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46250 w 411986"/>
                  <a:gd name="connsiteY3" fmla="*/ 76562 h 814192"/>
                  <a:gd name="connsiteX4" fmla="*/ 411986 w 411986"/>
                  <a:gd name="connsiteY4" fmla="*/ 0 h 814192"/>
                  <a:gd name="connsiteX0" fmla="*/ 0 w 411986"/>
                  <a:gd name="connsiteY0" fmla="*/ 814192 h 814192"/>
                  <a:gd name="connsiteX1" fmla="*/ 57150 w 411986"/>
                  <a:gd name="connsiteY1" fmla="*/ 547492 h 814192"/>
                  <a:gd name="connsiteX2" fmla="*/ 187325 w 411986"/>
                  <a:gd name="connsiteY2" fmla="*/ 210942 h 814192"/>
                  <a:gd name="connsiteX3" fmla="*/ 246250 w 411986"/>
                  <a:gd name="connsiteY3" fmla="*/ 76562 h 814192"/>
                  <a:gd name="connsiteX4" fmla="*/ 411986 w 411986"/>
                  <a:gd name="connsiteY4" fmla="*/ 0 h 814192"/>
                  <a:gd name="connsiteX0" fmla="*/ 0 w 507282"/>
                  <a:gd name="connsiteY0" fmla="*/ 834067 h 834067"/>
                  <a:gd name="connsiteX1" fmla="*/ 57150 w 507282"/>
                  <a:gd name="connsiteY1" fmla="*/ 567367 h 834067"/>
                  <a:gd name="connsiteX2" fmla="*/ 187325 w 507282"/>
                  <a:gd name="connsiteY2" fmla="*/ 230817 h 834067"/>
                  <a:gd name="connsiteX3" fmla="*/ 246250 w 507282"/>
                  <a:gd name="connsiteY3" fmla="*/ 96437 h 834067"/>
                  <a:gd name="connsiteX4" fmla="*/ 507283 w 507282"/>
                  <a:gd name="connsiteY4" fmla="*/ 0 h 834067"/>
                  <a:gd name="connsiteX0" fmla="*/ 0 w 507284"/>
                  <a:gd name="connsiteY0" fmla="*/ 834067 h 834067"/>
                  <a:gd name="connsiteX1" fmla="*/ 57150 w 507284"/>
                  <a:gd name="connsiteY1" fmla="*/ 567367 h 834067"/>
                  <a:gd name="connsiteX2" fmla="*/ 187325 w 507284"/>
                  <a:gd name="connsiteY2" fmla="*/ 230817 h 834067"/>
                  <a:gd name="connsiteX3" fmla="*/ 267649 w 507284"/>
                  <a:gd name="connsiteY3" fmla="*/ 101168 h 834067"/>
                  <a:gd name="connsiteX4" fmla="*/ 507283 w 507284"/>
                  <a:gd name="connsiteY4" fmla="*/ 0 h 834067"/>
                  <a:gd name="connsiteX0" fmla="*/ 0 w 507282"/>
                  <a:gd name="connsiteY0" fmla="*/ 834067 h 834067"/>
                  <a:gd name="connsiteX1" fmla="*/ 57150 w 507282"/>
                  <a:gd name="connsiteY1" fmla="*/ 567367 h 834067"/>
                  <a:gd name="connsiteX2" fmla="*/ 187325 w 507282"/>
                  <a:gd name="connsiteY2" fmla="*/ 230817 h 834067"/>
                  <a:gd name="connsiteX3" fmla="*/ 288467 w 507282"/>
                  <a:gd name="connsiteY3" fmla="*/ 102027 h 834067"/>
                  <a:gd name="connsiteX4" fmla="*/ 507283 w 507282"/>
                  <a:gd name="connsiteY4" fmla="*/ 0 h 834067"/>
                  <a:gd name="connsiteX0" fmla="*/ 0 w 507284"/>
                  <a:gd name="connsiteY0" fmla="*/ 834067 h 834067"/>
                  <a:gd name="connsiteX1" fmla="*/ 57150 w 507284"/>
                  <a:gd name="connsiteY1" fmla="*/ 567367 h 834067"/>
                  <a:gd name="connsiteX2" fmla="*/ 187325 w 507284"/>
                  <a:gd name="connsiteY2" fmla="*/ 230817 h 834067"/>
                  <a:gd name="connsiteX3" fmla="*/ 288467 w 507284"/>
                  <a:gd name="connsiteY3" fmla="*/ 102027 h 834067"/>
                  <a:gd name="connsiteX4" fmla="*/ 507283 w 507284"/>
                  <a:gd name="connsiteY4" fmla="*/ 0 h 834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7284" h="834067">
                    <a:moveTo>
                      <a:pt x="0" y="834067"/>
                    </a:moveTo>
                    <a:cubicBezTo>
                      <a:pt x="12964" y="750988"/>
                      <a:pt x="25929" y="667909"/>
                      <a:pt x="57150" y="567367"/>
                    </a:cubicBezTo>
                    <a:cubicBezTo>
                      <a:pt x="88371" y="466825"/>
                      <a:pt x="148772" y="308374"/>
                      <a:pt x="187325" y="230817"/>
                    </a:cubicBezTo>
                    <a:cubicBezTo>
                      <a:pt x="225878" y="153260"/>
                      <a:pt x="248070" y="137603"/>
                      <a:pt x="288467" y="102027"/>
                    </a:cubicBezTo>
                    <a:cubicBezTo>
                      <a:pt x="308876" y="88353"/>
                      <a:pt x="435845" y="13758"/>
                      <a:pt x="507283" y="0"/>
                    </a:cubicBezTo>
                  </a:path>
                </a:pathLst>
              </a:cu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" name="矩形 66"/>
            <p:cNvSpPr/>
            <p:nvPr/>
          </p:nvSpPr>
          <p:spPr>
            <a:xfrm>
              <a:off x="2513573" y="1554371"/>
              <a:ext cx="103105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----</a:t>
              </a:r>
              <a:r>
                <a:rPr lang="zh-CN" altLang="en-US" sz="14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气隙小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0053207" y="4787249"/>
            <a:ext cx="1304969" cy="307777"/>
            <a:chOff x="2227185" y="2081605"/>
            <a:chExt cx="1304969" cy="307777"/>
          </a:xfrm>
        </p:grpSpPr>
        <p:grpSp>
          <p:nvGrpSpPr>
            <p:cNvPr id="58" name="组合 57"/>
            <p:cNvGrpSpPr/>
            <p:nvPr/>
          </p:nvGrpSpPr>
          <p:grpSpPr>
            <a:xfrm>
              <a:off x="2227185" y="2159828"/>
              <a:ext cx="321404" cy="130322"/>
              <a:chOff x="2068901" y="1354037"/>
              <a:chExt cx="7399224" cy="3000215"/>
            </a:xfrm>
          </p:grpSpPr>
          <p:sp>
            <p:nvSpPr>
              <p:cNvPr id="59" name="任意多边形 58"/>
              <p:cNvSpPr/>
              <p:nvPr/>
            </p:nvSpPr>
            <p:spPr>
              <a:xfrm rot="3703016">
                <a:off x="8483590" y="717830"/>
                <a:ext cx="194823" cy="1467237"/>
              </a:xfrm>
              <a:custGeom>
                <a:avLst/>
                <a:gdLst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61 h 290573"/>
                  <a:gd name="connsiteX1" fmla="*/ 226219 w 745331"/>
                  <a:gd name="connsiteY1" fmla="*/ 83405 h 290573"/>
                  <a:gd name="connsiteX2" fmla="*/ 0 w 745331"/>
                  <a:gd name="connsiteY2" fmla="*/ 290573 h 290573"/>
                  <a:gd name="connsiteX0" fmla="*/ 652831 w 652832"/>
                  <a:gd name="connsiteY0" fmla="*/ 44 h 302575"/>
                  <a:gd name="connsiteX1" fmla="*/ 226219 w 652832"/>
                  <a:gd name="connsiteY1" fmla="*/ 95407 h 302575"/>
                  <a:gd name="connsiteX2" fmla="*/ 0 w 652832"/>
                  <a:gd name="connsiteY2" fmla="*/ 302575 h 302575"/>
                  <a:gd name="connsiteX0" fmla="*/ 652831 w 652832"/>
                  <a:gd name="connsiteY0" fmla="*/ 0 h 302531"/>
                  <a:gd name="connsiteX1" fmla="*/ 226219 w 652832"/>
                  <a:gd name="connsiteY1" fmla="*/ 95363 h 302531"/>
                  <a:gd name="connsiteX2" fmla="*/ 0 w 652832"/>
                  <a:gd name="connsiteY2" fmla="*/ 302531 h 302531"/>
                  <a:gd name="connsiteX0" fmla="*/ 652831 w 652832"/>
                  <a:gd name="connsiteY0" fmla="*/ 0 h 302531"/>
                  <a:gd name="connsiteX1" fmla="*/ 226219 w 652832"/>
                  <a:gd name="connsiteY1" fmla="*/ 95363 h 302531"/>
                  <a:gd name="connsiteX2" fmla="*/ 0 w 652832"/>
                  <a:gd name="connsiteY2" fmla="*/ 302531 h 302531"/>
                  <a:gd name="connsiteX0" fmla="*/ 693568 w 693569"/>
                  <a:gd name="connsiteY0" fmla="*/ 0 h 308051"/>
                  <a:gd name="connsiteX1" fmla="*/ 226219 w 693569"/>
                  <a:gd name="connsiteY1" fmla="*/ 100883 h 308051"/>
                  <a:gd name="connsiteX2" fmla="*/ 0 w 693569"/>
                  <a:gd name="connsiteY2" fmla="*/ 308051 h 308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3569" h="308051">
                    <a:moveTo>
                      <a:pt x="693568" y="0"/>
                    </a:moveTo>
                    <a:cubicBezTo>
                      <a:pt x="478122" y="31562"/>
                      <a:pt x="333772" y="45321"/>
                      <a:pt x="226219" y="100883"/>
                    </a:cubicBezTo>
                    <a:cubicBezTo>
                      <a:pt x="118666" y="156445"/>
                      <a:pt x="50998" y="228676"/>
                      <a:pt x="0" y="308051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任意多边形 59"/>
              <p:cNvSpPr/>
              <p:nvPr/>
            </p:nvSpPr>
            <p:spPr>
              <a:xfrm rot="3703016">
                <a:off x="6786095" y="1054407"/>
                <a:ext cx="46154" cy="2427152"/>
              </a:xfrm>
              <a:custGeom>
                <a:avLst/>
                <a:gdLst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4307" h="509588">
                    <a:moveTo>
                      <a:pt x="164307" y="0"/>
                    </a:moveTo>
                    <a:cubicBezTo>
                      <a:pt x="117475" y="76597"/>
                      <a:pt x="94061" y="153194"/>
                      <a:pt x="66676" y="238125"/>
                    </a:cubicBezTo>
                    <a:cubicBezTo>
                      <a:pt x="39292" y="323056"/>
                      <a:pt x="12699" y="447279"/>
                      <a:pt x="0" y="509588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任意多边形 60"/>
              <p:cNvSpPr/>
              <p:nvPr/>
            </p:nvSpPr>
            <p:spPr>
              <a:xfrm rot="3703016">
                <a:off x="3937560" y="1763045"/>
                <a:ext cx="115705" cy="3853023"/>
              </a:xfrm>
              <a:custGeom>
                <a:avLst/>
                <a:gdLst>
                  <a:gd name="connsiteX0" fmla="*/ 546100 w 546100"/>
                  <a:gd name="connsiteY0" fmla="*/ 0 h 809625"/>
                  <a:gd name="connsiteX1" fmla="*/ 428625 w 546100"/>
                  <a:gd name="connsiteY1" fmla="*/ 460375 h 809625"/>
                  <a:gd name="connsiteX2" fmla="*/ 260350 w 546100"/>
                  <a:gd name="connsiteY2" fmla="*/ 717550 h 809625"/>
                  <a:gd name="connsiteX3" fmla="*/ 0 w 546100"/>
                  <a:gd name="connsiteY3" fmla="*/ 809625 h 809625"/>
                  <a:gd name="connsiteX0" fmla="*/ 546100 w 546100"/>
                  <a:gd name="connsiteY0" fmla="*/ 0 h 796925"/>
                  <a:gd name="connsiteX1" fmla="*/ 428625 w 546100"/>
                  <a:gd name="connsiteY1" fmla="*/ 460375 h 796925"/>
                  <a:gd name="connsiteX2" fmla="*/ 260350 w 546100"/>
                  <a:gd name="connsiteY2" fmla="*/ 717550 h 796925"/>
                  <a:gd name="connsiteX3" fmla="*/ 0 w 546100"/>
                  <a:gd name="connsiteY3" fmla="*/ 796925 h 796925"/>
                  <a:gd name="connsiteX0" fmla="*/ 552450 w 552450"/>
                  <a:gd name="connsiteY0" fmla="*/ 0 h 796925"/>
                  <a:gd name="connsiteX1" fmla="*/ 428625 w 552450"/>
                  <a:gd name="connsiteY1" fmla="*/ 460375 h 796925"/>
                  <a:gd name="connsiteX2" fmla="*/ 260350 w 552450"/>
                  <a:gd name="connsiteY2" fmla="*/ 717550 h 796925"/>
                  <a:gd name="connsiteX3" fmla="*/ 0 w 552450"/>
                  <a:gd name="connsiteY3" fmla="*/ 796925 h 796925"/>
                  <a:gd name="connsiteX0" fmla="*/ 442909 w 442909"/>
                  <a:gd name="connsiteY0" fmla="*/ 0 h 810241"/>
                  <a:gd name="connsiteX1" fmla="*/ 319084 w 442909"/>
                  <a:gd name="connsiteY1" fmla="*/ 460375 h 810241"/>
                  <a:gd name="connsiteX2" fmla="*/ 150809 w 442909"/>
                  <a:gd name="connsiteY2" fmla="*/ 717550 h 810241"/>
                  <a:gd name="connsiteX3" fmla="*/ 1 w 442909"/>
                  <a:gd name="connsiteY3" fmla="*/ 810241 h 810241"/>
                  <a:gd name="connsiteX0" fmla="*/ 411909 w 411909"/>
                  <a:gd name="connsiteY0" fmla="*/ 0 h 808954"/>
                  <a:gd name="connsiteX1" fmla="*/ 288084 w 411909"/>
                  <a:gd name="connsiteY1" fmla="*/ 460375 h 808954"/>
                  <a:gd name="connsiteX2" fmla="*/ 119809 w 411909"/>
                  <a:gd name="connsiteY2" fmla="*/ 717550 h 808954"/>
                  <a:gd name="connsiteX3" fmla="*/ 1 w 411909"/>
                  <a:gd name="connsiteY3" fmla="*/ 808954 h 808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1909" h="808954">
                    <a:moveTo>
                      <a:pt x="411909" y="0"/>
                    </a:moveTo>
                    <a:cubicBezTo>
                      <a:pt x="376984" y="170391"/>
                      <a:pt x="336767" y="340783"/>
                      <a:pt x="288084" y="460375"/>
                    </a:cubicBezTo>
                    <a:cubicBezTo>
                      <a:pt x="239401" y="579967"/>
                      <a:pt x="191246" y="661458"/>
                      <a:pt x="119809" y="717550"/>
                    </a:cubicBezTo>
                    <a:cubicBezTo>
                      <a:pt x="48372" y="773642"/>
                      <a:pt x="94457" y="792020"/>
                      <a:pt x="1" y="808954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任意多边形 61"/>
              <p:cNvSpPr/>
              <p:nvPr/>
            </p:nvSpPr>
            <p:spPr>
              <a:xfrm rot="3703016">
                <a:off x="2880613" y="3533447"/>
                <a:ext cx="158825" cy="1482785"/>
              </a:xfrm>
              <a:custGeom>
                <a:avLst/>
                <a:gdLst>
                  <a:gd name="connsiteX0" fmla="*/ 0 w 714375"/>
                  <a:gd name="connsiteY0" fmla="*/ 298450 h 299084"/>
                  <a:gd name="connsiteX1" fmla="*/ 292100 w 714375"/>
                  <a:gd name="connsiteY1" fmla="*/ 279400 h 299084"/>
                  <a:gd name="connsiteX2" fmla="*/ 555625 w 714375"/>
                  <a:gd name="connsiteY2" fmla="*/ 168275 h 299084"/>
                  <a:gd name="connsiteX3" fmla="*/ 714375 w 714375"/>
                  <a:gd name="connsiteY3" fmla="*/ 0 h 299084"/>
                  <a:gd name="connsiteX4" fmla="*/ 714375 w 714375"/>
                  <a:gd name="connsiteY4" fmla="*/ 0 h 299084"/>
                  <a:gd name="connsiteX0" fmla="*/ -1 w 582656"/>
                  <a:gd name="connsiteY0" fmla="*/ 307929 h 308090"/>
                  <a:gd name="connsiteX1" fmla="*/ 160381 w 582656"/>
                  <a:gd name="connsiteY1" fmla="*/ 279400 h 308090"/>
                  <a:gd name="connsiteX2" fmla="*/ 423906 w 582656"/>
                  <a:gd name="connsiteY2" fmla="*/ 168275 h 308090"/>
                  <a:gd name="connsiteX3" fmla="*/ 582656 w 582656"/>
                  <a:gd name="connsiteY3" fmla="*/ 0 h 308090"/>
                  <a:gd name="connsiteX4" fmla="*/ 582656 w 582656"/>
                  <a:gd name="connsiteY4" fmla="*/ 0 h 308090"/>
                  <a:gd name="connsiteX0" fmla="*/ -1 w 582656"/>
                  <a:gd name="connsiteY0" fmla="*/ 307929 h 308047"/>
                  <a:gd name="connsiteX1" fmla="*/ 188502 w 582656"/>
                  <a:gd name="connsiteY1" fmla="*/ 276318 h 308047"/>
                  <a:gd name="connsiteX2" fmla="*/ 423906 w 582656"/>
                  <a:gd name="connsiteY2" fmla="*/ 168275 h 308047"/>
                  <a:gd name="connsiteX3" fmla="*/ 582656 w 582656"/>
                  <a:gd name="connsiteY3" fmla="*/ 0 h 308047"/>
                  <a:gd name="connsiteX4" fmla="*/ 582656 w 582656"/>
                  <a:gd name="connsiteY4" fmla="*/ 0 h 308047"/>
                  <a:gd name="connsiteX0" fmla="*/ -1 w 565415"/>
                  <a:gd name="connsiteY0" fmla="*/ 311315 h 311410"/>
                  <a:gd name="connsiteX1" fmla="*/ 171261 w 565415"/>
                  <a:gd name="connsiteY1" fmla="*/ 276318 h 311410"/>
                  <a:gd name="connsiteX2" fmla="*/ 406665 w 565415"/>
                  <a:gd name="connsiteY2" fmla="*/ 168275 h 311410"/>
                  <a:gd name="connsiteX3" fmla="*/ 565415 w 565415"/>
                  <a:gd name="connsiteY3" fmla="*/ 0 h 311410"/>
                  <a:gd name="connsiteX4" fmla="*/ 565415 w 565415"/>
                  <a:gd name="connsiteY4" fmla="*/ 0 h 311410"/>
                  <a:gd name="connsiteX0" fmla="*/ -1 w 565415"/>
                  <a:gd name="connsiteY0" fmla="*/ 311315 h 311315"/>
                  <a:gd name="connsiteX1" fmla="*/ 171261 w 565415"/>
                  <a:gd name="connsiteY1" fmla="*/ 276318 h 311315"/>
                  <a:gd name="connsiteX2" fmla="*/ 406665 w 565415"/>
                  <a:gd name="connsiteY2" fmla="*/ 168275 h 311315"/>
                  <a:gd name="connsiteX3" fmla="*/ 565415 w 565415"/>
                  <a:gd name="connsiteY3" fmla="*/ 0 h 311315"/>
                  <a:gd name="connsiteX4" fmla="*/ 565415 w 565415"/>
                  <a:gd name="connsiteY4" fmla="*/ 0 h 311315"/>
                  <a:gd name="connsiteX0" fmla="*/ -1 w 565415"/>
                  <a:gd name="connsiteY0" fmla="*/ 311315 h 311315"/>
                  <a:gd name="connsiteX1" fmla="*/ 202255 w 565415"/>
                  <a:gd name="connsiteY1" fmla="*/ 275031 h 311315"/>
                  <a:gd name="connsiteX2" fmla="*/ 406665 w 565415"/>
                  <a:gd name="connsiteY2" fmla="*/ 168275 h 311315"/>
                  <a:gd name="connsiteX3" fmla="*/ 565415 w 565415"/>
                  <a:gd name="connsiteY3" fmla="*/ 0 h 311315"/>
                  <a:gd name="connsiteX4" fmla="*/ 565415 w 565415"/>
                  <a:gd name="connsiteY4" fmla="*/ 0 h 311315"/>
                  <a:gd name="connsiteX0" fmla="*/ -1 w 565415"/>
                  <a:gd name="connsiteY0" fmla="*/ 311315 h 311315"/>
                  <a:gd name="connsiteX1" fmla="*/ 202255 w 565415"/>
                  <a:gd name="connsiteY1" fmla="*/ 275031 h 311315"/>
                  <a:gd name="connsiteX2" fmla="*/ 406665 w 565415"/>
                  <a:gd name="connsiteY2" fmla="*/ 168275 h 311315"/>
                  <a:gd name="connsiteX3" fmla="*/ 565415 w 565415"/>
                  <a:gd name="connsiteY3" fmla="*/ 0 h 311315"/>
                  <a:gd name="connsiteX4" fmla="*/ 565415 w 565415"/>
                  <a:gd name="connsiteY4" fmla="*/ 0 h 311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5415" h="311315">
                    <a:moveTo>
                      <a:pt x="-1" y="311315"/>
                    </a:moveTo>
                    <a:cubicBezTo>
                      <a:pt x="119749" y="295673"/>
                      <a:pt x="135617" y="296636"/>
                      <a:pt x="202255" y="275031"/>
                    </a:cubicBezTo>
                    <a:cubicBezTo>
                      <a:pt x="268893" y="253426"/>
                      <a:pt x="346138" y="214114"/>
                      <a:pt x="406665" y="168275"/>
                    </a:cubicBezTo>
                    <a:cubicBezTo>
                      <a:pt x="467192" y="122437"/>
                      <a:pt x="565415" y="0"/>
                      <a:pt x="565415" y="0"/>
                    </a:cubicBezTo>
                    <a:lnTo>
                      <a:pt x="565415" y="0"/>
                    </a:ln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任意多边形 62"/>
              <p:cNvSpPr/>
              <p:nvPr/>
            </p:nvSpPr>
            <p:spPr>
              <a:xfrm rot="3703016">
                <a:off x="4684435" y="2263123"/>
                <a:ext cx="43701" cy="2374222"/>
              </a:xfrm>
              <a:custGeom>
                <a:avLst/>
                <a:gdLst>
                  <a:gd name="connsiteX0" fmla="*/ 0 w 161925"/>
                  <a:gd name="connsiteY0" fmla="*/ 495300 h 495300"/>
                  <a:gd name="connsiteX1" fmla="*/ 88900 w 161925"/>
                  <a:gd name="connsiteY1" fmla="*/ 285750 h 495300"/>
                  <a:gd name="connsiteX2" fmla="*/ 161925 w 161925"/>
                  <a:gd name="connsiteY2" fmla="*/ 0 h 495300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575" h="498475">
                    <a:moveTo>
                      <a:pt x="0" y="498475"/>
                    </a:moveTo>
                    <a:cubicBezTo>
                      <a:pt x="30956" y="434975"/>
                      <a:pt x="62971" y="372004"/>
                      <a:pt x="88900" y="288925"/>
                    </a:cubicBezTo>
                    <a:cubicBezTo>
                      <a:pt x="114829" y="205846"/>
                      <a:pt x="151606" y="53975"/>
                      <a:pt x="155575" y="0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 rot="3703016">
                <a:off x="7432644" y="95873"/>
                <a:ext cx="154316" cy="3916646"/>
              </a:xfrm>
              <a:custGeom>
                <a:avLst/>
                <a:gdLst>
                  <a:gd name="connsiteX0" fmla="*/ 0 w 587375"/>
                  <a:gd name="connsiteY0" fmla="*/ 800100 h 800100"/>
                  <a:gd name="connsiteX1" fmla="*/ 57150 w 587375"/>
                  <a:gd name="connsiteY1" fmla="*/ 533400 h 800100"/>
                  <a:gd name="connsiteX2" fmla="*/ 187325 w 587375"/>
                  <a:gd name="connsiteY2" fmla="*/ 196850 h 800100"/>
                  <a:gd name="connsiteX3" fmla="*/ 377825 w 587375"/>
                  <a:gd name="connsiteY3" fmla="*/ 60325 h 800100"/>
                  <a:gd name="connsiteX4" fmla="*/ 587375 w 587375"/>
                  <a:gd name="connsiteY4" fmla="*/ 0 h 800100"/>
                  <a:gd name="connsiteX0" fmla="*/ 0 w 507493"/>
                  <a:gd name="connsiteY0" fmla="*/ 814557 h 814557"/>
                  <a:gd name="connsiteX1" fmla="*/ 57150 w 507493"/>
                  <a:gd name="connsiteY1" fmla="*/ 547857 h 814557"/>
                  <a:gd name="connsiteX2" fmla="*/ 187325 w 507493"/>
                  <a:gd name="connsiteY2" fmla="*/ 211307 h 814557"/>
                  <a:gd name="connsiteX3" fmla="*/ 377825 w 507493"/>
                  <a:gd name="connsiteY3" fmla="*/ 74782 h 814557"/>
                  <a:gd name="connsiteX4" fmla="*/ 507491 w 507493"/>
                  <a:gd name="connsiteY4" fmla="*/ 0 h 814557"/>
                  <a:gd name="connsiteX0" fmla="*/ 0 w 583239"/>
                  <a:gd name="connsiteY0" fmla="*/ 821805 h 821805"/>
                  <a:gd name="connsiteX1" fmla="*/ 57150 w 583239"/>
                  <a:gd name="connsiteY1" fmla="*/ 555105 h 821805"/>
                  <a:gd name="connsiteX2" fmla="*/ 187325 w 583239"/>
                  <a:gd name="connsiteY2" fmla="*/ 218555 h 821805"/>
                  <a:gd name="connsiteX3" fmla="*/ 377825 w 583239"/>
                  <a:gd name="connsiteY3" fmla="*/ 82030 h 821805"/>
                  <a:gd name="connsiteX4" fmla="*/ 583238 w 583239"/>
                  <a:gd name="connsiteY4" fmla="*/ 0 h 821805"/>
                  <a:gd name="connsiteX0" fmla="*/ 0 w 549362"/>
                  <a:gd name="connsiteY0" fmla="*/ 822312 h 822312"/>
                  <a:gd name="connsiteX1" fmla="*/ 57150 w 549362"/>
                  <a:gd name="connsiteY1" fmla="*/ 555612 h 822312"/>
                  <a:gd name="connsiteX2" fmla="*/ 187325 w 549362"/>
                  <a:gd name="connsiteY2" fmla="*/ 219062 h 822312"/>
                  <a:gd name="connsiteX3" fmla="*/ 377825 w 549362"/>
                  <a:gd name="connsiteY3" fmla="*/ 82537 h 822312"/>
                  <a:gd name="connsiteX4" fmla="*/ 549361 w 549362"/>
                  <a:gd name="connsiteY4" fmla="*/ 0 h 822312"/>
                  <a:gd name="connsiteX0" fmla="*/ 0 w 549362"/>
                  <a:gd name="connsiteY0" fmla="*/ 822312 h 822312"/>
                  <a:gd name="connsiteX1" fmla="*/ 57150 w 549362"/>
                  <a:gd name="connsiteY1" fmla="*/ 555612 h 822312"/>
                  <a:gd name="connsiteX2" fmla="*/ 187325 w 549362"/>
                  <a:gd name="connsiteY2" fmla="*/ 219062 h 822312"/>
                  <a:gd name="connsiteX3" fmla="*/ 329021 w 549362"/>
                  <a:gd name="connsiteY3" fmla="*/ 81556 h 822312"/>
                  <a:gd name="connsiteX4" fmla="*/ 549361 w 549362"/>
                  <a:gd name="connsiteY4" fmla="*/ 0 h 822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9362" h="822312">
                    <a:moveTo>
                      <a:pt x="0" y="822312"/>
                    </a:moveTo>
                    <a:cubicBezTo>
                      <a:pt x="12964" y="739233"/>
                      <a:pt x="25929" y="656154"/>
                      <a:pt x="57150" y="555612"/>
                    </a:cubicBezTo>
                    <a:cubicBezTo>
                      <a:pt x="88371" y="455070"/>
                      <a:pt x="142013" y="298071"/>
                      <a:pt x="187325" y="219062"/>
                    </a:cubicBezTo>
                    <a:cubicBezTo>
                      <a:pt x="232637" y="140053"/>
                      <a:pt x="262346" y="114364"/>
                      <a:pt x="329021" y="81556"/>
                    </a:cubicBezTo>
                    <a:cubicBezTo>
                      <a:pt x="395696" y="48748"/>
                      <a:pt x="477923" y="13758"/>
                      <a:pt x="549361" y="0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8" name="矩形 67"/>
            <p:cNvSpPr/>
            <p:nvPr/>
          </p:nvSpPr>
          <p:spPr>
            <a:xfrm>
              <a:off x="2501103" y="2081605"/>
              <a:ext cx="103105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E077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----</a:t>
              </a:r>
              <a:r>
                <a:rPr lang="zh-CN" altLang="en-US" sz="1400" dirty="0">
                  <a:solidFill>
                    <a:srgbClr val="E077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气隙大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046305" y="5091229"/>
            <a:ext cx="1131856" cy="307777"/>
            <a:chOff x="2235899" y="2584078"/>
            <a:chExt cx="1131856" cy="307777"/>
          </a:xfrm>
        </p:grpSpPr>
        <p:cxnSp>
          <p:nvCxnSpPr>
            <p:cNvPr id="71" name="直接连接符 70"/>
            <p:cNvCxnSpPr/>
            <p:nvPr/>
          </p:nvCxnSpPr>
          <p:spPr>
            <a:xfrm flipV="1">
              <a:off x="2235899" y="2736573"/>
              <a:ext cx="304123" cy="16214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矩形 71"/>
            <p:cNvSpPr/>
            <p:nvPr/>
          </p:nvSpPr>
          <p:spPr>
            <a:xfrm>
              <a:off x="2516240" y="2584078"/>
              <a:ext cx="85151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92B37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----</a:t>
              </a:r>
              <a:r>
                <a:rPr lang="zh-CN" altLang="en-US" sz="1400" dirty="0">
                  <a:solidFill>
                    <a:srgbClr val="92B37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空芯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698020" y="1689645"/>
            <a:ext cx="4107935" cy="276999"/>
            <a:chOff x="5698020" y="1689645"/>
            <a:chExt cx="4107935" cy="276999"/>
          </a:xfrm>
        </p:grpSpPr>
        <p:cxnSp>
          <p:nvCxnSpPr>
            <p:cNvPr id="82" name="直接连接符 81"/>
            <p:cNvCxnSpPr/>
            <p:nvPr/>
          </p:nvCxnSpPr>
          <p:spPr>
            <a:xfrm flipH="1">
              <a:off x="6101231" y="1871448"/>
              <a:ext cx="3704724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5698020" y="1689645"/>
                  <a:ext cx="37048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8020" y="1689645"/>
                  <a:ext cx="37048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3333" r="-1667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/>
          <p:cNvGrpSpPr/>
          <p:nvPr/>
        </p:nvGrpSpPr>
        <p:grpSpPr>
          <a:xfrm>
            <a:off x="2406554" y="5090543"/>
            <a:ext cx="4281887" cy="276999"/>
            <a:chOff x="2406554" y="5090543"/>
            <a:chExt cx="4281887" cy="276999"/>
          </a:xfrm>
        </p:grpSpPr>
        <p:cxnSp>
          <p:nvCxnSpPr>
            <p:cNvPr id="84" name="直接连接符 83"/>
            <p:cNvCxnSpPr/>
            <p:nvPr/>
          </p:nvCxnSpPr>
          <p:spPr>
            <a:xfrm flipH="1">
              <a:off x="2406554" y="5249648"/>
              <a:ext cx="3704724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文本框 73"/>
                <p:cNvSpPr txBox="1"/>
                <p:nvPr/>
              </p:nvSpPr>
              <p:spPr>
                <a:xfrm>
                  <a:off x="6144831" y="5090543"/>
                  <a:ext cx="54361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74" name="文本框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4831" y="5090543"/>
                  <a:ext cx="543610" cy="276999"/>
                </a:xfrm>
                <a:prstGeom prst="rect">
                  <a:avLst/>
                </a:prstGeom>
                <a:blipFill>
                  <a:blip r:embed="rId3"/>
                  <a:stretch>
                    <a:fillRect r="-1124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/>
          <p:cNvGrpSpPr/>
          <p:nvPr/>
        </p:nvGrpSpPr>
        <p:grpSpPr>
          <a:xfrm>
            <a:off x="3240833" y="2166465"/>
            <a:ext cx="2855167" cy="898998"/>
            <a:chOff x="3240833" y="2166465"/>
            <a:chExt cx="2855167" cy="898998"/>
          </a:xfrm>
        </p:grpSpPr>
        <p:cxnSp>
          <p:nvCxnSpPr>
            <p:cNvPr id="21" name="直接连接符 20"/>
            <p:cNvCxnSpPr/>
            <p:nvPr/>
          </p:nvCxnSpPr>
          <p:spPr>
            <a:xfrm flipH="1">
              <a:off x="4305674" y="3062288"/>
              <a:ext cx="1790326" cy="0"/>
            </a:xfrm>
            <a:prstGeom prst="line">
              <a:avLst/>
            </a:prstGeom>
            <a:ln w="6350">
              <a:solidFill>
                <a:srgbClr val="02AAE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 flipV="1">
              <a:off x="3618686" y="2375047"/>
              <a:ext cx="690416" cy="690416"/>
            </a:xfrm>
            <a:prstGeom prst="line">
              <a:avLst/>
            </a:prstGeom>
            <a:ln w="6350">
              <a:solidFill>
                <a:srgbClr val="02AAE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文本框 78"/>
                <p:cNvSpPr txBox="1"/>
                <p:nvPr/>
              </p:nvSpPr>
              <p:spPr>
                <a:xfrm>
                  <a:off x="3240833" y="2166465"/>
                  <a:ext cx="31534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02AAE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79" name="文本框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833" y="2166465"/>
                  <a:ext cx="315343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11765" r="-1961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/>
          <p:cNvGrpSpPr/>
          <p:nvPr/>
        </p:nvGrpSpPr>
        <p:grpSpPr>
          <a:xfrm>
            <a:off x="3240833" y="2529965"/>
            <a:ext cx="2864945" cy="890979"/>
            <a:chOff x="3240833" y="2529965"/>
            <a:chExt cx="2864945" cy="890979"/>
          </a:xfrm>
        </p:grpSpPr>
        <p:cxnSp>
          <p:nvCxnSpPr>
            <p:cNvPr id="75" name="直接连接符 74"/>
            <p:cNvCxnSpPr/>
            <p:nvPr/>
          </p:nvCxnSpPr>
          <p:spPr>
            <a:xfrm flipH="1">
              <a:off x="4315452" y="3420944"/>
              <a:ext cx="1790326" cy="0"/>
            </a:xfrm>
            <a:prstGeom prst="line">
              <a:avLst/>
            </a:prstGeom>
            <a:ln w="6350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 flipV="1">
              <a:off x="3621673" y="2726953"/>
              <a:ext cx="690416" cy="690416"/>
            </a:xfrm>
            <a:prstGeom prst="line">
              <a:avLst/>
            </a:prstGeom>
            <a:ln w="6350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文本框 79"/>
                <p:cNvSpPr txBox="1"/>
                <p:nvPr/>
              </p:nvSpPr>
              <p:spPr>
                <a:xfrm>
                  <a:off x="3240833" y="2529965"/>
                  <a:ext cx="31534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80" name="文本框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833" y="2529965"/>
                  <a:ext cx="315343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11765" r="-1961"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/>
          <p:cNvGrpSpPr/>
          <p:nvPr/>
        </p:nvGrpSpPr>
        <p:grpSpPr>
          <a:xfrm>
            <a:off x="3240833" y="2865581"/>
            <a:ext cx="2856537" cy="627443"/>
            <a:chOff x="3240833" y="2865581"/>
            <a:chExt cx="2856537" cy="627443"/>
          </a:xfrm>
        </p:grpSpPr>
        <p:cxnSp>
          <p:nvCxnSpPr>
            <p:cNvPr id="77" name="直接连接符 76"/>
            <p:cNvCxnSpPr/>
            <p:nvPr/>
          </p:nvCxnSpPr>
          <p:spPr>
            <a:xfrm flipH="1">
              <a:off x="4307044" y="3493024"/>
              <a:ext cx="1790326" cy="0"/>
            </a:xfrm>
            <a:prstGeom prst="line">
              <a:avLst/>
            </a:prstGeom>
            <a:ln w="6350">
              <a:solidFill>
                <a:srgbClr val="E0773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 flipV="1">
              <a:off x="3645351" y="3069531"/>
              <a:ext cx="658330" cy="419918"/>
            </a:xfrm>
            <a:prstGeom prst="line">
              <a:avLst/>
            </a:prstGeom>
            <a:ln w="6350">
              <a:solidFill>
                <a:srgbClr val="E0773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文本框 80"/>
                <p:cNvSpPr txBox="1"/>
                <p:nvPr/>
              </p:nvSpPr>
              <p:spPr>
                <a:xfrm>
                  <a:off x="3240833" y="2865581"/>
                  <a:ext cx="31534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  <m:r>
                              <a:rPr lang="en-US" altLang="zh-CN" sz="1400" b="0" i="1" smtClean="0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ED7D3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81" name="文本框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833" y="2865581"/>
                  <a:ext cx="315343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11765" r="-1961"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5" name="矩形 84"/>
          <p:cNvSpPr/>
          <p:nvPr/>
        </p:nvSpPr>
        <p:spPr>
          <a:xfrm>
            <a:off x="3126635" y="1809076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磁滞</a:t>
            </a:r>
          </a:p>
        </p:txBody>
      </p:sp>
      <p:grpSp>
        <p:nvGrpSpPr>
          <p:cNvPr id="100" name="组合 99"/>
          <p:cNvGrpSpPr/>
          <p:nvPr/>
        </p:nvGrpSpPr>
        <p:grpSpPr>
          <a:xfrm>
            <a:off x="7065653" y="1892968"/>
            <a:ext cx="396070" cy="1938710"/>
            <a:chOff x="7065653" y="1892968"/>
            <a:chExt cx="396070" cy="1938710"/>
          </a:xfrm>
        </p:grpSpPr>
        <p:cxnSp>
          <p:nvCxnSpPr>
            <p:cNvPr id="86" name="直接连接符 85"/>
            <p:cNvCxnSpPr>
              <a:stCxn id="13" idx="4"/>
            </p:cNvCxnSpPr>
            <p:nvPr/>
          </p:nvCxnSpPr>
          <p:spPr>
            <a:xfrm>
              <a:off x="7202579" y="1892968"/>
              <a:ext cx="0" cy="164495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文本框 91"/>
                <p:cNvSpPr txBox="1"/>
                <p:nvPr/>
              </p:nvSpPr>
              <p:spPr>
                <a:xfrm>
                  <a:off x="7065653" y="3616234"/>
                  <a:ext cx="39607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𝑠𝑎𝑡</m:t>
                            </m:r>
                            <m:r>
                              <a:rPr lang="en-US" altLang="zh-CN" sz="1400" b="0" i="1" smtClean="0">
                                <a:solidFill>
                                  <a:srgbClr val="02AAE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02AAE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92" name="文本框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5653" y="3616234"/>
                  <a:ext cx="396070" cy="215444"/>
                </a:xfrm>
                <a:prstGeom prst="rect">
                  <a:avLst/>
                </a:prstGeom>
                <a:blipFill>
                  <a:blip r:embed="rId7"/>
                  <a:stretch>
                    <a:fillRect l="-7692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/>
          <p:cNvGrpSpPr/>
          <p:nvPr/>
        </p:nvGrpSpPr>
        <p:grpSpPr>
          <a:xfrm>
            <a:off x="8317302" y="1904476"/>
            <a:ext cx="396070" cy="1927202"/>
            <a:chOff x="8317302" y="1904476"/>
            <a:chExt cx="396070" cy="1927202"/>
          </a:xfrm>
        </p:grpSpPr>
        <p:cxnSp>
          <p:nvCxnSpPr>
            <p:cNvPr id="89" name="直接连接符 88"/>
            <p:cNvCxnSpPr/>
            <p:nvPr/>
          </p:nvCxnSpPr>
          <p:spPr>
            <a:xfrm>
              <a:off x="8509565" y="1904476"/>
              <a:ext cx="0" cy="1644954"/>
            </a:xfrm>
            <a:prstGeom prst="line">
              <a:avLst/>
            </a:prstGeom>
            <a:ln>
              <a:solidFill>
                <a:srgbClr val="D5D60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文本框 92"/>
                <p:cNvSpPr txBox="1"/>
                <p:nvPr/>
              </p:nvSpPr>
              <p:spPr>
                <a:xfrm>
                  <a:off x="8317302" y="3616234"/>
                  <a:ext cx="39607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𝑠𝑎𝑡</m:t>
                            </m:r>
                            <m:r>
                              <a:rPr lang="en-US" altLang="zh-CN" sz="1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93" name="文本框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7302" y="3616234"/>
                  <a:ext cx="396070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7692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组合 101"/>
          <p:cNvGrpSpPr/>
          <p:nvPr/>
        </p:nvGrpSpPr>
        <p:grpSpPr>
          <a:xfrm>
            <a:off x="9434071" y="1871448"/>
            <a:ext cx="396070" cy="1960230"/>
            <a:chOff x="9434071" y="1871448"/>
            <a:chExt cx="396070" cy="1960230"/>
          </a:xfrm>
        </p:grpSpPr>
        <p:cxnSp>
          <p:nvCxnSpPr>
            <p:cNvPr id="90" name="直接连接符 89"/>
            <p:cNvCxnSpPr/>
            <p:nvPr/>
          </p:nvCxnSpPr>
          <p:spPr>
            <a:xfrm>
              <a:off x="9590935" y="1871448"/>
              <a:ext cx="0" cy="1644954"/>
            </a:xfrm>
            <a:prstGeom prst="line">
              <a:avLst/>
            </a:prstGeom>
            <a:ln>
              <a:solidFill>
                <a:srgbClr val="ED7D3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文本框 93"/>
                <p:cNvSpPr txBox="1"/>
                <p:nvPr/>
              </p:nvSpPr>
              <p:spPr>
                <a:xfrm>
                  <a:off x="9434071" y="3616234"/>
                  <a:ext cx="39607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E0773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E0773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E0773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𝑠𝑎𝑡</m:t>
                            </m:r>
                            <m:r>
                              <a:rPr lang="en-US" altLang="zh-CN" sz="1400" b="0" i="1" smtClean="0">
                                <a:solidFill>
                                  <a:srgbClr val="E0773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rgbClr val="E0773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94" name="文本框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4071" y="3616234"/>
                  <a:ext cx="396070" cy="215444"/>
                </a:xfrm>
                <a:prstGeom prst="rect">
                  <a:avLst/>
                </a:prstGeom>
                <a:blipFill>
                  <a:blip r:embed="rId9"/>
                  <a:stretch>
                    <a:fillRect l="-7692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8" name="文本框 97"/>
          <p:cNvSpPr txBox="1"/>
          <p:nvPr/>
        </p:nvSpPr>
        <p:spPr>
          <a:xfrm>
            <a:off x="7693097" y="353929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8887032" y="353929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矩形 102"/>
              <p:cNvSpPr/>
              <p:nvPr/>
            </p:nvSpPr>
            <p:spPr>
              <a:xfrm>
                <a:off x="6682527" y="1030647"/>
                <a:ext cx="4708148" cy="607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磁场能量密度</a:t>
                </a:r>
                <a14:m>
                  <m:oMath xmlns:m="http://schemas.openxmlformats.org/officeDocument/2006/math">
                    <m:r>
                      <a:rPr lang="zh-CN" alt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en-US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sz="20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zh-CN" altLang="en-US" sz="200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en-US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zh-CN" altLang="en-US" sz="20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zh-CN" alt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zh-CN" altLang="en-US" sz="20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0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0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0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𝐵𝐻</m:t>
                    </m:r>
                  </m:oMath>
                </a14:m>
                <a:endPara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03" name="矩形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527" y="1030647"/>
                <a:ext cx="4708148" cy="607282"/>
              </a:xfrm>
              <a:prstGeom prst="rect">
                <a:avLst/>
              </a:prstGeom>
              <a:blipFill>
                <a:blip r:embed="rId10"/>
                <a:stretch>
                  <a:fillRect l="-1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等腰三角形 104"/>
          <p:cNvSpPr/>
          <p:nvPr/>
        </p:nvSpPr>
        <p:spPr>
          <a:xfrm>
            <a:off x="6124318" y="1855165"/>
            <a:ext cx="1084916" cy="1659534"/>
          </a:xfrm>
          <a:custGeom>
            <a:avLst/>
            <a:gdLst>
              <a:gd name="connsiteX0" fmla="*/ 0 w 1457325"/>
              <a:gd name="connsiteY0" fmla="*/ 1830984 h 1830984"/>
              <a:gd name="connsiteX1" fmla="*/ 728663 w 1457325"/>
              <a:gd name="connsiteY1" fmla="*/ 0 h 1830984"/>
              <a:gd name="connsiteX2" fmla="*/ 1457325 w 1457325"/>
              <a:gd name="connsiteY2" fmla="*/ 1830984 h 1830984"/>
              <a:gd name="connsiteX3" fmla="*/ 0 w 1457325"/>
              <a:gd name="connsiteY3" fmla="*/ 1830984 h 1830984"/>
              <a:gd name="connsiteX0" fmla="*/ 0 w 1457325"/>
              <a:gd name="connsiteY0" fmla="*/ 1659534 h 1659534"/>
              <a:gd name="connsiteX1" fmla="*/ 1071563 w 1457325"/>
              <a:gd name="connsiteY1" fmla="*/ 0 h 1659534"/>
              <a:gd name="connsiteX2" fmla="*/ 1457325 w 1457325"/>
              <a:gd name="connsiteY2" fmla="*/ 1659534 h 1659534"/>
              <a:gd name="connsiteX3" fmla="*/ 0 w 1457325"/>
              <a:gd name="connsiteY3" fmla="*/ 1659534 h 1659534"/>
              <a:gd name="connsiteX0" fmla="*/ 0 w 1076325"/>
              <a:gd name="connsiteY0" fmla="*/ 1659534 h 1659534"/>
              <a:gd name="connsiteX1" fmla="*/ 1071563 w 1076325"/>
              <a:gd name="connsiteY1" fmla="*/ 0 h 1659534"/>
              <a:gd name="connsiteX2" fmla="*/ 1076325 w 1076325"/>
              <a:gd name="connsiteY2" fmla="*/ 1640484 h 1659534"/>
              <a:gd name="connsiteX3" fmla="*/ 0 w 1076325"/>
              <a:gd name="connsiteY3" fmla="*/ 1659534 h 1659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6325" h="1659534">
                <a:moveTo>
                  <a:pt x="0" y="1659534"/>
                </a:moveTo>
                <a:lnTo>
                  <a:pt x="1071563" y="0"/>
                </a:lnTo>
                <a:cubicBezTo>
                  <a:pt x="1073150" y="546828"/>
                  <a:pt x="1074738" y="1093656"/>
                  <a:pt x="1076325" y="1640484"/>
                </a:cubicBezTo>
                <a:lnTo>
                  <a:pt x="0" y="1659534"/>
                </a:lnTo>
                <a:close/>
              </a:path>
            </a:pathLst>
          </a:cu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等腰三角形 104"/>
          <p:cNvSpPr/>
          <p:nvPr/>
        </p:nvSpPr>
        <p:spPr>
          <a:xfrm>
            <a:off x="6140274" y="1882699"/>
            <a:ext cx="2380451" cy="1659534"/>
          </a:xfrm>
          <a:custGeom>
            <a:avLst/>
            <a:gdLst>
              <a:gd name="connsiteX0" fmla="*/ 0 w 1457325"/>
              <a:gd name="connsiteY0" fmla="*/ 1830984 h 1830984"/>
              <a:gd name="connsiteX1" fmla="*/ 728663 w 1457325"/>
              <a:gd name="connsiteY1" fmla="*/ 0 h 1830984"/>
              <a:gd name="connsiteX2" fmla="*/ 1457325 w 1457325"/>
              <a:gd name="connsiteY2" fmla="*/ 1830984 h 1830984"/>
              <a:gd name="connsiteX3" fmla="*/ 0 w 1457325"/>
              <a:gd name="connsiteY3" fmla="*/ 1830984 h 1830984"/>
              <a:gd name="connsiteX0" fmla="*/ 0 w 1457325"/>
              <a:gd name="connsiteY0" fmla="*/ 1659534 h 1659534"/>
              <a:gd name="connsiteX1" fmla="*/ 1071563 w 1457325"/>
              <a:gd name="connsiteY1" fmla="*/ 0 h 1659534"/>
              <a:gd name="connsiteX2" fmla="*/ 1457325 w 1457325"/>
              <a:gd name="connsiteY2" fmla="*/ 1659534 h 1659534"/>
              <a:gd name="connsiteX3" fmla="*/ 0 w 1457325"/>
              <a:gd name="connsiteY3" fmla="*/ 1659534 h 1659534"/>
              <a:gd name="connsiteX0" fmla="*/ 0 w 1076325"/>
              <a:gd name="connsiteY0" fmla="*/ 1659534 h 1659534"/>
              <a:gd name="connsiteX1" fmla="*/ 1071563 w 1076325"/>
              <a:gd name="connsiteY1" fmla="*/ 0 h 1659534"/>
              <a:gd name="connsiteX2" fmla="*/ 1076325 w 1076325"/>
              <a:gd name="connsiteY2" fmla="*/ 1640484 h 1659534"/>
              <a:gd name="connsiteX3" fmla="*/ 0 w 1076325"/>
              <a:gd name="connsiteY3" fmla="*/ 1659534 h 1659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6325" h="1659534">
                <a:moveTo>
                  <a:pt x="0" y="1659534"/>
                </a:moveTo>
                <a:lnTo>
                  <a:pt x="1071563" y="0"/>
                </a:lnTo>
                <a:cubicBezTo>
                  <a:pt x="1073150" y="546828"/>
                  <a:pt x="1074738" y="1093656"/>
                  <a:pt x="1076325" y="1640484"/>
                </a:cubicBezTo>
                <a:lnTo>
                  <a:pt x="0" y="1659534"/>
                </a:lnTo>
                <a:close/>
              </a:path>
            </a:pathLst>
          </a:custGeom>
          <a:solidFill>
            <a:srgbClr val="FFFF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等腰三角形 104"/>
          <p:cNvSpPr/>
          <p:nvPr/>
        </p:nvSpPr>
        <p:spPr>
          <a:xfrm>
            <a:off x="6111189" y="1872450"/>
            <a:ext cx="3479746" cy="1659534"/>
          </a:xfrm>
          <a:custGeom>
            <a:avLst/>
            <a:gdLst>
              <a:gd name="connsiteX0" fmla="*/ 0 w 1457325"/>
              <a:gd name="connsiteY0" fmla="*/ 1830984 h 1830984"/>
              <a:gd name="connsiteX1" fmla="*/ 728663 w 1457325"/>
              <a:gd name="connsiteY1" fmla="*/ 0 h 1830984"/>
              <a:gd name="connsiteX2" fmla="*/ 1457325 w 1457325"/>
              <a:gd name="connsiteY2" fmla="*/ 1830984 h 1830984"/>
              <a:gd name="connsiteX3" fmla="*/ 0 w 1457325"/>
              <a:gd name="connsiteY3" fmla="*/ 1830984 h 1830984"/>
              <a:gd name="connsiteX0" fmla="*/ 0 w 1457325"/>
              <a:gd name="connsiteY0" fmla="*/ 1659534 h 1659534"/>
              <a:gd name="connsiteX1" fmla="*/ 1071563 w 1457325"/>
              <a:gd name="connsiteY1" fmla="*/ 0 h 1659534"/>
              <a:gd name="connsiteX2" fmla="*/ 1457325 w 1457325"/>
              <a:gd name="connsiteY2" fmla="*/ 1659534 h 1659534"/>
              <a:gd name="connsiteX3" fmla="*/ 0 w 1457325"/>
              <a:gd name="connsiteY3" fmla="*/ 1659534 h 1659534"/>
              <a:gd name="connsiteX0" fmla="*/ 0 w 1076325"/>
              <a:gd name="connsiteY0" fmla="*/ 1659534 h 1659534"/>
              <a:gd name="connsiteX1" fmla="*/ 1071563 w 1076325"/>
              <a:gd name="connsiteY1" fmla="*/ 0 h 1659534"/>
              <a:gd name="connsiteX2" fmla="*/ 1076325 w 1076325"/>
              <a:gd name="connsiteY2" fmla="*/ 1640484 h 1659534"/>
              <a:gd name="connsiteX3" fmla="*/ 0 w 1076325"/>
              <a:gd name="connsiteY3" fmla="*/ 1659534 h 1659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6325" h="1659534">
                <a:moveTo>
                  <a:pt x="0" y="1659534"/>
                </a:moveTo>
                <a:lnTo>
                  <a:pt x="1071563" y="0"/>
                </a:lnTo>
                <a:cubicBezTo>
                  <a:pt x="1073150" y="546828"/>
                  <a:pt x="1074738" y="1093656"/>
                  <a:pt x="1076325" y="1640484"/>
                </a:cubicBezTo>
                <a:lnTo>
                  <a:pt x="0" y="1659534"/>
                </a:lnTo>
                <a:close/>
              </a:path>
            </a:pathLst>
          </a:custGeom>
          <a:solidFill>
            <a:srgbClr val="E77A3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6455266" y="2371872"/>
            <a:ext cx="237565" cy="1520194"/>
            <a:chOff x="6455266" y="2371872"/>
            <a:chExt cx="237565" cy="1520194"/>
          </a:xfrm>
        </p:grpSpPr>
        <p:cxnSp>
          <p:nvCxnSpPr>
            <p:cNvPr id="3" name="直接连接符 2"/>
            <p:cNvCxnSpPr/>
            <p:nvPr/>
          </p:nvCxnSpPr>
          <p:spPr>
            <a:xfrm flipV="1">
              <a:off x="6572250" y="2371872"/>
              <a:ext cx="0" cy="1167418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矩形 103"/>
            <p:cNvSpPr/>
            <p:nvPr/>
          </p:nvSpPr>
          <p:spPr>
            <a:xfrm>
              <a:off x="6455266" y="3584289"/>
              <a:ext cx="23756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直角三角形 19"/>
          <p:cNvSpPr/>
          <p:nvPr/>
        </p:nvSpPr>
        <p:spPr>
          <a:xfrm flipH="1">
            <a:off x="6110566" y="3292403"/>
            <a:ext cx="467096" cy="245090"/>
          </a:xfrm>
          <a:prstGeom prst="rtTriangle">
            <a:avLst/>
          </a:prstGeom>
          <a:solidFill>
            <a:srgbClr val="ED7D3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直角三角形 107"/>
          <p:cNvSpPr/>
          <p:nvPr/>
        </p:nvSpPr>
        <p:spPr>
          <a:xfrm flipH="1">
            <a:off x="6101791" y="3133070"/>
            <a:ext cx="467096" cy="401627"/>
          </a:xfrm>
          <a:prstGeom prst="rtTriangle">
            <a:avLst/>
          </a:prstGeom>
          <a:solidFill>
            <a:srgbClr val="868913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直角三角形 108"/>
          <p:cNvSpPr/>
          <p:nvPr/>
        </p:nvSpPr>
        <p:spPr>
          <a:xfrm flipH="1">
            <a:off x="6099001" y="2356818"/>
            <a:ext cx="467096" cy="1176523"/>
          </a:xfrm>
          <a:prstGeom prst="rtTriangle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直角三角形 109"/>
          <p:cNvSpPr/>
          <p:nvPr/>
        </p:nvSpPr>
        <p:spPr>
          <a:xfrm flipH="1">
            <a:off x="6101895" y="3146749"/>
            <a:ext cx="467096" cy="389211"/>
          </a:xfrm>
          <a:prstGeom prst="rtTriangle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488079-20BF-4AB6-AC9D-4879E9F69C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3000">
                <a:srgbClr val="202524"/>
              </a:gs>
              <a:gs pos="80000">
                <a:srgbClr val="202524">
                  <a:alpha val="0"/>
                </a:srgbClr>
              </a:gs>
            </a:gsLst>
            <a:lin ang="21594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6834694-F3CE-4D68-9EA8-38ADA4F7B003}"/>
              </a:ext>
            </a:extLst>
          </p:cNvPr>
          <p:cNvSpPr/>
          <p:nvPr/>
        </p:nvSpPr>
        <p:spPr>
          <a:xfrm>
            <a:off x="547294" y="987358"/>
            <a:ext cx="5018832" cy="1827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7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磁芯的气隙</a:t>
            </a:r>
            <a:endParaRPr lang="en-US" altLang="zh-CN" sz="72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原来是这么个意思！</a:t>
            </a:r>
          </a:p>
        </p:txBody>
      </p:sp>
    </p:spTree>
    <p:extLst>
      <p:ext uri="{BB962C8B-B14F-4D97-AF65-F5344CB8AC3E}">
        <p14:creationId xmlns:p14="http://schemas.microsoft.com/office/powerpoint/2010/main" val="186693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6" grpId="0" animBg="1"/>
      <p:bldP spid="97" grpId="0" animBg="1"/>
      <p:bldP spid="20" grpId="0" animBg="1"/>
      <p:bldP spid="109" grpId="0" animBg="1"/>
      <p:bldP spid="110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2029</TotalTime>
  <Words>384</Words>
  <Application>Microsoft Office PowerPoint</Application>
  <PresentationFormat>宽屏</PresentationFormat>
  <Paragraphs>125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宋体</vt:lpstr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172</cp:revision>
  <dcterms:created xsi:type="dcterms:W3CDTF">2020-09-19T07:53:06Z</dcterms:created>
  <dcterms:modified xsi:type="dcterms:W3CDTF">2020-09-26T12:17:43Z</dcterms:modified>
</cp:coreProperties>
</file>