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79" r:id="rId2"/>
    <p:sldId id="380" r:id="rId3"/>
    <p:sldId id="384" r:id="rId4"/>
    <p:sldId id="383" r:id="rId5"/>
    <p:sldId id="38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63A3"/>
    <a:srgbClr val="7DD5E4"/>
    <a:srgbClr val="90BC76"/>
    <a:srgbClr val="85A7AB"/>
    <a:srgbClr val="1D1D1D"/>
    <a:srgbClr val="9D9D9D"/>
    <a:srgbClr val="1E1E1E"/>
    <a:srgbClr val="0B0BFF"/>
    <a:srgbClr val="C71508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1129" autoAdjust="0"/>
  </p:normalViewPr>
  <p:slideViewPr>
    <p:cSldViewPr snapToGrid="0">
      <p:cViewPr varScale="1">
        <p:scale>
          <a:sx n="104" d="100"/>
          <a:sy n="104" d="100"/>
        </p:scale>
        <p:origin x="924" y="102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984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50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9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53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232997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磁珠的选型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986320"/>
              </p:ext>
            </p:extLst>
          </p:nvPr>
        </p:nvGraphicFramePr>
        <p:xfrm>
          <a:off x="358070" y="1940726"/>
          <a:ext cx="6463915" cy="37102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1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35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磁珠基本参数介绍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9D9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6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额定电流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(Irat)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能通过的最大电流，可以理解为有效值。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它指温升电流，自我温升不超过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~40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℃（不同厂家有差别），与电感不同（电感还有饱和电流）</a:t>
                      </a:r>
                      <a:endParaRPr lang="zh-CN" altLang="en-US" sz="1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6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直流导通电阻（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DCR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与封装有关系，阻抗值大小有关系，一般阻抗越高，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DCR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越大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6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标称阻抗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阻抗频率曲线，标称值为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处，选型需要看曲线，主要看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的值。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F8BECDF1-3142-4F67-B21B-B1938AC41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200" r="98800">
                        <a14:foregroundMark x1="10400" y1="44500" x2="10400" y2="44500"/>
                        <a14:foregroundMark x1="29600" y1="62500" x2="29600" y2="62500"/>
                        <a14:foregroundMark x1="23600" y1="64000" x2="23600" y2="64000"/>
                        <a14:foregroundMark x1="33200" y1="60500" x2="33200" y2="60500"/>
                        <a14:foregroundMark x1="45200" y1="44500" x2="45200" y2="44500"/>
                        <a14:foregroundMark x1="60000" y1="66500" x2="60000" y2="66500"/>
                        <a14:foregroundMark x1="82400" y1="42500" x2="82400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7" t="24625" r="1460" b="26250"/>
          <a:stretch>
            <a:fillRect/>
          </a:stretch>
        </p:blipFill>
        <p:spPr bwMode="auto">
          <a:xfrm>
            <a:off x="358070" y="756217"/>
            <a:ext cx="1962176" cy="800901"/>
          </a:xfrm>
          <a:custGeom>
            <a:avLst/>
            <a:gdLst>
              <a:gd name="connsiteX0" fmla="*/ 0 w 2292749"/>
              <a:gd name="connsiteY0" fmla="*/ 0 h 935831"/>
              <a:gd name="connsiteX1" fmla="*/ 2292749 w 2292749"/>
              <a:gd name="connsiteY1" fmla="*/ 0 h 935831"/>
              <a:gd name="connsiteX2" fmla="*/ 2292749 w 2292749"/>
              <a:gd name="connsiteY2" fmla="*/ 935831 h 935831"/>
              <a:gd name="connsiteX3" fmla="*/ 0 w 2292749"/>
              <a:gd name="connsiteY3" fmla="*/ 935831 h 93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2749" h="935831">
                <a:moveTo>
                  <a:pt x="0" y="0"/>
                </a:moveTo>
                <a:lnTo>
                  <a:pt x="2292749" y="0"/>
                </a:lnTo>
                <a:lnTo>
                  <a:pt x="2292749" y="935831"/>
                </a:lnTo>
                <a:lnTo>
                  <a:pt x="0" y="93583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/>
        </p:nvGrpSpPr>
        <p:grpSpPr>
          <a:xfrm>
            <a:off x="7057058" y="1940726"/>
            <a:ext cx="4803439" cy="4186480"/>
            <a:chOff x="6968158" y="1940726"/>
            <a:chExt cx="4803439" cy="4045370"/>
          </a:xfrm>
        </p:grpSpPr>
        <p:grpSp>
          <p:nvGrpSpPr>
            <p:cNvPr id="16" name="组合 15"/>
            <p:cNvGrpSpPr/>
            <p:nvPr/>
          </p:nvGrpSpPr>
          <p:grpSpPr>
            <a:xfrm>
              <a:off x="6968158" y="1940726"/>
              <a:ext cx="4803439" cy="4045370"/>
              <a:chOff x="7038995" y="859181"/>
              <a:chExt cx="4803439" cy="4045370"/>
            </a:xfrm>
          </p:grpSpPr>
          <p:pic>
            <p:nvPicPr>
              <p:cNvPr id="7" name="图片 6" descr="C:\Users\WUXIAO~1\AppData\Local\Temp\1608022156.png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7916" y="859181"/>
                <a:ext cx="4744518" cy="404537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" name="直接连接符 7"/>
              <p:cNvCxnSpPr/>
              <p:nvPr/>
            </p:nvCxnSpPr>
            <p:spPr>
              <a:xfrm>
                <a:off x="9560459" y="3404103"/>
                <a:ext cx="0" cy="488887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7568697" y="3404103"/>
                <a:ext cx="199176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7568697" y="2931807"/>
                <a:ext cx="17011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都是标称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120Ω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7038995" y="3139236"/>
                <a:ext cx="5886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120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7027079" y="1940726"/>
              <a:ext cx="4744518" cy="4045370"/>
            </a:xfrm>
            <a:prstGeom prst="rect">
              <a:avLst/>
            </a:prstGeom>
            <a:noFill/>
            <a:ln w="19050">
              <a:solidFill>
                <a:srgbClr val="1D1D1D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044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232997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磁珠的选型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3174" y="1264922"/>
            <a:ext cx="29645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选型分两种场景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、电源 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、数据线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DCE2A6-3C5F-4E96-87D6-A8E920AA6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47"/>
          <a:stretch/>
        </p:blipFill>
        <p:spPr>
          <a:xfrm>
            <a:off x="6485174" y="3326944"/>
            <a:ext cx="5338526" cy="3050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矩形 1"/>
          <p:cNvSpPr/>
          <p:nvPr/>
        </p:nvSpPr>
        <p:spPr>
          <a:xfrm>
            <a:off x="6485174" y="1264922"/>
            <a:ext cx="53385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电流的影响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随着偏置电流的增大，磁性材料会出现饱和的特性，导致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降低，从而导致工作区域的偏移。这就会影响到噪声的抑制效果）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C:\Users\WUXIAO~1\AppData\Local\Temp\1608022156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74" y="3124512"/>
            <a:ext cx="3661661" cy="32529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直接连接符 4"/>
          <p:cNvCxnSpPr/>
          <p:nvPr/>
        </p:nvCxnSpPr>
        <p:spPr>
          <a:xfrm flipH="1" flipV="1">
            <a:off x="2246816" y="4009907"/>
            <a:ext cx="588477" cy="48888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395711" y="3631276"/>
            <a:ext cx="21054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数据线：“瘦高”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 flipV="1">
            <a:off x="1586031" y="4810360"/>
            <a:ext cx="588477" cy="48888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072725" y="4377886"/>
            <a:ext cx="1532824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电源：“矮胖”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586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42078" y="255114"/>
            <a:ext cx="109078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电源使用磁珠的例子：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电源使用磁珠隔离，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工作平均电流为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200mA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左右，请问磁珠该怎么选？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额定电流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：大于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300mA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，尽量多留些裕量。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：假定该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最低工作电压为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3.0V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，那么容许的压降为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3.3V-3.0V=0.3V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应该小于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0.3V/200mA=1.5Ω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左右裕量，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0.75Ω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：尽量阻抗大的。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辐射整改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、确认是否此处辐射：将磁珠改为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电阻，确认辐射值是否有变化，有变化说明是此处。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、满足额定电流和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的情况下，尽量选用在超标频率阻抗值大的磁珠，需要考虑偏置电流的影响，</a:t>
            </a:r>
            <a:r>
              <a:rPr lang="zh-CN" altLang="en-US" sz="2000" dirty="0">
                <a:solidFill>
                  <a:srgbClr val="BB6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需要多尝试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514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9955" y="331314"/>
            <a:ext cx="98918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信号线使用磁珠的例子：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3C/CE/FCC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认证时，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24Mhz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的时钟信号，引起的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120Mhz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240Mhz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等谐波超标。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、有用信号频率：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24Mhz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及其较低次谐波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、需要抑制的频率：超标的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120Mhz…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、寻找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24Mhz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处的阻抗尽量小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的磁珠，并且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120Mhz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阻抗尽量大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的磁珠。这两者是矛盾的，所以需要多尝试。改磁珠后需要测量信号质量，满足时序要求。一般可能需要多次尝试。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350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31" y="408641"/>
            <a:ext cx="11253939" cy="604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7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  <a:prstDash val="das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8080</TotalTime>
  <Words>448</Words>
  <Application>Microsoft Office PowerPoint</Application>
  <PresentationFormat>宽屏</PresentationFormat>
  <Paragraphs>45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918</cp:revision>
  <dcterms:created xsi:type="dcterms:W3CDTF">2020-08-24T03:54:07Z</dcterms:created>
  <dcterms:modified xsi:type="dcterms:W3CDTF">2021-01-21T12:54:27Z</dcterms:modified>
</cp:coreProperties>
</file>